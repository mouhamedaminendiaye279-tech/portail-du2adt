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Crimson Pro Semi Bold"/>
      <p:regular r:id="rId15"/>
    </p:embeddedFont>
    <p:embeddedFont>
      <p:font typeface="Crimson Pro Semi Bold"/>
      <p:regular r:id="rId16"/>
    </p:embeddedFont>
    <p:embeddedFont>
      <p:font typeface="Crimson Pro Semi Bold"/>
      <p:regular r:id="rId17"/>
    </p:embeddedFont>
    <p:embeddedFont>
      <p:font typeface="Crimson Pro Semi Bold"/>
      <p:regular r:id="rId18"/>
    </p:embeddedFont>
    <p:embeddedFont>
      <p:font typeface="Heebo"/>
      <p:regular r:id="rId19"/>
    </p:embeddedFont>
    <p:embeddedFont>
      <p:font typeface="Heebo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6401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Le Cubisme : Une Révolution Artistique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32173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 cubisme a révolutionné l'art moderne. Il a rompu avec les traditions. Cette présentation explore ce mouvement majeur.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30268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Découvrez son impact profond sur l'art et la perception visuelle.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37924"/>
            <a:ext cx="89227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Les Origines et Influences du Cubisme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136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Contexte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94823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Paris, début du 20ème siècle, bouillonnement artistique.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224701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C'est le berceau du cubisme.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32928" y="37136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Influences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32928" y="4294823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Cézanne : traitement des formes.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332928" y="4737021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Art africain : simplification.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332928" y="5179219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Art ibérique : stylisation.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872067" y="37136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Figures clés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2067" y="4294823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Pablo Picasso et Georges Braque fondent le cubisme.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72201"/>
            <a:ext cx="114071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Les Caractéristiques Clés du Cubisme Analytique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57629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860" y="5618798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55762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Fragmentation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30906" y="6066711"/>
            <a:ext cx="345924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Objets décomposés en formes géométriques.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16962" y="557629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032" y="5618798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54078" y="55762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Palette limitée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954078" y="6066711"/>
            <a:ext cx="34592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Gris, brun, ocre dominent.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9640133" y="557629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204" y="5618798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377249" y="5576292"/>
            <a:ext cx="34582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Multiplicité des points de vue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0377249" y="6066711"/>
            <a:ext cx="34592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Représentation simultanée.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3413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Le Cubisme Synthétique : Reconstruction et Collage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391853"/>
            <a:ext cx="3664863" cy="1669852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3618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Couleurs vives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4109085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Introduction de couleurs plus expressives.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3391853"/>
            <a:ext cx="3664863" cy="1669852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4912281" y="3618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Collages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2281" y="4109085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Papier, tissu intégrés aux œuvres.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288518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55153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Simplification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6005751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Formes épurées, motifs décoratifs.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3729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Les Artistes Cubistes Majeurs et Leurs Œuvres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034665"/>
            <a:ext cx="250627" cy="25062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71230" y="2995017"/>
            <a:ext cx="18145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Picasso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271230" y="3485436"/>
            <a:ext cx="181451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Les Demoiselles d'Avignon.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1271230" y="4653439"/>
            <a:ext cx="18145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Guernica.</a:t>
            </a:r>
            <a:endParaRPr lang="en-US" sz="1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904" y="3034665"/>
            <a:ext cx="250746" cy="25074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903464" y="2995017"/>
            <a:ext cx="18145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Braque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3903464" y="3485436"/>
            <a:ext cx="181451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Violon et Palette.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3903464" y="4290536"/>
            <a:ext cx="181451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Maisons à l'Estaque.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8138" y="3034665"/>
            <a:ext cx="250627" cy="25062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35579" y="2995017"/>
            <a:ext cx="18145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Gris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6535579" y="3485436"/>
            <a:ext cx="181451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Portrait de Picasso.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6535579" y="4290536"/>
            <a:ext cx="181451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Nature morte à la table.</a:t>
            </a:r>
            <a:endParaRPr lang="en-US" sz="17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736431"/>
            <a:ext cx="250627" cy="25062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71230" y="5696783"/>
            <a:ext cx="18145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Léger</a:t>
            </a:r>
            <a:endParaRPr lang="en-US" sz="2200" dirty="0"/>
          </a:p>
        </p:txBody>
      </p:sp>
      <p:sp>
        <p:nvSpPr>
          <p:cNvPr id="18" name="Text 11"/>
          <p:cNvSpPr/>
          <p:nvPr/>
        </p:nvSpPr>
        <p:spPr>
          <a:xfrm>
            <a:off x="1271230" y="6187202"/>
            <a:ext cx="18145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Les fumeurs.</a:t>
            </a:r>
            <a:endParaRPr lang="en-US" sz="1750" dirty="0"/>
          </a:p>
        </p:txBody>
      </p:sp>
      <p:sp>
        <p:nvSpPr>
          <p:cNvPr id="19" name="Text 12"/>
          <p:cNvSpPr/>
          <p:nvPr/>
        </p:nvSpPr>
        <p:spPr>
          <a:xfrm>
            <a:off x="1271230" y="6629400"/>
            <a:ext cx="18145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 ville.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3051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5438" y="2812494"/>
            <a:ext cx="8910995" cy="576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L'Impact du Cubisme sur l'Art et l'Architecture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7303770" y="3665339"/>
            <a:ext cx="22860" cy="4056936"/>
          </a:xfrm>
          <a:prstGeom prst="roundRect">
            <a:avLst>
              <a:gd name="adj" fmla="val 121008"/>
            </a:avLst>
          </a:prstGeom>
          <a:solidFill>
            <a:srgbClr val="D8D4D4"/>
          </a:solidFill>
          <a:ln/>
        </p:spPr>
      </p:sp>
      <p:sp>
        <p:nvSpPr>
          <p:cNvPr id="5" name="Shape 2"/>
          <p:cNvSpPr/>
          <p:nvPr/>
        </p:nvSpPr>
        <p:spPr>
          <a:xfrm>
            <a:off x="6577429" y="4068723"/>
            <a:ext cx="553164" cy="22860"/>
          </a:xfrm>
          <a:prstGeom prst="roundRect">
            <a:avLst>
              <a:gd name="adj" fmla="val 121008"/>
            </a:avLst>
          </a:prstGeom>
          <a:solidFill>
            <a:srgbClr val="D8D4D4"/>
          </a:solidFill>
          <a:ln/>
        </p:spPr>
      </p:sp>
      <p:sp>
        <p:nvSpPr>
          <p:cNvPr id="6" name="Shape 3"/>
          <p:cNvSpPr/>
          <p:nvPr/>
        </p:nvSpPr>
        <p:spPr>
          <a:xfrm>
            <a:off x="7107734" y="3872746"/>
            <a:ext cx="414933" cy="41493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849" y="3907274"/>
            <a:ext cx="276582" cy="3457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88011" y="3849648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Futurisme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45438" y="4248388"/>
            <a:ext cx="5747742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Dynamisme et vitesse inspirés par le cubisme.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7499806" y="4990624"/>
            <a:ext cx="553164" cy="22860"/>
          </a:xfrm>
          <a:prstGeom prst="roundRect">
            <a:avLst>
              <a:gd name="adj" fmla="val 121008"/>
            </a:avLst>
          </a:prstGeom>
          <a:solidFill>
            <a:srgbClr val="D8D4D4"/>
          </a:solidFill>
          <a:ln/>
        </p:spPr>
      </p:sp>
      <p:sp>
        <p:nvSpPr>
          <p:cNvPr id="11" name="Shape 7"/>
          <p:cNvSpPr/>
          <p:nvPr/>
        </p:nvSpPr>
        <p:spPr>
          <a:xfrm>
            <a:off x="7107734" y="4794647"/>
            <a:ext cx="414933" cy="41493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849" y="4829175"/>
            <a:ext cx="276582" cy="34575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37220" y="4771549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Constructivisme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8237220" y="5170289"/>
            <a:ext cx="5747742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Formes géométriques et abstraction.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577429" y="5820370"/>
            <a:ext cx="553164" cy="22860"/>
          </a:xfrm>
          <a:prstGeom prst="roundRect">
            <a:avLst>
              <a:gd name="adj" fmla="val 121008"/>
            </a:avLst>
          </a:prstGeom>
          <a:solidFill>
            <a:srgbClr val="D8D4D4"/>
          </a:solidFill>
          <a:ln/>
        </p:spPr>
      </p:sp>
      <p:sp>
        <p:nvSpPr>
          <p:cNvPr id="16" name="Shape 11"/>
          <p:cNvSpPr/>
          <p:nvPr/>
        </p:nvSpPr>
        <p:spPr>
          <a:xfrm>
            <a:off x="7107734" y="5624393"/>
            <a:ext cx="414933" cy="41493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6849" y="5658922"/>
            <a:ext cx="276582" cy="34575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088011" y="5601295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645438" y="6000036"/>
            <a:ext cx="5747742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Influence sur la conception des bâtiments.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7499806" y="6650236"/>
            <a:ext cx="553164" cy="22860"/>
          </a:xfrm>
          <a:prstGeom prst="roundRect">
            <a:avLst>
              <a:gd name="adj" fmla="val 121008"/>
            </a:avLst>
          </a:prstGeom>
          <a:solidFill>
            <a:srgbClr val="D8D4D4"/>
          </a:solidFill>
          <a:ln/>
        </p:spPr>
      </p:sp>
      <p:sp>
        <p:nvSpPr>
          <p:cNvPr id="21" name="Shape 15"/>
          <p:cNvSpPr/>
          <p:nvPr/>
        </p:nvSpPr>
        <p:spPr>
          <a:xfrm>
            <a:off x="7107734" y="6454259"/>
            <a:ext cx="414933" cy="41493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6849" y="6488787"/>
            <a:ext cx="276582" cy="34575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237220" y="6431161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Typographie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8237220" y="6829901"/>
            <a:ext cx="5747742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Nouvelles approches visuelles.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9455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Le Cubisme Aujourd'hui : Héritage et Interprétations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2952274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4422" y="31790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Inspiration continue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54422" y="3669506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Les artistes modernes revisitent le cubisme.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4313158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4422" y="45399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Revisitations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754422" y="5030391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Principes cubistes réinterprétés.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5674042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54422" y="59008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Importance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754422" y="6391275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Comprendre le cubisme enrichit la perception de l'art.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363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Conclusion : Le Cubisme, une Vision Nouvelle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9409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 cubisme a été une étape clé. Il a fait évoluer l'art.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Ce mouvement a remodelé la perception visuelle.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43020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Explorez davantage ce courant artistique fascinant.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2025-03-24T18:33:04Z</dcterms:created>
  <dcterms:modified xsi:type="dcterms:W3CDTF">2025-03-24T18:33:04Z</dcterms:modified>
</cp:coreProperties>
</file>