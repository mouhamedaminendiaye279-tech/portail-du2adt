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16"/>
  </p:notesMasterIdLst>
  <p:handoutMasterIdLst>
    <p:handoutMasterId r:id="rId17"/>
  </p:handoutMasterIdLst>
  <p:sldIdLst>
    <p:sldId id="271" r:id="rId5"/>
    <p:sldId id="260" r:id="rId6"/>
    <p:sldId id="279" r:id="rId7"/>
    <p:sldId id="280" r:id="rId8"/>
    <p:sldId id="281" r:id="rId9"/>
    <p:sldId id="285" r:id="rId10"/>
    <p:sldId id="286" r:id="rId11"/>
    <p:sldId id="277" r:id="rId12"/>
    <p:sldId id="282" r:id="rId13"/>
    <p:sldId id="284" r:id="rId14"/>
    <p:sldId id="28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5388" autoAdjust="0"/>
  </p:normalViewPr>
  <p:slideViewPr>
    <p:cSldViewPr snapToGrid="0">
      <p:cViewPr>
        <p:scale>
          <a:sx n="75" d="100"/>
          <a:sy n="75" d="100"/>
        </p:scale>
        <p:origin x="248" y="-224"/>
      </p:cViewPr>
      <p:guideLst>
        <p:guide orient="horz" pos="2160"/>
        <p:guide pos="3840"/>
      </p:guideLst>
    </p:cSldViewPr>
  </p:slideViewPr>
  <p:outlineViewPr>
    <p:cViewPr>
      <p:scale>
        <a:sx n="33" d="100"/>
        <a:sy n="33" d="100"/>
      </p:scale>
      <p:origin x="0" y="-3456"/>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667245-7EA1-48F6-97E8-C54B028ED131}"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BBB4F339-F2E9-4346-9201-8F344B20B9FC}">
      <dgm:prSet/>
      <dgm:spPr/>
      <dgm:t>
        <a:bodyPr/>
        <a:lstStyle/>
        <a:p>
          <a:r>
            <a:rPr lang="fr-FR"/>
            <a:t>L’alphabet romain trouve son origine dans l’alphabet étrusque, lui-même inspiré de l’alphabet grec. Dès le VIIe siècle av. J.-C., les Romains adoptent un système d’écriture qui subit plusieurs transformations :</a:t>
          </a:r>
          <a:endParaRPr lang="en-US"/>
        </a:p>
      </dgm:t>
    </dgm:pt>
    <dgm:pt modelId="{C835D35A-AA02-43A6-BFB1-BA840062459D}" type="parTrans" cxnId="{B34AD84B-4AE3-4BF4-BDA9-2F34DC3D26D4}">
      <dgm:prSet/>
      <dgm:spPr/>
      <dgm:t>
        <a:bodyPr/>
        <a:lstStyle/>
        <a:p>
          <a:endParaRPr lang="en-US"/>
        </a:p>
      </dgm:t>
    </dgm:pt>
    <dgm:pt modelId="{31D135E3-543D-4CCB-97B2-9809DDE25005}" type="sibTrans" cxnId="{B34AD84B-4AE3-4BF4-BDA9-2F34DC3D26D4}">
      <dgm:prSet/>
      <dgm:spPr/>
      <dgm:t>
        <a:bodyPr/>
        <a:lstStyle/>
        <a:p>
          <a:endParaRPr lang="en-US"/>
        </a:p>
      </dgm:t>
    </dgm:pt>
    <dgm:pt modelId="{038A1171-ABB5-4D06-BC49-BC9A5B5C05C0}">
      <dgm:prSet/>
      <dgm:spPr/>
      <dgm:t>
        <a:bodyPr/>
        <a:lstStyle/>
        <a:p>
          <a:r>
            <a:rPr lang="fr-FR" b="1"/>
            <a:t>L’alphabet archaïque</a:t>
          </a:r>
          <a:r>
            <a:rPr lang="fr-FR"/>
            <a:t> (VIIe - IVe siècle av. J.-C.) : proche de l’alphabet étrusque, il comportait moins de lettres que l’alphabet latin classique.</a:t>
          </a:r>
          <a:endParaRPr lang="en-US"/>
        </a:p>
      </dgm:t>
    </dgm:pt>
    <dgm:pt modelId="{F581A02F-2E39-481F-898D-D1430B0123ED}" type="parTrans" cxnId="{F6247616-E214-4A70-BFE1-00A960CA5E06}">
      <dgm:prSet/>
      <dgm:spPr/>
      <dgm:t>
        <a:bodyPr/>
        <a:lstStyle/>
        <a:p>
          <a:endParaRPr lang="en-US"/>
        </a:p>
      </dgm:t>
    </dgm:pt>
    <dgm:pt modelId="{6996C757-9DCA-4F14-AB81-882B75C25DD6}" type="sibTrans" cxnId="{F6247616-E214-4A70-BFE1-00A960CA5E06}">
      <dgm:prSet/>
      <dgm:spPr/>
      <dgm:t>
        <a:bodyPr/>
        <a:lstStyle/>
        <a:p>
          <a:endParaRPr lang="en-US"/>
        </a:p>
      </dgm:t>
    </dgm:pt>
    <dgm:pt modelId="{DA5CDDC3-22C3-4ECC-9EF9-F34E48C50EF7}">
      <dgm:prSet/>
      <dgm:spPr/>
      <dgm:t>
        <a:bodyPr/>
        <a:lstStyle/>
        <a:p>
          <a:r>
            <a:rPr lang="fr-FR" b="1"/>
            <a:t>L’alphabet classique</a:t>
          </a:r>
          <a:r>
            <a:rPr lang="fr-FR"/>
            <a:t> (Ier siècle av. J.-C.) : stabilisé sous l’Empire romain, il se compose de 23 lettres (le "J", le "U" et le "W" étant des ajouts postérieurs).</a:t>
          </a:r>
          <a:endParaRPr lang="en-US"/>
        </a:p>
      </dgm:t>
    </dgm:pt>
    <dgm:pt modelId="{90308DA7-287C-44E0-899B-EC4003906850}" type="parTrans" cxnId="{82B7351F-2735-4988-9C64-6AEBE6020154}">
      <dgm:prSet/>
      <dgm:spPr/>
      <dgm:t>
        <a:bodyPr/>
        <a:lstStyle/>
        <a:p>
          <a:endParaRPr lang="en-US"/>
        </a:p>
      </dgm:t>
    </dgm:pt>
    <dgm:pt modelId="{2877AA0B-5BD4-4498-90D1-AA979A21DDB8}" type="sibTrans" cxnId="{82B7351F-2735-4988-9C64-6AEBE6020154}">
      <dgm:prSet/>
      <dgm:spPr/>
      <dgm:t>
        <a:bodyPr/>
        <a:lstStyle/>
        <a:p>
          <a:endParaRPr lang="en-US"/>
        </a:p>
      </dgm:t>
    </dgm:pt>
    <dgm:pt modelId="{672B46BC-44A5-4C0F-90E8-68D6DE541524}" type="pres">
      <dgm:prSet presAssocID="{F8667245-7EA1-48F6-97E8-C54B028ED131}" presName="vert0" presStyleCnt="0">
        <dgm:presLayoutVars>
          <dgm:dir/>
          <dgm:animOne val="branch"/>
          <dgm:animLvl val="lvl"/>
        </dgm:presLayoutVars>
      </dgm:prSet>
      <dgm:spPr/>
    </dgm:pt>
    <dgm:pt modelId="{E4B7923D-5FBD-4B2F-8E63-DED59117FED8}" type="pres">
      <dgm:prSet presAssocID="{BBB4F339-F2E9-4346-9201-8F344B20B9FC}" presName="thickLine" presStyleLbl="alignNode1" presStyleIdx="0" presStyleCnt="3"/>
      <dgm:spPr/>
    </dgm:pt>
    <dgm:pt modelId="{45C84A67-6799-4DD3-BDD4-19F06DFE03CD}" type="pres">
      <dgm:prSet presAssocID="{BBB4F339-F2E9-4346-9201-8F344B20B9FC}" presName="horz1" presStyleCnt="0"/>
      <dgm:spPr/>
    </dgm:pt>
    <dgm:pt modelId="{1827439E-1226-4376-A15D-C13DF6519669}" type="pres">
      <dgm:prSet presAssocID="{BBB4F339-F2E9-4346-9201-8F344B20B9FC}" presName="tx1" presStyleLbl="revTx" presStyleIdx="0" presStyleCnt="3"/>
      <dgm:spPr/>
    </dgm:pt>
    <dgm:pt modelId="{14164F74-E273-493B-9889-91A2994A5548}" type="pres">
      <dgm:prSet presAssocID="{BBB4F339-F2E9-4346-9201-8F344B20B9FC}" presName="vert1" presStyleCnt="0"/>
      <dgm:spPr/>
    </dgm:pt>
    <dgm:pt modelId="{EBB3BC49-66E8-4BA3-AC2D-2A2D85D20B47}" type="pres">
      <dgm:prSet presAssocID="{038A1171-ABB5-4D06-BC49-BC9A5B5C05C0}" presName="thickLine" presStyleLbl="alignNode1" presStyleIdx="1" presStyleCnt="3"/>
      <dgm:spPr/>
    </dgm:pt>
    <dgm:pt modelId="{39AACA04-BF1F-4D4A-9DB1-5ED3B808DBDE}" type="pres">
      <dgm:prSet presAssocID="{038A1171-ABB5-4D06-BC49-BC9A5B5C05C0}" presName="horz1" presStyleCnt="0"/>
      <dgm:spPr/>
    </dgm:pt>
    <dgm:pt modelId="{349999D9-2993-4A87-A533-D1869CD74F30}" type="pres">
      <dgm:prSet presAssocID="{038A1171-ABB5-4D06-BC49-BC9A5B5C05C0}" presName="tx1" presStyleLbl="revTx" presStyleIdx="1" presStyleCnt="3"/>
      <dgm:spPr/>
    </dgm:pt>
    <dgm:pt modelId="{4A1F1F03-083F-4482-AC78-A0000AA8B0AD}" type="pres">
      <dgm:prSet presAssocID="{038A1171-ABB5-4D06-BC49-BC9A5B5C05C0}" presName="vert1" presStyleCnt="0"/>
      <dgm:spPr/>
    </dgm:pt>
    <dgm:pt modelId="{1E92FDB0-F9BE-4CBA-B166-847AD7A976D9}" type="pres">
      <dgm:prSet presAssocID="{DA5CDDC3-22C3-4ECC-9EF9-F34E48C50EF7}" presName="thickLine" presStyleLbl="alignNode1" presStyleIdx="2" presStyleCnt="3"/>
      <dgm:spPr/>
    </dgm:pt>
    <dgm:pt modelId="{1348BFAE-C476-4E28-9D6E-DD5834FAD417}" type="pres">
      <dgm:prSet presAssocID="{DA5CDDC3-22C3-4ECC-9EF9-F34E48C50EF7}" presName="horz1" presStyleCnt="0"/>
      <dgm:spPr/>
    </dgm:pt>
    <dgm:pt modelId="{84A13FEF-98BA-41B6-8D3A-226A42A1E7E1}" type="pres">
      <dgm:prSet presAssocID="{DA5CDDC3-22C3-4ECC-9EF9-F34E48C50EF7}" presName="tx1" presStyleLbl="revTx" presStyleIdx="2" presStyleCnt="3"/>
      <dgm:spPr/>
    </dgm:pt>
    <dgm:pt modelId="{D878B023-00A1-441A-BCEA-65BB176E827B}" type="pres">
      <dgm:prSet presAssocID="{DA5CDDC3-22C3-4ECC-9EF9-F34E48C50EF7}" presName="vert1" presStyleCnt="0"/>
      <dgm:spPr/>
    </dgm:pt>
  </dgm:ptLst>
  <dgm:cxnLst>
    <dgm:cxn modelId="{F6247616-E214-4A70-BFE1-00A960CA5E06}" srcId="{F8667245-7EA1-48F6-97E8-C54B028ED131}" destId="{038A1171-ABB5-4D06-BC49-BC9A5B5C05C0}" srcOrd="1" destOrd="0" parTransId="{F581A02F-2E39-481F-898D-D1430B0123ED}" sibTransId="{6996C757-9DCA-4F14-AB81-882B75C25DD6}"/>
    <dgm:cxn modelId="{FBD2AA1B-42EE-4D1D-8741-0ACE13F0A4C5}" type="presOf" srcId="{F8667245-7EA1-48F6-97E8-C54B028ED131}" destId="{672B46BC-44A5-4C0F-90E8-68D6DE541524}" srcOrd="0" destOrd="0" presId="urn:microsoft.com/office/officeart/2008/layout/LinedList"/>
    <dgm:cxn modelId="{82B7351F-2735-4988-9C64-6AEBE6020154}" srcId="{F8667245-7EA1-48F6-97E8-C54B028ED131}" destId="{DA5CDDC3-22C3-4ECC-9EF9-F34E48C50EF7}" srcOrd="2" destOrd="0" parTransId="{90308DA7-287C-44E0-899B-EC4003906850}" sibTransId="{2877AA0B-5BD4-4498-90D1-AA979A21DDB8}"/>
    <dgm:cxn modelId="{B34AD84B-4AE3-4BF4-BDA9-2F34DC3D26D4}" srcId="{F8667245-7EA1-48F6-97E8-C54B028ED131}" destId="{BBB4F339-F2E9-4346-9201-8F344B20B9FC}" srcOrd="0" destOrd="0" parTransId="{C835D35A-AA02-43A6-BFB1-BA840062459D}" sibTransId="{31D135E3-543D-4CCB-97B2-9809DDE25005}"/>
    <dgm:cxn modelId="{6D54039B-B9D1-44B8-8ED5-A95CDBD1DD04}" type="presOf" srcId="{BBB4F339-F2E9-4346-9201-8F344B20B9FC}" destId="{1827439E-1226-4376-A15D-C13DF6519669}" srcOrd="0" destOrd="0" presId="urn:microsoft.com/office/officeart/2008/layout/LinedList"/>
    <dgm:cxn modelId="{FF4585E2-1495-40CD-94CE-B7AC358F1375}" type="presOf" srcId="{038A1171-ABB5-4D06-BC49-BC9A5B5C05C0}" destId="{349999D9-2993-4A87-A533-D1869CD74F30}" srcOrd="0" destOrd="0" presId="urn:microsoft.com/office/officeart/2008/layout/LinedList"/>
    <dgm:cxn modelId="{ED7D81EB-9CAC-4700-8A42-2B98EC503FCE}" type="presOf" srcId="{DA5CDDC3-22C3-4ECC-9EF9-F34E48C50EF7}" destId="{84A13FEF-98BA-41B6-8D3A-226A42A1E7E1}" srcOrd="0" destOrd="0" presId="urn:microsoft.com/office/officeart/2008/layout/LinedList"/>
    <dgm:cxn modelId="{6F5F39CA-0F7C-472D-B6F0-02C9D688ABE4}" type="presParOf" srcId="{672B46BC-44A5-4C0F-90E8-68D6DE541524}" destId="{E4B7923D-5FBD-4B2F-8E63-DED59117FED8}" srcOrd="0" destOrd="0" presId="urn:microsoft.com/office/officeart/2008/layout/LinedList"/>
    <dgm:cxn modelId="{32A14CB1-CCBA-4C2A-B8AF-75F1D2C1FFB3}" type="presParOf" srcId="{672B46BC-44A5-4C0F-90E8-68D6DE541524}" destId="{45C84A67-6799-4DD3-BDD4-19F06DFE03CD}" srcOrd="1" destOrd="0" presId="urn:microsoft.com/office/officeart/2008/layout/LinedList"/>
    <dgm:cxn modelId="{C0223B5B-EA72-4CAA-B834-B3A4B098EF75}" type="presParOf" srcId="{45C84A67-6799-4DD3-BDD4-19F06DFE03CD}" destId="{1827439E-1226-4376-A15D-C13DF6519669}" srcOrd="0" destOrd="0" presId="urn:microsoft.com/office/officeart/2008/layout/LinedList"/>
    <dgm:cxn modelId="{BD7277F5-2FA2-44CE-B7CB-FA242DA5369D}" type="presParOf" srcId="{45C84A67-6799-4DD3-BDD4-19F06DFE03CD}" destId="{14164F74-E273-493B-9889-91A2994A5548}" srcOrd="1" destOrd="0" presId="urn:microsoft.com/office/officeart/2008/layout/LinedList"/>
    <dgm:cxn modelId="{D33EB9C5-C442-430C-9623-9E5C0BB86C74}" type="presParOf" srcId="{672B46BC-44A5-4C0F-90E8-68D6DE541524}" destId="{EBB3BC49-66E8-4BA3-AC2D-2A2D85D20B47}" srcOrd="2" destOrd="0" presId="urn:microsoft.com/office/officeart/2008/layout/LinedList"/>
    <dgm:cxn modelId="{E7CED19F-1D35-4B94-A1CA-605AC2F3E73F}" type="presParOf" srcId="{672B46BC-44A5-4C0F-90E8-68D6DE541524}" destId="{39AACA04-BF1F-4D4A-9DB1-5ED3B808DBDE}" srcOrd="3" destOrd="0" presId="urn:microsoft.com/office/officeart/2008/layout/LinedList"/>
    <dgm:cxn modelId="{2146DAF6-B23A-4203-8D4A-6276A95F449A}" type="presParOf" srcId="{39AACA04-BF1F-4D4A-9DB1-5ED3B808DBDE}" destId="{349999D9-2993-4A87-A533-D1869CD74F30}" srcOrd="0" destOrd="0" presId="urn:microsoft.com/office/officeart/2008/layout/LinedList"/>
    <dgm:cxn modelId="{D3F35EBB-19F8-4AF3-AAC0-BF8CE0CCE8D5}" type="presParOf" srcId="{39AACA04-BF1F-4D4A-9DB1-5ED3B808DBDE}" destId="{4A1F1F03-083F-4482-AC78-A0000AA8B0AD}" srcOrd="1" destOrd="0" presId="urn:microsoft.com/office/officeart/2008/layout/LinedList"/>
    <dgm:cxn modelId="{C946487B-7811-49CB-81D0-CF76D26CCDA6}" type="presParOf" srcId="{672B46BC-44A5-4C0F-90E8-68D6DE541524}" destId="{1E92FDB0-F9BE-4CBA-B166-847AD7A976D9}" srcOrd="4" destOrd="0" presId="urn:microsoft.com/office/officeart/2008/layout/LinedList"/>
    <dgm:cxn modelId="{97010D94-2E4D-49A8-B986-EA5AC68DB027}" type="presParOf" srcId="{672B46BC-44A5-4C0F-90E8-68D6DE541524}" destId="{1348BFAE-C476-4E28-9D6E-DD5834FAD417}" srcOrd="5" destOrd="0" presId="urn:microsoft.com/office/officeart/2008/layout/LinedList"/>
    <dgm:cxn modelId="{CC3606ED-7F10-4080-B0F5-2291C209F712}" type="presParOf" srcId="{1348BFAE-C476-4E28-9D6E-DD5834FAD417}" destId="{84A13FEF-98BA-41B6-8D3A-226A42A1E7E1}" srcOrd="0" destOrd="0" presId="urn:microsoft.com/office/officeart/2008/layout/LinedList"/>
    <dgm:cxn modelId="{B7F78AE3-5F06-4FA9-BFAB-CB93BAB725E2}" type="presParOf" srcId="{1348BFAE-C476-4E28-9D6E-DD5834FAD417}" destId="{D878B023-00A1-441A-BCEA-65BB176E827B}"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B7923D-5FBD-4B2F-8E63-DED59117FED8}">
      <dsp:nvSpPr>
        <dsp:cNvPr id="0" name=""/>
        <dsp:cNvSpPr/>
      </dsp:nvSpPr>
      <dsp:spPr>
        <a:xfrm>
          <a:off x="0" y="2212"/>
          <a:ext cx="6525661"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27439E-1226-4376-A15D-C13DF6519669}">
      <dsp:nvSpPr>
        <dsp:cNvPr id="0" name=""/>
        <dsp:cNvSpPr/>
      </dsp:nvSpPr>
      <dsp:spPr>
        <a:xfrm>
          <a:off x="0" y="2212"/>
          <a:ext cx="6525661" cy="1509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fr-FR" sz="2000" kern="1200"/>
            <a:t>L’alphabet romain trouve son origine dans l’alphabet étrusque, lui-même inspiré de l’alphabet grec. Dès le VIIe siècle av. J.-C., les Romains adoptent un système d’écriture qui subit plusieurs transformations :</a:t>
          </a:r>
          <a:endParaRPr lang="en-US" sz="2000" kern="1200"/>
        </a:p>
      </dsp:txBody>
      <dsp:txXfrm>
        <a:off x="0" y="2212"/>
        <a:ext cx="6525661" cy="1509126"/>
      </dsp:txXfrm>
    </dsp:sp>
    <dsp:sp modelId="{EBB3BC49-66E8-4BA3-AC2D-2A2D85D20B47}">
      <dsp:nvSpPr>
        <dsp:cNvPr id="0" name=""/>
        <dsp:cNvSpPr/>
      </dsp:nvSpPr>
      <dsp:spPr>
        <a:xfrm>
          <a:off x="0" y="1511339"/>
          <a:ext cx="6525661" cy="0"/>
        </a:xfrm>
        <a:prstGeom prst="line">
          <a:avLst/>
        </a:prstGeom>
        <a:solidFill>
          <a:schemeClr val="accent5">
            <a:hueOff val="-265126"/>
            <a:satOff val="-3598"/>
            <a:lumOff val="-2746"/>
            <a:alphaOff val="0"/>
          </a:schemeClr>
        </a:solidFill>
        <a:ln w="12700" cap="flat" cmpd="sng" algn="ctr">
          <a:solidFill>
            <a:schemeClr val="accent5">
              <a:hueOff val="-265126"/>
              <a:satOff val="-3598"/>
              <a:lumOff val="-274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9999D9-2993-4A87-A533-D1869CD74F30}">
      <dsp:nvSpPr>
        <dsp:cNvPr id="0" name=""/>
        <dsp:cNvSpPr/>
      </dsp:nvSpPr>
      <dsp:spPr>
        <a:xfrm>
          <a:off x="0" y="1511339"/>
          <a:ext cx="6525661" cy="1509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fr-FR" sz="2000" b="1" kern="1200"/>
            <a:t>L’alphabet archaïque</a:t>
          </a:r>
          <a:r>
            <a:rPr lang="fr-FR" sz="2000" kern="1200"/>
            <a:t> (VIIe - IVe siècle av. J.-C.) : proche de l’alphabet étrusque, il comportait moins de lettres que l’alphabet latin classique.</a:t>
          </a:r>
          <a:endParaRPr lang="en-US" sz="2000" kern="1200"/>
        </a:p>
      </dsp:txBody>
      <dsp:txXfrm>
        <a:off x="0" y="1511339"/>
        <a:ext cx="6525661" cy="1509126"/>
      </dsp:txXfrm>
    </dsp:sp>
    <dsp:sp modelId="{1E92FDB0-F9BE-4CBA-B166-847AD7A976D9}">
      <dsp:nvSpPr>
        <dsp:cNvPr id="0" name=""/>
        <dsp:cNvSpPr/>
      </dsp:nvSpPr>
      <dsp:spPr>
        <a:xfrm>
          <a:off x="0" y="3020465"/>
          <a:ext cx="6525661" cy="0"/>
        </a:xfrm>
        <a:prstGeom prst="line">
          <a:avLst/>
        </a:prstGeom>
        <a:solidFill>
          <a:schemeClr val="accent5">
            <a:hueOff val="-530252"/>
            <a:satOff val="-7196"/>
            <a:lumOff val="-5491"/>
            <a:alphaOff val="0"/>
          </a:schemeClr>
        </a:solidFill>
        <a:ln w="12700" cap="flat" cmpd="sng" algn="ctr">
          <a:solidFill>
            <a:schemeClr val="accent5">
              <a:hueOff val="-530252"/>
              <a:satOff val="-7196"/>
              <a:lumOff val="-549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A13FEF-98BA-41B6-8D3A-226A42A1E7E1}">
      <dsp:nvSpPr>
        <dsp:cNvPr id="0" name=""/>
        <dsp:cNvSpPr/>
      </dsp:nvSpPr>
      <dsp:spPr>
        <a:xfrm>
          <a:off x="0" y="3020465"/>
          <a:ext cx="6525661" cy="15091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fr-FR" sz="2000" b="1" kern="1200"/>
            <a:t>L’alphabet classique</a:t>
          </a:r>
          <a:r>
            <a:rPr lang="fr-FR" sz="2000" kern="1200"/>
            <a:t> (Ier siècle av. J.-C.) : stabilisé sous l’Empire romain, il se compose de 23 lettres (le "J", le "U" et le "W" étant des ajouts postérieurs).</a:t>
          </a:r>
          <a:endParaRPr lang="en-US" sz="2000" kern="1200"/>
        </a:p>
      </dsp:txBody>
      <dsp:txXfrm>
        <a:off x="0" y="3020465"/>
        <a:ext cx="6525661" cy="150912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B9DE37-2591-3FBC-4415-0798EA9C95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5719BB2-4044-DB46-8152-A53D1D6D25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55E036-44DE-4DB6-B39A-7EF029F6B033}" type="datetimeFigureOut">
              <a:rPr lang="en-US" smtClean="0"/>
              <a:t>3/18/2025</a:t>
            </a:fld>
            <a:endParaRPr lang="en-US" dirty="0"/>
          </a:p>
        </p:txBody>
      </p:sp>
      <p:sp>
        <p:nvSpPr>
          <p:cNvPr id="4" name="Footer Placeholder 3">
            <a:extLst>
              <a:ext uri="{FF2B5EF4-FFF2-40B4-BE49-F238E27FC236}">
                <a16:creationId xmlns:a16="http://schemas.microsoft.com/office/drawing/2014/main" id="{2F484F4A-57D8-189B-8B9B-F927B9364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FC8B0EFF-2C0C-B88B-55E6-897E08026D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4C9B27-5061-43AE-B89C-0F9BAB5CFAD8}" type="slidenum">
              <a:rPr lang="en-US" smtClean="0"/>
              <a:t>‹#›</a:t>
            </a:fld>
            <a:endParaRPr lang="en-US" dirty="0"/>
          </a:p>
        </p:txBody>
      </p:sp>
    </p:spTree>
    <p:extLst>
      <p:ext uri="{BB962C8B-B14F-4D97-AF65-F5344CB8AC3E}">
        <p14:creationId xmlns:p14="http://schemas.microsoft.com/office/powerpoint/2010/main" val="37289466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D93C6C-DAFB-47FB-93A8-51530B0A0ED7}" type="datetimeFigureOut">
              <a:rPr lang="en-US" smtClean="0"/>
              <a:t>3/18/2025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95A62F-2362-4553-A8D3-DDC42D2E5E9C}" type="slidenum">
              <a:rPr lang="en-US" smtClean="0"/>
              <a:t>‹#›</a:t>
            </a:fld>
            <a:endParaRPr lang="en-US" dirty="0"/>
          </a:p>
        </p:txBody>
      </p:sp>
    </p:spTree>
    <p:extLst>
      <p:ext uri="{BB962C8B-B14F-4D97-AF65-F5344CB8AC3E}">
        <p14:creationId xmlns:p14="http://schemas.microsoft.com/office/powerpoint/2010/main" val="2305411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1</a:t>
            </a:fld>
            <a:endParaRPr lang="en-US" dirty="0"/>
          </a:p>
        </p:txBody>
      </p:sp>
    </p:spTree>
    <p:extLst>
      <p:ext uri="{BB962C8B-B14F-4D97-AF65-F5344CB8AC3E}">
        <p14:creationId xmlns:p14="http://schemas.microsoft.com/office/powerpoint/2010/main" val="8244306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2</a:t>
            </a:fld>
            <a:endParaRPr lang="en-US" dirty="0"/>
          </a:p>
        </p:txBody>
      </p:sp>
    </p:spTree>
    <p:extLst>
      <p:ext uri="{BB962C8B-B14F-4D97-AF65-F5344CB8AC3E}">
        <p14:creationId xmlns:p14="http://schemas.microsoft.com/office/powerpoint/2010/main" val="10897409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3</a:t>
            </a:fld>
            <a:endParaRPr lang="en-US" dirty="0"/>
          </a:p>
        </p:txBody>
      </p:sp>
    </p:spTree>
    <p:extLst>
      <p:ext uri="{BB962C8B-B14F-4D97-AF65-F5344CB8AC3E}">
        <p14:creationId xmlns:p14="http://schemas.microsoft.com/office/powerpoint/2010/main" val="1367317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4</a:t>
            </a:fld>
            <a:endParaRPr lang="en-US" dirty="0"/>
          </a:p>
        </p:txBody>
      </p:sp>
    </p:spTree>
    <p:extLst>
      <p:ext uri="{BB962C8B-B14F-4D97-AF65-F5344CB8AC3E}">
        <p14:creationId xmlns:p14="http://schemas.microsoft.com/office/powerpoint/2010/main" val="4122377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5</a:t>
            </a:fld>
            <a:endParaRPr lang="en-US" dirty="0"/>
          </a:p>
        </p:txBody>
      </p:sp>
    </p:spTree>
    <p:extLst>
      <p:ext uri="{BB962C8B-B14F-4D97-AF65-F5344CB8AC3E}">
        <p14:creationId xmlns:p14="http://schemas.microsoft.com/office/powerpoint/2010/main" val="2364744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6</a:t>
            </a:fld>
            <a:endParaRPr lang="en-US" dirty="0"/>
          </a:p>
        </p:txBody>
      </p:sp>
    </p:spTree>
    <p:extLst>
      <p:ext uri="{BB962C8B-B14F-4D97-AF65-F5344CB8AC3E}">
        <p14:creationId xmlns:p14="http://schemas.microsoft.com/office/powerpoint/2010/main" val="645523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7</a:t>
            </a:fld>
            <a:endParaRPr lang="en-US" dirty="0"/>
          </a:p>
        </p:txBody>
      </p:sp>
    </p:spTree>
    <p:extLst>
      <p:ext uri="{BB962C8B-B14F-4D97-AF65-F5344CB8AC3E}">
        <p14:creationId xmlns:p14="http://schemas.microsoft.com/office/powerpoint/2010/main" val="4125228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8</a:t>
            </a:fld>
            <a:endParaRPr lang="en-US" dirty="0"/>
          </a:p>
        </p:txBody>
      </p:sp>
    </p:spTree>
    <p:extLst>
      <p:ext uri="{BB962C8B-B14F-4D97-AF65-F5344CB8AC3E}">
        <p14:creationId xmlns:p14="http://schemas.microsoft.com/office/powerpoint/2010/main" val="7483242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9</a:t>
            </a:fld>
            <a:endParaRPr lang="en-US" dirty="0"/>
          </a:p>
        </p:txBody>
      </p:sp>
    </p:spTree>
    <p:extLst>
      <p:ext uri="{BB962C8B-B14F-4D97-AF65-F5344CB8AC3E}">
        <p14:creationId xmlns:p14="http://schemas.microsoft.com/office/powerpoint/2010/main" val="2186146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95A62F-2362-4553-A8D3-DDC42D2E5E9C}" type="slidenum">
              <a:rPr lang="en-US" smtClean="0"/>
              <a:t>11</a:t>
            </a:fld>
            <a:endParaRPr lang="en-US" dirty="0"/>
          </a:p>
        </p:txBody>
      </p:sp>
    </p:spTree>
    <p:extLst>
      <p:ext uri="{BB962C8B-B14F-4D97-AF65-F5344CB8AC3E}">
        <p14:creationId xmlns:p14="http://schemas.microsoft.com/office/powerpoint/2010/main" val="1209232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5C89-2E28-4777-95B0-BA7EECAE3BA4}"/>
              </a:ext>
            </a:extLst>
          </p:cNvPr>
          <p:cNvSpPr>
            <a:spLocks noGrp="1"/>
          </p:cNvSpPr>
          <p:nvPr>
            <p:ph type="ctrTitle"/>
          </p:nvPr>
        </p:nvSpPr>
        <p:spPr>
          <a:xfrm>
            <a:off x="1709928" y="987552"/>
            <a:ext cx="8385048" cy="3081528"/>
          </a:xfrm>
        </p:spPr>
        <p:txBody>
          <a:bodyPr anchor="b">
            <a:normAutofit/>
          </a:bodyPr>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9052321-4D71-4DA8-BD2C-DC22FC1525CB}"/>
              </a:ext>
            </a:extLst>
          </p:cNvPr>
          <p:cNvSpPr>
            <a:spLocks noGrp="1"/>
          </p:cNvSpPr>
          <p:nvPr>
            <p:ph type="subTitle" idx="1"/>
          </p:nvPr>
        </p:nvSpPr>
        <p:spPr>
          <a:xfrm>
            <a:off x="2905506" y="4480561"/>
            <a:ext cx="5993892" cy="1166495"/>
          </a:xfrm>
        </p:spPr>
        <p:txBody>
          <a:bodyPr>
            <a:normAutofit/>
          </a:bodyPr>
          <a:lstStyle>
            <a:lvl1pPr marL="0" indent="0" algn="ctr">
              <a:buNone/>
              <a:defRPr sz="1400"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1D37183-71EA-4A92-8609-41ECB53F447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CA09F2E6-1ECC-4081-8EBF-C80C6C94A10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1C3FA67-CD72-4503-BA25-FEC880107BC4}"/>
              </a:ext>
            </a:extLst>
          </p:cNvPr>
          <p:cNvSpPr>
            <a:spLocks noGrp="1"/>
          </p:cNvSpPr>
          <p:nvPr>
            <p:ph type="sldNum" sz="quarter" idx="12"/>
          </p:nvPr>
        </p:nvSpPr>
        <p:spPr/>
        <p:txBody>
          <a:body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2680560529"/>
      </p:ext>
    </p:extLst>
  </p:cSld>
  <p:clrMapOvr>
    <a:masterClrMapping/>
  </p:clrMapOvr>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A523-EF01-4656-9D54-347E984FD3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9E94444B-9FC3-414D-8EA0-15AB806D5E3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4C8B8A27-DF03-4546-BA93-21C967D57E5C}" type="slidenum">
              <a:rPr lang="en-US" smtClean="0"/>
              <a:t>‹#›</a:t>
            </a:fld>
            <a:endParaRPr lang="en-US" dirty="0"/>
          </a:p>
        </p:txBody>
      </p:sp>
      <p:grpSp>
        <p:nvGrpSpPr>
          <p:cNvPr id="7" name="Group 6">
            <a:extLst>
              <a:ext uri="{FF2B5EF4-FFF2-40B4-BE49-F238E27FC236}">
                <a16:creationId xmlns:a16="http://schemas.microsoft.com/office/drawing/2014/main" id="{BB619225-574D-B275-93E3-69EB72E09B66}"/>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A1F82B6A-E111-4B34-A381-71AEBC37E35C}"/>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9" name="Freeform 10">
              <a:extLst>
                <a:ext uri="{FF2B5EF4-FFF2-40B4-BE49-F238E27FC236}">
                  <a16:creationId xmlns:a16="http://schemas.microsoft.com/office/drawing/2014/main" id="{0D750F89-AB09-7CC8-398A-7C5CDFCF884A}"/>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5">
              <a:extLst>
                <a:ext uri="{FF2B5EF4-FFF2-40B4-BE49-F238E27FC236}">
                  <a16:creationId xmlns:a16="http://schemas.microsoft.com/office/drawing/2014/main" id="{952FED4C-0B03-6CAD-B3F7-E1836F966607}"/>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8">
              <a:extLst>
                <a:ext uri="{FF2B5EF4-FFF2-40B4-BE49-F238E27FC236}">
                  <a16:creationId xmlns:a16="http://schemas.microsoft.com/office/drawing/2014/main" id="{FAB6AA70-C152-FAB0-7206-2FC3E1360AA9}"/>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9">
              <a:extLst>
                <a:ext uri="{FF2B5EF4-FFF2-40B4-BE49-F238E27FC236}">
                  <a16:creationId xmlns:a16="http://schemas.microsoft.com/office/drawing/2014/main" id="{6E87073F-3BBB-04CB-9605-90CA8D4AB8A1}"/>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20">
              <a:extLst>
                <a:ext uri="{FF2B5EF4-FFF2-40B4-BE49-F238E27FC236}">
                  <a16:creationId xmlns:a16="http://schemas.microsoft.com/office/drawing/2014/main" id="{13187B80-D659-8461-CFD3-E08608002567}"/>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2">
              <a:extLst>
                <a:ext uri="{FF2B5EF4-FFF2-40B4-BE49-F238E27FC236}">
                  <a16:creationId xmlns:a16="http://schemas.microsoft.com/office/drawing/2014/main" id="{05FA98FC-9F36-B2B9-402B-4F3ED1DF939A}"/>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3">
              <a:extLst>
                <a:ext uri="{FF2B5EF4-FFF2-40B4-BE49-F238E27FC236}">
                  <a16:creationId xmlns:a16="http://schemas.microsoft.com/office/drawing/2014/main" id="{1F11D677-6EFB-7B48-8329-4B3AC7F5F650}"/>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6">
              <a:extLst>
                <a:ext uri="{FF2B5EF4-FFF2-40B4-BE49-F238E27FC236}">
                  <a16:creationId xmlns:a16="http://schemas.microsoft.com/office/drawing/2014/main" id="{B146F80B-24CF-20A0-C9AC-95220BDEE99D}"/>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7">
              <a:extLst>
                <a:ext uri="{FF2B5EF4-FFF2-40B4-BE49-F238E27FC236}">
                  <a16:creationId xmlns:a16="http://schemas.microsoft.com/office/drawing/2014/main" id="{BBF16392-7480-37E0-BAE2-C45DDA2B91FE}"/>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8">
              <a:extLst>
                <a:ext uri="{FF2B5EF4-FFF2-40B4-BE49-F238E27FC236}">
                  <a16:creationId xmlns:a16="http://schemas.microsoft.com/office/drawing/2014/main" id="{4242D354-0BA0-DF0E-FAC0-7AF40C92A70A}"/>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30">
              <a:extLst>
                <a:ext uri="{FF2B5EF4-FFF2-40B4-BE49-F238E27FC236}">
                  <a16:creationId xmlns:a16="http://schemas.microsoft.com/office/drawing/2014/main" id="{21FFC17D-02B4-2998-A7AC-B45317C4BF4C}"/>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43">
              <a:extLst>
                <a:ext uri="{FF2B5EF4-FFF2-40B4-BE49-F238E27FC236}">
                  <a16:creationId xmlns:a16="http://schemas.microsoft.com/office/drawing/2014/main" id="{56A609F3-3D03-E76A-06C3-A139937C64AD}"/>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51">
              <a:extLst>
                <a:ext uri="{FF2B5EF4-FFF2-40B4-BE49-F238E27FC236}">
                  <a16:creationId xmlns:a16="http://schemas.microsoft.com/office/drawing/2014/main" id="{52C218ED-0C62-5CD5-2ED7-48B99A2D6FCA}"/>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2">
              <a:extLst>
                <a:ext uri="{FF2B5EF4-FFF2-40B4-BE49-F238E27FC236}">
                  <a16:creationId xmlns:a16="http://schemas.microsoft.com/office/drawing/2014/main" id="{DE089F3A-55C4-F965-810A-73011FD324CE}"/>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3">
              <a:extLst>
                <a:ext uri="{FF2B5EF4-FFF2-40B4-BE49-F238E27FC236}">
                  <a16:creationId xmlns:a16="http://schemas.microsoft.com/office/drawing/2014/main" id="{E298A4E5-198B-49FD-0D4D-AFB7048E77AB}"/>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4">
              <a:extLst>
                <a:ext uri="{FF2B5EF4-FFF2-40B4-BE49-F238E27FC236}">
                  <a16:creationId xmlns:a16="http://schemas.microsoft.com/office/drawing/2014/main" id="{87D2433E-0FBC-2DBB-472F-2295341135FE}"/>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5">
              <a:extLst>
                <a:ext uri="{FF2B5EF4-FFF2-40B4-BE49-F238E27FC236}">
                  <a16:creationId xmlns:a16="http://schemas.microsoft.com/office/drawing/2014/main" id="{CEB4F944-25CF-2C67-5BDB-3E2187DEB6C4}"/>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6">
              <a:extLst>
                <a:ext uri="{FF2B5EF4-FFF2-40B4-BE49-F238E27FC236}">
                  <a16:creationId xmlns:a16="http://schemas.microsoft.com/office/drawing/2014/main" id="{EAE9DC3F-F7A9-C4B6-6EA2-FE1C411246C7}"/>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7">
              <a:extLst>
                <a:ext uri="{FF2B5EF4-FFF2-40B4-BE49-F238E27FC236}">
                  <a16:creationId xmlns:a16="http://schemas.microsoft.com/office/drawing/2014/main" id="{4688CAC8-1ABE-DE2F-1983-0EEC84CC2614}"/>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9">
              <a:extLst>
                <a:ext uri="{FF2B5EF4-FFF2-40B4-BE49-F238E27FC236}">
                  <a16:creationId xmlns:a16="http://schemas.microsoft.com/office/drawing/2014/main" id="{0F02308F-B5BB-BB57-4CD6-459FA204C04A}"/>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60">
              <a:extLst>
                <a:ext uri="{FF2B5EF4-FFF2-40B4-BE49-F238E27FC236}">
                  <a16:creationId xmlns:a16="http://schemas.microsoft.com/office/drawing/2014/main" id="{55A07BA7-32C9-98F2-423F-27726A4037F8}"/>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1">
              <a:extLst>
                <a:ext uri="{FF2B5EF4-FFF2-40B4-BE49-F238E27FC236}">
                  <a16:creationId xmlns:a16="http://schemas.microsoft.com/office/drawing/2014/main" id="{F930AE1B-9901-E7DF-5D8B-FC2B921C753C}"/>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5">
              <a:extLst>
                <a:ext uri="{FF2B5EF4-FFF2-40B4-BE49-F238E27FC236}">
                  <a16:creationId xmlns:a16="http://schemas.microsoft.com/office/drawing/2014/main" id="{B37ABBC0-CF43-39F7-8C25-87734EA0DA19}"/>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6">
              <a:extLst>
                <a:ext uri="{FF2B5EF4-FFF2-40B4-BE49-F238E27FC236}">
                  <a16:creationId xmlns:a16="http://schemas.microsoft.com/office/drawing/2014/main" id="{86BCA5E1-7756-D13F-8646-51BEAD1F34AA}"/>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7">
              <a:extLst>
                <a:ext uri="{FF2B5EF4-FFF2-40B4-BE49-F238E27FC236}">
                  <a16:creationId xmlns:a16="http://schemas.microsoft.com/office/drawing/2014/main" id="{9BC204F9-47A7-2963-47ED-982A084B26E4}"/>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8">
              <a:extLst>
                <a:ext uri="{FF2B5EF4-FFF2-40B4-BE49-F238E27FC236}">
                  <a16:creationId xmlns:a16="http://schemas.microsoft.com/office/drawing/2014/main" id="{FA168D96-E948-CABF-903B-E1F47241FEBD}"/>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9">
              <a:extLst>
                <a:ext uri="{FF2B5EF4-FFF2-40B4-BE49-F238E27FC236}">
                  <a16:creationId xmlns:a16="http://schemas.microsoft.com/office/drawing/2014/main" id="{D30FBFFA-0EBF-6036-7363-AC0B205EBFB5}"/>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11">
              <a:extLst>
                <a:ext uri="{FF2B5EF4-FFF2-40B4-BE49-F238E27FC236}">
                  <a16:creationId xmlns:a16="http://schemas.microsoft.com/office/drawing/2014/main" id="{55194D32-4021-F879-572D-24FF8E8ABA72}"/>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2">
              <a:extLst>
                <a:ext uri="{FF2B5EF4-FFF2-40B4-BE49-F238E27FC236}">
                  <a16:creationId xmlns:a16="http://schemas.microsoft.com/office/drawing/2014/main" id="{736A83BE-05C4-506B-2ABD-7C7361EAE87E}"/>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3">
              <a:extLst>
                <a:ext uri="{FF2B5EF4-FFF2-40B4-BE49-F238E27FC236}">
                  <a16:creationId xmlns:a16="http://schemas.microsoft.com/office/drawing/2014/main" id="{A584FE0E-3875-4EF9-73EB-2C0802243A4B}"/>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4">
              <a:extLst>
                <a:ext uri="{FF2B5EF4-FFF2-40B4-BE49-F238E27FC236}">
                  <a16:creationId xmlns:a16="http://schemas.microsoft.com/office/drawing/2014/main" id="{22F4224C-32DB-04FC-618C-26789D0B975B}"/>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6">
              <a:extLst>
                <a:ext uri="{FF2B5EF4-FFF2-40B4-BE49-F238E27FC236}">
                  <a16:creationId xmlns:a16="http://schemas.microsoft.com/office/drawing/2014/main" id="{F30FA418-ABB2-2D07-1CBA-C18B78B7E9EE}"/>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7">
              <a:extLst>
                <a:ext uri="{FF2B5EF4-FFF2-40B4-BE49-F238E27FC236}">
                  <a16:creationId xmlns:a16="http://schemas.microsoft.com/office/drawing/2014/main" id="{61FAA570-8026-100F-D0CA-F427E0C63279}"/>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21">
              <a:extLst>
                <a:ext uri="{FF2B5EF4-FFF2-40B4-BE49-F238E27FC236}">
                  <a16:creationId xmlns:a16="http://schemas.microsoft.com/office/drawing/2014/main" id="{D887AE64-23FB-5974-5A14-D574E1C96279}"/>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5">
              <a:extLst>
                <a:ext uri="{FF2B5EF4-FFF2-40B4-BE49-F238E27FC236}">
                  <a16:creationId xmlns:a16="http://schemas.microsoft.com/office/drawing/2014/main" id="{5B6F3980-8F45-EB27-9D1E-2B08865E9D16}"/>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9">
              <a:extLst>
                <a:ext uri="{FF2B5EF4-FFF2-40B4-BE49-F238E27FC236}">
                  <a16:creationId xmlns:a16="http://schemas.microsoft.com/office/drawing/2014/main" id="{BFE95380-F304-45BA-2DE6-52BF960CD3E2}"/>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31">
              <a:extLst>
                <a:ext uri="{FF2B5EF4-FFF2-40B4-BE49-F238E27FC236}">
                  <a16:creationId xmlns:a16="http://schemas.microsoft.com/office/drawing/2014/main" id="{702333B8-9354-B534-C71B-1CDE834B4F10}"/>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2">
              <a:extLst>
                <a:ext uri="{FF2B5EF4-FFF2-40B4-BE49-F238E27FC236}">
                  <a16:creationId xmlns:a16="http://schemas.microsoft.com/office/drawing/2014/main" id="{638646FC-DE16-E1B1-54B1-954C8504ED61}"/>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3">
              <a:extLst>
                <a:ext uri="{FF2B5EF4-FFF2-40B4-BE49-F238E27FC236}">
                  <a16:creationId xmlns:a16="http://schemas.microsoft.com/office/drawing/2014/main" id="{5687AFBB-F511-77AC-8688-C6DC628BF73B}"/>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4">
              <a:extLst>
                <a:ext uri="{FF2B5EF4-FFF2-40B4-BE49-F238E27FC236}">
                  <a16:creationId xmlns:a16="http://schemas.microsoft.com/office/drawing/2014/main" id="{AABB6AEE-6786-3DF6-DA75-8B0E8E180AC9}"/>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5">
              <a:extLst>
                <a:ext uri="{FF2B5EF4-FFF2-40B4-BE49-F238E27FC236}">
                  <a16:creationId xmlns:a16="http://schemas.microsoft.com/office/drawing/2014/main" id="{010D21E0-497F-4CA2-E187-F8AA942CB286}"/>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6">
              <a:extLst>
                <a:ext uri="{FF2B5EF4-FFF2-40B4-BE49-F238E27FC236}">
                  <a16:creationId xmlns:a16="http://schemas.microsoft.com/office/drawing/2014/main" id="{13C32190-395D-6325-5E60-279D2B993D07}"/>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7">
              <a:extLst>
                <a:ext uri="{FF2B5EF4-FFF2-40B4-BE49-F238E27FC236}">
                  <a16:creationId xmlns:a16="http://schemas.microsoft.com/office/drawing/2014/main" id="{17794D65-809A-3EE4-40D5-C30F54AD0D4E}"/>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8">
              <a:extLst>
                <a:ext uri="{FF2B5EF4-FFF2-40B4-BE49-F238E27FC236}">
                  <a16:creationId xmlns:a16="http://schemas.microsoft.com/office/drawing/2014/main" id="{08A4C8E5-B310-BFA5-AF1A-1E93660702F5}"/>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9">
              <a:extLst>
                <a:ext uri="{FF2B5EF4-FFF2-40B4-BE49-F238E27FC236}">
                  <a16:creationId xmlns:a16="http://schemas.microsoft.com/office/drawing/2014/main" id="{88E47FAC-8638-644F-4AA4-14BAA7F2F479}"/>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40">
              <a:extLst>
                <a:ext uri="{FF2B5EF4-FFF2-40B4-BE49-F238E27FC236}">
                  <a16:creationId xmlns:a16="http://schemas.microsoft.com/office/drawing/2014/main" id="{B34A044D-71DC-C161-E992-85977AE4E6D1}"/>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1">
              <a:extLst>
                <a:ext uri="{FF2B5EF4-FFF2-40B4-BE49-F238E27FC236}">
                  <a16:creationId xmlns:a16="http://schemas.microsoft.com/office/drawing/2014/main" id="{DBC4C683-AF23-D091-3339-E5E80EAFCC30}"/>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2">
              <a:extLst>
                <a:ext uri="{FF2B5EF4-FFF2-40B4-BE49-F238E27FC236}">
                  <a16:creationId xmlns:a16="http://schemas.microsoft.com/office/drawing/2014/main" id="{177346D2-7A10-B152-430F-7692A7EDB4F1}"/>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4">
              <a:extLst>
                <a:ext uri="{FF2B5EF4-FFF2-40B4-BE49-F238E27FC236}">
                  <a16:creationId xmlns:a16="http://schemas.microsoft.com/office/drawing/2014/main" id="{7D426D56-D233-DC06-76C7-883977A79AF0}"/>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5">
              <a:extLst>
                <a:ext uri="{FF2B5EF4-FFF2-40B4-BE49-F238E27FC236}">
                  <a16:creationId xmlns:a16="http://schemas.microsoft.com/office/drawing/2014/main" id="{CE8D845B-5256-5130-9EDF-0FCEB1803780}"/>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6">
              <a:extLst>
                <a:ext uri="{FF2B5EF4-FFF2-40B4-BE49-F238E27FC236}">
                  <a16:creationId xmlns:a16="http://schemas.microsoft.com/office/drawing/2014/main" id="{92AFAD39-3440-2281-B74A-0B6FE479DA93}"/>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7">
              <a:extLst>
                <a:ext uri="{FF2B5EF4-FFF2-40B4-BE49-F238E27FC236}">
                  <a16:creationId xmlns:a16="http://schemas.microsoft.com/office/drawing/2014/main" id="{A256F438-9F44-9A3E-91BF-BF1B66B8A051}"/>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8">
              <a:extLst>
                <a:ext uri="{FF2B5EF4-FFF2-40B4-BE49-F238E27FC236}">
                  <a16:creationId xmlns:a16="http://schemas.microsoft.com/office/drawing/2014/main" id="{B26F1AC1-E657-D21D-FDB9-9CB0956102ED}"/>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9">
              <a:extLst>
                <a:ext uri="{FF2B5EF4-FFF2-40B4-BE49-F238E27FC236}">
                  <a16:creationId xmlns:a16="http://schemas.microsoft.com/office/drawing/2014/main" id="{DAE37514-0515-B1EA-3F9B-44A2FBF4C2E4}"/>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8">
              <a:extLst>
                <a:ext uri="{FF2B5EF4-FFF2-40B4-BE49-F238E27FC236}">
                  <a16:creationId xmlns:a16="http://schemas.microsoft.com/office/drawing/2014/main" id="{4D67B33E-CA8A-C3B1-2141-4C85E0CD1EA4}"/>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106">
              <a:extLst>
                <a:ext uri="{FF2B5EF4-FFF2-40B4-BE49-F238E27FC236}">
                  <a16:creationId xmlns:a16="http://schemas.microsoft.com/office/drawing/2014/main" id="{97069B2B-9716-03B6-AF81-8EE4BCB6E275}"/>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Tree>
    <p:extLst>
      <p:ext uri="{BB962C8B-B14F-4D97-AF65-F5344CB8AC3E}">
        <p14:creationId xmlns:p14="http://schemas.microsoft.com/office/powerpoint/2010/main" val="1469574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79BA-620F-4443-807B-BE44F36F98F1}"/>
              </a:ext>
            </a:extLst>
          </p:cNvPr>
          <p:cNvSpPr>
            <a:spLocks noGrp="1"/>
          </p:cNvSpPr>
          <p:nvPr>
            <p:ph type="title"/>
          </p:nvPr>
        </p:nvSpPr>
        <p:spPr>
          <a:xfrm>
            <a:off x="1069848" y="1709738"/>
            <a:ext cx="9430811" cy="2852737"/>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C9A625-6442-4047-B545-433C4451210A}"/>
              </a:ext>
            </a:extLst>
          </p:cNvPr>
          <p:cNvSpPr>
            <a:spLocks noGrp="1"/>
          </p:cNvSpPr>
          <p:nvPr>
            <p:ph type="body" idx="1"/>
          </p:nvPr>
        </p:nvSpPr>
        <p:spPr>
          <a:xfrm>
            <a:off x="1069848" y="4589463"/>
            <a:ext cx="943081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8EAA30-3B1A-4BEA-9835-33D2072451F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BB256440-3149-446F-8105-485333B183A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E0FEDB1-D604-4E10-B334-5DB303498B12}"/>
              </a:ext>
            </a:extLst>
          </p:cNvPr>
          <p:cNvSpPr>
            <a:spLocks noGrp="1"/>
          </p:cNvSpPr>
          <p:nvPr>
            <p:ph type="sldNum" sz="quarter" idx="12"/>
          </p:nvPr>
        </p:nvSpPr>
        <p:spPr/>
        <p:txBody>
          <a:bodyPr/>
          <a:lstStyle/>
          <a:p>
            <a:fld id="{4C8B8A27-DF03-4546-BA93-21C967D57E5C}" type="slidenum">
              <a:rPr lang="en-US" smtClean="0"/>
              <a:t>‹#›</a:t>
            </a:fld>
            <a:endParaRPr lang="en-US" dirty="0"/>
          </a:p>
        </p:txBody>
      </p:sp>
    </p:spTree>
    <p:extLst>
      <p:ext uri="{BB962C8B-B14F-4D97-AF65-F5344CB8AC3E}">
        <p14:creationId xmlns:p14="http://schemas.microsoft.com/office/powerpoint/2010/main" val="1032668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p:nvPr>
        </p:nvSpPr>
        <p:spPr>
          <a:xfrm>
            <a:off x="1069848" y="1825625"/>
            <a:ext cx="468405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C6B04C-FB9E-4A9E-8892-4B5B702898B4}"/>
              </a:ext>
            </a:extLst>
          </p:cNvPr>
          <p:cNvSpPr>
            <a:spLocks noGrp="1"/>
          </p:cNvSpPr>
          <p:nvPr>
            <p:ph sz="half" idx="2"/>
          </p:nvPr>
        </p:nvSpPr>
        <p:spPr>
          <a:xfrm>
            <a:off x="6019802" y="1825625"/>
            <a:ext cx="468405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4C8B8A27-DF03-4546-BA93-21C967D57E5C}" type="slidenum">
              <a:rPr lang="en-US" smtClean="0"/>
              <a:t>‹#›</a:t>
            </a:fld>
            <a:endParaRPr lang="en-US" dirty="0"/>
          </a:p>
        </p:txBody>
      </p:sp>
    </p:spTree>
    <p:extLst>
      <p:ext uri="{BB962C8B-B14F-4D97-AF65-F5344CB8AC3E}">
        <p14:creationId xmlns:p14="http://schemas.microsoft.com/office/powerpoint/2010/main" val="6337280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2E5C-0B2D-4DB5-95F6-3C2C825DFE54}"/>
              </a:ext>
            </a:extLst>
          </p:cNvPr>
          <p:cNvSpPr>
            <a:spLocks noGrp="1"/>
          </p:cNvSpPr>
          <p:nvPr>
            <p:ph type="title"/>
          </p:nvPr>
        </p:nvSpPr>
        <p:spPr>
          <a:xfrm>
            <a:off x="839788" y="365125"/>
            <a:ext cx="989993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8F1C53-3F27-42E6-BE80-1DF57985741C}"/>
              </a:ext>
            </a:extLst>
          </p:cNvPr>
          <p:cNvSpPr>
            <a:spLocks noGrp="1"/>
          </p:cNvSpPr>
          <p:nvPr>
            <p:ph type="body" idx="1"/>
          </p:nvPr>
        </p:nvSpPr>
        <p:spPr>
          <a:xfrm>
            <a:off x="839789" y="1681163"/>
            <a:ext cx="4872132"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8CC6CB-F028-4322-B54F-571203106F23}"/>
              </a:ext>
            </a:extLst>
          </p:cNvPr>
          <p:cNvSpPr>
            <a:spLocks noGrp="1"/>
          </p:cNvSpPr>
          <p:nvPr>
            <p:ph sz="half" idx="2"/>
          </p:nvPr>
        </p:nvSpPr>
        <p:spPr>
          <a:xfrm>
            <a:off x="839787" y="2510632"/>
            <a:ext cx="4872133" cy="3684588"/>
          </a:xfrm>
        </p:spPr>
        <p:txBody>
          <a:bodyPr/>
          <a:lstStyle>
            <a:lvl2pPr>
              <a:defRPr b="1"/>
            </a:lvl2pPr>
            <a:lvl3pPr>
              <a:defRPr b="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2AD2CD7-554E-4EAA-BAF6-86ABB7E81D25}"/>
              </a:ext>
            </a:extLst>
          </p:cNvPr>
          <p:cNvSpPr>
            <a:spLocks noGrp="1"/>
          </p:cNvSpPr>
          <p:nvPr>
            <p:ph type="body" sz="quarter" idx="3"/>
          </p:nvPr>
        </p:nvSpPr>
        <p:spPr>
          <a:xfrm>
            <a:off x="5889809" y="1681163"/>
            <a:ext cx="4849909"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2A2D6-379C-4D26-90AC-9F2F46DCE7F3}"/>
              </a:ext>
            </a:extLst>
          </p:cNvPr>
          <p:cNvSpPr>
            <a:spLocks noGrp="1"/>
          </p:cNvSpPr>
          <p:nvPr>
            <p:ph sz="quarter" idx="4"/>
          </p:nvPr>
        </p:nvSpPr>
        <p:spPr>
          <a:xfrm>
            <a:off x="5889810" y="2505075"/>
            <a:ext cx="4872134" cy="3684588"/>
          </a:xfrm>
        </p:spPr>
        <p:txBody>
          <a:bodyPr/>
          <a:lstStyle>
            <a:lvl2pPr>
              <a:defRPr b="1"/>
            </a:lvl2pPr>
            <a:lvl3pPr>
              <a:defRPr b="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DEA0E4F3-8A65-4788-AE96-1FB2060F48D2}"/>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97522DA4-5EE1-440C-ADDE-D7B4F77B4E1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6BC291E-B8EF-4ED7-A04A-23426C220CF0}"/>
              </a:ext>
            </a:extLst>
          </p:cNvPr>
          <p:cNvSpPr>
            <a:spLocks noGrp="1"/>
          </p:cNvSpPr>
          <p:nvPr>
            <p:ph type="sldNum" sz="quarter" idx="12"/>
          </p:nvPr>
        </p:nvSpPr>
        <p:spPr/>
        <p:txBody>
          <a:body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1289598679"/>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B818-E8D0-497B-9A7E-4F281D0DBC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E82B9D-CD58-4C05-8A78-CB6E0E9D49DC}"/>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BADE60CD-D6F3-40A7-BB8B-FEC8E3156AF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C02B832-C4FE-4F88-85EA-DDC16A82B9A9}"/>
              </a:ext>
            </a:extLst>
          </p:cNvPr>
          <p:cNvSpPr>
            <a:spLocks noGrp="1"/>
          </p:cNvSpPr>
          <p:nvPr>
            <p:ph type="sldNum" sz="quarter" idx="12"/>
          </p:nvPr>
        </p:nvSpPr>
        <p:spPr/>
        <p:txBody>
          <a:bodyPr/>
          <a:lstStyle/>
          <a:p>
            <a:fld id="{4C8B8A27-DF03-4546-BA93-21C967D57E5C}" type="slidenum">
              <a:rPr lang="en-US" smtClean="0"/>
              <a:t>‹#›</a:t>
            </a:fld>
            <a:endParaRPr lang="en-US" dirty="0"/>
          </a:p>
        </p:txBody>
      </p:sp>
    </p:spTree>
    <p:extLst>
      <p:ext uri="{BB962C8B-B14F-4D97-AF65-F5344CB8AC3E}">
        <p14:creationId xmlns:p14="http://schemas.microsoft.com/office/powerpoint/2010/main" val="3162204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75B2FC-801A-44A4-96BF-26A9E8B2A1C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A8127F04-7E7E-485C-8B30-6B89E5A69F0A}"/>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0933C81-AA74-4BCE-AA9E-56E5791D078C}"/>
              </a:ext>
            </a:extLst>
          </p:cNvPr>
          <p:cNvSpPr>
            <a:spLocks noGrp="1"/>
          </p:cNvSpPr>
          <p:nvPr>
            <p:ph type="sldNum" sz="quarter" idx="12"/>
          </p:nvPr>
        </p:nvSpPr>
        <p:spPr/>
        <p:txBody>
          <a:bodyPr/>
          <a:lstStyle/>
          <a:p>
            <a:fld id="{4C8B8A27-DF03-4546-BA93-21C967D57E5C}" type="slidenum">
              <a:rPr lang="en-US" smtClean="0"/>
              <a:t>‹#›</a:t>
            </a:fld>
            <a:endParaRPr lang="en-US" dirty="0"/>
          </a:p>
        </p:txBody>
      </p:sp>
    </p:spTree>
    <p:extLst>
      <p:ext uri="{BB962C8B-B14F-4D97-AF65-F5344CB8AC3E}">
        <p14:creationId xmlns:p14="http://schemas.microsoft.com/office/powerpoint/2010/main" val="1544369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D3CB-0541-46AD-B35E-0E0A1375E8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F8EFDE-1D7D-46B8-AB55-A3C02EDD1888}"/>
              </a:ext>
            </a:extLst>
          </p:cNvPr>
          <p:cNvSpPr>
            <a:spLocks noGrp="1"/>
          </p:cNvSpPr>
          <p:nvPr>
            <p:ph idx="1"/>
          </p:nvPr>
        </p:nvSpPr>
        <p:spPr>
          <a:xfrm>
            <a:off x="5183188" y="457201"/>
            <a:ext cx="5652153" cy="5403850"/>
          </a:xfrm>
        </p:spPr>
        <p:txBody>
          <a:bodyPr/>
          <a:lstStyle>
            <a:lvl1pPr>
              <a:defRPr sz="3200"/>
            </a:lvl1pPr>
            <a:lvl2pPr>
              <a:defRPr sz="2800" b="1"/>
            </a:lvl2pPr>
            <a:lvl3pPr>
              <a:defRPr sz="2400" b="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1D2F5-DB36-4943-8A14-96AFC48830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C07D4-6597-444C-9EFD-62021AE7618C}"/>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712D0D2C-70E8-4A24-9727-BEAF10B17D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0D9E0F6-7216-48A1-8BCA-770C6DE3875B}"/>
              </a:ext>
            </a:extLst>
          </p:cNvPr>
          <p:cNvSpPr>
            <a:spLocks noGrp="1"/>
          </p:cNvSpPr>
          <p:nvPr>
            <p:ph type="sldNum" sz="quarter" idx="12"/>
          </p:nvPr>
        </p:nvSpPr>
        <p:spPr/>
        <p:txBody>
          <a:body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1250833905"/>
      </p:ext>
    </p:extLst>
  </p:cSld>
  <p:clrMapOvr>
    <a:masterClrMapping/>
  </p:clrMapOvr>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BEBD-5F1A-4111-A7F2-1CE82C9A69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0517FB-4008-4F68-B193-482971BA72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606C5F-0885-458F-9B21-47E60171B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86F2E-B752-4D78-8DC4-C96A1A00E670}"/>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4FC37751-8BB8-4224-870A-A2953E76073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242CE94-BD7E-44B3-9B5E-67D4BD317E99}"/>
              </a:ext>
            </a:extLst>
          </p:cNvPr>
          <p:cNvSpPr>
            <a:spLocks noGrp="1"/>
          </p:cNvSpPr>
          <p:nvPr>
            <p:ph type="sldNum" sz="quarter" idx="12"/>
          </p:nvPr>
        </p:nvSpPr>
        <p:spPr/>
        <p:txBody>
          <a:body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3685535039"/>
      </p:ext>
    </p:extLst>
  </p:cSld>
  <p:clrMapOvr>
    <a:masterClrMapping/>
  </p:clrMapOvr>
  <p:hf sldNum="0"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83CBE-1EA9-4E8B-A281-C50B792E55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2EB1A0-A59D-4CB9-BABB-C6BF1D2E99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E6265B-940D-433C-AD76-2D6A42449307}"/>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EDCAB98E-314F-45C4-9A64-AD3FAE0516D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8E49F32-B214-4A0C-8669-7FE4BA445965}"/>
              </a:ext>
            </a:extLst>
          </p:cNvPr>
          <p:cNvSpPr>
            <a:spLocks noGrp="1"/>
          </p:cNvSpPr>
          <p:nvPr>
            <p:ph type="sldNum" sz="quarter" idx="12"/>
          </p:nvPr>
        </p:nvSpPr>
        <p:spPr/>
        <p:txBody>
          <a:body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3930618870"/>
      </p:ext>
    </p:extLst>
  </p:cSld>
  <p:clrMapOvr>
    <a:masterClrMapping/>
  </p:clrMapOvr>
  <p:hf sldNum="0"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DE4A6D-DAA1-4551-A093-3C36C1C8C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25FDA9-71CD-4B86-B291-BEBA43D8ED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9F5B1-B635-4479-A426-B1D4066502DB}"/>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B833098-8769-47C3-80B2-C2942F984D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5EA9297-65D4-45BE-BE6C-5531FC6A5E1E}"/>
              </a:ext>
            </a:extLst>
          </p:cNvPr>
          <p:cNvSpPr>
            <a:spLocks noGrp="1"/>
          </p:cNvSpPr>
          <p:nvPr>
            <p:ph type="sldNum" sz="quarter" idx="12"/>
          </p:nvPr>
        </p:nvSpPr>
        <p:spPr/>
        <p:txBody>
          <a:body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466778441"/>
      </p:ext>
    </p:extLst>
  </p:cSld>
  <p:clrMapOvr>
    <a:masterClrMapping/>
  </p:clrMapOvr>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9498770-5483-773B-4916-4A4C0782511A}"/>
              </a:ext>
            </a:extLst>
          </p:cNvPr>
          <p:cNvSpPr>
            <a:spLocks noGrp="1"/>
          </p:cNvSpPr>
          <p:nvPr>
            <p:ph type="pic" sz="quarter" idx="13"/>
          </p:nvPr>
        </p:nvSpPr>
        <p:spPr>
          <a:xfrm>
            <a:off x="1539" y="8"/>
            <a:ext cx="12188938" cy="6857992"/>
          </a:xfrm>
          <a:custGeom>
            <a:avLst/>
            <a:gdLst>
              <a:gd name="connsiteX0" fmla="*/ 10789622 w 12188938"/>
              <a:gd name="connsiteY0" fmla="*/ 4110765 h 6857992"/>
              <a:gd name="connsiteX1" fmla="*/ 10793496 w 12188938"/>
              <a:gd name="connsiteY1" fmla="*/ 4192880 h 6857992"/>
              <a:gd name="connsiteX2" fmla="*/ 10789622 w 12188938"/>
              <a:gd name="connsiteY2" fmla="*/ 4110765 h 6857992"/>
              <a:gd name="connsiteX3" fmla="*/ 11430043 w 12188938"/>
              <a:gd name="connsiteY3" fmla="*/ 4107476 h 6857992"/>
              <a:gd name="connsiteX4" fmla="*/ 11480790 w 12188938"/>
              <a:gd name="connsiteY4" fmla="*/ 4171816 h 6857992"/>
              <a:gd name="connsiteX5" fmla="*/ 11430043 w 12188938"/>
              <a:gd name="connsiteY5" fmla="*/ 4107476 h 6857992"/>
              <a:gd name="connsiteX6" fmla="*/ 11643184 w 12188938"/>
              <a:gd name="connsiteY6" fmla="*/ 4107090 h 6857992"/>
              <a:gd name="connsiteX7" fmla="*/ 11643184 w 12188938"/>
              <a:gd name="connsiteY7" fmla="*/ 4186306 h 6857992"/>
              <a:gd name="connsiteX8" fmla="*/ 11643184 w 12188938"/>
              <a:gd name="connsiteY8" fmla="*/ 4107090 h 6857992"/>
              <a:gd name="connsiteX9" fmla="*/ 11084439 w 12188938"/>
              <a:gd name="connsiteY9" fmla="*/ 4104189 h 6857992"/>
              <a:gd name="connsiteX10" fmla="*/ 11088324 w 12188938"/>
              <a:gd name="connsiteY10" fmla="*/ 4196932 h 6857992"/>
              <a:gd name="connsiteX11" fmla="*/ 11084439 w 12188938"/>
              <a:gd name="connsiteY11" fmla="*/ 4104189 h 6857992"/>
              <a:gd name="connsiteX12" fmla="*/ 11977268 w 12188938"/>
              <a:gd name="connsiteY12" fmla="*/ 4064583 h 6857992"/>
              <a:gd name="connsiteX13" fmla="*/ 11957860 w 12188938"/>
              <a:gd name="connsiteY13" fmla="*/ 4157259 h 6857992"/>
              <a:gd name="connsiteX14" fmla="*/ 11977268 w 12188938"/>
              <a:gd name="connsiteY14" fmla="*/ 4064583 h 6857992"/>
              <a:gd name="connsiteX15" fmla="*/ 10164195 w 12188938"/>
              <a:gd name="connsiteY15" fmla="*/ 4056856 h 6857992"/>
              <a:gd name="connsiteX16" fmla="*/ 10164195 w 12188938"/>
              <a:gd name="connsiteY16" fmla="*/ 4150563 h 6857992"/>
              <a:gd name="connsiteX17" fmla="*/ 10164195 w 12188938"/>
              <a:gd name="connsiteY17" fmla="*/ 4056856 h 6857992"/>
              <a:gd name="connsiteX18" fmla="*/ 10470889 w 12188938"/>
              <a:gd name="connsiteY18" fmla="*/ 4053956 h 6857992"/>
              <a:gd name="connsiteX19" fmla="*/ 10447647 w 12188938"/>
              <a:gd name="connsiteY19" fmla="*/ 4147134 h 6857992"/>
              <a:gd name="connsiteX20" fmla="*/ 10470889 w 12188938"/>
              <a:gd name="connsiteY20" fmla="*/ 4053956 h 6857992"/>
              <a:gd name="connsiteX21" fmla="*/ 152046 w 12188938"/>
              <a:gd name="connsiteY21" fmla="*/ 3893917 h 6857992"/>
              <a:gd name="connsiteX22" fmla="*/ 124874 w 12188938"/>
              <a:gd name="connsiteY22" fmla="*/ 3973187 h 6857992"/>
              <a:gd name="connsiteX23" fmla="*/ 152046 w 12188938"/>
              <a:gd name="connsiteY23" fmla="*/ 3893917 h 6857992"/>
              <a:gd name="connsiteX24" fmla="*/ 638431 w 12188938"/>
              <a:gd name="connsiteY24" fmla="*/ 3886118 h 6857992"/>
              <a:gd name="connsiteX25" fmla="*/ 591851 w 12188938"/>
              <a:gd name="connsiteY25" fmla="*/ 3954475 h 6857992"/>
              <a:gd name="connsiteX26" fmla="*/ 638431 w 12188938"/>
              <a:gd name="connsiteY26" fmla="*/ 3886118 h 6857992"/>
              <a:gd name="connsiteX27" fmla="*/ 2020621 w 12188938"/>
              <a:gd name="connsiteY27" fmla="*/ 3879602 h 6857992"/>
              <a:gd name="connsiteX28" fmla="*/ 1970159 w 12188938"/>
              <a:gd name="connsiteY28" fmla="*/ 3940557 h 6857992"/>
              <a:gd name="connsiteX29" fmla="*/ 2020621 w 12188938"/>
              <a:gd name="connsiteY29" fmla="*/ 3879602 h 6857992"/>
              <a:gd name="connsiteX30" fmla="*/ 1438182 w 12188938"/>
              <a:gd name="connsiteY30" fmla="*/ 3868995 h 6857992"/>
              <a:gd name="connsiteX31" fmla="*/ 1438182 w 12188938"/>
              <a:gd name="connsiteY31" fmla="*/ 3947246 h 6857992"/>
              <a:gd name="connsiteX32" fmla="*/ 1438182 w 12188938"/>
              <a:gd name="connsiteY32" fmla="*/ 3868995 h 6857992"/>
              <a:gd name="connsiteX33" fmla="*/ 1765862 w 12188938"/>
              <a:gd name="connsiteY33" fmla="*/ 3862391 h 6857992"/>
              <a:gd name="connsiteX34" fmla="*/ 1738637 w 12188938"/>
              <a:gd name="connsiteY34" fmla="*/ 3951206 h 6857992"/>
              <a:gd name="connsiteX35" fmla="*/ 1765862 w 12188938"/>
              <a:gd name="connsiteY35" fmla="*/ 3862391 h 6857992"/>
              <a:gd name="connsiteX36" fmla="*/ 1154678 w 12188938"/>
              <a:gd name="connsiteY36" fmla="*/ 3861266 h 6857992"/>
              <a:gd name="connsiteX37" fmla="*/ 1154678 w 12188938"/>
              <a:gd name="connsiteY37" fmla="*/ 3939811 h 6857992"/>
              <a:gd name="connsiteX38" fmla="*/ 1154678 w 12188938"/>
              <a:gd name="connsiteY38" fmla="*/ 3861266 h 6857992"/>
              <a:gd name="connsiteX39" fmla="*/ 878722 w 12188938"/>
              <a:gd name="connsiteY39" fmla="*/ 3858367 h 6857992"/>
              <a:gd name="connsiteX40" fmla="*/ 902082 w 12188938"/>
              <a:gd name="connsiteY40" fmla="*/ 3947246 h 6857992"/>
              <a:gd name="connsiteX41" fmla="*/ 878722 w 12188938"/>
              <a:gd name="connsiteY41" fmla="*/ 3858367 h 6857992"/>
              <a:gd name="connsiteX42" fmla="*/ 449757 w 12188938"/>
              <a:gd name="connsiteY42" fmla="*/ 3849853 h 6857992"/>
              <a:gd name="connsiteX43" fmla="*/ 368452 w 12188938"/>
              <a:gd name="connsiteY43" fmla="*/ 3914667 h 6857992"/>
              <a:gd name="connsiteX44" fmla="*/ 449757 w 12188938"/>
              <a:gd name="connsiteY44" fmla="*/ 3849853 h 6857992"/>
              <a:gd name="connsiteX45" fmla="*/ 11651208 w 12188938"/>
              <a:gd name="connsiteY45" fmla="*/ 3796213 h 6857992"/>
              <a:gd name="connsiteX46" fmla="*/ 11600851 w 12188938"/>
              <a:gd name="connsiteY46" fmla="*/ 3856978 h 6857992"/>
              <a:gd name="connsiteX47" fmla="*/ 11651208 w 12188938"/>
              <a:gd name="connsiteY47" fmla="*/ 3796213 h 6857992"/>
              <a:gd name="connsiteX48" fmla="*/ 11969505 w 12188938"/>
              <a:gd name="connsiteY48" fmla="*/ 3789255 h 6857992"/>
              <a:gd name="connsiteX49" fmla="*/ 11946215 w 12188938"/>
              <a:gd name="connsiteY49" fmla="*/ 3878313 h 6857992"/>
              <a:gd name="connsiteX50" fmla="*/ 11969505 w 12188938"/>
              <a:gd name="connsiteY50" fmla="*/ 3789255 h 6857992"/>
              <a:gd name="connsiteX51" fmla="*/ 11015833 w 12188938"/>
              <a:gd name="connsiteY51" fmla="*/ 3747231 h 6857992"/>
              <a:gd name="connsiteX52" fmla="*/ 11008064 w 12188938"/>
              <a:gd name="connsiteY52" fmla="*/ 3829375 h 6857992"/>
              <a:gd name="connsiteX53" fmla="*/ 11015833 w 12188938"/>
              <a:gd name="connsiteY53" fmla="*/ 3747231 h 6857992"/>
              <a:gd name="connsiteX54" fmla="*/ 10638051 w 12188938"/>
              <a:gd name="connsiteY54" fmla="*/ 3736359 h 6857992"/>
              <a:gd name="connsiteX55" fmla="*/ 10680915 w 12188938"/>
              <a:gd name="connsiteY55" fmla="*/ 3804381 h 6857992"/>
              <a:gd name="connsiteX56" fmla="*/ 10638051 w 12188938"/>
              <a:gd name="connsiteY56" fmla="*/ 3736359 h 6857992"/>
              <a:gd name="connsiteX57" fmla="*/ 10264977 w 12188938"/>
              <a:gd name="connsiteY57" fmla="*/ 3722113 h 6857992"/>
              <a:gd name="connsiteX58" fmla="*/ 10233803 w 12188938"/>
              <a:gd name="connsiteY58" fmla="*/ 3811564 h 6857992"/>
              <a:gd name="connsiteX59" fmla="*/ 10264977 w 12188938"/>
              <a:gd name="connsiteY59" fmla="*/ 3722113 h 6857992"/>
              <a:gd name="connsiteX60" fmla="*/ 11255210 w 12188938"/>
              <a:gd name="connsiteY60" fmla="*/ 3710038 h 6857992"/>
              <a:gd name="connsiteX61" fmla="*/ 11305640 w 12188938"/>
              <a:gd name="connsiteY61" fmla="*/ 3785221 h 6857992"/>
              <a:gd name="connsiteX62" fmla="*/ 11255210 w 12188938"/>
              <a:gd name="connsiteY62" fmla="*/ 3710038 h 6857992"/>
              <a:gd name="connsiteX63" fmla="*/ 343061 w 12188938"/>
              <a:gd name="connsiteY63" fmla="*/ 3611056 h 6857992"/>
              <a:gd name="connsiteX64" fmla="*/ 327601 w 12188938"/>
              <a:gd name="connsiteY64" fmla="*/ 3703799 h 6857992"/>
              <a:gd name="connsiteX65" fmla="*/ 343061 w 12188938"/>
              <a:gd name="connsiteY65" fmla="*/ 3611056 h 6857992"/>
              <a:gd name="connsiteX66" fmla="*/ 2040279 w 12188938"/>
              <a:gd name="connsiteY66" fmla="*/ 3578335 h 6857992"/>
              <a:gd name="connsiteX67" fmla="*/ 2090709 w 12188938"/>
              <a:gd name="connsiteY67" fmla="*/ 3650011 h 6857992"/>
              <a:gd name="connsiteX68" fmla="*/ 2040279 w 12188938"/>
              <a:gd name="connsiteY68" fmla="*/ 3578335 h 6857992"/>
              <a:gd name="connsiteX69" fmla="*/ 99393 w 12188938"/>
              <a:gd name="connsiteY69" fmla="*/ 3575932 h 6857992"/>
              <a:gd name="connsiteX70" fmla="*/ 149855 w 12188938"/>
              <a:gd name="connsiteY70" fmla="*/ 3647887 h 6857992"/>
              <a:gd name="connsiteX71" fmla="*/ 99393 w 12188938"/>
              <a:gd name="connsiteY71" fmla="*/ 3575932 h 6857992"/>
              <a:gd name="connsiteX72" fmla="*/ 801257 w 12188938"/>
              <a:gd name="connsiteY72" fmla="*/ 3571806 h 6857992"/>
              <a:gd name="connsiteX73" fmla="*/ 847929 w 12188938"/>
              <a:gd name="connsiteY73" fmla="*/ 3639458 h 6857992"/>
              <a:gd name="connsiteX74" fmla="*/ 801257 w 12188938"/>
              <a:gd name="connsiteY74" fmla="*/ 3571806 h 6857992"/>
              <a:gd name="connsiteX75" fmla="*/ 1771669 w 12188938"/>
              <a:gd name="connsiteY75" fmla="*/ 3571447 h 6857992"/>
              <a:gd name="connsiteX76" fmla="*/ 1775551 w 12188938"/>
              <a:gd name="connsiteY76" fmla="*/ 3653562 h 6857992"/>
              <a:gd name="connsiteX77" fmla="*/ 1771669 w 12188938"/>
              <a:gd name="connsiteY77" fmla="*/ 3571447 h 6857992"/>
              <a:gd name="connsiteX78" fmla="*/ 1531232 w 12188938"/>
              <a:gd name="connsiteY78" fmla="*/ 3567584 h 6857992"/>
              <a:gd name="connsiteX79" fmla="*/ 1515737 w 12188938"/>
              <a:gd name="connsiteY79" fmla="*/ 3661291 h 6857992"/>
              <a:gd name="connsiteX80" fmla="*/ 1531232 w 12188938"/>
              <a:gd name="connsiteY80" fmla="*/ 3567584 h 6857992"/>
              <a:gd name="connsiteX81" fmla="*/ 576083 w 12188938"/>
              <a:gd name="connsiteY81" fmla="*/ 3560820 h 6857992"/>
              <a:gd name="connsiteX82" fmla="*/ 579988 w 12188938"/>
              <a:gd name="connsiteY82" fmla="*/ 3657427 h 6857992"/>
              <a:gd name="connsiteX83" fmla="*/ 576083 w 12188938"/>
              <a:gd name="connsiteY83" fmla="*/ 3560820 h 6857992"/>
              <a:gd name="connsiteX84" fmla="*/ 1243735 w 12188938"/>
              <a:gd name="connsiteY84" fmla="*/ 3554060 h 6857992"/>
              <a:gd name="connsiteX85" fmla="*/ 1267115 w 12188938"/>
              <a:gd name="connsiteY85" fmla="*/ 3621974 h 6857992"/>
              <a:gd name="connsiteX86" fmla="*/ 1298288 w 12188938"/>
              <a:gd name="connsiteY86" fmla="*/ 3607677 h 6857992"/>
              <a:gd name="connsiteX87" fmla="*/ 1243735 w 12188938"/>
              <a:gd name="connsiteY87" fmla="*/ 3554060 h 6857992"/>
              <a:gd name="connsiteX88" fmla="*/ 1069080 w 12188938"/>
              <a:gd name="connsiteY88" fmla="*/ 3514450 h 6857992"/>
              <a:gd name="connsiteX89" fmla="*/ 1057493 w 12188938"/>
              <a:gd name="connsiteY89" fmla="*/ 3603329 h 6857992"/>
              <a:gd name="connsiteX90" fmla="*/ 1069080 w 12188938"/>
              <a:gd name="connsiteY90" fmla="*/ 3514450 h 6857992"/>
              <a:gd name="connsiteX91" fmla="*/ 11577350 w 12188938"/>
              <a:gd name="connsiteY91" fmla="*/ 3430849 h 6857992"/>
              <a:gd name="connsiteX92" fmla="*/ 11534652 w 12188938"/>
              <a:gd name="connsiteY92" fmla="*/ 3506317 h 6857992"/>
              <a:gd name="connsiteX93" fmla="*/ 11577350 w 12188938"/>
              <a:gd name="connsiteY93" fmla="*/ 3430849 h 6857992"/>
              <a:gd name="connsiteX94" fmla="*/ 12105571 w 12188938"/>
              <a:gd name="connsiteY94" fmla="*/ 3430847 h 6857992"/>
              <a:gd name="connsiteX95" fmla="*/ 12160022 w 12188938"/>
              <a:gd name="connsiteY95" fmla="*/ 3498761 h 6857992"/>
              <a:gd name="connsiteX96" fmla="*/ 12105571 w 12188938"/>
              <a:gd name="connsiteY96" fmla="*/ 3430847 h 6857992"/>
              <a:gd name="connsiteX97" fmla="*/ 11825923 w 12188938"/>
              <a:gd name="connsiteY97" fmla="*/ 3416356 h 6857992"/>
              <a:gd name="connsiteX98" fmla="*/ 11794935 w 12188938"/>
              <a:gd name="connsiteY98" fmla="*/ 3488207 h 6857992"/>
              <a:gd name="connsiteX99" fmla="*/ 11825923 w 12188938"/>
              <a:gd name="connsiteY99" fmla="*/ 3416356 h 6857992"/>
              <a:gd name="connsiteX100" fmla="*/ 11297784 w 12188938"/>
              <a:gd name="connsiteY100" fmla="*/ 3380614 h 6857992"/>
              <a:gd name="connsiteX101" fmla="*/ 11239709 w 12188938"/>
              <a:gd name="connsiteY101" fmla="*/ 3448527 h 6857992"/>
              <a:gd name="connsiteX102" fmla="*/ 11297784 w 12188938"/>
              <a:gd name="connsiteY102" fmla="*/ 3380614 h 6857992"/>
              <a:gd name="connsiteX103" fmla="*/ 10284650 w 12188938"/>
              <a:gd name="connsiteY103" fmla="*/ 3366124 h 6857992"/>
              <a:gd name="connsiteX104" fmla="*/ 10261360 w 12188938"/>
              <a:gd name="connsiteY104" fmla="*/ 3459057 h 6857992"/>
              <a:gd name="connsiteX105" fmla="*/ 10284650 w 12188938"/>
              <a:gd name="connsiteY105" fmla="*/ 3366124 h 6857992"/>
              <a:gd name="connsiteX106" fmla="*/ 10933029 w 12188938"/>
              <a:gd name="connsiteY106" fmla="*/ 3359362 h 6857992"/>
              <a:gd name="connsiteX107" fmla="*/ 10983552 w 12188938"/>
              <a:gd name="connsiteY107" fmla="*/ 3434478 h 6857992"/>
              <a:gd name="connsiteX108" fmla="*/ 10933029 w 12188938"/>
              <a:gd name="connsiteY108" fmla="*/ 3359362 h 6857992"/>
              <a:gd name="connsiteX109" fmla="*/ 10579447 w 12188938"/>
              <a:gd name="connsiteY109" fmla="*/ 3355210 h 6857992"/>
              <a:gd name="connsiteX110" fmla="*/ 10649317 w 12188938"/>
              <a:gd name="connsiteY110" fmla="*/ 3416018 h 6857992"/>
              <a:gd name="connsiteX111" fmla="*/ 10579447 w 12188938"/>
              <a:gd name="connsiteY111" fmla="*/ 3355210 h 6857992"/>
              <a:gd name="connsiteX112" fmla="*/ 1915689 w 12188938"/>
              <a:gd name="connsiteY112" fmla="*/ 3277771 h 6857992"/>
              <a:gd name="connsiteX113" fmla="*/ 1896321 w 12188938"/>
              <a:gd name="connsiteY113" fmla="*/ 3359884 h 6857992"/>
              <a:gd name="connsiteX114" fmla="*/ 1915689 w 12188938"/>
              <a:gd name="connsiteY114" fmla="*/ 3277771 h 6857992"/>
              <a:gd name="connsiteX115" fmla="*/ 1698041 w 12188938"/>
              <a:gd name="connsiteY115" fmla="*/ 3245892 h 6857992"/>
              <a:gd name="connsiteX116" fmla="*/ 1682547 w 12188938"/>
              <a:gd name="connsiteY116" fmla="*/ 3335065 h 6857992"/>
              <a:gd name="connsiteX117" fmla="*/ 1698041 w 12188938"/>
              <a:gd name="connsiteY117" fmla="*/ 3245892 h 6857992"/>
              <a:gd name="connsiteX118" fmla="*/ 1104067 w 12188938"/>
              <a:gd name="connsiteY118" fmla="*/ 3224638 h 6857992"/>
              <a:gd name="connsiteX119" fmla="*/ 1061284 w 12188938"/>
              <a:gd name="connsiteY119" fmla="*/ 3296199 h 6857992"/>
              <a:gd name="connsiteX120" fmla="*/ 1104067 w 12188938"/>
              <a:gd name="connsiteY120" fmla="*/ 3224638 h 6857992"/>
              <a:gd name="connsiteX121" fmla="*/ 1383806 w 12188938"/>
              <a:gd name="connsiteY121" fmla="*/ 3220776 h 6857992"/>
              <a:gd name="connsiteX122" fmla="*/ 1430332 w 12188938"/>
              <a:gd name="connsiteY122" fmla="*/ 3299346 h 6857992"/>
              <a:gd name="connsiteX123" fmla="*/ 1383806 w 12188938"/>
              <a:gd name="connsiteY123" fmla="*/ 3220776 h 6857992"/>
              <a:gd name="connsiteX124" fmla="*/ 804868 w 12188938"/>
              <a:gd name="connsiteY124" fmla="*/ 3191793 h 6857992"/>
              <a:gd name="connsiteX125" fmla="*/ 785446 w 12188938"/>
              <a:gd name="connsiteY125" fmla="*/ 3277771 h 6857992"/>
              <a:gd name="connsiteX126" fmla="*/ 804868 w 12188938"/>
              <a:gd name="connsiteY126" fmla="*/ 3191793 h 6857992"/>
              <a:gd name="connsiteX127" fmla="*/ 482687 w 12188938"/>
              <a:gd name="connsiteY127" fmla="*/ 3191410 h 6857992"/>
              <a:gd name="connsiteX128" fmla="*/ 455563 w 12188938"/>
              <a:gd name="connsiteY128" fmla="*/ 3195805 h 6857992"/>
              <a:gd name="connsiteX129" fmla="*/ 514013 w 12188938"/>
              <a:gd name="connsiteY129" fmla="*/ 3267146 h 6857992"/>
              <a:gd name="connsiteX130" fmla="*/ 482687 w 12188938"/>
              <a:gd name="connsiteY130" fmla="*/ 3191410 h 6857992"/>
              <a:gd name="connsiteX131" fmla="*/ 218915 w 12188938"/>
              <a:gd name="connsiteY131" fmla="*/ 3177302 h 6857992"/>
              <a:gd name="connsiteX132" fmla="*/ 187741 w 12188938"/>
              <a:gd name="connsiteY132" fmla="*/ 3267244 h 6857992"/>
              <a:gd name="connsiteX133" fmla="*/ 218915 w 12188938"/>
              <a:gd name="connsiteY133" fmla="*/ 3177302 h 6857992"/>
              <a:gd name="connsiteX134" fmla="*/ 2152903 w 12188938"/>
              <a:gd name="connsiteY134" fmla="*/ 1624906 h 6857992"/>
              <a:gd name="connsiteX135" fmla="*/ 2152903 w 12188938"/>
              <a:gd name="connsiteY135" fmla="*/ 5233079 h 6857992"/>
              <a:gd name="connsiteX136" fmla="*/ 10036020 w 12188938"/>
              <a:gd name="connsiteY136" fmla="*/ 5233079 h 6857992"/>
              <a:gd name="connsiteX137" fmla="*/ 10036020 w 12188938"/>
              <a:gd name="connsiteY137" fmla="*/ 3459281 h 6857992"/>
              <a:gd name="connsiteX138" fmla="*/ 10047194 w 12188938"/>
              <a:gd name="connsiteY138" fmla="*/ 3454934 h 6857992"/>
              <a:gd name="connsiteX139" fmla="*/ 10038968 w 12188938"/>
              <a:gd name="connsiteY139" fmla="*/ 3375592 h 6857992"/>
              <a:gd name="connsiteX140" fmla="*/ 10036020 w 12188938"/>
              <a:gd name="connsiteY140" fmla="*/ 3374870 h 6857992"/>
              <a:gd name="connsiteX141" fmla="*/ 10036020 w 12188938"/>
              <a:gd name="connsiteY141" fmla="*/ 1624906 h 6857992"/>
              <a:gd name="connsiteX142" fmla="*/ 0 w 12188938"/>
              <a:gd name="connsiteY142" fmla="*/ 0 h 6857992"/>
              <a:gd name="connsiteX143" fmla="*/ 12188938 w 12188938"/>
              <a:gd name="connsiteY143" fmla="*/ 0 h 6857992"/>
              <a:gd name="connsiteX144" fmla="*/ 12188938 w 12188938"/>
              <a:gd name="connsiteY144" fmla="*/ 6857992 h 6857992"/>
              <a:gd name="connsiteX145" fmla="*/ 0 w 12188938"/>
              <a:gd name="connsiteY145" fmla="*/ 6857992 h 6857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Lst>
            <a:rect l="l" t="t" r="r" b="b"/>
            <a:pathLst>
              <a:path w="12188938" h="6857992">
                <a:moveTo>
                  <a:pt x="10789622" y="4110765"/>
                </a:moveTo>
                <a:cubicBezTo>
                  <a:pt x="10708277" y="4128616"/>
                  <a:pt x="10735392" y="4189310"/>
                  <a:pt x="10793496" y="4192880"/>
                </a:cubicBezTo>
                <a:cubicBezTo>
                  <a:pt x="10859347" y="4189310"/>
                  <a:pt x="10851600" y="4110765"/>
                  <a:pt x="10789622" y="4110765"/>
                </a:cubicBezTo>
                <a:close/>
                <a:moveTo>
                  <a:pt x="11430043" y="4107476"/>
                </a:moveTo>
                <a:cubicBezTo>
                  <a:pt x="11320742" y="4150369"/>
                  <a:pt x="11414429" y="4207560"/>
                  <a:pt x="11480790" y="4171816"/>
                </a:cubicBezTo>
                <a:cubicBezTo>
                  <a:pt x="11488597" y="4143220"/>
                  <a:pt x="11461272" y="4100327"/>
                  <a:pt x="11430043" y="4107476"/>
                </a:cubicBezTo>
                <a:close/>
                <a:moveTo>
                  <a:pt x="11643184" y="4107090"/>
                </a:moveTo>
                <a:cubicBezTo>
                  <a:pt x="11569378" y="4121493"/>
                  <a:pt x="11592685" y="4171903"/>
                  <a:pt x="11643184" y="4186306"/>
                </a:cubicBezTo>
                <a:cubicBezTo>
                  <a:pt x="11713106" y="4186306"/>
                  <a:pt x="11705337" y="4110691"/>
                  <a:pt x="11643184" y="4107090"/>
                </a:cubicBezTo>
                <a:close/>
                <a:moveTo>
                  <a:pt x="11084439" y="4104189"/>
                </a:moveTo>
                <a:cubicBezTo>
                  <a:pt x="11002864" y="4107756"/>
                  <a:pt x="11014518" y="4196932"/>
                  <a:pt x="11088324" y="4196932"/>
                </a:cubicBezTo>
                <a:cubicBezTo>
                  <a:pt x="11146592" y="4186231"/>
                  <a:pt x="11127169" y="4111323"/>
                  <a:pt x="11084439" y="4104189"/>
                </a:cubicBezTo>
                <a:close/>
                <a:moveTo>
                  <a:pt x="11977268" y="4064583"/>
                </a:moveTo>
                <a:cubicBezTo>
                  <a:pt x="11899635" y="4071712"/>
                  <a:pt x="11884108" y="4132308"/>
                  <a:pt x="11957860" y="4157259"/>
                </a:cubicBezTo>
                <a:cubicBezTo>
                  <a:pt x="12016085" y="4167952"/>
                  <a:pt x="12039375" y="4071712"/>
                  <a:pt x="11977268" y="4064583"/>
                </a:cubicBezTo>
                <a:close/>
                <a:moveTo>
                  <a:pt x="10164195" y="4056856"/>
                </a:moveTo>
                <a:cubicBezTo>
                  <a:pt x="10082803" y="4064064"/>
                  <a:pt x="10086679" y="4143355"/>
                  <a:pt x="10164195" y="4150563"/>
                </a:cubicBezTo>
                <a:cubicBezTo>
                  <a:pt x="10222333" y="4139751"/>
                  <a:pt x="10206830" y="4071273"/>
                  <a:pt x="10164195" y="4056856"/>
                </a:cubicBezTo>
                <a:close/>
                <a:moveTo>
                  <a:pt x="10470889" y="4053956"/>
                </a:moveTo>
                <a:cubicBezTo>
                  <a:pt x="10439900" y="4071875"/>
                  <a:pt x="10381796" y="4075459"/>
                  <a:pt x="10447647" y="4147134"/>
                </a:cubicBezTo>
                <a:cubicBezTo>
                  <a:pt x="10532866" y="4165053"/>
                  <a:pt x="10532866" y="4064707"/>
                  <a:pt x="10470889" y="4053956"/>
                </a:cubicBezTo>
                <a:close/>
                <a:moveTo>
                  <a:pt x="152046" y="3893917"/>
                </a:moveTo>
                <a:cubicBezTo>
                  <a:pt x="93821" y="3890314"/>
                  <a:pt x="66649" y="3962377"/>
                  <a:pt x="124874" y="3973187"/>
                </a:cubicBezTo>
                <a:cubicBezTo>
                  <a:pt x="194744" y="4023631"/>
                  <a:pt x="221916" y="3901124"/>
                  <a:pt x="152046" y="3893917"/>
                </a:cubicBezTo>
                <a:close/>
                <a:moveTo>
                  <a:pt x="638431" y="3886118"/>
                </a:moveTo>
                <a:cubicBezTo>
                  <a:pt x="587970" y="3882520"/>
                  <a:pt x="568561" y="3918497"/>
                  <a:pt x="591851" y="3954475"/>
                </a:cubicBezTo>
                <a:cubicBezTo>
                  <a:pt x="665603" y="3986854"/>
                  <a:pt x="723828" y="3904106"/>
                  <a:pt x="638431" y="3886118"/>
                </a:cubicBezTo>
                <a:close/>
                <a:moveTo>
                  <a:pt x="2020621" y="3879602"/>
                </a:moveTo>
                <a:cubicBezTo>
                  <a:pt x="1993449" y="3915458"/>
                  <a:pt x="1977922" y="3854503"/>
                  <a:pt x="1970159" y="3940557"/>
                </a:cubicBezTo>
                <a:cubicBezTo>
                  <a:pt x="2040029" y="4040953"/>
                  <a:pt x="2125430" y="3897530"/>
                  <a:pt x="2020621" y="3879602"/>
                </a:cubicBezTo>
                <a:close/>
                <a:moveTo>
                  <a:pt x="1438182" y="3868995"/>
                </a:moveTo>
                <a:cubicBezTo>
                  <a:pt x="1356435" y="3890336"/>
                  <a:pt x="1391468" y="3925905"/>
                  <a:pt x="1438182" y="3947246"/>
                </a:cubicBezTo>
                <a:cubicBezTo>
                  <a:pt x="1504359" y="3940132"/>
                  <a:pt x="1500466" y="3876109"/>
                  <a:pt x="1438182" y="3868995"/>
                </a:cubicBezTo>
                <a:close/>
                <a:moveTo>
                  <a:pt x="1765862" y="3862391"/>
                </a:moveTo>
                <a:cubicBezTo>
                  <a:pt x="1730858" y="3876602"/>
                  <a:pt x="1676408" y="3887259"/>
                  <a:pt x="1738637" y="3951206"/>
                </a:cubicBezTo>
                <a:cubicBezTo>
                  <a:pt x="1835871" y="3972522"/>
                  <a:pt x="1831981" y="3873049"/>
                  <a:pt x="1765862" y="3862391"/>
                </a:cubicBezTo>
                <a:close/>
                <a:moveTo>
                  <a:pt x="1154678" y="3861266"/>
                </a:moveTo>
                <a:cubicBezTo>
                  <a:pt x="1077376" y="3879117"/>
                  <a:pt x="1108297" y="3925530"/>
                  <a:pt x="1154678" y="3939811"/>
                </a:cubicBezTo>
                <a:cubicBezTo>
                  <a:pt x="1224250" y="3943381"/>
                  <a:pt x="1220385" y="3871977"/>
                  <a:pt x="1154678" y="3861266"/>
                </a:cubicBezTo>
                <a:close/>
                <a:moveTo>
                  <a:pt x="878722" y="3858367"/>
                </a:moveTo>
                <a:cubicBezTo>
                  <a:pt x="793069" y="3890364"/>
                  <a:pt x="828109" y="3940136"/>
                  <a:pt x="902082" y="3947246"/>
                </a:cubicBezTo>
                <a:cubicBezTo>
                  <a:pt x="968269" y="3933025"/>
                  <a:pt x="917656" y="3861922"/>
                  <a:pt x="878722" y="3858367"/>
                </a:cubicBezTo>
                <a:close/>
                <a:moveTo>
                  <a:pt x="449757" y="3849853"/>
                </a:moveTo>
                <a:cubicBezTo>
                  <a:pt x="411040" y="3846252"/>
                  <a:pt x="352965" y="3867857"/>
                  <a:pt x="368452" y="3914667"/>
                </a:cubicBezTo>
                <a:cubicBezTo>
                  <a:pt x="411040" y="3965078"/>
                  <a:pt x="515576" y="3896663"/>
                  <a:pt x="449757" y="3849853"/>
                </a:cubicBezTo>
                <a:close/>
                <a:moveTo>
                  <a:pt x="11651208" y="3796213"/>
                </a:moveTo>
                <a:cubicBezTo>
                  <a:pt x="11620219" y="3824808"/>
                  <a:pt x="11604725" y="3774766"/>
                  <a:pt x="11600851" y="3856978"/>
                </a:cubicBezTo>
                <a:cubicBezTo>
                  <a:pt x="11662828" y="3953488"/>
                  <a:pt x="11751921" y="3810511"/>
                  <a:pt x="11651208" y="3796213"/>
                </a:cubicBezTo>
                <a:close/>
                <a:moveTo>
                  <a:pt x="11969505" y="3789255"/>
                </a:moveTo>
                <a:cubicBezTo>
                  <a:pt x="11938451" y="3803504"/>
                  <a:pt x="11884108" y="3814191"/>
                  <a:pt x="11946215" y="3878313"/>
                </a:cubicBezTo>
                <a:cubicBezTo>
                  <a:pt x="12039375" y="3903249"/>
                  <a:pt x="12039375" y="3799942"/>
                  <a:pt x="11969505" y="3789255"/>
                </a:cubicBezTo>
                <a:close/>
                <a:moveTo>
                  <a:pt x="11015833" y="3747231"/>
                </a:moveTo>
                <a:cubicBezTo>
                  <a:pt x="10945912" y="3747231"/>
                  <a:pt x="10934258" y="3854375"/>
                  <a:pt x="11008064" y="3829375"/>
                </a:cubicBezTo>
                <a:cubicBezTo>
                  <a:pt x="11046910" y="3865089"/>
                  <a:pt x="11077986" y="3747231"/>
                  <a:pt x="11015833" y="3747231"/>
                </a:cubicBezTo>
                <a:close/>
                <a:moveTo>
                  <a:pt x="10638051" y="3736359"/>
                </a:moveTo>
                <a:cubicBezTo>
                  <a:pt x="10525048" y="3765000"/>
                  <a:pt x="10610775" y="3854503"/>
                  <a:pt x="10680915" y="3804381"/>
                </a:cubicBezTo>
                <a:cubicBezTo>
                  <a:pt x="10688708" y="3775741"/>
                  <a:pt x="10673121" y="3732779"/>
                  <a:pt x="10638051" y="3736359"/>
                </a:cubicBezTo>
                <a:close/>
                <a:moveTo>
                  <a:pt x="10264977" y="3722113"/>
                </a:moveTo>
                <a:cubicBezTo>
                  <a:pt x="10214320" y="3729269"/>
                  <a:pt x="10179250" y="3786518"/>
                  <a:pt x="10233803" y="3811564"/>
                </a:cubicBezTo>
                <a:cubicBezTo>
                  <a:pt x="10288357" y="3818720"/>
                  <a:pt x="10342910" y="3747159"/>
                  <a:pt x="10264977" y="3722113"/>
                </a:cubicBezTo>
                <a:close/>
                <a:moveTo>
                  <a:pt x="11255210" y="3710038"/>
                </a:moveTo>
                <a:cubicBezTo>
                  <a:pt x="11146591" y="3735099"/>
                  <a:pt x="11235813" y="3831762"/>
                  <a:pt x="11305640" y="3785221"/>
                </a:cubicBezTo>
                <a:cubicBezTo>
                  <a:pt x="11313398" y="3749419"/>
                  <a:pt x="11282364" y="3713618"/>
                  <a:pt x="11255210" y="3710038"/>
                </a:cubicBezTo>
                <a:close/>
                <a:moveTo>
                  <a:pt x="343061" y="3611056"/>
                </a:moveTo>
                <a:cubicBezTo>
                  <a:pt x="281219" y="3621757"/>
                  <a:pt x="258029" y="3682397"/>
                  <a:pt x="327601" y="3703799"/>
                </a:cubicBezTo>
                <a:cubicBezTo>
                  <a:pt x="385577" y="3700232"/>
                  <a:pt x="404903" y="3621757"/>
                  <a:pt x="343061" y="3611056"/>
                </a:cubicBezTo>
                <a:close/>
                <a:moveTo>
                  <a:pt x="2040279" y="3578335"/>
                </a:moveTo>
                <a:cubicBezTo>
                  <a:pt x="1935539" y="3621341"/>
                  <a:pt x="2017003" y="3678681"/>
                  <a:pt x="2090709" y="3650011"/>
                </a:cubicBezTo>
                <a:cubicBezTo>
                  <a:pt x="2102350" y="3628508"/>
                  <a:pt x="2071313" y="3567584"/>
                  <a:pt x="2040279" y="3578335"/>
                </a:cubicBezTo>
                <a:close/>
                <a:moveTo>
                  <a:pt x="99393" y="3575932"/>
                </a:moveTo>
                <a:cubicBezTo>
                  <a:pt x="-1531" y="3611909"/>
                  <a:pt x="64458" y="3680266"/>
                  <a:pt x="149855" y="3647887"/>
                </a:cubicBezTo>
                <a:cubicBezTo>
                  <a:pt x="153736" y="3611909"/>
                  <a:pt x="130446" y="3575932"/>
                  <a:pt x="99393" y="3575932"/>
                </a:cubicBezTo>
                <a:close/>
                <a:moveTo>
                  <a:pt x="801257" y="3571806"/>
                </a:moveTo>
                <a:cubicBezTo>
                  <a:pt x="692355" y="3600291"/>
                  <a:pt x="777921" y="3689306"/>
                  <a:pt x="847929" y="3639458"/>
                </a:cubicBezTo>
                <a:cubicBezTo>
                  <a:pt x="851818" y="3610973"/>
                  <a:pt x="836261" y="3564685"/>
                  <a:pt x="801257" y="3571806"/>
                </a:cubicBezTo>
                <a:close/>
                <a:moveTo>
                  <a:pt x="1771669" y="3571447"/>
                </a:moveTo>
                <a:cubicBezTo>
                  <a:pt x="1701799" y="3582158"/>
                  <a:pt x="1678509" y="3649992"/>
                  <a:pt x="1775551" y="3653562"/>
                </a:cubicBezTo>
                <a:cubicBezTo>
                  <a:pt x="1826012" y="3642851"/>
                  <a:pt x="1833776" y="3571447"/>
                  <a:pt x="1771669" y="3571447"/>
                </a:cubicBezTo>
                <a:close/>
                <a:moveTo>
                  <a:pt x="1531232" y="3567584"/>
                </a:moveTo>
                <a:cubicBezTo>
                  <a:pt x="1449886" y="3578396"/>
                  <a:pt x="1438265" y="3632458"/>
                  <a:pt x="1515737" y="3661291"/>
                </a:cubicBezTo>
                <a:cubicBezTo>
                  <a:pt x="1577714" y="3661291"/>
                  <a:pt x="1589335" y="3578396"/>
                  <a:pt x="1531232" y="3567584"/>
                </a:cubicBezTo>
                <a:close/>
                <a:moveTo>
                  <a:pt x="576083" y="3560820"/>
                </a:moveTo>
                <a:cubicBezTo>
                  <a:pt x="494078" y="3564398"/>
                  <a:pt x="505793" y="3650271"/>
                  <a:pt x="579988" y="3657427"/>
                </a:cubicBezTo>
                <a:cubicBezTo>
                  <a:pt x="634658" y="3643115"/>
                  <a:pt x="622943" y="3571554"/>
                  <a:pt x="576083" y="3560820"/>
                </a:cubicBezTo>
                <a:close/>
                <a:moveTo>
                  <a:pt x="1243735" y="3554060"/>
                </a:moveTo>
                <a:cubicBezTo>
                  <a:pt x="1169699" y="3571932"/>
                  <a:pt x="1196975" y="3661293"/>
                  <a:pt x="1267115" y="3621974"/>
                </a:cubicBezTo>
                <a:cubicBezTo>
                  <a:pt x="1274908" y="3614825"/>
                  <a:pt x="1286598" y="3596953"/>
                  <a:pt x="1298288" y="3607677"/>
                </a:cubicBezTo>
                <a:cubicBezTo>
                  <a:pt x="1306082" y="3582656"/>
                  <a:pt x="1271012" y="3554060"/>
                  <a:pt x="1243735" y="3554060"/>
                </a:cubicBezTo>
                <a:close/>
                <a:moveTo>
                  <a:pt x="1069080" y="3514450"/>
                </a:moveTo>
                <a:cubicBezTo>
                  <a:pt x="995691" y="3532226"/>
                  <a:pt x="960928" y="3603329"/>
                  <a:pt x="1057493" y="3603329"/>
                </a:cubicBezTo>
                <a:cubicBezTo>
                  <a:pt x="1107706" y="3592664"/>
                  <a:pt x="1130882" y="3521560"/>
                  <a:pt x="1069080" y="3514450"/>
                </a:cubicBezTo>
                <a:close/>
                <a:moveTo>
                  <a:pt x="11577350" y="3430849"/>
                </a:moveTo>
                <a:cubicBezTo>
                  <a:pt x="11526888" y="3430849"/>
                  <a:pt x="11507480" y="3470380"/>
                  <a:pt x="11534652" y="3506317"/>
                </a:cubicBezTo>
                <a:cubicBezTo>
                  <a:pt x="11608404" y="3520692"/>
                  <a:pt x="11662747" y="3463193"/>
                  <a:pt x="11577350" y="3430849"/>
                </a:cubicBezTo>
                <a:close/>
                <a:moveTo>
                  <a:pt x="12105571" y="3430847"/>
                </a:moveTo>
                <a:cubicBezTo>
                  <a:pt x="12000559" y="3466591"/>
                  <a:pt x="12082235" y="3538080"/>
                  <a:pt x="12160022" y="3498761"/>
                </a:cubicBezTo>
                <a:cubicBezTo>
                  <a:pt x="12156133" y="3470166"/>
                  <a:pt x="12136686" y="3430847"/>
                  <a:pt x="12105571" y="3430847"/>
                </a:cubicBezTo>
                <a:close/>
                <a:moveTo>
                  <a:pt x="11825923" y="3416356"/>
                </a:moveTo>
                <a:cubicBezTo>
                  <a:pt x="11744578" y="3419949"/>
                  <a:pt x="11756199" y="3498984"/>
                  <a:pt x="11794935" y="3488207"/>
                </a:cubicBezTo>
                <a:cubicBezTo>
                  <a:pt x="11868533" y="3531317"/>
                  <a:pt x="11895648" y="3423543"/>
                  <a:pt x="11825923" y="3416356"/>
                </a:cubicBezTo>
                <a:close/>
                <a:moveTo>
                  <a:pt x="11297784" y="3380614"/>
                </a:moveTo>
                <a:cubicBezTo>
                  <a:pt x="11255196" y="3384189"/>
                  <a:pt x="11224222" y="3402061"/>
                  <a:pt x="11239709" y="3448527"/>
                </a:cubicBezTo>
                <a:cubicBezTo>
                  <a:pt x="11301656" y="3523589"/>
                  <a:pt x="11386833" y="3416358"/>
                  <a:pt x="11297784" y="3380614"/>
                </a:cubicBezTo>
                <a:close/>
                <a:moveTo>
                  <a:pt x="10284650" y="3366124"/>
                </a:moveTo>
                <a:cubicBezTo>
                  <a:pt x="10253596" y="3380421"/>
                  <a:pt x="10199253" y="3391144"/>
                  <a:pt x="10261360" y="3459057"/>
                </a:cubicBezTo>
                <a:cubicBezTo>
                  <a:pt x="10354520" y="3473355"/>
                  <a:pt x="10350638" y="3376847"/>
                  <a:pt x="10284650" y="3366124"/>
                </a:cubicBezTo>
                <a:close/>
                <a:moveTo>
                  <a:pt x="10933029" y="3359362"/>
                </a:moveTo>
                <a:cubicBezTo>
                  <a:pt x="10820322" y="3384401"/>
                  <a:pt x="10917483" y="3491711"/>
                  <a:pt x="10983552" y="3434478"/>
                </a:cubicBezTo>
                <a:cubicBezTo>
                  <a:pt x="10991325" y="3402285"/>
                  <a:pt x="10960234" y="3366515"/>
                  <a:pt x="10933029" y="3359362"/>
                </a:cubicBezTo>
                <a:close/>
                <a:moveTo>
                  <a:pt x="10579447" y="3355210"/>
                </a:moveTo>
                <a:cubicBezTo>
                  <a:pt x="10494050" y="3401711"/>
                  <a:pt x="10598855" y="3483982"/>
                  <a:pt x="10649317" y="3416018"/>
                </a:cubicBezTo>
                <a:cubicBezTo>
                  <a:pt x="10649317" y="3380249"/>
                  <a:pt x="10633790" y="3351633"/>
                  <a:pt x="10579447" y="3355210"/>
                </a:cubicBezTo>
                <a:close/>
                <a:moveTo>
                  <a:pt x="1915689" y="3277771"/>
                </a:moveTo>
                <a:cubicBezTo>
                  <a:pt x="1869206" y="3284911"/>
                  <a:pt x="1853712" y="3334893"/>
                  <a:pt x="1896321" y="3359884"/>
                </a:cubicBezTo>
                <a:cubicBezTo>
                  <a:pt x="1973793" y="3338462"/>
                  <a:pt x="2004782" y="3302761"/>
                  <a:pt x="1915689" y="3277771"/>
                </a:cubicBezTo>
                <a:close/>
                <a:moveTo>
                  <a:pt x="1698041" y="3245892"/>
                </a:moveTo>
                <a:cubicBezTo>
                  <a:pt x="1616696" y="3256592"/>
                  <a:pt x="1605075" y="3310097"/>
                  <a:pt x="1682547" y="3335065"/>
                </a:cubicBezTo>
                <a:cubicBezTo>
                  <a:pt x="1744524" y="3338632"/>
                  <a:pt x="1756145" y="3253025"/>
                  <a:pt x="1698041" y="3245892"/>
                </a:cubicBezTo>
                <a:close/>
                <a:moveTo>
                  <a:pt x="1104067" y="3224638"/>
                </a:moveTo>
                <a:cubicBezTo>
                  <a:pt x="1057395" y="3231794"/>
                  <a:pt x="1030170" y="3253263"/>
                  <a:pt x="1061284" y="3296199"/>
                </a:cubicBezTo>
                <a:cubicBezTo>
                  <a:pt x="1139071" y="3321243"/>
                  <a:pt x="1189633" y="3260418"/>
                  <a:pt x="1104067" y="3224638"/>
                </a:cubicBezTo>
                <a:close/>
                <a:moveTo>
                  <a:pt x="1383806" y="3220776"/>
                </a:moveTo>
                <a:cubicBezTo>
                  <a:pt x="1283002" y="3238632"/>
                  <a:pt x="1345035" y="3338631"/>
                  <a:pt x="1430332" y="3299346"/>
                </a:cubicBezTo>
                <a:cubicBezTo>
                  <a:pt x="1461349" y="3277918"/>
                  <a:pt x="1395437" y="3220776"/>
                  <a:pt x="1383806" y="3220776"/>
                </a:cubicBezTo>
                <a:close/>
                <a:moveTo>
                  <a:pt x="804868" y="3191793"/>
                </a:moveTo>
                <a:cubicBezTo>
                  <a:pt x="762138" y="3202540"/>
                  <a:pt x="742716" y="3252696"/>
                  <a:pt x="785446" y="3277771"/>
                </a:cubicBezTo>
                <a:cubicBezTo>
                  <a:pt x="859252" y="3263441"/>
                  <a:pt x="886444" y="3213289"/>
                  <a:pt x="804868" y="3191793"/>
                </a:cubicBezTo>
                <a:close/>
                <a:moveTo>
                  <a:pt x="482687" y="3191410"/>
                </a:moveTo>
                <a:cubicBezTo>
                  <a:pt x="473950" y="3191737"/>
                  <a:pt x="464817" y="3193131"/>
                  <a:pt x="455563" y="3195805"/>
                </a:cubicBezTo>
                <a:cubicBezTo>
                  <a:pt x="432183" y="3231476"/>
                  <a:pt x="467253" y="3267146"/>
                  <a:pt x="514013" y="3267146"/>
                </a:cubicBezTo>
                <a:cubicBezTo>
                  <a:pt x="585614" y="3239056"/>
                  <a:pt x="543846" y="3189119"/>
                  <a:pt x="482687" y="3191410"/>
                </a:cubicBezTo>
                <a:close/>
                <a:moveTo>
                  <a:pt x="218915" y="3177302"/>
                </a:moveTo>
                <a:cubicBezTo>
                  <a:pt x="164362" y="3180900"/>
                  <a:pt x="133188" y="3242060"/>
                  <a:pt x="187741" y="3267244"/>
                </a:cubicBezTo>
                <a:cubicBezTo>
                  <a:pt x="242295" y="3281635"/>
                  <a:pt x="296848" y="3202486"/>
                  <a:pt x="218915" y="3177302"/>
                </a:cubicBezTo>
                <a:close/>
                <a:moveTo>
                  <a:pt x="2152903" y="1624906"/>
                </a:moveTo>
                <a:lnTo>
                  <a:pt x="2152903" y="5233079"/>
                </a:lnTo>
                <a:lnTo>
                  <a:pt x="10036020" y="5233079"/>
                </a:lnTo>
                <a:lnTo>
                  <a:pt x="10036020" y="3459281"/>
                </a:lnTo>
                <a:lnTo>
                  <a:pt x="10047194" y="3454934"/>
                </a:lnTo>
                <a:cubicBezTo>
                  <a:pt x="10075852" y="3435526"/>
                  <a:pt x="10071530" y="3391335"/>
                  <a:pt x="10038968" y="3375592"/>
                </a:cubicBezTo>
                <a:lnTo>
                  <a:pt x="10036020" y="3374870"/>
                </a:lnTo>
                <a:lnTo>
                  <a:pt x="10036020" y="1624906"/>
                </a:lnTo>
                <a:close/>
                <a:moveTo>
                  <a:pt x="0" y="0"/>
                </a:moveTo>
                <a:lnTo>
                  <a:pt x="12188938" y="0"/>
                </a:lnTo>
                <a:lnTo>
                  <a:pt x="12188938" y="6857992"/>
                </a:lnTo>
                <a:lnTo>
                  <a:pt x="0" y="6857992"/>
                </a:lnTo>
                <a:close/>
              </a:path>
            </a:pathLst>
          </a:custGeom>
          <a:solidFill>
            <a:schemeClr val="accent5">
              <a:lumMod val="60000"/>
              <a:lumOff val="40000"/>
            </a:schemeClr>
          </a:solidFill>
        </p:spPr>
        <p:txBody>
          <a:bodyPr wrap="square">
            <a:noAutofit/>
          </a:bodyP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D395C89-2E28-4777-95B0-BA7EECAE3BA4}"/>
              </a:ext>
            </a:extLst>
          </p:cNvPr>
          <p:cNvSpPr>
            <a:spLocks noGrp="1"/>
          </p:cNvSpPr>
          <p:nvPr>
            <p:ph type="ctrTitle" hasCustomPrompt="1"/>
          </p:nvPr>
        </p:nvSpPr>
        <p:spPr>
          <a:xfrm>
            <a:off x="2152217" y="3001754"/>
            <a:ext cx="7883117" cy="854493"/>
          </a:xfrm>
          <a:noFill/>
          <a:ln>
            <a:noFill/>
          </a:ln>
        </p:spPr>
        <p:txBody>
          <a:bodyPr anchor="ctr">
            <a:normAutofit/>
          </a:bodyPr>
          <a:lstStyle>
            <a:lvl1pPr algn="ctr">
              <a:defRPr sz="4800"/>
            </a:lvl1pPr>
          </a:lstStyle>
          <a:p>
            <a:r>
              <a:rPr lang="en-US" dirty="0"/>
              <a:t>Click to add title</a:t>
            </a:r>
          </a:p>
        </p:txBody>
      </p:sp>
    </p:spTree>
    <p:extLst>
      <p:ext uri="{BB962C8B-B14F-4D97-AF65-F5344CB8AC3E}">
        <p14:creationId xmlns:p14="http://schemas.microsoft.com/office/powerpoint/2010/main" val="13152634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F603F58-3A9F-AB36-2AA1-3F51ECFFF567}"/>
              </a:ext>
              <a:ext uri="{C183D7F6-B498-43B3-948B-1728B52AA6E4}">
                <adec:decorative xmlns:adec="http://schemas.microsoft.com/office/drawing/2017/decorative" val="1"/>
              </a:ext>
            </a:extLst>
          </p:cNvPr>
          <p:cNvSpPr/>
          <p:nvPr userDrawn="1"/>
        </p:nvSpPr>
        <p:spPr>
          <a:xfrm>
            <a:off x="-1" y="896112"/>
            <a:ext cx="9770165" cy="50292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9BA523-EF01-4656-9D54-347E984FD329}"/>
              </a:ext>
            </a:extLst>
          </p:cNvPr>
          <p:cNvSpPr>
            <a:spLocks noGrp="1"/>
          </p:cNvSpPr>
          <p:nvPr>
            <p:ph type="title" hasCustomPrompt="1"/>
          </p:nvPr>
        </p:nvSpPr>
        <p:spPr>
          <a:xfrm>
            <a:off x="1069848" y="914400"/>
            <a:ext cx="3916018" cy="4992624"/>
          </a:xfrm>
        </p:spPr>
        <p:txBody>
          <a:bodyPr/>
          <a:lstStyle/>
          <a:p>
            <a:r>
              <a:rPr lang="en-US" dirty="0"/>
              <a:t>Click to add title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hasCustomPrompt="1"/>
          </p:nvPr>
        </p:nvSpPr>
        <p:spPr>
          <a:xfrm>
            <a:off x="4985865" y="914400"/>
            <a:ext cx="4784298" cy="4992624"/>
          </a:xfrm>
        </p:spPr>
        <p:txBody>
          <a:bodyPr anchor="ctr"/>
          <a:lstStyle>
            <a:lvl1pPr>
              <a:defRPr/>
            </a:lvl1pPr>
            <a:lvl2pPr marL="514350" indent="-285750">
              <a:buFont typeface="Arial" panose="020B0604020202020204" pitchFamily="34" charset="0"/>
              <a:buChar char="•"/>
              <a:defRPr/>
            </a:lvl2pPr>
            <a:lvl3pPr marL="822960">
              <a:defRPr/>
            </a:lvl3pPr>
            <a:lvl4pPr marL="1097280" indent="-285750">
              <a:buFont typeface="Arial" panose="020B0604020202020204" pitchFamily="34" charset="0"/>
              <a:buChar char="•"/>
              <a:defRPr/>
            </a:lvl4pPr>
            <a:lvl5pPr marL="1371600">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4C8B8A27-DF03-4546-BA93-21C967D57E5C}" type="slidenum">
              <a:rPr lang="en-US" smtClean="0"/>
              <a:t>‹#›</a:t>
            </a:fld>
            <a:endParaRPr lang="en-US" dirty="0"/>
          </a:p>
        </p:txBody>
      </p:sp>
      <p:grpSp>
        <p:nvGrpSpPr>
          <p:cNvPr id="5" name="Group 4">
            <a:extLst>
              <a:ext uri="{FF2B5EF4-FFF2-40B4-BE49-F238E27FC236}">
                <a16:creationId xmlns:a16="http://schemas.microsoft.com/office/drawing/2014/main" id="{4A524BA3-05A5-6B79-0847-47B9200CA220}"/>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84A96F87-C96C-5C77-5F19-7E7718B182C0}"/>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9" name="Freeform 10">
              <a:extLst>
                <a:ext uri="{FF2B5EF4-FFF2-40B4-BE49-F238E27FC236}">
                  <a16:creationId xmlns:a16="http://schemas.microsoft.com/office/drawing/2014/main" id="{A72435CD-AEF9-2E9D-2CB8-C32EF59C9257}"/>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5">
              <a:extLst>
                <a:ext uri="{FF2B5EF4-FFF2-40B4-BE49-F238E27FC236}">
                  <a16:creationId xmlns:a16="http://schemas.microsoft.com/office/drawing/2014/main" id="{EE245742-CACD-E9FD-847C-368F946EFB2A}"/>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8">
              <a:extLst>
                <a:ext uri="{FF2B5EF4-FFF2-40B4-BE49-F238E27FC236}">
                  <a16:creationId xmlns:a16="http://schemas.microsoft.com/office/drawing/2014/main" id="{32BB9EC6-01D5-DED4-4BCB-E6E51D3B98B0}"/>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9">
              <a:extLst>
                <a:ext uri="{FF2B5EF4-FFF2-40B4-BE49-F238E27FC236}">
                  <a16:creationId xmlns:a16="http://schemas.microsoft.com/office/drawing/2014/main" id="{DE36C030-58F1-1888-1D47-945FCC95846C}"/>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20">
              <a:extLst>
                <a:ext uri="{FF2B5EF4-FFF2-40B4-BE49-F238E27FC236}">
                  <a16:creationId xmlns:a16="http://schemas.microsoft.com/office/drawing/2014/main" id="{466FDC08-12F1-2CB3-55E5-4223F1217DD5}"/>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2">
              <a:extLst>
                <a:ext uri="{FF2B5EF4-FFF2-40B4-BE49-F238E27FC236}">
                  <a16:creationId xmlns:a16="http://schemas.microsoft.com/office/drawing/2014/main" id="{5E48192E-A210-10FC-64F0-87C12AD695CE}"/>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3">
              <a:extLst>
                <a:ext uri="{FF2B5EF4-FFF2-40B4-BE49-F238E27FC236}">
                  <a16:creationId xmlns:a16="http://schemas.microsoft.com/office/drawing/2014/main" id="{A4D29756-7DDD-363E-DDBA-29F324493701}"/>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6">
              <a:extLst>
                <a:ext uri="{FF2B5EF4-FFF2-40B4-BE49-F238E27FC236}">
                  <a16:creationId xmlns:a16="http://schemas.microsoft.com/office/drawing/2014/main" id="{977AA206-7B0D-630E-2C5B-9550571F990A}"/>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7">
              <a:extLst>
                <a:ext uri="{FF2B5EF4-FFF2-40B4-BE49-F238E27FC236}">
                  <a16:creationId xmlns:a16="http://schemas.microsoft.com/office/drawing/2014/main" id="{C578E452-C96A-4AD6-03EF-7436CFB85BCE}"/>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8">
              <a:extLst>
                <a:ext uri="{FF2B5EF4-FFF2-40B4-BE49-F238E27FC236}">
                  <a16:creationId xmlns:a16="http://schemas.microsoft.com/office/drawing/2014/main" id="{C438EC8D-F884-2CCB-C0B8-F1DFF2933433}"/>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30">
              <a:extLst>
                <a:ext uri="{FF2B5EF4-FFF2-40B4-BE49-F238E27FC236}">
                  <a16:creationId xmlns:a16="http://schemas.microsoft.com/office/drawing/2014/main" id="{BA1C17DB-42EF-C725-6164-123558E5FD4B}"/>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43">
              <a:extLst>
                <a:ext uri="{FF2B5EF4-FFF2-40B4-BE49-F238E27FC236}">
                  <a16:creationId xmlns:a16="http://schemas.microsoft.com/office/drawing/2014/main" id="{06750BBF-690D-5F90-5163-18063ADC2559}"/>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51">
              <a:extLst>
                <a:ext uri="{FF2B5EF4-FFF2-40B4-BE49-F238E27FC236}">
                  <a16:creationId xmlns:a16="http://schemas.microsoft.com/office/drawing/2014/main" id="{89906FC3-98D6-7517-878A-5C26150B3F65}"/>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2">
              <a:extLst>
                <a:ext uri="{FF2B5EF4-FFF2-40B4-BE49-F238E27FC236}">
                  <a16:creationId xmlns:a16="http://schemas.microsoft.com/office/drawing/2014/main" id="{75F49575-E7DD-AE0C-5DF7-E0C73186764E}"/>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3">
              <a:extLst>
                <a:ext uri="{FF2B5EF4-FFF2-40B4-BE49-F238E27FC236}">
                  <a16:creationId xmlns:a16="http://schemas.microsoft.com/office/drawing/2014/main" id="{709045A5-2F7F-92CC-97B8-410B6D7E4D64}"/>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4">
              <a:extLst>
                <a:ext uri="{FF2B5EF4-FFF2-40B4-BE49-F238E27FC236}">
                  <a16:creationId xmlns:a16="http://schemas.microsoft.com/office/drawing/2014/main" id="{703C71CC-B46F-7BBE-90EA-2001D8AD5478}"/>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5">
              <a:extLst>
                <a:ext uri="{FF2B5EF4-FFF2-40B4-BE49-F238E27FC236}">
                  <a16:creationId xmlns:a16="http://schemas.microsoft.com/office/drawing/2014/main" id="{B4C944EE-3B01-2182-831C-BAFA820EA37C}"/>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6">
              <a:extLst>
                <a:ext uri="{FF2B5EF4-FFF2-40B4-BE49-F238E27FC236}">
                  <a16:creationId xmlns:a16="http://schemas.microsoft.com/office/drawing/2014/main" id="{727646B3-834E-594A-5B4B-B217CB5CC951}"/>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7">
              <a:extLst>
                <a:ext uri="{FF2B5EF4-FFF2-40B4-BE49-F238E27FC236}">
                  <a16:creationId xmlns:a16="http://schemas.microsoft.com/office/drawing/2014/main" id="{4098E858-E702-BCEE-34E1-4FB7FCC0384A}"/>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9">
              <a:extLst>
                <a:ext uri="{FF2B5EF4-FFF2-40B4-BE49-F238E27FC236}">
                  <a16:creationId xmlns:a16="http://schemas.microsoft.com/office/drawing/2014/main" id="{1D73C9C0-AEBB-4212-2317-04A443DE6CC0}"/>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60">
              <a:extLst>
                <a:ext uri="{FF2B5EF4-FFF2-40B4-BE49-F238E27FC236}">
                  <a16:creationId xmlns:a16="http://schemas.microsoft.com/office/drawing/2014/main" id="{7A9ADFE8-600D-EC70-1526-70D43721D479}"/>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1">
              <a:extLst>
                <a:ext uri="{FF2B5EF4-FFF2-40B4-BE49-F238E27FC236}">
                  <a16:creationId xmlns:a16="http://schemas.microsoft.com/office/drawing/2014/main" id="{47093F4D-746D-B229-71F1-BBBD2A412DE7}"/>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5">
              <a:extLst>
                <a:ext uri="{FF2B5EF4-FFF2-40B4-BE49-F238E27FC236}">
                  <a16:creationId xmlns:a16="http://schemas.microsoft.com/office/drawing/2014/main" id="{E79385DE-E8DC-D3BD-8F48-2B0EC4A7A4F0}"/>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6">
              <a:extLst>
                <a:ext uri="{FF2B5EF4-FFF2-40B4-BE49-F238E27FC236}">
                  <a16:creationId xmlns:a16="http://schemas.microsoft.com/office/drawing/2014/main" id="{ADB21756-515B-FDA0-F289-99C5BA0AC204}"/>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7">
              <a:extLst>
                <a:ext uri="{FF2B5EF4-FFF2-40B4-BE49-F238E27FC236}">
                  <a16:creationId xmlns:a16="http://schemas.microsoft.com/office/drawing/2014/main" id="{3CA68471-EC31-03E2-FABA-89DF61C95424}"/>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8">
              <a:extLst>
                <a:ext uri="{FF2B5EF4-FFF2-40B4-BE49-F238E27FC236}">
                  <a16:creationId xmlns:a16="http://schemas.microsoft.com/office/drawing/2014/main" id="{4C6DCACC-784C-B8E8-8898-8A3054F7BB17}"/>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9">
              <a:extLst>
                <a:ext uri="{FF2B5EF4-FFF2-40B4-BE49-F238E27FC236}">
                  <a16:creationId xmlns:a16="http://schemas.microsoft.com/office/drawing/2014/main" id="{5142D3E8-23FC-2DE1-4133-445F85F85865}"/>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11">
              <a:extLst>
                <a:ext uri="{FF2B5EF4-FFF2-40B4-BE49-F238E27FC236}">
                  <a16:creationId xmlns:a16="http://schemas.microsoft.com/office/drawing/2014/main" id="{834331B7-F09D-F2F0-D7E6-0EB8C688F7F3}"/>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2">
              <a:extLst>
                <a:ext uri="{FF2B5EF4-FFF2-40B4-BE49-F238E27FC236}">
                  <a16:creationId xmlns:a16="http://schemas.microsoft.com/office/drawing/2014/main" id="{305070D6-F045-EA4D-B977-990FA5AD80A8}"/>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3">
              <a:extLst>
                <a:ext uri="{FF2B5EF4-FFF2-40B4-BE49-F238E27FC236}">
                  <a16:creationId xmlns:a16="http://schemas.microsoft.com/office/drawing/2014/main" id="{9A4AB825-6845-E0D4-F157-1B948E193751}"/>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4">
              <a:extLst>
                <a:ext uri="{FF2B5EF4-FFF2-40B4-BE49-F238E27FC236}">
                  <a16:creationId xmlns:a16="http://schemas.microsoft.com/office/drawing/2014/main" id="{1DC24A75-0693-795A-17CD-2BC189B01B0A}"/>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6">
              <a:extLst>
                <a:ext uri="{FF2B5EF4-FFF2-40B4-BE49-F238E27FC236}">
                  <a16:creationId xmlns:a16="http://schemas.microsoft.com/office/drawing/2014/main" id="{7623FAB8-FD45-2810-775A-D5F12B0C5975}"/>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7">
              <a:extLst>
                <a:ext uri="{FF2B5EF4-FFF2-40B4-BE49-F238E27FC236}">
                  <a16:creationId xmlns:a16="http://schemas.microsoft.com/office/drawing/2014/main" id="{AFB53E66-FB09-7C3D-5E42-BA4B99CBF4DE}"/>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21">
              <a:extLst>
                <a:ext uri="{FF2B5EF4-FFF2-40B4-BE49-F238E27FC236}">
                  <a16:creationId xmlns:a16="http://schemas.microsoft.com/office/drawing/2014/main" id="{C0748BCE-826C-3D38-4EA4-53C9E7ECCA74}"/>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5">
              <a:extLst>
                <a:ext uri="{FF2B5EF4-FFF2-40B4-BE49-F238E27FC236}">
                  <a16:creationId xmlns:a16="http://schemas.microsoft.com/office/drawing/2014/main" id="{E3088280-5A11-FEE1-C425-5F9B91385661}"/>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9">
              <a:extLst>
                <a:ext uri="{FF2B5EF4-FFF2-40B4-BE49-F238E27FC236}">
                  <a16:creationId xmlns:a16="http://schemas.microsoft.com/office/drawing/2014/main" id="{7C801BDC-004A-68E7-856A-D681506B7733}"/>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31">
              <a:extLst>
                <a:ext uri="{FF2B5EF4-FFF2-40B4-BE49-F238E27FC236}">
                  <a16:creationId xmlns:a16="http://schemas.microsoft.com/office/drawing/2014/main" id="{0BDA8CC8-E51E-5BF7-CBC2-B60291A802FE}"/>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2">
              <a:extLst>
                <a:ext uri="{FF2B5EF4-FFF2-40B4-BE49-F238E27FC236}">
                  <a16:creationId xmlns:a16="http://schemas.microsoft.com/office/drawing/2014/main" id="{3B0B61F7-5A35-A15E-6E4B-6D6A298FFA5E}"/>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3">
              <a:extLst>
                <a:ext uri="{FF2B5EF4-FFF2-40B4-BE49-F238E27FC236}">
                  <a16:creationId xmlns:a16="http://schemas.microsoft.com/office/drawing/2014/main" id="{81D6A465-F994-20E5-49E8-175597AD68B2}"/>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4">
              <a:extLst>
                <a:ext uri="{FF2B5EF4-FFF2-40B4-BE49-F238E27FC236}">
                  <a16:creationId xmlns:a16="http://schemas.microsoft.com/office/drawing/2014/main" id="{D75A0419-EF75-A155-9681-652E6B346EA9}"/>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5">
              <a:extLst>
                <a:ext uri="{FF2B5EF4-FFF2-40B4-BE49-F238E27FC236}">
                  <a16:creationId xmlns:a16="http://schemas.microsoft.com/office/drawing/2014/main" id="{45DD044E-FBD8-59A7-C0A4-1B4C0C42510D}"/>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6">
              <a:extLst>
                <a:ext uri="{FF2B5EF4-FFF2-40B4-BE49-F238E27FC236}">
                  <a16:creationId xmlns:a16="http://schemas.microsoft.com/office/drawing/2014/main" id="{ED7D8618-6C65-EAFD-D6C9-9BDCFD912A6C}"/>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7">
              <a:extLst>
                <a:ext uri="{FF2B5EF4-FFF2-40B4-BE49-F238E27FC236}">
                  <a16:creationId xmlns:a16="http://schemas.microsoft.com/office/drawing/2014/main" id="{80EC0767-4417-DE89-BD3D-00D457589FCD}"/>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8">
              <a:extLst>
                <a:ext uri="{FF2B5EF4-FFF2-40B4-BE49-F238E27FC236}">
                  <a16:creationId xmlns:a16="http://schemas.microsoft.com/office/drawing/2014/main" id="{9ECD19A6-4F3F-15B6-5735-411CA65BA36C}"/>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9">
              <a:extLst>
                <a:ext uri="{FF2B5EF4-FFF2-40B4-BE49-F238E27FC236}">
                  <a16:creationId xmlns:a16="http://schemas.microsoft.com/office/drawing/2014/main" id="{812AA157-A92D-EA70-8BFE-88D61D0C1E14}"/>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40">
              <a:extLst>
                <a:ext uri="{FF2B5EF4-FFF2-40B4-BE49-F238E27FC236}">
                  <a16:creationId xmlns:a16="http://schemas.microsoft.com/office/drawing/2014/main" id="{6B31E4CC-E710-8892-2E71-34DC876F6512}"/>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1">
              <a:extLst>
                <a:ext uri="{FF2B5EF4-FFF2-40B4-BE49-F238E27FC236}">
                  <a16:creationId xmlns:a16="http://schemas.microsoft.com/office/drawing/2014/main" id="{85E5200A-6950-CF88-4242-8FD3D625DEA5}"/>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2">
              <a:extLst>
                <a:ext uri="{FF2B5EF4-FFF2-40B4-BE49-F238E27FC236}">
                  <a16:creationId xmlns:a16="http://schemas.microsoft.com/office/drawing/2014/main" id="{CA54D161-9EF8-78DF-1B0A-4766817848FC}"/>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4">
              <a:extLst>
                <a:ext uri="{FF2B5EF4-FFF2-40B4-BE49-F238E27FC236}">
                  <a16:creationId xmlns:a16="http://schemas.microsoft.com/office/drawing/2014/main" id="{C64272B3-20CB-3F91-8A8F-595CFB252B07}"/>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5">
              <a:extLst>
                <a:ext uri="{FF2B5EF4-FFF2-40B4-BE49-F238E27FC236}">
                  <a16:creationId xmlns:a16="http://schemas.microsoft.com/office/drawing/2014/main" id="{4E27BC89-3702-B5D8-FF7A-2A9DC0C0EC12}"/>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6">
              <a:extLst>
                <a:ext uri="{FF2B5EF4-FFF2-40B4-BE49-F238E27FC236}">
                  <a16:creationId xmlns:a16="http://schemas.microsoft.com/office/drawing/2014/main" id="{83653270-5B66-5986-EFCD-119B007A9B56}"/>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7">
              <a:extLst>
                <a:ext uri="{FF2B5EF4-FFF2-40B4-BE49-F238E27FC236}">
                  <a16:creationId xmlns:a16="http://schemas.microsoft.com/office/drawing/2014/main" id="{F3BF5718-BDC9-840C-4E9A-1D89A5934ADF}"/>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8">
              <a:extLst>
                <a:ext uri="{FF2B5EF4-FFF2-40B4-BE49-F238E27FC236}">
                  <a16:creationId xmlns:a16="http://schemas.microsoft.com/office/drawing/2014/main" id="{C228B2C6-09B9-0197-99EA-39EC047DF7BD}"/>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9">
              <a:extLst>
                <a:ext uri="{FF2B5EF4-FFF2-40B4-BE49-F238E27FC236}">
                  <a16:creationId xmlns:a16="http://schemas.microsoft.com/office/drawing/2014/main" id="{57C6648C-C0B4-BD17-D230-91DE452DAB11}"/>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8">
              <a:extLst>
                <a:ext uri="{FF2B5EF4-FFF2-40B4-BE49-F238E27FC236}">
                  <a16:creationId xmlns:a16="http://schemas.microsoft.com/office/drawing/2014/main" id="{9AC9B6FA-998F-B567-2F39-781F57ACA705}"/>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106">
              <a:extLst>
                <a:ext uri="{FF2B5EF4-FFF2-40B4-BE49-F238E27FC236}">
                  <a16:creationId xmlns:a16="http://schemas.microsoft.com/office/drawing/2014/main" id="{42B138FE-612F-3B50-AB2F-C13E6E2A8758}"/>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Tree>
    <p:extLst>
      <p:ext uri="{BB962C8B-B14F-4D97-AF65-F5344CB8AC3E}">
        <p14:creationId xmlns:p14="http://schemas.microsoft.com/office/powerpoint/2010/main" val="1389555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A523-EF01-4656-9D54-347E984FD329}"/>
              </a:ext>
            </a:extLst>
          </p:cNvPr>
          <p:cNvSpPr>
            <a:spLocks noGrp="1"/>
          </p:cNvSpPr>
          <p:nvPr>
            <p:ph type="title" hasCustomPrompt="1"/>
          </p:nvPr>
        </p:nvSpPr>
        <p:spPr>
          <a:xfrm>
            <a:off x="1069848" y="453497"/>
            <a:ext cx="7323472" cy="1447380"/>
          </a:xfrm>
        </p:spPr>
        <p:txBody>
          <a:bodyPr>
            <a:normAutofit/>
          </a:bodyPr>
          <a:lstStyle>
            <a:lvl1pPr>
              <a:defRPr sz="3200"/>
            </a:lvl1pPr>
          </a:lstStyle>
          <a:p>
            <a:r>
              <a:rPr lang="en-US" dirty="0"/>
              <a:t>Click to add title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hasCustomPrompt="1"/>
          </p:nvPr>
        </p:nvSpPr>
        <p:spPr>
          <a:xfrm>
            <a:off x="1069847" y="1970360"/>
            <a:ext cx="7323473" cy="3936663"/>
          </a:xfrm>
        </p:spPr>
        <p:txBody>
          <a:bodyPr anchor="t">
            <a:normAutofit/>
          </a:bodyPr>
          <a:lstStyle>
            <a:lvl1pPr marL="0" indent="0">
              <a:lnSpc>
                <a:spcPct val="140000"/>
              </a:lnSpc>
              <a:spcBef>
                <a:spcPts val="1000"/>
              </a:spcBef>
              <a:buNone/>
              <a:defRPr sz="1800"/>
            </a:lvl1pPr>
            <a:lvl2pPr marL="514350" indent="-285750">
              <a:lnSpc>
                <a:spcPct val="140000"/>
              </a:lnSpc>
              <a:spcBef>
                <a:spcPts val="1000"/>
              </a:spcBef>
              <a:buFont typeface="Arial" panose="020B0604020202020204" pitchFamily="34" charset="0"/>
              <a:buChar char="•"/>
              <a:defRPr sz="1600"/>
            </a:lvl2pPr>
            <a:lvl3pPr marL="822960" indent="-285750">
              <a:lnSpc>
                <a:spcPct val="140000"/>
              </a:lnSpc>
              <a:spcBef>
                <a:spcPts val="1000"/>
              </a:spcBef>
              <a:buFont typeface="Arial" panose="020B0604020202020204" pitchFamily="34" charset="0"/>
              <a:buChar char="•"/>
              <a:defRPr sz="1400"/>
            </a:lvl3pPr>
            <a:lvl4pPr marL="1097280" indent="-171450">
              <a:lnSpc>
                <a:spcPct val="140000"/>
              </a:lnSpc>
              <a:spcBef>
                <a:spcPts val="1000"/>
              </a:spcBef>
              <a:buFont typeface="Arial" panose="020B0604020202020204" pitchFamily="34" charset="0"/>
              <a:buChar char="•"/>
              <a:defRPr sz="1200"/>
            </a:lvl4pPr>
            <a:lvl5pPr marL="1371600" indent="-171450">
              <a:lnSpc>
                <a:spcPct val="140000"/>
              </a:lnSpc>
              <a:spcBef>
                <a:spcPts val="1000"/>
              </a:spcBef>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Footer Placeholder 4">
            <a:extLst>
              <a:ext uri="{FF2B5EF4-FFF2-40B4-BE49-F238E27FC236}">
                <a16:creationId xmlns:a16="http://schemas.microsoft.com/office/drawing/2014/main" id="{85E76BAB-D3E2-7A86-4382-6897A8FDDAC1}"/>
              </a:ext>
            </a:extLst>
          </p:cNvPr>
          <p:cNvSpPr>
            <a:spLocks noGrp="1"/>
          </p:cNvSpPr>
          <p:nvPr>
            <p:ph type="ftr" sz="quarter" idx="11"/>
          </p:nvPr>
        </p:nvSpPr>
        <p:spPr>
          <a:xfrm rot="5400000">
            <a:off x="-1754871" y="2093199"/>
            <a:ext cx="4157472" cy="416082"/>
          </a:xfrm>
        </p:spPr>
        <p:txBody>
          <a:bodyPr/>
          <a:lstStyle/>
          <a:p>
            <a:endParaRPr lang="en-US" dirty="0"/>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4C8B8A27-DF03-4546-BA93-21C967D57E5C}" type="slidenum">
              <a:rPr lang="en-US" smtClean="0"/>
              <a:t>‹#›</a:t>
            </a:fld>
            <a:endParaRPr lang="en-US" dirty="0"/>
          </a:p>
        </p:txBody>
      </p:sp>
      <p:grpSp>
        <p:nvGrpSpPr>
          <p:cNvPr id="5" name="Group 4">
            <a:extLst>
              <a:ext uri="{FF2B5EF4-FFF2-40B4-BE49-F238E27FC236}">
                <a16:creationId xmlns:a16="http://schemas.microsoft.com/office/drawing/2014/main" id="{715C76E7-AB26-88E2-D65E-2E3C77D66F65}"/>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A7F12763-35ED-ABA1-B1B9-ECA0300EC7B2}"/>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9" name="Freeform 10">
              <a:extLst>
                <a:ext uri="{FF2B5EF4-FFF2-40B4-BE49-F238E27FC236}">
                  <a16:creationId xmlns:a16="http://schemas.microsoft.com/office/drawing/2014/main" id="{428C6819-E6F6-EC0A-3915-2210ED5FD5CB}"/>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5">
              <a:extLst>
                <a:ext uri="{FF2B5EF4-FFF2-40B4-BE49-F238E27FC236}">
                  <a16:creationId xmlns:a16="http://schemas.microsoft.com/office/drawing/2014/main" id="{D35D55BE-4E02-8709-08CD-DCDF028896A6}"/>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8">
              <a:extLst>
                <a:ext uri="{FF2B5EF4-FFF2-40B4-BE49-F238E27FC236}">
                  <a16:creationId xmlns:a16="http://schemas.microsoft.com/office/drawing/2014/main" id="{9B00E110-F53B-CB17-400D-884883FAD259}"/>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9">
              <a:extLst>
                <a:ext uri="{FF2B5EF4-FFF2-40B4-BE49-F238E27FC236}">
                  <a16:creationId xmlns:a16="http://schemas.microsoft.com/office/drawing/2014/main" id="{AFD5A261-446E-BFC4-FC12-80FDF4169D7A}"/>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20">
              <a:extLst>
                <a:ext uri="{FF2B5EF4-FFF2-40B4-BE49-F238E27FC236}">
                  <a16:creationId xmlns:a16="http://schemas.microsoft.com/office/drawing/2014/main" id="{B6FED30E-9001-44A0-E5C7-E032D0F3DCAA}"/>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2">
              <a:extLst>
                <a:ext uri="{FF2B5EF4-FFF2-40B4-BE49-F238E27FC236}">
                  <a16:creationId xmlns:a16="http://schemas.microsoft.com/office/drawing/2014/main" id="{F26FDAFD-9C45-1171-4C16-15BF244630EC}"/>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3">
              <a:extLst>
                <a:ext uri="{FF2B5EF4-FFF2-40B4-BE49-F238E27FC236}">
                  <a16:creationId xmlns:a16="http://schemas.microsoft.com/office/drawing/2014/main" id="{FE69A4E5-9E23-CC9D-7DFE-C1AF1DE799E1}"/>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6">
              <a:extLst>
                <a:ext uri="{FF2B5EF4-FFF2-40B4-BE49-F238E27FC236}">
                  <a16:creationId xmlns:a16="http://schemas.microsoft.com/office/drawing/2014/main" id="{43086FAB-AC19-CDF5-6420-B753EA91CCA3}"/>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7">
              <a:extLst>
                <a:ext uri="{FF2B5EF4-FFF2-40B4-BE49-F238E27FC236}">
                  <a16:creationId xmlns:a16="http://schemas.microsoft.com/office/drawing/2014/main" id="{1CE06729-10BE-4FF7-7378-D0839A5B2902}"/>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8">
              <a:extLst>
                <a:ext uri="{FF2B5EF4-FFF2-40B4-BE49-F238E27FC236}">
                  <a16:creationId xmlns:a16="http://schemas.microsoft.com/office/drawing/2014/main" id="{3C0E85AE-019E-239F-3641-132EE0869762}"/>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30">
              <a:extLst>
                <a:ext uri="{FF2B5EF4-FFF2-40B4-BE49-F238E27FC236}">
                  <a16:creationId xmlns:a16="http://schemas.microsoft.com/office/drawing/2014/main" id="{27436FA2-8F0F-0124-E6EA-C19287C4FC0C}"/>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43">
              <a:extLst>
                <a:ext uri="{FF2B5EF4-FFF2-40B4-BE49-F238E27FC236}">
                  <a16:creationId xmlns:a16="http://schemas.microsoft.com/office/drawing/2014/main" id="{257506A8-2AF8-FD30-07C5-A8B673B4FB3D}"/>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51">
              <a:extLst>
                <a:ext uri="{FF2B5EF4-FFF2-40B4-BE49-F238E27FC236}">
                  <a16:creationId xmlns:a16="http://schemas.microsoft.com/office/drawing/2014/main" id="{AC15BD99-2D70-3136-347B-31CD7D03DC8E}"/>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2">
              <a:extLst>
                <a:ext uri="{FF2B5EF4-FFF2-40B4-BE49-F238E27FC236}">
                  <a16:creationId xmlns:a16="http://schemas.microsoft.com/office/drawing/2014/main" id="{B67F2992-4C5D-965F-7EA2-7A62C5AB60E7}"/>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3">
              <a:extLst>
                <a:ext uri="{FF2B5EF4-FFF2-40B4-BE49-F238E27FC236}">
                  <a16:creationId xmlns:a16="http://schemas.microsoft.com/office/drawing/2014/main" id="{68E6C9D5-7A68-0715-7E5B-B00F2322209B}"/>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4">
              <a:extLst>
                <a:ext uri="{FF2B5EF4-FFF2-40B4-BE49-F238E27FC236}">
                  <a16:creationId xmlns:a16="http://schemas.microsoft.com/office/drawing/2014/main" id="{A5762283-7319-03B2-6625-12FB72339F9B}"/>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5">
              <a:extLst>
                <a:ext uri="{FF2B5EF4-FFF2-40B4-BE49-F238E27FC236}">
                  <a16:creationId xmlns:a16="http://schemas.microsoft.com/office/drawing/2014/main" id="{71B8ED3D-B51C-BE7D-804A-BEA721B80F38}"/>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6">
              <a:extLst>
                <a:ext uri="{FF2B5EF4-FFF2-40B4-BE49-F238E27FC236}">
                  <a16:creationId xmlns:a16="http://schemas.microsoft.com/office/drawing/2014/main" id="{900799BD-6359-DC82-2EE9-5C17C30156DC}"/>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7">
              <a:extLst>
                <a:ext uri="{FF2B5EF4-FFF2-40B4-BE49-F238E27FC236}">
                  <a16:creationId xmlns:a16="http://schemas.microsoft.com/office/drawing/2014/main" id="{1C980C29-373A-1E8A-06EA-4EC3DEB1CEDE}"/>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9">
              <a:extLst>
                <a:ext uri="{FF2B5EF4-FFF2-40B4-BE49-F238E27FC236}">
                  <a16:creationId xmlns:a16="http://schemas.microsoft.com/office/drawing/2014/main" id="{7551F4D8-61F0-8E45-0F0A-5353AD199275}"/>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60">
              <a:extLst>
                <a:ext uri="{FF2B5EF4-FFF2-40B4-BE49-F238E27FC236}">
                  <a16:creationId xmlns:a16="http://schemas.microsoft.com/office/drawing/2014/main" id="{95280895-3875-4458-0CFD-6E7F91E4B1B9}"/>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1">
              <a:extLst>
                <a:ext uri="{FF2B5EF4-FFF2-40B4-BE49-F238E27FC236}">
                  <a16:creationId xmlns:a16="http://schemas.microsoft.com/office/drawing/2014/main" id="{C447D48F-E082-2C64-AACC-5F1576670B8E}"/>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5">
              <a:extLst>
                <a:ext uri="{FF2B5EF4-FFF2-40B4-BE49-F238E27FC236}">
                  <a16:creationId xmlns:a16="http://schemas.microsoft.com/office/drawing/2014/main" id="{45386F34-1F3F-7822-9E58-F69B57DAD5EF}"/>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6">
              <a:extLst>
                <a:ext uri="{FF2B5EF4-FFF2-40B4-BE49-F238E27FC236}">
                  <a16:creationId xmlns:a16="http://schemas.microsoft.com/office/drawing/2014/main" id="{714F5E2C-ADCA-B188-9558-A8C41DACCA34}"/>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7">
              <a:extLst>
                <a:ext uri="{FF2B5EF4-FFF2-40B4-BE49-F238E27FC236}">
                  <a16:creationId xmlns:a16="http://schemas.microsoft.com/office/drawing/2014/main" id="{7904DF4A-7F05-9B74-762F-750A11C26080}"/>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8">
              <a:extLst>
                <a:ext uri="{FF2B5EF4-FFF2-40B4-BE49-F238E27FC236}">
                  <a16:creationId xmlns:a16="http://schemas.microsoft.com/office/drawing/2014/main" id="{22FA525D-7C59-B943-0521-9341A78CD45D}"/>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9">
              <a:extLst>
                <a:ext uri="{FF2B5EF4-FFF2-40B4-BE49-F238E27FC236}">
                  <a16:creationId xmlns:a16="http://schemas.microsoft.com/office/drawing/2014/main" id="{AD48A9A0-6DB2-78B2-B64A-ACF109E50C20}"/>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11">
              <a:extLst>
                <a:ext uri="{FF2B5EF4-FFF2-40B4-BE49-F238E27FC236}">
                  <a16:creationId xmlns:a16="http://schemas.microsoft.com/office/drawing/2014/main" id="{241CCA94-4C69-C42C-63CF-26A8A45BE6A1}"/>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2">
              <a:extLst>
                <a:ext uri="{FF2B5EF4-FFF2-40B4-BE49-F238E27FC236}">
                  <a16:creationId xmlns:a16="http://schemas.microsoft.com/office/drawing/2014/main" id="{2C65A2DC-4AC0-1BAA-B531-78961040F615}"/>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3">
              <a:extLst>
                <a:ext uri="{FF2B5EF4-FFF2-40B4-BE49-F238E27FC236}">
                  <a16:creationId xmlns:a16="http://schemas.microsoft.com/office/drawing/2014/main" id="{06F81422-C9FD-27B8-4FD6-B1F44C74BE8C}"/>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4">
              <a:extLst>
                <a:ext uri="{FF2B5EF4-FFF2-40B4-BE49-F238E27FC236}">
                  <a16:creationId xmlns:a16="http://schemas.microsoft.com/office/drawing/2014/main" id="{6BD26277-6152-C324-088E-7147EFBC3C27}"/>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6">
              <a:extLst>
                <a:ext uri="{FF2B5EF4-FFF2-40B4-BE49-F238E27FC236}">
                  <a16:creationId xmlns:a16="http://schemas.microsoft.com/office/drawing/2014/main" id="{84133AE4-D5B2-6E80-0D7F-5E4A58260BFD}"/>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7">
              <a:extLst>
                <a:ext uri="{FF2B5EF4-FFF2-40B4-BE49-F238E27FC236}">
                  <a16:creationId xmlns:a16="http://schemas.microsoft.com/office/drawing/2014/main" id="{119C911C-0392-118F-BC19-A1D54BDD3530}"/>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21">
              <a:extLst>
                <a:ext uri="{FF2B5EF4-FFF2-40B4-BE49-F238E27FC236}">
                  <a16:creationId xmlns:a16="http://schemas.microsoft.com/office/drawing/2014/main" id="{3C640776-EA30-99EB-34B0-58B773C47207}"/>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5">
              <a:extLst>
                <a:ext uri="{FF2B5EF4-FFF2-40B4-BE49-F238E27FC236}">
                  <a16:creationId xmlns:a16="http://schemas.microsoft.com/office/drawing/2014/main" id="{BB4FF007-C784-E1F8-AB7E-408FB7A39470}"/>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9">
              <a:extLst>
                <a:ext uri="{FF2B5EF4-FFF2-40B4-BE49-F238E27FC236}">
                  <a16:creationId xmlns:a16="http://schemas.microsoft.com/office/drawing/2014/main" id="{22B235A3-3685-6CD1-96A0-C8512B09C6A2}"/>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31">
              <a:extLst>
                <a:ext uri="{FF2B5EF4-FFF2-40B4-BE49-F238E27FC236}">
                  <a16:creationId xmlns:a16="http://schemas.microsoft.com/office/drawing/2014/main" id="{74119689-F1DD-1031-494F-BCD12EBFB62B}"/>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2">
              <a:extLst>
                <a:ext uri="{FF2B5EF4-FFF2-40B4-BE49-F238E27FC236}">
                  <a16:creationId xmlns:a16="http://schemas.microsoft.com/office/drawing/2014/main" id="{DC996F45-62C2-BF42-C97C-66EDDDE35ACC}"/>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3">
              <a:extLst>
                <a:ext uri="{FF2B5EF4-FFF2-40B4-BE49-F238E27FC236}">
                  <a16:creationId xmlns:a16="http://schemas.microsoft.com/office/drawing/2014/main" id="{101F6153-4534-B78A-D1DF-449F4099ECF0}"/>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4">
              <a:extLst>
                <a:ext uri="{FF2B5EF4-FFF2-40B4-BE49-F238E27FC236}">
                  <a16:creationId xmlns:a16="http://schemas.microsoft.com/office/drawing/2014/main" id="{54F228F9-4FB8-EB4C-943C-EF2F72FD8697}"/>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5">
              <a:extLst>
                <a:ext uri="{FF2B5EF4-FFF2-40B4-BE49-F238E27FC236}">
                  <a16:creationId xmlns:a16="http://schemas.microsoft.com/office/drawing/2014/main" id="{7709A6A7-E82C-3874-6F67-4271840CC89F}"/>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6">
              <a:extLst>
                <a:ext uri="{FF2B5EF4-FFF2-40B4-BE49-F238E27FC236}">
                  <a16:creationId xmlns:a16="http://schemas.microsoft.com/office/drawing/2014/main" id="{19F404EE-0BE6-27BC-AF9D-66B038678DCE}"/>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7">
              <a:extLst>
                <a:ext uri="{FF2B5EF4-FFF2-40B4-BE49-F238E27FC236}">
                  <a16:creationId xmlns:a16="http://schemas.microsoft.com/office/drawing/2014/main" id="{FC6D8B1A-C7A0-8524-DBD7-1E660072B23B}"/>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8">
              <a:extLst>
                <a:ext uri="{FF2B5EF4-FFF2-40B4-BE49-F238E27FC236}">
                  <a16:creationId xmlns:a16="http://schemas.microsoft.com/office/drawing/2014/main" id="{4BEBEA83-1067-1C49-2A3B-E81B2F0C019D}"/>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9">
              <a:extLst>
                <a:ext uri="{FF2B5EF4-FFF2-40B4-BE49-F238E27FC236}">
                  <a16:creationId xmlns:a16="http://schemas.microsoft.com/office/drawing/2014/main" id="{9397A70A-C9D2-C401-46FC-9BA1C496F300}"/>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40">
              <a:extLst>
                <a:ext uri="{FF2B5EF4-FFF2-40B4-BE49-F238E27FC236}">
                  <a16:creationId xmlns:a16="http://schemas.microsoft.com/office/drawing/2014/main" id="{F8CC25E1-6B15-151C-DDD2-8BD3BB16FDDF}"/>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1">
              <a:extLst>
                <a:ext uri="{FF2B5EF4-FFF2-40B4-BE49-F238E27FC236}">
                  <a16:creationId xmlns:a16="http://schemas.microsoft.com/office/drawing/2014/main" id="{B5B94F62-E440-38E1-2CEB-8A1FD1E7D90B}"/>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2">
              <a:extLst>
                <a:ext uri="{FF2B5EF4-FFF2-40B4-BE49-F238E27FC236}">
                  <a16:creationId xmlns:a16="http://schemas.microsoft.com/office/drawing/2014/main" id="{A9D624A1-73EF-8770-3F92-424BA9102B59}"/>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4">
              <a:extLst>
                <a:ext uri="{FF2B5EF4-FFF2-40B4-BE49-F238E27FC236}">
                  <a16:creationId xmlns:a16="http://schemas.microsoft.com/office/drawing/2014/main" id="{55546E28-143B-34C1-D433-58DCFC45F2E4}"/>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5">
              <a:extLst>
                <a:ext uri="{FF2B5EF4-FFF2-40B4-BE49-F238E27FC236}">
                  <a16:creationId xmlns:a16="http://schemas.microsoft.com/office/drawing/2014/main" id="{934F6794-119F-9752-BB33-B4F1A8E8C89D}"/>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6">
              <a:extLst>
                <a:ext uri="{FF2B5EF4-FFF2-40B4-BE49-F238E27FC236}">
                  <a16:creationId xmlns:a16="http://schemas.microsoft.com/office/drawing/2014/main" id="{0B857804-1586-3CCB-DAF2-3D8D354DFF0A}"/>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7">
              <a:extLst>
                <a:ext uri="{FF2B5EF4-FFF2-40B4-BE49-F238E27FC236}">
                  <a16:creationId xmlns:a16="http://schemas.microsoft.com/office/drawing/2014/main" id="{9BD61CB3-B187-0EC3-F40B-8AB7EAA944B4}"/>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8">
              <a:extLst>
                <a:ext uri="{FF2B5EF4-FFF2-40B4-BE49-F238E27FC236}">
                  <a16:creationId xmlns:a16="http://schemas.microsoft.com/office/drawing/2014/main" id="{FD9AB2F0-7CDD-02F1-691B-A543428F7193}"/>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9">
              <a:extLst>
                <a:ext uri="{FF2B5EF4-FFF2-40B4-BE49-F238E27FC236}">
                  <a16:creationId xmlns:a16="http://schemas.microsoft.com/office/drawing/2014/main" id="{EDA7792B-F38C-0154-799B-77FA3D92A306}"/>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8">
              <a:extLst>
                <a:ext uri="{FF2B5EF4-FFF2-40B4-BE49-F238E27FC236}">
                  <a16:creationId xmlns:a16="http://schemas.microsoft.com/office/drawing/2014/main" id="{5DA82296-4D29-F99E-333B-17CEEFB8D478}"/>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106">
              <a:extLst>
                <a:ext uri="{FF2B5EF4-FFF2-40B4-BE49-F238E27FC236}">
                  <a16:creationId xmlns:a16="http://schemas.microsoft.com/office/drawing/2014/main" id="{55822684-7F5E-BD3C-0320-626C1FBC82E8}"/>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Tree>
    <p:extLst>
      <p:ext uri="{BB962C8B-B14F-4D97-AF65-F5344CB8AC3E}">
        <p14:creationId xmlns:p14="http://schemas.microsoft.com/office/powerpoint/2010/main" val="1777368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hasCustomPrompt="1"/>
          </p:nvPr>
        </p:nvSpPr>
        <p:spPr>
          <a:xfrm>
            <a:off x="1069848" y="801512"/>
            <a:ext cx="9634011" cy="1325563"/>
          </a:xfrm>
        </p:spPr>
        <p:txBody>
          <a:bodyPr/>
          <a:lstStyle/>
          <a:p>
            <a:r>
              <a:rPr lang="en-US" dirty="0"/>
              <a:t>Click to add title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hasCustomPrompt="1"/>
          </p:nvPr>
        </p:nvSpPr>
        <p:spPr>
          <a:xfrm>
            <a:off x="1069848" y="2143673"/>
            <a:ext cx="4684057"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Content Placeholder 2">
            <a:extLst>
              <a:ext uri="{FF2B5EF4-FFF2-40B4-BE49-F238E27FC236}">
                <a16:creationId xmlns:a16="http://schemas.microsoft.com/office/drawing/2014/main" id="{97A8CAF3-1FAE-7FBA-8C38-DD5DD84D6715}"/>
              </a:ext>
            </a:extLst>
          </p:cNvPr>
          <p:cNvSpPr>
            <a:spLocks noGrp="1"/>
          </p:cNvSpPr>
          <p:nvPr>
            <p:ph sz="half" idx="15" hasCustomPrompt="1"/>
          </p:nvPr>
        </p:nvSpPr>
        <p:spPr>
          <a:xfrm>
            <a:off x="6011715" y="2143673"/>
            <a:ext cx="4684058"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r>
              <a:rPr lang="en-US"/>
              <a:t>20XX</a:t>
            </a:r>
            <a:endParaRPr lang="en-US" dirty="0"/>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4C8B8A27-DF03-4546-BA93-21C967D57E5C}" type="slidenum">
              <a:rPr lang="en-US" smtClean="0"/>
              <a:t>‹#›</a:t>
            </a:fld>
            <a:endParaRPr lang="en-US" dirty="0"/>
          </a:p>
        </p:txBody>
      </p:sp>
      <p:grpSp>
        <p:nvGrpSpPr>
          <p:cNvPr id="8" name="Group 7">
            <a:extLst>
              <a:ext uri="{FF2B5EF4-FFF2-40B4-BE49-F238E27FC236}">
                <a16:creationId xmlns:a16="http://schemas.microsoft.com/office/drawing/2014/main" id="{A33A6790-1898-D0E8-7B31-AD25D4EFDCB0}"/>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9" name="Freeform 8">
              <a:extLst>
                <a:ext uri="{FF2B5EF4-FFF2-40B4-BE49-F238E27FC236}">
                  <a16:creationId xmlns:a16="http://schemas.microsoft.com/office/drawing/2014/main" id="{CA3301F6-357C-5106-46EF-5B3EE247274E}"/>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0">
              <a:extLst>
                <a:ext uri="{FF2B5EF4-FFF2-40B4-BE49-F238E27FC236}">
                  <a16:creationId xmlns:a16="http://schemas.microsoft.com/office/drawing/2014/main" id="{AE124881-486A-F813-ACF9-2E3BA46757F2}"/>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5">
              <a:extLst>
                <a:ext uri="{FF2B5EF4-FFF2-40B4-BE49-F238E27FC236}">
                  <a16:creationId xmlns:a16="http://schemas.microsoft.com/office/drawing/2014/main" id="{D56BC477-EB03-A424-595E-524F37BACD1E}"/>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8">
              <a:extLst>
                <a:ext uri="{FF2B5EF4-FFF2-40B4-BE49-F238E27FC236}">
                  <a16:creationId xmlns:a16="http://schemas.microsoft.com/office/drawing/2014/main" id="{565AB45C-D1A6-A17A-C542-772BA1552841}"/>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19">
              <a:extLst>
                <a:ext uri="{FF2B5EF4-FFF2-40B4-BE49-F238E27FC236}">
                  <a16:creationId xmlns:a16="http://schemas.microsoft.com/office/drawing/2014/main" id="{D904BB6C-F5ED-8DFF-B036-110F2FC279CB}"/>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0">
              <a:extLst>
                <a:ext uri="{FF2B5EF4-FFF2-40B4-BE49-F238E27FC236}">
                  <a16:creationId xmlns:a16="http://schemas.microsoft.com/office/drawing/2014/main" id="{10ABD89C-73EF-B477-CA65-3CEF324B3DED}"/>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2">
              <a:extLst>
                <a:ext uri="{FF2B5EF4-FFF2-40B4-BE49-F238E27FC236}">
                  <a16:creationId xmlns:a16="http://schemas.microsoft.com/office/drawing/2014/main" id="{48FDE29B-5BCF-C62A-C08D-D928FC3EE358}"/>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3">
              <a:extLst>
                <a:ext uri="{FF2B5EF4-FFF2-40B4-BE49-F238E27FC236}">
                  <a16:creationId xmlns:a16="http://schemas.microsoft.com/office/drawing/2014/main" id="{775983CB-8642-6BD6-7AB3-50A9A9AD92AF}"/>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6">
              <a:extLst>
                <a:ext uri="{FF2B5EF4-FFF2-40B4-BE49-F238E27FC236}">
                  <a16:creationId xmlns:a16="http://schemas.microsoft.com/office/drawing/2014/main" id="{A3354114-7269-0363-2CED-1CBD99F46BDC}"/>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7">
              <a:extLst>
                <a:ext uri="{FF2B5EF4-FFF2-40B4-BE49-F238E27FC236}">
                  <a16:creationId xmlns:a16="http://schemas.microsoft.com/office/drawing/2014/main" id="{E90B578C-D745-4EDF-18BE-19B672C69F25}"/>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28">
              <a:extLst>
                <a:ext uri="{FF2B5EF4-FFF2-40B4-BE49-F238E27FC236}">
                  <a16:creationId xmlns:a16="http://schemas.microsoft.com/office/drawing/2014/main" id="{17AE01C5-F175-014A-0C35-EFB9D35F5546}"/>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30">
              <a:extLst>
                <a:ext uri="{FF2B5EF4-FFF2-40B4-BE49-F238E27FC236}">
                  <a16:creationId xmlns:a16="http://schemas.microsoft.com/office/drawing/2014/main" id="{27109D35-0D40-2193-86CF-CA7B1EA02FBE}"/>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43">
              <a:extLst>
                <a:ext uri="{FF2B5EF4-FFF2-40B4-BE49-F238E27FC236}">
                  <a16:creationId xmlns:a16="http://schemas.microsoft.com/office/drawing/2014/main" id="{B3B0E61F-39CA-C638-E586-3169904346CC}"/>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1">
              <a:extLst>
                <a:ext uri="{FF2B5EF4-FFF2-40B4-BE49-F238E27FC236}">
                  <a16:creationId xmlns:a16="http://schemas.microsoft.com/office/drawing/2014/main" id="{E9FA92BB-C9F7-547A-FEF6-D32EA7C9EDF1}"/>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2">
              <a:extLst>
                <a:ext uri="{FF2B5EF4-FFF2-40B4-BE49-F238E27FC236}">
                  <a16:creationId xmlns:a16="http://schemas.microsoft.com/office/drawing/2014/main" id="{036F4FC4-8C3B-5722-66A8-04D7E15282D1}"/>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3">
              <a:extLst>
                <a:ext uri="{FF2B5EF4-FFF2-40B4-BE49-F238E27FC236}">
                  <a16:creationId xmlns:a16="http://schemas.microsoft.com/office/drawing/2014/main" id="{082304EB-477E-2BBB-8B35-BE8C8D61C37C}"/>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4">
              <a:extLst>
                <a:ext uri="{FF2B5EF4-FFF2-40B4-BE49-F238E27FC236}">
                  <a16:creationId xmlns:a16="http://schemas.microsoft.com/office/drawing/2014/main" id="{3B1FEA6A-6F55-573A-848F-2999C7D1542F}"/>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5">
              <a:extLst>
                <a:ext uri="{FF2B5EF4-FFF2-40B4-BE49-F238E27FC236}">
                  <a16:creationId xmlns:a16="http://schemas.microsoft.com/office/drawing/2014/main" id="{8DAB311A-18F7-420B-92C7-05BB6A9F554F}"/>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6">
              <a:extLst>
                <a:ext uri="{FF2B5EF4-FFF2-40B4-BE49-F238E27FC236}">
                  <a16:creationId xmlns:a16="http://schemas.microsoft.com/office/drawing/2014/main" id="{2F325AAB-EA6A-02FF-754B-0A4E006A91E1}"/>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7">
              <a:extLst>
                <a:ext uri="{FF2B5EF4-FFF2-40B4-BE49-F238E27FC236}">
                  <a16:creationId xmlns:a16="http://schemas.microsoft.com/office/drawing/2014/main" id="{33EB401C-E57D-4947-1B52-479C7EB51420}"/>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59">
              <a:extLst>
                <a:ext uri="{FF2B5EF4-FFF2-40B4-BE49-F238E27FC236}">
                  <a16:creationId xmlns:a16="http://schemas.microsoft.com/office/drawing/2014/main" id="{F36F278B-A343-E8DA-0326-0BAA5C359C0C}"/>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0">
              <a:extLst>
                <a:ext uri="{FF2B5EF4-FFF2-40B4-BE49-F238E27FC236}">
                  <a16:creationId xmlns:a16="http://schemas.microsoft.com/office/drawing/2014/main" id="{75CEA8B8-037B-6E32-DC03-4D69B48E87B0}"/>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61">
              <a:extLst>
                <a:ext uri="{FF2B5EF4-FFF2-40B4-BE49-F238E27FC236}">
                  <a16:creationId xmlns:a16="http://schemas.microsoft.com/office/drawing/2014/main" id="{0750FF30-E715-A055-FDB5-5FBB1399F165}"/>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5">
              <a:extLst>
                <a:ext uri="{FF2B5EF4-FFF2-40B4-BE49-F238E27FC236}">
                  <a16:creationId xmlns:a16="http://schemas.microsoft.com/office/drawing/2014/main" id="{F95B024E-124E-1BC8-C87E-55DD94DC06D5}"/>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6">
              <a:extLst>
                <a:ext uri="{FF2B5EF4-FFF2-40B4-BE49-F238E27FC236}">
                  <a16:creationId xmlns:a16="http://schemas.microsoft.com/office/drawing/2014/main" id="{BB42C21E-CEDC-DE66-D3BE-9E6F84F8A85C}"/>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7">
              <a:extLst>
                <a:ext uri="{FF2B5EF4-FFF2-40B4-BE49-F238E27FC236}">
                  <a16:creationId xmlns:a16="http://schemas.microsoft.com/office/drawing/2014/main" id="{165741D4-6654-EE6C-5C25-D031CF6E836E}"/>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8">
              <a:extLst>
                <a:ext uri="{FF2B5EF4-FFF2-40B4-BE49-F238E27FC236}">
                  <a16:creationId xmlns:a16="http://schemas.microsoft.com/office/drawing/2014/main" id="{093AA392-38B9-FABA-D596-5FE777CEF1AF}"/>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9">
              <a:extLst>
                <a:ext uri="{FF2B5EF4-FFF2-40B4-BE49-F238E27FC236}">
                  <a16:creationId xmlns:a16="http://schemas.microsoft.com/office/drawing/2014/main" id="{6C4B3426-CA18-322E-FAD2-68CA57C88C31}"/>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1">
              <a:extLst>
                <a:ext uri="{FF2B5EF4-FFF2-40B4-BE49-F238E27FC236}">
                  <a16:creationId xmlns:a16="http://schemas.microsoft.com/office/drawing/2014/main" id="{81588C45-2E4B-17BA-4906-1CCF74047426}"/>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2">
              <a:extLst>
                <a:ext uri="{FF2B5EF4-FFF2-40B4-BE49-F238E27FC236}">
                  <a16:creationId xmlns:a16="http://schemas.microsoft.com/office/drawing/2014/main" id="{DA454BD8-CCA4-362B-1E1B-F000E48F79C0}"/>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3">
              <a:extLst>
                <a:ext uri="{FF2B5EF4-FFF2-40B4-BE49-F238E27FC236}">
                  <a16:creationId xmlns:a16="http://schemas.microsoft.com/office/drawing/2014/main" id="{9C2F7464-8655-05FA-0D45-937FA184760A}"/>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4">
              <a:extLst>
                <a:ext uri="{FF2B5EF4-FFF2-40B4-BE49-F238E27FC236}">
                  <a16:creationId xmlns:a16="http://schemas.microsoft.com/office/drawing/2014/main" id="{CBF0AFC3-49AC-4859-41E6-99B7D887E509}"/>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6">
              <a:extLst>
                <a:ext uri="{FF2B5EF4-FFF2-40B4-BE49-F238E27FC236}">
                  <a16:creationId xmlns:a16="http://schemas.microsoft.com/office/drawing/2014/main" id="{A9584A9C-E593-995F-BEF3-9BA643B3B99C}"/>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17">
              <a:extLst>
                <a:ext uri="{FF2B5EF4-FFF2-40B4-BE49-F238E27FC236}">
                  <a16:creationId xmlns:a16="http://schemas.microsoft.com/office/drawing/2014/main" id="{9ABF9FD4-9EC0-B18C-1703-57603EE43395}"/>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1">
              <a:extLst>
                <a:ext uri="{FF2B5EF4-FFF2-40B4-BE49-F238E27FC236}">
                  <a16:creationId xmlns:a16="http://schemas.microsoft.com/office/drawing/2014/main" id="{3006FB98-4614-8E65-BDB7-4ABC46F86D8A}"/>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5">
              <a:extLst>
                <a:ext uri="{FF2B5EF4-FFF2-40B4-BE49-F238E27FC236}">
                  <a16:creationId xmlns:a16="http://schemas.microsoft.com/office/drawing/2014/main" id="{ADEF27A7-4A41-1CD1-2966-CC4B22BBBF0D}"/>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29">
              <a:extLst>
                <a:ext uri="{FF2B5EF4-FFF2-40B4-BE49-F238E27FC236}">
                  <a16:creationId xmlns:a16="http://schemas.microsoft.com/office/drawing/2014/main" id="{352E4D2A-9859-3E6C-B672-45B1890E7644}"/>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1">
              <a:extLst>
                <a:ext uri="{FF2B5EF4-FFF2-40B4-BE49-F238E27FC236}">
                  <a16:creationId xmlns:a16="http://schemas.microsoft.com/office/drawing/2014/main" id="{69FB932A-70B3-DDE9-2A45-D7233E0AC6BB}"/>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2">
              <a:extLst>
                <a:ext uri="{FF2B5EF4-FFF2-40B4-BE49-F238E27FC236}">
                  <a16:creationId xmlns:a16="http://schemas.microsoft.com/office/drawing/2014/main" id="{81A25C00-74E0-0A5D-1B6F-A3BA18F01EF4}"/>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3">
              <a:extLst>
                <a:ext uri="{FF2B5EF4-FFF2-40B4-BE49-F238E27FC236}">
                  <a16:creationId xmlns:a16="http://schemas.microsoft.com/office/drawing/2014/main" id="{AF7C227D-4849-8B09-14B2-1B5B19F19F14}"/>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4">
              <a:extLst>
                <a:ext uri="{FF2B5EF4-FFF2-40B4-BE49-F238E27FC236}">
                  <a16:creationId xmlns:a16="http://schemas.microsoft.com/office/drawing/2014/main" id="{BEB72F39-DB42-7745-A1B5-4DDAFDF8C47B}"/>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5">
              <a:extLst>
                <a:ext uri="{FF2B5EF4-FFF2-40B4-BE49-F238E27FC236}">
                  <a16:creationId xmlns:a16="http://schemas.microsoft.com/office/drawing/2014/main" id="{31176FBB-3E88-5B85-B3AA-003738DBBB87}"/>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6">
              <a:extLst>
                <a:ext uri="{FF2B5EF4-FFF2-40B4-BE49-F238E27FC236}">
                  <a16:creationId xmlns:a16="http://schemas.microsoft.com/office/drawing/2014/main" id="{5E70B554-0EA2-DB2E-C339-630BFE7BB5B7}"/>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7">
              <a:extLst>
                <a:ext uri="{FF2B5EF4-FFF2-40B4-BE49-F238E27FC236}">
                  <a16:creationId xmlns:a16="http://schemas.microsoft.com/office/drawing/2014/main" id="{52CF37B3-817A-F2FE-427F-8786F8E4A0FD}"/>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8">
              <a:extLst>
                <a:ext uri="{FF2B5EF4-FFF2-40B4-BE49-F238E27FC236}">
                  <a16:creationId xmlns:a16="http://schemas.microsoft.com/office/drawing/2014/main" id="{9FDE06FB-F594-CA07-18B7-74BB01694526}"/>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39">
              <a:extLst>
                <a:ext uri="{FF2B5EF4-FFF2-40B4-BE49-F238E27FC236}">
                  <a16:creationId xmlns:a16="http://schemas.microsoft.com/office/drawing/2014/main" id="{A6E63572-A398-D4E7-A1C9-251A89022915}"/>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0">
              <a:extLst>
                <a:ext uri="{FF2B5EF4-FFF2-40B4-BE49-F238E27FC236}">
                  <a16:creationId xmlns:a16="http://schemas.microsoft.com/office/drawing/2014/main" id="{74999035-4967-C240-A98E-1E549DBA462E}"/>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1">
              <a:extLst>
                <a:ext uri="{FF2B5EF4-FFF2-40B4-BE49-F238E27FC236}">
                  <a16:creationId xmlns:a16="http://schemas.microsoft.com/office/drawing/2014/main" id="{B0498BD8-0F82-65B3-3AF6-89367D95999D}"/>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2">
              <a:extLst>
                <a:ext uri="{FF2B5EF4-FFF2-40B4-BE49-F238E27FC236}">
                  <a16:creationId xmlns:a16="http://schemas.microsoft.com/office/drawing/2014/main" id="{74E935AD-4D41-3ECF-41ED-F4867DD468C6}"/>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4">
              <a:extLst>
                <a:ext uri="{FF2B5EF4-FFF2-40B4-BE49-F238E27FC236}">
                  <a16:creationId xmlns:a16="http://schemas.microsoft.com/office/drawing/2014/main" id="{8617919B-E5DC-00F6-D38E-9CCCD4F5EC59}"/>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5">
              <a:extLst>
                <a:ext uri="{FF2B5EF4-FFF2-40B4-BE49-F238E27FC236}">
                  <a16:creationId xmlns:a16="http://schemas.microsoft.com/office/drawing/2014/main" id="{B2E0D53A-FCAA-3B78-C1C5-E83F9B847505}"/>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6">
              <a:extLst>
                <a:ext uri="{FF2B5EF4-FFF2-40B4-BE49-F238E27FC236}">
                  <a16:creationId xmlns:a16="http://schemas.microsoft.com/office/drawing/2014/main" id="{9C236E82-3AFE-05C6-FB40-EE5B49549F7B}"/>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7">
              <a:extLst>
                <a:ext uri="{FF2B5EF4-FFF2-40B4-BE49-F238E27FC236}">
                  <a16:creationId xmlns:a16="http://schemas.microsoft.com/office/drawing/2014/main" id="{653CB016-2C62-1DC4-0945-9F8BAEC5884D}"/>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8">
              <a:extLst>
                <a:ext uri="{FF2B5EF4-FFF2-40B4-BE49-F238E27FC236}">
                  <a16:creationId xmlns:a16="http://schemas.microsoft.com/office/drawing/2014/main" id="{E1684C1D-D63F-7D52-3169-322BAD54C1FD}"/>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49">
              <a:extLst>
                <a:ext uri="{FF2B5EF4-FFF2-40B4-BE49-F238E27FC236}">
                  <a16:creationId xmlns:a16="http://schemas.microsoft.com/office/drawing/2014/main" id="{988D863A-DD04-ED99-2AE6-CDD9A7787F84}"/>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8">
              <a:extLst>
                <a:ext uri="{FF2B5EF4-FFF2-40B4-BE49-F238E27FC236}">
                  <a16:creationId xmlns:a16="http://schemas.microsoft.com/office/drawing/2014/main" id="{2E55BD8C-78DA-EA5D-84CC-8C4A31C80578}"/>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5" name="Freeform 106">
              <a:extLst>
                <a:ext uri="{FF2B5EF4-FFF2-40B4-BE49-F238E27FC236}">
                  <a16:creationId xmlns:a16="http://schemas.microsoft.com/office/drawing/2014/main" id="{F62CAAE4-EFB3-C382-A2D1-FE7A9482B784}"/>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Tree>
    <p:extLst>
      <p:ext uri="{BB962C8B-B14F-4D97-AF65-F5344CB8AC3E}">
        <p14:creationId xmlns:p14="http://schemas.microsoft.com/office/powerpoint/2010/main" val="902198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hasCustomPrompt="1"/>
          </p:nvPr>
        </p:nvSpPr>
        <p:spPr>
          <a:xfrm>
            <a:off x="1069848" y="801512"/>
            <a:ext cx="9634011" cy="1325563"/>
          </a:xfrm>
        </p:spPr>
        <p:txBody>
          <a:bodyPr/>
          <a:lstStyle/>
          <a:p>
            <a:r>
              <a:rPr lang="en-US" dirty="0"/>
              <a:t>Click to add title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hasCustomPrompt="1"/>
          </p:nvPr>
        </p:nvSpPr>
        <p:spPr>
          <a:xfrm>
            <a:off x="1069848" y="2143673"/>
            <a:ext cx="4684057"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9" name="Content Placeholder 2">
            <a:extLst>
              <a:ext uri="{FF2B5EF4-FFF2-40B4-BE49-F238E27FC236}">
                <a16:creationId xmlns:a16="http://schemas.microsoft.com/office/drawing/2014/main" id="{97A8CAF3-1FAE-7FBA-8C38-DD5DD84D6715}"/>
              </a:ext>
            </a:extLst>
          </p:cNvPr>
          <p:cNvSpPr>
            <a:spLocks noGrp="1"/>
          </p:cNvSpPr>
          <p:nvPr>
            <p:ph sz="half" idx="15" hasCustomPrompt="1"/>
          </p:nvPr>
        </p:nvSpPr>
        <p:spPr>
          <a:xfrm>
            <a:off x="6011715" y="2143673"/>
            <a:ext cx="4684058" cy="4238839"/>
          </a:xfrm>
        </p:spPr>
        <p:txBody>
          <a:bodyPr>
            <a:normAutofit/>
          </a:bodyPr>
          <a:lstStyle>
            <a:lvl1pPr marL="0" indent="0">
              <a:spcBef>
                <a:spcPts val="1000"/>
              </a:spcBef>
              <a:buNone/>
              <a:defRPr sz="1800"/>
            </a:lvl1pPr>
            <a:lvl2pPr marL="228600" indent="-228600">
              <a:spcBef>
                <a:spcPts val="1000"/>
              </a:spcBef>
              <a:buFont typeface="Arial" panose="020B0604020202020204" pitchFamily="34" charset="0"/>
              <a:buChar char="•"/>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r>
              <a:rPr lang="en-US"/>
              <a:t>20XX</a:t>
            </a:r>
            <a:endParaRPr lang="en-US" dirty="0"/>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4C8B8A27-DF03-4546-BA93-21C967D57E5C}" type="slidenum">
              <a:rPr lang="en-US" smtClean="0"/>
              <a:t>‹#›</a:t>
            </a:fld>
            <a:endParaRPr lang="en-US" dirty="0"/>
          </a:p>
        </p:txBody>
      </p:sp>
      <p:grpSp>
        <p:nvGrpSpPr>
          <p:cNvPr id="8" name="Group 7">
            <a:extLst>
              <a:ext uri="{FF2B5EF4-FFF2-40B4-BE49-F238E27FC236}">
                <a16:creationId xmlns:a16="http://schemas.microsoft.com/office/drawing/2014/main" id="{A33A6790-1898-D0E8-7B31-AD25D4EFDCB0}"/>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9" name="Freeform 8">
              <a:extLst>
                <a:ext uri="{FF2B5EF4-FFF2-40B4-BE49-F238E27FC236}">
                  <a16:creationId xmlns:a16="http://schemas.microsoft.com/office/drawing/2014/main" id="{CA3301F6-357C-5106-46EF-5B3EE247274E}"/>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0">
              <a:extLst>
                <a:ext uri="{FF2B5EF4-FFF2-40B4-BE49-F238E27FC236}">
                  <a16:creationId xmlns:a16="http://schemas.microsoft.com/office/drawing/2014/main" id="{AE124881-486A-F813-ACF9-2E3BA46757F2}"/>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5">
              <a:extLst>
                <a:ext uri="{FF2B5EF4-FFF2-40B4-BE49-F238E27FC236}">
                  <a16:creationId xmlns:a16="http://schemas.microsoft.com/office/drawing/2014/main" id="{D56BC477-EB03-A424-595E-524F37BACD1E}"/>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8">
              <a:extLst>
                <a:ext uri="{FF2B5EF4-FFF2-40B4-BE49-F238E27FC236}">
                  <a16:creationId xmlns:a16="http://schemas.microsoft.com/office/drawing/2014/main" id="{565AB45C-D1A6-A17A-C542-772BA1552841}"/>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19">
              <a:extLst>
                <a:ext uri="{FF2B5EF4-FFF2-40B4-BE49-F238E27FC236}">
                  <a16:creationId xmlns:a16="http://schemas.microsoft.com/office/drawing/2014/main" id="{D904BB6C-F5ED-8DFF-B036-110F2FC279CB}"/>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0">
              <a:extLst>
                <a:ext uri="{FF2B5EF4-FFF2-40B4-BE49-F238E27FC236}">
                  <a16:creationId xmlns:a16="http://schemas.microsoft.com/office/drawing/2014/main" id="{10ABD89C-73EF-B477-CA65-3CEF324B3DED}"/>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2">
              <a:extLst>
                <a:ext uri="{FF2B5EF4-FFF2-40B4-BE49-F238E27FC236}">
                  <a16:creationId xmlns:a16="http://schemas.microsoft.com/office/drawing/2014/main" id="{48FDE29B-5BCF-C62A-C08D-D928FC3EE358}"/>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3">
              <a:extLst>
                <a:ext uri="{FF2B5EF4-FFF2-40B4-BE49-F238E27FC236}">
                  <a16:creationId xmlns:a16="http://schemas.microsoft.com/office/drawing/2014/main" id="{775983CB-8642-6BD6-7AB3-50A9A9AD92AF}"/>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6">
              <a:extLst>
                <a:ext uri="{FF2B5EF4-FFF2-40B4-BE49-F238E27FC236}">
                  <a16:creationId xmlns:a16="http://schemas.microsoft.com/office/drawing/2014/main" id="{A3354114-7269-0363-2CED-1CBD99F46BDC}"/>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7">
              <a:extLst>
                <a:ext uri="{FF2B5EF4-FFF2-40B4-BE49-F238E27FC236}">
                  <a16:creationId xmlns:a16="http://schemas.microsoft.com/office/drawing/2014/main" id="{E90B578C-D745-4EDF-18BE-19B672C69F25}"/>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28">
              <a:extLst>
                <a:ext uri="{FF2B5EF4-FFF2-40B4-BE49-F238E27FC236}">
                  <a16:creationId xmlns:a16="http://schemas.microsoft.com/office/drawing/2014/main" id="{17AE01C5-F175-014A-0C35-EFB9D35F5546}"/>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30">
              <a:extLst>
                <a:ext uri="{FF2B5EF4-FFF2-40B4-BE49-F238E27FC236}">
                  <a16:creationId xmlns:a16="http://schemas.microsoft.com/office/drawing/2014/main" id="{27109D35-0D40-2193-86CF-CA7B1EA02FBE}"/>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43">
              <a:extLst>
                <a:ext uri="{FF2B5EF4-FFF2-40B4-BE49-F238E27FC236}">
                  <a16:creationId xmlns:a16="http://schemas.microsoft.com/office/drawing/2014/main" id="{B3B0E61F-39CA-C638-E586-3169904346CC}"/>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1">
              <a:extLst>
                <a:ext uri="{FF2B5EF4-FFF2-40B4-BE49-F238E27FC236}">
                  <a16:creationId xmlns:a16="http://schemas.microsoft.com/office/drawing/2014/main" id="{E9FA92BB-C9F7-547A-FEF6-D32EA7C9EDF1}"/>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2">
              <a:extLst>
                <a:ext uri="{FF2B5EF4-FFF2-40B4-BE49-F238E27FC236}">
                  <a16:creationId xmlns:a16="http://schemas.microsoft.com/office/drawing/2014/main" id="{036F4FC4-8C3B-5722-66A8-04D7E15282D1}"/>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3">
              <a:extLst>
                <a:ext uri="{FF2B5EF4-FFF2-40B4-BE49-F238E27FC236}">
                  <a16:creationId xmlns:a16="http://schemas.microsoft.com/office/drawing/2014/main" id="{082304EB-477E-2BBB-8B35-BE8C8D61C37C}"/>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4">
              <a:extLst>
                <a:ext uri="{FF2B5EF4-FFF2-40B4-BE49-F238E27FC236}">
                  <a16:creationId xmlns:a16="http://schemas.microsoft.com/office/drawing/2014/main" id="{3B1FEA6A-6F55-573A-848F-2999C7D1542F}"/>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5">
              <a:extLst>
                <a:ext uri="{FF2B5EF4-FFF2-40B4-BE49-F238E27FC236}">
                  <a16:creationId xmlns:a16="http://schemas.microsoft.com/office/drawing/2014/main" id="{8DAB311A-18F7-420B-92C7-05BB6A9F554F}"/>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6">
              <a:extLst>
                <a:ext uri="{FF2B5EF4-FFF2-40B4-BE49-F238E27FC236}">
                  <a16:creationId xmlns:a16="http://schemas.microsoft.com/office/drawing/2014/main" id="{2F325AAB-EA6A-02FF-754B-0A4E006A91E1}"/>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7">
              <a:extLst>
                <a:ext uri="{FF2B5EF4-FFF2-40B4-BE49-F238E27FC236}">
                  <a16:creationId xmlns:a16="http://schemas.microsoft.com/office/drawing/2014/main" id="{33EB401C-E57D-4947-1B52-479C7EB51420}"/>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59">
              <a:extLst>
                <a:ext uri="{FF2B5EF4-FFF2-40B4-BE49-F238E27FC236}">
                  <a16:creationId xmlns:a16="http://schemas.microsoft.com/office/drawing/2014/main" id="{F36F278B-A343-E8DA-0326-0BAA5C359C0C}"/>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0">
              <a:extLst>
                <a:ext uri="{FF2B5EF4-FFF2-40B4-BE49-F238E27FC236}">
                  <a16:creationId xmlns:a16="http://schemas.microsoft.com/office/drawing/2014/main" id="{75CEA8B8-037B-6E32-DC03-4D69B48E87B0}"/>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61">
              <a:extLst>
                <a:ext uri="{FF2B5EF4-FFF2-40B4-BE49-F238E27FC236}">
                  <a16:creationId xmlns:a16="http://schemas.microsoft.com/office/drawing/2014/main" id="{0750FF30-E715-A055-FDB5-5FBB1399F165}"/>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5">
              <a:extLst>
                <a:ext uri="{FF2B5EF4-FFF2-40B4-BE49-F238E27FC236}">
                  <a16:creationId xmlns:a16="http://schemas.microsoft.com/office/drawing/2014/main" id="{F95B024E-124E-1BC8-C87E-55DD94DC06D5}"/>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6">
              <a:extLst>
                <a:ext uri="{FF2B5EF4-FFF2-40B4-BE49-F238E27FC236}">
                  <a16:creationId xmlns:a16="http://schemas.microsoft.com/office/drawing/2014/main" id="{BB42C21E-CEDC-DE66-D3BE-9E6F84F8A85C}"/>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7">
              <a:extLst>
                <a:ext uri="{FF2B5EF4-FFF2-40B4-BE49-F238E27FC236}">
                  <a16:creationId xmlns:a16="http://schemas.microsoft.com/office/drawing/2014/main" id="{165741D4-6654-EE6C-5C25-D031CF6E836E}"/>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8">
              <a:extLst>
                <a:ext uri="{FF2B5EF4-FFF2-40B4-BE49-F238E27FC236}">
                  <a16:creationId xmlns:a16="http://schemas.microsoft.com/office/drawing/2014/main" id="{093AA392-38B9-FABA-D596-5FE777CEF1AF}"/>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9">
              <a:extLst>
                <a:ext uri="{FF2B5EF4-FFF2-40B4-BE49-F238E27FC236}">
                  <a16:creationId xmlns:a16="http://schemas.microsoft.com/office/drawing/2014/main" id="{6C4B3426-CA18-322E-FAD2-68CA57C88C31}"/>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1">
              <a:extLst>
                <a:ext uri="{FF2B5EF4-FFF2-40B4-BE49-F238E27FC236}">
                  <a16:creationId xmlns:a16="http://schemas.microsoft.com/office/drawing/2014/main" id="{81588C45-2E4B-17BA-4906-1CCF74047426}"/>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2">
              <a:extLst>
                <a:ext uri="{FF2B5EF4-FFF2-40B4-BE49-F238E27FC236}">
                  <a16:creationId xmlns:a16="http://schemas.microsoft.com/office/drawing/2014/main" id="{DA454BD8-CCA4-362B-1E1B-F000E48F79C0}"/>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3">
              <a:extLst>
                <a:ext uri="{FF2B5EF4-FFF2-40B4-BE49-F238E27FC236}">
                  <a16:creationId xmlns:a16="http://schemas.microsoft.com/office/drawing/2014/main" id="{9C2F7464-8655-05FA-0D45-937FA184760A}"/>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4">
              <a:extLst>
                <a:ext uri="{FF2B5EF4-FFF2-40B4-BE49-F238E27FC236}">
                  <a16:creationId xmlns:a16="http://schemas.microsoft.com/office/drawing/2014/main" id="{CBF0AFC3-49AC-4859-41E6-99B7D887E509}"/>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6">
              <a:extLst>
                <a:ext uri="{FF2B5EF4-FFF2-40B4-BE49-F238E27FC236}">
                  <a16:creationId xmlns:a16="http://schemas.microsoft.com/office/drawing/2014/main" id="{A9584A9C-E593-995F-BEF3-9BA643B3B99C}"/>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17">
              <a:extLst>
                <a:ext uri="{FF2B5EF4-FFF2-40B4-BE49-F238E27FC236}">
                  <a16:creationId xmlns:a16="http://schemas.microsoft.com/office/drawing/2014/main" id="{9ABF9FD4-9EC0-B18C-1703-57603EE43395}"/>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1">
              <a:extLst>
                <a:ext uri="{FF2B5EF4-FFF2-40B4-BE49-F238E27FC236}">
                  <a16:creationId xmlns:a16="http://schemas.microsoft.com/office/drawing/2014/main" id="{3006FB98-4614-8E65-BDB7-4ABC46F86D8A}"/>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5">
              <a:extLst>
                <a:ext uri="{FF2B5EF4-FFF2-40B4-BE49-F238E27FC236}">
                  <a16:creationId xmlns:a16="http://schemas.microsoft.com/office/drawing/2014/main" id="{ADEF27A7-4A41-1CD1-2966-CC4B22BBBF0D}"/>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29">
              <a:extLst>
                <a:ext uri="{FF2B5EF4-FFF2-40B4-BE49-F238E27FC236}">
                  <a16:creationId xmlns:a16="http://schemas.microsoft.com/office/drawing/2014/main" id="{352E4D2A-9859-3E6C-B672-45B1890E7644}"/>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1">
              <a:extLst>
                <a:ext uri="{FF2B5EF4-FFF2-40B4-BE49-F238E27FC236}">
                  <a16:creationId xmlns:a16="http://schemas.microsoft.com/office/drawing/2014/main" id="{69FB932A-70B3-DDE9-2A45-D7233E0AC6BB}"/>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2">
              <a:extLst>
                <a:ext uri="{FF2B5EF4-FFF2-40B4-BE49-F238E27FC236}">
                  <a16:creationId xmlns:a16="http://schemas.microsoft.com/office/drawing/2014/main" id="{81A25C00-74E0-0A5D-1B6F-A3BA18F01EF4}"/>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3">
              <a:extLst>
                <a:ext uri="{FF2B5EF4-FFF2-40B4-BE49-F238E27FC236}">
                  <a16:creationId xmlns:a16="http://schemas.microsoft.com/office/drawing/2014/main" id="{AF7C227D-4849-8B09-14B2-1B5B19F19F14}"/>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4">
              <a:extLst>
                <a:ext uri="{FF2B5EF4-FFF2-40B4-BE49-F238E27FC236}">
                  <a16:creationId xmlns:a16="http://schemas.microsoft.com/office/drawing/2014/main" id="{BEB72F39-DB42-7745-A1B5-4DDAFDF8C47B}"/>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5">
              <a:extLst>
                <a:ext uri="{FF2B5EF4-FFF2-40B4-BE49-F238E27FC236}">
                  <a16:creationId xmlns:a16="http://schemas.microsoft.com/office/drawing/2014/main" id="{31176FBB-3E88-5B85-B3AA-003738DBBB87}"/>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6">
              <a:extLst>
                <a:ext uri="{FF2B5EF4-FFF2-40B4-BE49-F238E27FC236}">
                  <a16:creationId xmlns:a16="http://schemas.microsoft.com/office/drawing/2014/main" id="{5E70B554-0EA2-DB2E-C339-630BFE7BB5B7}"/>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7">
              <a:extLst>
                <a:ext uri="{FF2B5EF4-FFF2-40B4-BE49-F238E27FC236}">
                  <a16:creationId xmlns:a16="http://schemas.microsoft.com/office/drawing/2014/main" id="{52CF37B3-817A-F2FE-427F-8786F8E4A0FD}"/>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8">
              <a:extLst>
                <a:ext uri="{FF2B5EF4-FFF2-40B4-BE49-F238E27FC236}">
                  <a16:creationId xmlns:a16="http://schemas.microsoft.com/office/drawing/2014/main" id="{9FDE06FB-F594-CA07-18B7-74BB01694526}"/>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39">
              <a:extLst>
                <a:ext uri="{FF2B5EF4-FFF2-40B4-BE49-F238E27FC236}">
                  <a16:creationId xmlns:a16="http://schemas.microsoft.com/office/drawing/2014/main" id="{A6E63572-A398-D4E7-A1C9-251A89022915}"/>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0">
              <a:extLst>
                <a:ext uri="{FF2B5EF4-FFF2-40B4-BE49-F238E27FC236}">
                  <a16:creationId xmlns:a16="http://schemas.microsoft.com/office/drawing/2014/main" id="{74999035-4967-C240-A98E-1E549DBA462E}"/>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1">
              <a:extLst>
                <a:ext uri="{FF2B5EF4-FFF2-40B4-BE49-F238E27FC236}">
                  <a16:creationId xmlns:a16="http://schemas.microsoft.com/office/drawing/2014/main" id="{B0498BD8-0F82-65B3-3AF6-89367D95999D}"/>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2">
              <a:extLst>
                <a:ext uri="{FF2B5EF4-FFF2-40B4-BE49-F238E27FC236}">
                  <a16:creationId xmlns:a16="http://schemas.microsoft.com/office/drawing/2014/main" id="{74E935AD-4D41-3ECF-41ED-F4867DD468C6}"/>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4">
              <a:extLst>
                <a:ext uri="{FF2B5EF4-FFF2-40B4-BE49-F238E27FC236}">
                  <a16:creationId xmlns:a16="http://schemas.microsoft.com/office/drawing/2014/main" id="{8617919B-E5DC-00F6-D38E-9CCCD4F5EC59}"/>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5">
              <a:extLst>
                <a:ext uri="{FF2B5EF4-FFF2-40B4-BE49-F238E27FC236}">
                  <a16:creationId xmlns:a16="http://schemas.microsoft.com/office/drawing/2014/main" id="{B2E0D53A-FCAA-3B78-C1C5-E83F9B847505}"/>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6">
              <a:extLst>
                <a:ext uri="{FF2B5EF4-FFF2-40B4-BE49-F238E27FC236}">
                  <a16:creationId xmlns:a16="http://schemas.microsoft.com/office/drawing/2014/main" id="{9C236E82-3AFE-05C6-FB40-EE5B49549F7B}"/>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7">
              <a:extLst>
                <a:ext uri="{FF2B5EF4-FFF2-40B4-BE49-F238E27FC236}">
                  <a16:creationId xmlns:a16="http://schemas.microsoft.com/office/drawing/2014/main" id="{653CB016-2C62-1DC4-0945-9F8BAEC5884D}"/>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8">
              <a:extLst>
                <a:ext uri="{FF2B5EF4-FFF2-40B4-BE49-F238E27FC236}">
                  <a16:creationId xmlns:a16="http://schemas.microsoft.com/office/drawing/2014/main" id="{E1684C1D-D63F-7D52-3169-322BAD54C1FD}"/>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49">
              <a:extLst>
                <a:ext uri="{FF2B5EF4-FFF2-40B4-BE49-F238E27FC236}">
                  <a16:creationId xmlns:a16="http://schemas.microsoft.com/office/drawing/2014/main" id="{988D863A-DD04-ED99-2AE6-CDD9A7787F84}"/>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8">
              <a:extLst>
                <a:ext uri="{FF2B5EF4-FFF2-40B4-BE49-F238E27FC236}">
                  <a16:creationId xmlns:a16="http://schemas.microsoft.com/office/drawing/2014/main" id="{2E55BD8C-78DA-EA5D-84CC-8C4A31C80578}"/>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5" name="Freeform 106">
              <a:extLst>
                <a:ext uri="{FF2B5EF4-FFF2-40B4-BE49-F238E27FC236}">
                  <a16:creationId xmlns:a16="http://schemas.microsoft.com/office/drawing/2014/main" id="{F62CAAE4-EFB3-C382-A2D1-FE7A9482B784}"/>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Tree>
    <p:extLst>
      <p:ext uri="{BB962C8B-B14F-4D97-AF65-F5344CB8AC3E}">
        <p14:creationId xmlns:p14="http://schemas.microsoft.com/office/powerpoint/2010/main" val="17470211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ontent + picture ">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735DAE3-0E24-0A0A-A809-7253765BCEEF}"/>
              </a:ext>
              <a:ext uri="{C183D7F6-B498-43B3-948B-1728B52AA6E4}">
                <adec:decorative xmlns:adec="http://schemas.microsoft.com/office/drawing/2017/decorative" val="1"/>
              </a:ext>
            </a:extLst>
          </p:cNvPr>
          <p:cNvSpPr/>
          <p:nvPr userDrawn="1"/>
        </p:nvSpPr>
        <p:spPr>
          <a:xfrm>
            <a:off x="0" y="869271"/>
            <a:ext cx="12192000" cy="51164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0903B4B-F1A6-94A7-078A-B4C68C246F88}"/>
              </a:ext>
              <a:ext uri="{C183D7F6-B498-43B3-948B-1728B52AA6E4}">
                <adec:decorative xmlns:adec="http://schemas.microsoft.com/office/drawing/2017/decorative" val="1"/>
              </a:ext>
            </a:extLst>
          </p:cNvPr>
          <p:cNvGrpSpPr/>
          <p:nvPr userDrawn="1"/>
        </p:nvGrpSpPr>
        <p:grpSpPr>
          <a:xfrm>
            <a:off x="10105189" y="-13857"/>
            <a:ext cx="1554888" cy="6859377"/>
            <a:chOff x="10105189" y="-13857"/>
            <a:chExt cx="1554888" cy="6859377"/>
          </a:xfrm>
        </p:grpSpPr>
        <p:sp>
          <p:nvSpPr>
            <p:cNvPr id="11" name="Freeform 43">
              <a:extLst>
                <a:ext uri="{FF2B5EF4-FFF2-40B4-BE49-F238E27FC236}">
                  <a16:creationId xmlns:a16="http://schemas.microsoft.com/office/drawing/2014/main" id="{AC98AFCA-7C91-7B19-CB80-F83504443295}"/>
                </a:ext>
              </a:extLst>
            </p:cNvPr>
            <p:cNvSpPr>
              <a:spLocks/>
            </p:cNvSpPr>
            <p:nvPr/>
          </p:nvSpPr>
          <p:spPr bwMode="auto">
            <a:xfrm rot="5400000">
              <a:off x="11484646" y="6343529"/>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2" name="Freeform 51">
              <a:extLst>
                <a:ext uri="{FF2B5EF4-FFF2-40B4-BE49-F238E27FC236}">
                  <a16:creationId xmlns:a16="http://schemas.microsoft.com/office/drawing/2014/main" id="{CB407C79-96ED-0BC2-46BF-3F886B79750A}"/>
                </a:ext>
              </a:extLst>
            </p:cNvPr>
            <p:cNvSpPr>
              <a:spLocks/>
            </p:cNvSpPr>
            <p:nvPr/>
          </p:nvSpPr>
          <p:spPr bwMode="auto">
            <a:xfrm rot="5400000">
              <a:off x="11457615" y="6497945"/>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 name="Freeform 52">
              <a:extLst>
                <a:ext uri="{FF2B5EF4-FFF2-40B4-BE49-F238E27FC236}">
                  <a16:creationId xmlns:a16="http://schemas.microsoft.com/office/drawing/2014/main" id="{2462403D-89DE-67CB-A647-2BCD9B1F5216}"/>
                </a:ext>
              </a:extLst>
            </p:cNvPr>
            <p:cNvSpPr>
              <a:spLocks/>
            </p:cNvSpPr>
            <p:nvPr/>
          </p:nvSpPr>
          <p:spPr bwMode="auto">
            <a:xfrm rot="5400000">
              <a:off x="11454620" y="5945466"/>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53">
              <a:extLst>
                <a:ext uri="{FF2B5EF4-FFF2-40B4-BE49-F238E27FC236}">
                  <a16:creationId xmlns:a16="http://schemas.microsoft.com/office/drawing/2014/main" id="{997116C1-F796-5F41-F35A-ADD7DC16E8DF}"/>
                </a:ext>
              </a:extLst>
            </p:cNvPr>
            <p:cNvSpPr>
              <a:spLocks/>
            </p:cNvSpPr>
            <p:nvPr/>
          </p:nvSpPr>
          <p:spPr bwMode="auto">
            <a:xfrm rot="5400000">
              <a:off x="11556696" y="670403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5" name="Freeform 54">
              <a:extLst>
                <a:ext uri="{FF2B5EF4-FFF2-40B4-BE49-F238E27FC236}">
                  <a16:creationId xmlns:a16="http://schemas.microsoft.com/office/drawing/2014/main" id="{71E7F9A0-168C-6426-C30D-3D623F4D1430}"/>
                </a:ext>
              </a:extLst>
            </p:cNvPr>
            <p:cNvSpPr>
              <a:spLocks/>
            </p:cNvSpPr>
            <p:nvPr/>
          </p:nvSpPr>
          <p:spPr bwMode="auto">
            <a:xfrm rot="5400000">
              <a:off x="11431548" y="6097142"/>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78">
              <a:extLst>
                <a:ext uri="{FF2B5EF4-FFF2-40B4-BE49-F238E27FC236}">
                  <a16:creationId xmlns:a16="http://schemas.microsoft.com/office/drawing/2014/main" id="{6B4A3BAC-E54A-A3B6-487A-5702AC78CD6E}"/>
                </a:ext>
              </a:extLst>
            </p:cNvPr>
            <p:cNvSpPr>
              <a:spLocks/>
            </p:cNvSpPr>
            <p:nvPr/>
          </p:nvSpPr>
          <p:spPr bwMode="auto">
            <a:xfrm rot="5400000">
              <a:off x="11191926" y="6203957"/>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 name="Freeform 79">
              <a:extLst>
                <a:ext uri="{FF2B5EF4-FFF2-40B4-BE49-F238E27FC236}">
                  <a16:creationId xmlns:a16="http://schemas.microsoft.com/office/drawing/2014/main" id="{7D2925F7-1816-0796-537B-B852C1D39A2F}"/>
                </a:ext>
              </a:extLst>
            </p:cNvPr>
            <p:cNvSpPr>
              <a:spLocks/>
            </p:cNvSpPr>
            <p:nvPr/>
          </p:nvSpPr>
          <p:spPr bwMode="auto">
            <a:xfrm rot="5400000">
              <a:off x="11204298" y="6435002"/>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80">
              <a:extLst>
                <a:ext uri="{FF2B5EF4-FFF2-40B4-BE49-F238E27FC236}">
                  <a16:creationId xmlns:a16="http://schemas.microsoft.com/office/drawing/2014/main" id="{48ACB1E9-30D8-1021-C382-249D939F38A3}"/>
                </a:ext>
              </a:extLst>
            </p:cNvPr>
            <p:cNvSpPr>
              <a:spLocks/>
            </p:cNvSpPr>
            <p:nvPr/>
          </p:nvSpPr>
          <p:spPr bwMode="auto">
            <a:xfrm rot="5400000">
              <a:off x="11198957" y="6672797"/>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9" name="Freeform 84">
              <a:extLst>
                <a:ext uri="{FF2B5EF4-FFF2-40B4-BE49-F238E27FC236}">
                  <a16:creationId xmlns:a16="http://schemas.microsoft.com/office/drawing/2014/main" id="{85C35004-429A-4A73-0645-9E554094035C}"/>
                </a:ext>
              </a:extLst>
            </p:cNvPr>
            <p:cNvSpPr>
              <a:spLocks/>
            </p:cNvSpPr>
            <p:nvPr/>
          </p:nvSpPr>
          <p:spPr bwMode="auto">
            <a:xfrm rot="5400000">
              <a:off x="11173416" y="5999371"/>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0" name="Freeform 106">
              <a:extLst>
                <a:ext uri="{FF2B5EF4-FFF2-40B4-BE49-F238E27FC236}">
                  <a16:creationId xmlns:a16="http://schemas.microsoft.com/office/drawing/2014/main" id="{9ACC5F1B-742F-8016-2904-34B43E0AAF25}"/>
                </a:ext>
              </a:extLst>
            </p:cNvPr>
            <p:cNvSpPr>
              <a:spLocks/>
            </p:cNvSpPr>
            <p:nvPr/>
          </p:nvSpPr>
          <p:spPr bwMode="auto">
            <a:xfrm rot="5400000">
              <a:off x="10919084" y="613174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1" name="Freeform 108">
              <a:extLst>
                <a:ext uri="{FF2B5EF4-FFF2-40B4-BE49-F238E27FC236}">
                  <a16:creationId xmlns:a16="http://schemas.microsoft.com/office/drawing/2014/main" id="{B2BDA3AD-3D6E-8507-FFED-D3C2ECD16D14}"/>
                </a:ext>
              </a:extLst>
            </p:cNvPr>
            <p:cNvSpPr>
              <a:spLocks/>
            </p:cNvSpPr>
            <p:nvPr/>
          </p:nvSpPr>
          <p:spPr bwMode="auto">
            <a:xfrm rot="5400000">
              <a:off x="10916755" y="6681825"/>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2" name="Freeform 112">
              <a:extLst>
                <a:ext uri="{FF2B5EF4-FFF2-40B4-BE49-F238E27FC236}">
                  <a16:creationId xmlns:a16="http://schemas.microsoft.com/office/drawing/2014/main" id="{420B721A-01AB-EA84-32C3-29E13F3A8269}"/>
                </a:ext>
              </a:extLst>
            </p:cNvPr>
            <p:cNvSpPr>
              <a:spLocks/>
            </p:cNvSpPr>
            <p:nvPr/>
          </p:nvSpPr>
          <p:spPr bwMode="auto">
            <a:xfrm rot="5400000">
              <a:off x="10907510" y="6392991"/>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3" name="Freeform 130">
              <a:extLst>
                <a:ext uri="{FF2B5EF4-FFF2-40B4-BE49-F238E27FC236}">
                  <a16:creationId xmlns:a16="http://schemas.microsoft.com/office/drawing/2014/main" id="{DB8DCF08-DF2E-9211-37CE-C6A335A50DA5}"/>
                </a:ext>
              </a:extLst>
            </p:cNvPr>
            <p:cNvSpPr>
              <a:spLocks/>
            </p:cNvSpPr>
            <p:nvPr/>
          </p:nvSpPr>
          <p:spPr bwMode="auto">
            <a:xfrm rot="5400000">
              <a:off x="10651885" y="6069097"/>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131">
              <a:extLst>
                <a:ext uri="{FF2B5EF4-FFF2-40B4-BE49-F238E27FC236}">
                  <a16:creationId xmlns:a16="http://schemas.microsoft.com/office/drawing/2014/main" id="{4C9BE349-ECC5-C8F9-A180-88327C426A86}"/>
                </a:ext>
              </a:extLst>
            </p:cNvPr>
            <p:cNvSpPr>
              <a:spLocks/>
            </p:cNvSpPr>
            <p:nvPr/>
          </p:nvSpPr>
          <p:spPr bwMode="auto">
            <a:xfrm rot="5400000">
              <a:off x="10665559" y="6540784"/>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5" name="Freeform 135">
              <a:extLst>
                <a:ext uri="{FF2B5EF4-FFF2-40B4-BE49-F238E27FC236}">
                  <a16:creationId xmlns:a16="http://schemas.microsoft.com/office/drawing/2014/main" id="{C2584340-9504-3A74-8DE7-DAB89AF9D355}"/>
                </a:ext>
              </a:extLst>
            </p:cNvPr>
            <p:cNvSpPr>
              <a:spLocks/>
            </p:cNvSpPr>
            <p:nvPr/>
          </p:nvSpPr>
          <p:spPr bwMode="auto">
            <a:xfrm rot="5400000">
              <a:off x="10652898" y="6311126"/>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6" name="Freeform 141">
              <a:extLst>
                <a:ext uri="{FF2B5EF4-FFF2-40B4-BE49-F238E27FC236}">
                  <a16:creationId xmlns:a16="http://schemas.microsoft.com/office/drawing/2014/main" id="{ACB31481-346C-7D4E-2B9E-2BB08261F3B4}"/>
                </a:ext>
              </a:extLst>
            </p:cNvPr>
            <p:cNvSpPr>
              <a:spLocks/>
            </p:cNvSpPr>
            <p:nvPr/>
          </p:nvSpPr>
          <p:spPr bwMode="auto">
            <a:xfrm rot="5400000">
              <a:off x="10626608" y="6667071"/>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7" name="Freeform 15">
              <a:extLst>
                <a:ext uri="{FF2B5EF4-FFF2-40B4-BE49-F238E27FC236}">
                  <a16:creationId xmlns:a16="http://schemas.microsoft.com/office/drawing/2014/main" id="{9A7A6595-5BA0-C1DC-5336-02D992CADF91}"/>
                </a:ext>
              </a:extLst>
            </p:cNvPr>
            <p:cNvSpPr>
              <a:spLocks/>
            </p:cNvSpPr>
            <p:nvPr/>
          </p:nvSpPr>
          <p:spPr bwMode="auto">
            <a:xfrm rot="5400000">
              <a:off x="10462341" y="6394037"/>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8" name="Freeform 18">
              <a:extLst>
                <a:ext uri="{FF2B5EF4-FFF2-40B4-BE49-F238E27FC236}">
                  <a16:creationId xmlns:a16="http://schemas.microsoft.com/office/drawing/2014/main" id="{AC191D5F-6C04-342D-5436-CBFEF0684940}"/>
                </a:ext>
              </a:extLst>
            </p:cNvPr>
            <p:cNvSpPr>
              <a:spLocks/>
            </p:cNvSpPr>
            <p:nvPr/>
          </p:nvSpPr>
          <p:spPr bwMode="auto">
            <a:xfrm rot="5400000">
              <a:off x="10441934" y="6124863"/>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29" name="Freeform 23">
              <a:extLst>
                <a:ext uri="{FF2B5EF4-FFF2-40B4-BE49-F238E27FC236}">
                  <a16:creationId xmlns:a16="http://schemas.microsoft.com/office/drawing/2014/main" id="{5A48FF74-766E-1D48-BE27-37C5A45DA0F1}"/>
                </a:ext>
              </a:extLst>
            </p:cNvPr>
            <p:cNvSpPr>
              <a:spLocks/>
            </p:cNvSpPr>
            <p:nvPr/>
          </p:nvSpPr>
          <p:spPr bwMode="auto">
            <a:xfrm rot="5400000">
              <a:off x="10423462" y="6639005"/>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0" name="Freeform 43">
              <a:extLst>
                <a:ext uri="{FF2B5EF4-FFF2-40B4-BE49-F238E27FC236}">
                  <a16:creationId xmlns:a16="http://schemas.microsoft.com/office/drawing/2014/main" id="{EC2C900A-ECB1-058A-4CF7-E309C3608ADA}"/>
                </a:ext>
              </a:extLst>
            </p:cNvPr>
            <p:cNvSpPr>
              <a:spLocks/>
            </p:cNvSpPr>
            <p:nvPr/>
          </p:nvSpPr>
          <p:spPr bwMode="auto">
            <a:xfrm rot="5400000">
              <a:off x="10177488" y="6588213"/>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1" name="Freeform 51">
              <a:extLst>
                <a:ext uri="{FF2B5EF4-FFF2-40B4-BE49-F238E27FC236}">
                  <a16:creationId xmlns:a16="http://schemas.microsoft.com/office/drawing/2014/main" id="{9B333AF5-0804-0D5E-DC7F-49E62B28E3FA}"/>
                </a:ext>
              </a:extLst>
            </p:cNvPr>
            <p:cNvSpPr>
              <a:spLocks/>
            </p:cNvSpPr>
            <p:nvPr/>
          </p:nvSpPr>
          <p:spPr bwMode="auto">
            <a:xfrm rot="5400000">
              <a:off x="10150457" y="6742629"/>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2" name="Freeform 52">
              <a:extLst>
                <a:ext uri="{FF2B5EF4-FFF2-40B4-BE49-F238E27FC236}">
                  <a16:creationId xmlns:a16="http://schemas.microsoft.com/office/drawing/2014/main" id="{C8BCCE8A-08C8-0951-210F-F1E3004DBF3B}"/>
                </a:ext>
              </a:extLst>
            </p:cNvPr>
            <p:cNvSpPr>
              <a:spLocks/>
            </p:cNvSpPr>
            <p:nvPr/>
          </p:nvSpPr>
          <p:spPr bwMode="auto">
            <a:xfrm rot="5400000">
              <a:off x="10147462" y="6178198"/>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3" name="Freeform 54">
              <a:extLst>
                <a:ext uri="{FF2B5EF4-FFF2-40B4-BE49-F238E27FC236}">
                  <a16:creationId xmlns:a16="http://schemas.microsoft.com/office/drawing/2014/main" id="{0447D30B-CDC3-A4A4-19A0-4203E4E79B80}"/>
                </a:ext>
              </a:extLst>
            </p:cNvPr>
            <p:cNvSpPr>
              <a:spLocks/>
            </p:cNvSpPr>
            <p:nvPr/>
          </p:nvSpPr>
          <p:spPr bwMode="auto">
            <a:xfrm rot="5400000">
              <a:off x="10124390" y="6341826"/>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4" name="Freeform 59">
              <a:extLst>
                <a:ext uri="{FF2B5EF4-FFF2-40B4-BE49-F238E27FC236}">
                  <a16:creationId xmlns:a16="http://schemas.microsoft.com/office/drawing/2014/main" id="{E1CEE16B-E9B2-FC7B-9DE4-D846EF2BF7C4}"/>
                </a:ext>
              </a:extLst>
            </p:cNvPr>
            <p:cNvSpPr>
              <a:spLocks/>
            </p:cNvSpPr>
            <p:nvPr/>
          </p:nvSpPr>
          <p:spPr bwMode="auto">
            <a:xfrm rot="5400000">
              <a:off x="10175095" y="5993860"/>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5" name="Freeform 43">
              <a:extLst>
                <a:ext uri="{FF2B5EF4-FFF2-40B4-BE49-F238E27FC236}">
                  <a16:creationId xmlns:a16="http://schemas.microsoft.com/office/drawing/2014/main" id="{5F1288FF-642E-5CAD-945F-1DADD069BB22}"/>
                </a:ext>
              </a:extLst>
            </p:cNvPr>
            <p:cNvSpPr>
              <a:spLocks/>
            </p:cNvSpPr>
            <p:nvPr/>
          </p:nvSpPr>
          <p:spPr bwMode="auto">
            <a:xfrm rot="5400000">
              <a:off x="11497414" y="470376"/>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6" name="Freeform 51">
              <a:extLst>
                <a:ext uri="{FF2B5EF4-FFF2-40B4-BE49-F238E27FC236}">
                  <a16:creationId xmlns:a16="http://schemas.microsoft.com/office/drawing/2014/main" id="{6694FBEA-0303-B7AF-2759-3036553F0B00}"/>
                </a:ext>
              </a:extLst>
            </p:cNvPr>
            <p:cNvSpPr>
              <a:spLocks/>
            </p:cNvSpPr>
            <p:nvPr/>
          </p:nvSpPr>
          <p:spPr bwMode="auto">
            <a:xfrm rot="5400000">
              <a:off x="11503840" y="667329"/>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7" name="Freeform 52">
              <a:extLst>
                <a:ext uri="{FF2B5EF4-FFF2-40B4-BE49-F238E27FC236}">
                  <a16:creationId xmlns:a16="http://schemas.microsoft.com/office/drawing/2014/main" id="{03D1DD93-B546-2562-E146-1E9BC0B9658F}"/>
                </a:ext>
              </a:extLst>
            </p:cNvPr>
            <p:cNvSpPr>
              <a:spLocks/>
            </p:cNvSpPr>
            <p:nvPr/>
          </p:nvSpPr>
          <p:spPr bwMode="auto">
            <a:xfrm rot="5400000">
              <a:off x="11467388" y="60361"/>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8" name="Freeform 53">
              <a:extLst>
                <a:ext uri="{FF2B5EF4-FFF2-40B4-BE49-F238E27FC236}">
                  <a16:creationId xmlns:a16="http://schemas.microsoft.com/office/drawing/2014/main" id="{6AF8539D-3307-9A46-AE40-91D4184624DB}"/>
                </a:ext>
              </a:extLst>
            </p:cNvPr>
            <p:cNvSpPr>
              <a:spLocks/>
            </p:cNvSpPr>
            <p:nvPr/>
          </p:nvSpPr>
          <p:spPr bwMode="auto">
            <a:xfrm rot="5400000">
              <a:off x="11458469" y="863565"/>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39" name="Freeform 54">
              <a:extLst>
                <a:ext uri="{FF2B5EF4-FFF2-40B4-BE49-F238E27FC236}">
                  <a16:creationId xmlns:a16="http://schemas.microsoft.com/office/drawing/2014/main" id="{9FDCABBD-3038-BAE5-2FC0-551D2A8E2085}"/>
                </a:ext>
              </a:extLst>
            </p:cNvPr>
            <p:cNvSpPr>
              <a:spLocks/>
            </p:cNvSpPr>
            <p:nvPr/>
          </p:nvSpPr>
          <p:spPr bwMode="auto">
            <a:xfrm rot="5400000">
              <a:off x="11444316" y="223989"/>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0" name="Freeform 78">
              <a:extLst>
                <a:ext uri="{FF2B5EF4-FFF2-40B4-BE49-F238E27FC236}">
                  <a16:creationId xmlns:a16="http://schemas.microsoft.com/office/drawing/2014/main" id="{574CD38C-2BE8-C7A6-2C4C-CD9C08B4DDFB}"/>
                </a:ext>
              </a:extLst>
            </p:cNvPr>
            <p:cNvSpPr>
              <a:spLocks/>
            </p:cNvSpPr>
            <p:nvPr/>
          </p:nvSpPr>
          <p:spPr bwMode="auto">
            <a:xfrm rot="5400000">
              <a:off x="11178114" y="330804"/>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1" name="Freeform 79">
              <a:extLst>
                <a:ext uri="{FF2B5EF4-FFF2-40B4-BE49-F238E27FC236}">
                  <a16:creationId xmlns:a16="http://schemas.microsoft.com/office/drawing/2014/main" id="{2023FBCB-E9D7-79A1-BDDA-F5113E189AF6}"/>
                </a:ext>
              </a:extLst>
            </p:cNvPr>
            <p:cNvSpPr>
              <a:spLocks/>
            </p:cNvSpPr>
            <p:nvPr/>
          </p:nvSpPr>
          <p:spPr bwMode="auto">
            <a:xfrm rot="5400000">
              <a:off x="11190486" y="561849"/>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2" name="Freeform 80">
              <a:extLst>
                <a:ext uri="{FF2B5EF4-FFF2-40B4-BE49-F238E27FC236}">
                  <a16:creationId xmlns:a16="http://schemas.microsoft.com/office/drawing/2014/main" id="{34590977-8506-92F9-ED59-F986B61CC343}"/>
                </a:ext>
              </a:extLst>
            </p:cNvPr>
            <p:cNvSpPr>
              <a:spLocks/>
            </p:cNvSpPr>
            <p:nvPr/>
          </p:nvSpPr>
          <p:spPr bwMode="auto">
            <a:xfrm rot="5400000">
              <a:off x="11185145" y="721953"/>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3" name="Freeform 84">
              <a:extLst>
                <a:ext uri="{FF2B5EF4-FFF2-40B4-BE49-F238E27FC236}">
                  <a16:creationId xmlns:a16="http://schemas.microsoft.com/office/drawing/2014/main" id="{79FEECE8-DEB8-08F4-8101-D3E62696D131}"/>
                </a:ext>
              </a:extLst>
            </p:cNvPr>
            <p:cNvSpPr>
              <a:spLocks/>
            </p:cNvSpPr>
            <p:nvPr/>
          </p:nvSpPr>
          <p:spPr bwMode="auto">
            <a:xfrm rot="5400000">
              <a:off x="11159604" y="126218"/>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4" name="Freeform 106">
              <a:extLst>
                <a:ext uri="{FF2B5EF4-FFF2-40B4-BE49-F238E27FC236}">
                  <a16:creationId xmlns:a16="http://schemas.microsoft.com/office/drawing/2014/main" id="{D3DDE981-C209-EA51-C6FB-3A73D49DDE83}"/>
                </a:ext>
              </a:extLst>
            </p:cNvPr>
            <p:cNvSpPr>
              <a:spLocks/>
            </p:cNvSpPr>
            <p:nvPr/>
          </p:nvSpPr>
          <p:spPr bwMode="auto">
            <a:xfrm rot="5400000">
              <a:off x="10905272" y="240659"/>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108">
              <a:extLst>
                <a:ext uri="{FF2B5EF4-FFF2-40B4-BE49-F238E27FC236}">
                  <a16:creationId xmlns:a16="http://schemas.microsoft.com/office/drawing/2014/main" id="{86D1D9D1-2683-EF0A-DD8C-B670E7D7BE7C}"/>
                </a:ext>
              </a:extLst>
            </p:cNvPr>
            <p:cNvSpPr>
              <a:spLocks/>
            </p:cNvSpPr>
            <p:nvPr/>
          </p:nvSpPr>
          <p:spPr bwMode="auto">
            <a:xfrm rot="5400000">
              <a:off x="10902943" y="808672"/>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6" name="Freeform 110">
              <a:extLst>
                <a:ext uri="{FF2B5EF4-FFF2-40B4-BE49-F238E27FC236}">
                  <a16:creationId xmlns:a16="http://schemas.microsoft.com/office/drawing/2014/main" id="{0A6607D4-5BC5-9DE5-14BC-0CA5F64158EC}"/>
                </a:ext>
              </a:extLst>
            </p:cNvPr>
            <p:cNvSpPr>
              <a:spLocks/>
            </p:cNvSpPr>
            <p:nvPr/>
          </p:nvSpPr>
          <p:spPr bwMode="auto">
            <a:xfrm rot="5400000">
              <a:off x="10882996" y="-7175"/>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7" name="Freeform 112">
              <a:extLst>
                <a:ext uri="{FF2B5EF4-FFF2-40B4-BE49-F238E27FC236}">
                  <a16:creationId xmlns:a16="http://schemas.microsoft.com/office/drawing/2014/main" id="{3E4F1E44-D528-0977-318B-FA999140A053}"/>
                </a:ext>
              </a:extLst>
            </p:cNvPr>
            <p:cNvSpPr>
              <a:spLocks/>
            </p:cNvSpPr>
            <p:nvPr/>
          </p:nvSpPr>
          <p:spPr bwMode="auto">
            <a:xfrm rot="5400000">
              <a:off x="10893698" y="519838"/>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130">
              <a:extLst>
                <a:ext uri="{FF2B5EF4-FFF2-40B4-BE49-F238E27FC236}">
                  <a16:creationId xmlns:a16="http://schemas.microsoft.com/office/drawing/2014/main" id="{2B8A12D4-E8DF-3963-622D-0A5314FC2D9B}"/>
                </a:ext>
              </a:extLst>
            </p:cNvPr>
            <p:cNvSpPr>
              <a:spLocks/>
            </p:cNvSpPr>
            <p:nvPr/>
          </p:nvSpPr>
          <p:spPr bwMode="auto">
            <a:xfrm rot="5400000">
              <a:off x="10637929" y="112644"/>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9" name="Freeform 131">
              <a:extLst>
                <a:ext uri="{FF2B5EF4-FFF2-40B4-BE49-F238E27FC236}">
                  <a16:creationId xmlns:a16="http://schemas.microsoft.com/office/drawing/2014/main" id="{CE32AB4C-8495-DC06-6FBE-99D5102E1C1D}"/>
                </a:ext>
              </a:extLst>
            </p:cNvPr>
            <p:cNvSpPr>
              <a:spLocks/>
            </p:cNvSpPr>
            <p:nvPr/>
          </p:nvSpPr>
          <p:spPr bwMode="auto">
            <a:xfrm rot="5400000">
              <a:off x="10651747" y="667631"/>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0" name="Freeform 135">
              <a:extLst>
                <a:ext uri="{FF2B5EF4-FFF2-40B4-BE49-F238E27FC236}">
                  <a16:creationId xmlns:a16="http://schemas.microsoft.com/office/drawing/2014/main" id="{FC06C8A4-44E2-FCC8-982E-CA47575E721E}"/>
                </a:ext>
              </a:extLst>
            </p:cNvPr>
            <p:cNvSpPr>
              <a:spLocks/>
            </p:cNvSpPr>
            <p:nvPr/>
          </p:nvSpPr>
          <p:spPr bwMode="auto">
            <a:xfrm rot="5400000">
              <a:off x="10639086" y="437973"/>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1" name="Freeform 141">
              <a:extLst>
                <a:ext uri="{FF2B5EF4-FFF2-40B4-BE49-F238E27FC236}">
                  <a16:creationId xmlns:a16="http://schemas.microsoft.com/office/drawing/2014/main" id="{9FC51A95-1451-D91A-33C2-69EDF465D857}"/>
                </a:ext>
              </a:extLst>
            </p:cNvPr>
            <p:cNvSpPr>
              <a:spLocks/>
            </p:cNvSpPr>
            <p:nvPr/>
          </p:nvSpPr>
          <p:spPr bwMode="auto">
            <a:xfrm rot="5400000">
              <a:off x="10587436" y="840570"/>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2" name="Freeform 10">
              <a:extLst>
                <a:ext uri="{FF2B5EF4-FFF2-40B4-BE49-F238E27FC236}">
                  <a16:creationId xmlns:a16="http://schemas.microsoft.com/office/drawing/2014/main" id="{EC10FEDF-5C0F-8E0F-A223-71045552FB9F}"/>
                </a:ext>
              </a:extLst>
            </p:cNvPr>
            <p:cNvSpPr>
              <a:spLocks/>
            </p:cNvSpPr>
            <p:nvPr/>
          </p:nvSpPr>
          <p:spPr bwMode="auto">
            <a:xfrm rot="5400000">
              <a:off x="10424494" y="51581"/>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3" name="Freeform 15">
              <a:extLst>
                <a:ext uri="{FF2B5EF4-FFF2-40B4-BE49-F238E27FC236}">
                  <a16:creationId xmlns:a16="http://schemas.microsoft.com/office/drawing/2014/main" id="{85F94D8E-5F9B-8C01-8A09-2B12B61207D7}"/>
                </a:ext>
              </a:extLst>
            </p:cNvPr>
            <p:cNvSpPr>
              <a:spLocks/>
            </p:cNvSpPr>
            <p:nvPr/>
          </p:nvSpPr>
          <p:spPr bwMode="auto">
            <a:xfrm rot="5400000">
              <a:off x="10428424" y="565778"/>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4" name="Freeform 18">
              <a:extLst>
                <a:ext uri="{FF2B5EF4-FFF2-40B4-BE49-F238E27FC236}">
                  <a16:creationId xmlns:a16="http://schemas.microsoft.com/office/drawing/2014/main" id="{8081BAA2-81DE-18DC-ACD8-68C366FD1E81}"/>
                </a:ext>
              </a:extLst>
            </p:cNvPr>
            <p:cNvSpPr>
              <a:spLocks/>
            </p:cNvSpPr>
            <p:nvPr/>
          </p:nvSpPr>
          <p:spPr bwMode="auto">
            <a:xfrm rot="5400000">
              <a:off x="10431838" y="309035"/>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5" name="Freeform 22">
              <a:extLst>
                <a:ext uri="{FF2B5EF4-FFF2-40B4-BE49-F238E27FC236}">
                  <a16:creationId xmlns:a16="http://schemas.microsoft.com/office/drawing/2014/main" id="{54C829E6-8192-9A22-C0F4-ABB0EEBA1E22}"/>
                </a:ext>
              </a:extLst>
            </p:cNvPr>
            <p:cNvSpPr>
              <a:spLocks/>
            </p:cNvSpPr>
            <p:nvPr/>
          </p:nvSpPr>
          <p:spPr bwMode="auto">
            <a:xfrm rot="5400000">
              <a:off x="11163668" y="855426"/>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6" name="Freeform 23">
              <a:extLst>
                <a:ext uri="{FF2B5EF4-FFF2-40B4-BE49-F238E27FC236}">
                  <a16:creationId xmlns:a16="http://schemas.microsoft.com/office/drawing/2014/main" id="{5469357B-00F6-6DEE-B1DA-3CC6A6C93415}"/>
                </a:ext>
              </a:extLst>
            </p:cNvPr>
            <p:cNvSpPr>
              <a:spLocks/>
            </p:cNvSpPr>
            <p:nvPr/>
          </p:nvSpPr>
          <p:spPr bwMode="auto">
            <a:xfrm rot="5400000">
              <a:off x="10389545" y="810746"/>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7" name="Freeform 30">
              <a:extLst>
                <a:ext uri="{FF2B5EF4-FFF2-40B4-BE49-F238E27FC236}">
                  <a16:creationId xmlns:a16="http://schemas.microsoft.com/office/drawing/2014/main" id="{00D2E361-A546-79DE-7792-E9CC2E138B56}"/>
                </a:ext>
              </a:extLst>
            </p:cNvPr>
            <p:cNvSpPr>
              <a:spLocks/>
            </p:cNvSpPr>
            <p:nvPr/>
          </p:nvSpPr>
          <p:spPr bwMode="auto">
            <a:xfrm rot="5400000">
              <a:off x="10429579" y="1052065"/>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8" name="Freeform 43">
              <a:extLst>
                <a:ext uri="{FF2B5EF4-FFF2-40B4-BE49-F238E27FC236}">
                  <a16:creationId xmlns:a16="http://schemas.microsoft.com/office/drawing/2014/main" id="{44A97E25-2EF9-F7C9-8FA6-8DEC12AB6033}"/>
                </a:ext>
              </a:extLst>
            </p:cNvPr>
            <p:cNvSpPr>
              <a:spLocks/>
            </p:cNvSpPr>
            <p:nvPr/>
          </p:nvSpPr>
          <p:spPr bwMode="auto">
            <a:xfrm rot="5400000">
              <a:off x="10143571" y="75995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59" name="Freeform 51">
              <a:extLst>
                <a:ext uri="{FF2B5EF4-FFF2-40B4-BE49-F238E27FC236}">
                  <a16:creationId xmlns:a16="http://schemas.microsoft.com/office/drawing/2014/main" id="{F63B6B5D-7799-E33D-309E-DB26C44F40E4}"/>
                </a:ext>
              </a:extLst>
            </p:cNvPr>
            <p:cNvSpPr>
              <a:spLocks/>
            </p:cNvSpPr>
            <p:nvPr/>
          </p:nvSpPr>
          <p:spPr bwMode="auto">
            <a:xfrm rot="5400000">
              <a:off x="10116540" y="91437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0" name="Freeform 52">
              <a:extLst>
                <a:ext uri="{FF2B5EF4-FFF2-40B4-BE49-F238E27FC236}">
                  <a16:creationId xmlns:a16="http://schemas.microsoft.com/office/drawing/2014/main" id="{032A3A46-63F7-56B9-F11F-72C7BF7AE645}"/>
                </a:ext>
              </a:extLst>
            </p:cNvPr>
            <p:cNvSpPr>
              <a:spLocks/>
            </p:cNvSpPr>
            <p:nvPr/>
          </p:nvSpPr>
          <p:spPr bwMode="auto">
            <a:xfrm rot="5400000">
              <a:off x="10113545" y="34993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1" name="Freeform 54">
              <a:extLst>
                <a:ext uri="{FF2B5EF4-FFF2-40B4-BE49-F238E27FC236}">
                  <a16:creationId xmlns:a16="http://schemas.microsoft.com/office/drawing/2014/main" id="{7E7331E6-754B-7B85-A4B8-69AF5658AF29}"/>
                </a:ext>
              </a:extLst>
            </p:cNvPr>
            <p:cNvSpPr>
              <a:spLocks/>
            </p:cNvSpPr>
            <p:nvPr/>
          </p:nvSpPr>
          <p:spPr bwMode="auto">
            <a:xfrm rot="5400000">
              <a:off x="10090473" y="51356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62" name="Freeform 59">
              <a:extLst>
                <a:ext uri="{FF2B5EF4-FFF2-40B4-BE49-F238E27FC236}">
                  <a16:creationId xmlns:a16="http://schemas.microsoft.com/office/drawing/2014/main" id="{843B4187-D6A1-25B4-C80D-ED0FBC6CD4AB}"/>
                </a:ext>
              </a:extLst>
            </p:cNvPr>
            <p:cNvSpPr>
              <a:spLocks/>
            </p:cNvSpPr>
            <p:nvPr/>
          </p:nvSpPr>
          <p:spPr bwMode="auto">
            <a:xfrm rot="5400000">
              <a:off x="10094459" y="118508"/>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4531432" y="1003156"/>
            <a:ext cx="6603272" cy="1572356"/>
          </a:xfrm>
        </p:spPr>
        <p:txBody>
          <a:bodyPr anchor="ctr" anchorCtr="0">
            <a:noAutofit/>
          </a:bodyPr>
          <a:lstStyle>
            <a:lvl1pPr>
              <a:defRPr/>
            </a:lvl1pPr>
          </a:lstStyle>
          <a:p>
            <a:r>
              <a:rPr lang="en-US" dirty="0"/>
              <a:t>Click to add title</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825" y="-5838"/>
            <a:ext cx="3700058" cy="6863837"/>
          </a:xfrm>
        </p:spPr>
        <p:txBody>
          <a:bodyPr/>
          <a:lstStyle>
            <a:lvl1pPr marL="0" indent="0" algn="ctr">
              <a:buNone/>
              <a:defRPr/>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4520512" y="2884095"/>
            <a:ext cx="6603272" cy="2803135"/>
          </a:xfrm>
        </p:spPr>
        <p:txBody>
          <a:bodyPr>
            <a:normAutofit/>
          </a:bodyPr>
          <a:lstStyle>
            <a:lvl1pPr marL="0" indent="0">
              <a:spcAft>
                <a:spcPts val="1000"/>
              </a:spcAft>
              <a:buNone/>
              <a:defRPr sz="1800"/>
            </a:lvl1pPr>
            <a:lvl2pPr>
              <a:spcAft>
                <a:spcPts val="1000"/>
              </a:spcAft>
              <a:defRPr sz="1600"/>
            </a:lvl2pPr>
            <a:lvl3pPr>
              <a:spcAft>
                <a:spcPts val="1000"/>
              </a:spcAft>
              <a:defRPr sz="1400"/>
            </a:lvl3pPr>
            <a:lvl4pPr>
              <a:spcAft>
                <a:spcPts val="1000"/>
              </a:spcAft>
              <a:defRPr sz="1200"/>
            </a:lvl4pPr>
            <a:lvl5pPr>
              <a:spcAft>
                <a:spcPts val="1000"/>
              </a:spcAft>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7343307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hasCustomPrompt="1"/>
          </p:nvPr>
        </p:nvSpPr>
        <p:spPr>
          <a:xfrm>
            <a:off x="836383" y="232641"/>
            <a:ext cx="9859390" cy="1450982"/>
          </a:xfrm>
        </p:spPr>
        <p:txBody>
          <a:bodyPr anchor="b"/>
          <a:lstStyle/>
          <a:p>
            <a:r>
              <a:rPr lang="en-US" dirty="0"/>
              <a:t>Click to add title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hasCustomPrompt="1"/>
          </p:nvPr>
        </p:nvSpPr>
        <p:spPr>
          <a:xfrm>
            <a:off x="836383" y="2143673"/>
            <a:ext cx="6218593" cy="4238839"/>
          </a:xfrm>
        </p:spPr>
        <p:txBody>
          <a:bodyPr>
            <a:normAutofit/>
          </a:bodyPr>
          <a:lstStyle>
            <a:lvl1pPr marL="0" indent="0">
              <a:spcBef>
                <a:spcPts val="500"/>
              </a:spcBef>
              <a:buFont typeface="Arial" panose="020B0604020202020204" pitchFamily="34" charset="0"/>
              <a:buNone/>
              <a:defRPr sz="1800"/>
            </a:lvl1pPr>
            <a:lvl2pPr marL="228600" indent="0">
              <a:spcBef>
                <a:spcPts val="500"/>
              </a:spcBef>
              <a:buFont typeface="Arial" panose="020B0604020202020204" pitchFamily="34" charset="0"/>
              <a:buNone/>
              <a:defRPr sz="1800"/>
            </a:lvl2pPr>
            <a:lvl3pPr marL="320040" indent="0">
              <a:spcBef>
                <a:spcPts val="500"/>
              </a:spcBef>
              <a:buNone/>
              <a:defRPr sz="1800"/>
            </a:lvl3pPr>
            <a:lvl4pPr marL="411480" indent="0">
              <a:spcBef>
                <a:spcPts val="500"/>
              </a:spcBef>
              <a:buFont typeface="Arial" panose="020B0604020202020204" pitchFamily="34" charset="0"/>
              <a:buNone/>
              <a:defRPr sz="1800"/>
            </a:lvl4pPr>
            <a:lvl5pPr marL="502920" indent="0">
              <a:spcBef>
                <a:spcPts val="500"/>
              </a:spcBef>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6" name="Content Placeholder 2">
            <a:extLst>
              <a:ext uri="{FF2B5EF4-FFF2-40B4-BE49-F238E27FC236}">
                <a16:creationId xmlns:a16="http://schemas.microsoft.com/office/drawing/2014/main" id="{CDFEBC35-D076-4C4A-E98D-C1CEC612A1F7}"/>
              </a:ext>
            </a:extLst>
          </p:cNvPr>
          <p:cNvSpPr>
            <a:spLocks noGrp="1"/>
          </p:cNvSpPr>
          <p:nvPr>
            <p:ph sz="half" idx="13" hasCustomPrompt="1"/>
          </p:nvPr>
        </p:nvSpPr>
        <p:spPr>
          <a:xfrm>
            <a:off x="7179013" y="2141445"/>
            <a:ext cx="3516760" cy="4238839"/>
          </a:xfrm>
        </p:spPr>
        <p:txBody>
          <a:bodyPr>
            <a:normAutofit/>
          </a:bodyPr>
          <a:lstStyle>
            <a:lvl1pPr marL="0" indent="0">
              <a:spcBef>
                <a:spcPts val="1000"/>
              </a:spcBef>
              <a:buFont typeface="Arial" panose="020B0604020202020204" pitchFamily="34" charset="0"/>
              <a:buNone/>
              <a:defRPr sz="1800"/>
            </a:lvl1pPr>
            <a:lvl2pPr marL="228600" indent="0">
              <a:spcBef>
                <a:spcPts val="1000"/>
              </a:spcBef>
              <a:buFont typeface="Arial" panose="020B0604020202020204" pitchFamily="34" charset="0"/>
              <a:buNone/>
              <a:defRPr sz="1800"/>
            </a:lvl2pPr>
            <a:lvl3pPr marL="320040" indent="0">
              <a:spcBef>
                <a:spcPts val="1000"/>
              </a:spcBef>
              <a:buNone/>
              <a:defRPr sz="1800"/>
            </a:lvl3pPr>
            <a:lvl4pPr marL="411480" indent="0">
              <a:spcBef>
                <a:spcPts val="1000"/>
              </a:spcBef>
              <a:buFont typeface="Arial" panose="020B0604020202020204" pitchFamily="34" charset="0"/>
              <a:buNone/>
              <a:defRPr sz="1800"/>
            </a:lvl4pPr>
            <a:lvl5pPr marL="502920" indent="0">
              <a:spcBef>
                <a:spcPts val="1000"/>
              </a:spcBef>
              <a:buNone/>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endParaRPr lang="en-US" dirty="0"/>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r>
              <a:rPr lang="en-US"/>
              <a:t>20XX</a:t>
            </a:r>
            <a:endParaRPr lang="en-US" dirty="0"/>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4C8B8A27-DF03-4546-BA93-21C967D57E5C}" type="slidenum">
              <a:rPr lang="en-US" smtClean="0"/>
              <a:t>‹#›</a:t>
            </a:fld>
            <a:endParaRPr lang="en-US" dirty="0"/>
          </a:p>
        </p:txBody>
      </p:sp>
      <p:grpSp>
        <p:nvGrpSpPr>
          <p:cNvPr id="8" name="Group 7">
            <a:extLst>
              <a:ext uri="{FF2B5EF4-FFF2-40B4-BE49-F238E27FC236}">
                <a16:creationId xmlns:a16="http://schemas.microsoft.com/office/drawing/2014/main" id="{A33A6790-1898-D0E8-7B31-AD25D4EFDCB0}"/>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9" name="Freeform 8">
              <a:extLst>
                <a:ext uri="{FF2B5EF4-FFF2-40B4-BE49-F238E27FC236}">
                  <a16:creationId xmlns:a16="http://schemas.microsoft.com/office/drawing/2014/main" id="{CA3301F6-357C-5106-46EF-5B3EE247274E}"/>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0">
              <a:extLst>
                <a:ext uri="{FF2B5EF4-FFF2-40B4-BE49-F238E27FC236}">
                  <a16:creationId xmlns:a16="http://schemas.microsoft.com/office/drawing/2014/main" id="{AE124881-486A-F813-ACF9-2E3BA46757F2}"/>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5">
              <a:extLst>
                <a:ext uri="{FF2B5EF4-FFF2-40B4-BE49-F238E27FC236}">
                  <a16:creationId xmlns:a16="http://schemas.microsoft.com/office/drawing/2014/main" id="{D56BC477-EB03-A424-595E-524F37BACD1E}"/>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8">
              <a:extLst>
                <a:ext uri="{FF2B5EF4-FFF2-40B4-BE49-F238E27FC236}">
                  <a16:creationId xmlns:a16="http://schemas.microsoft.com/office/drawing/2014/main" id="{565AB45C-D1A6-A17A-C542-772BA1552841}"/>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19">
              <a:extLst>
                <a:ext uri="{FF2B5EF4-FFF2-40B4-BE49-F238E27FC236}">
                  <a16:creationId xmlns:a16="http://schemas.microsoft.com/office/drawing/2014/main" id="{D904BB6C-F5ED-8DFF-B036-110F2FC279CB}"/>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0">
              <a:extLst>
                <a:ext uri="{FF2B5EF4-FFF2-40B4-BE49-F238E27FC236}">
                  <a16:creationId xmlns:a16="http://schemas.microsoft.com/office/drawing/2014/main" id="{10ABD89C-73EF-B477-CA65-3CEF324B3DED}"/>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2">
              <a:extLst>
                <a:ext uri="{FF2B5EF4-FFF2-40B4-BE49-F238E27FC236}">
                  <a16:creationId xmlns:a16="http://schemas.microsoft.com/office/drawing/2014/main" id="{48FDE29B-5BCF-C62A-C08D-D928FC3EE358}"/>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3">
              <a:extLst>
                <a:ext uri="{FF2B5EF4-FFF2-40B4-BE49-F238E27FC236}">
                  <a16:creationId xmlns:a16="http://schemas.microsoft.com/office/drawing/2014/main" id="{775983CB-8642-6BD6-7AB3-50A9A9AD92AF}"/>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6">
              <a:extLst>
                <a:ext uri="{FF2B5EF4-FFF2-40B4-BE49-F238E27FC236}">
                  <a16:creationId xmlns:a16="http://schemas.microsoft.com/office/drawing/2014/main" id="{A3354114-7269-0363-2CED-1CBD99F46BDC}"/>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7">
              <a:extLst>
                <a:ext uri="{FF2B5EF4-FFF2-40B4-BE49-F238E27FC236}">
                  <a16:creationId xmlns:a16="http://schemas.microsoft.com/office/drawing/2014/main" id="{E90B578C-D745-4EDF-18BE-19B672C69F25}"/>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28">
              <a:extLst>
                <a:ext uri="{FF2B5EF4-FFF2-40B4-BE49-F238E27FC236}">
                  <a16:creationId xmlns:a16="http://schemas.microsoft.com/office/drawing/2014/main" id="{17AE01C5-F175-014A-0C35-EFB9D35F5546}"/>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30">
              <a:extLst>
                <a:ext uri="{FF2B5EF4-FFF2-40B4-BE49-F238E27FC236}">
                  <a16:creationId xmlns:a16="http://schemas.microsoft.com/office/drawing/2014/main" id="{27109D35-0D40-2193-86CF-CA7B1EA02FBE}"/>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43">
              <a:extLst>
                <a:ext uri="{FF2B5EF4-FFF2-40B4-BE49-F238E27FC236}">
                  <a16:creationId xmlns:a16="http://schemas.microsoft.com/office/drawing/2014/main" id="{B3B0E61F-39CA-C638-E586-3169904346CC}"/>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1">
              <a:extLst>
                <a:ext uri="{FF2B5EF4-FFF2-40B4-BE49-F238E27FC236}">
                  <a16:creationId xmlns:a16="http://schemas.microsoft.com/office/drawing/2014/main" id="{E9FA92BB-C9F7-547A-FEF6-D32EA7C9EDF1}"/>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2">
              <a:extLst>
                <a:ext uri="{FF2B5EF4-FFF2-40B4-BE49-F238E27FC236}">
                  <a16:creationId xmlns:a16="http://schemas.microsoft.com/office/drawing/2014/main" id="{036F4FC4-8C3B-5722-66A8-04D7E15282D1}"/>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3">
              <a:extLst>
                <a:ext uri="{FF2B5EF4-FFF2-40B4-BE49-F238E27FC236}">
                  <a16:creationId xmlns:a16="http://schemas.microsoft.com/office/drawing/2014/main" id="{082304EB-477E-2BBB-8B35-BE8C8D61C37C}"/>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4">
              <a:extLst>
                <a:ext uri="{FF2B5EF4-FFF2-40B4-BE49-F238E27FC236}">
                  <a16:creationId xmlns:a16="http://schemas.microsoft.com/office/drawing/2014/main" id="{3B1FEA6A-6F55-573A-848F-2999C7D1542F}"/>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5">
              <a:extLst>
                <a:ext uri="{FF2B5EF4-FFF2-40B4-BE49-F238E27FC236}">
                  <a16:creationId xmlns:a16="http://schemas.microsoft.com/office/drawing/2014/main" id="{8DAB311A-18F7-420B-92C7-05BB6A9F554F}"/>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6">
              <a:extLst>
                <a:ext uri="{FF2B5EF4-FFF2-40B4-BE49-F238E27FC236}">
                  <a16:creationId xmlns:a16="http://schemas.microsoft.com/office/drawing/2014/main" id="{2F325AAB-EA6A-02FF-754B-0A4E006A91E1}"/>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7">
              <a:extLst>
                <a:ext uri="{FF2B5EF4-FFF2-40B4-BE49-F238E27FC236}">
                  <a16:creationId xmlns:a16="http://schemas.microsoft.com/office/drawing/2014/main" id="{33EB401C-E57D-4947-1B52-479C7EB51420}"/>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59">
              <a:extLst>
                <a:ext uri="{FF2B5EF4-FFF2-40B4-BE49-F238E27FC236}">
                  <a16:creationId xmlns:a16="http://schemas.microsoft.com/office/drawing/2014/main" id="{F36F278B-A343-E8DA-0326-0BAA5C359C0C}"/>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0">
              <a:extLst>
                <a:ext uri="{FF2B5EF4-FFF2-40B4-BE49-F238E27FC236}">
                  <a16:creationId xmlns:a16="http://schemas.microsoft.com/office/drawing/2014/main" id="{75CEA8B8-037B-6E32-DC03-4D69B48E87B0}"/>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61">
              <a:extLst>
                <a:ext uri="{FF2B5EF4-FFF2-40B4-BE49-F238E27FC236}">
                  <a16:creationId xmlns:a16="http://schemas.microsoft.com/office/drawing/2014/main" id="{0750FF30-E715-A055-FDB5-5FBB1399F165}"/>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5">
              <a:extLst>
                <a:ext uri="{FF2B5EF4-FFF2-40B4-BE49-F238E27FC236}">
                  <a16:creationId xmlns:a16="http://schemas.microsoft.com/office/drawing/2014/main" id="{F95B024E-124E-1BC8-C87E-55DD94DC06D5}"/>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6">
              <a:extLst>
                <a:ext uri="{FF2B5EF4-FFF2-40B4-BE49-F238E27FC236}">
                  <a16:creationId xmlns:a16="http://schemas.microsoft.com/office/drawing/2014/main" id="{BB42C21E-CEDC-DE66-D3BE-9E6F84F8A85C}"/>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7">
              <a:extLst>
                <a:ext uri="{FF2B5EF4-FFF2-40B4-BE49-F238E27FC236}">
                  <a16:creationId xmlns:a16="http://schemas.microsoft.com/office/drawing/2014/main" id="{165741D4-6654-EE6C-5C25-D031CF6E836E}"/>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8">
              <a:extLst>
                <a:ext uri="{FF2B5EF4-FFF2-40B4-BE49-F238E27FC236}">
                  <a16:creationId xmlns:a16="http://schemas.microsoft.com/office/drawing/2014/main" id="{093AA392-38B9-FABA-D596-5FE777CEF1AF}"/>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9">
              <a:extLst>
                <a:ext uri="{FF2B5EF4-FFF2-40B4-BE49-F238E27FC236}">
                  <a16:creationId xmlns:a16="http://schemas.microsoft.com/office/drawing/2014/main" id="{6C4B3426-CA18-322E-FAD2-68CA57C88C31}"/>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1">
              <a:extLst>
                <a:ext uri="{FF2B5EF4-FFF2-40B4-BE49-F238E27FC236}">
                  <a16:creationId xmlns:a16="http://schemas.microsoft.com/office/drawing/2014/main" id="{81588C45-2E4B-17BA-4906-1CCF74047426}"/>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2">
              <a:extLst>
                <a:ext uri="{FF2B5EF4-FFF2-40B4-BE49-F238E27FC236}">
                  <a16:creationId xmlns:a16="http://schemas.microsoft.com/office/drawing/2014/main" id="{DA454BD8-CCA4-362B-1E1B-F000E48F79C0}"/>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3">
              <a:extLst>
                <a:ext uri="{FF2B5EF4-FFF2-40B4-BE49-F238E27FC236}">
                  <a16:creationId xmlns:a16="http://schemas.microsoft.com/office/drawing/2014/main" id="{9C2F7464-8655-05FA-0D45-937FA184760A}"/>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4">
              <a:extLst>
                <a:ext uri="{FF2B5EF4-FFF2-40B4-BE49-F238E27FC236}">
                  <a16:creationId xmlns:a16="http://schemas.microsoft.com/office/drawing/2014/main" id="{CBF0AFC3-49AC-4859-41E6-99B7D887E509}"/>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6">
              <a:extLst>
                <a:ext uri="{FF2B5EF4-FFF2-40B4-BE49-F238E27FC236}">
                  <a16:creationId xmlns:a16="http://schemas.microsoft.com/office/drawing/2014/main" id="{A9584A9C-E593-995F-BEF3-9BA643B3B99C}"/>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17">
              <a:extLst>
                <a:ext uri="{FF2B5EF4-FFF2-40B4-BE49-F238E27FC236}">
                  <a16:creationId xmlns:a16="http://schemas.microsoft.com/office/drawing/2014/main" id="{9ABF9FD4-9EC0-B18C-1703-57603EE43395}"/>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1">
              <a:extLst>
                <a:ext uri="{FF2B5EF4-FFF2-40B4-BE49-F238E27FC236}">
                  <a16:creationId xmlns:a16="http://schemas.microsoft.com/office/drawing/2014/main" id="{3006FB98-4614-8E65-BDB7-4ABC46F86D8A}"/>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5">
              <a:extLst>
                <a:ext uri="{FF2B5EF4-FFF2-40B4-BE49-F238E27FC236}">
                  <a16:creationId xmlns:a16="http://schemas.microsoft.com/office/drawing/2014/main" id="{ADEF27A7-4A41-1CD1-2966-CC4B22BBBF0D}"/>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29">
              <a:extLst>
                <a:ext uri="{FF2B5EF4-FFF2-40B4-BE49-F238E27FC236}">
                  <a16:creationId xmlns:a16="http://schemas.microsoft.com/office/drawing/2014/main" id="{352E4D2A-9859-3E6C-B672-45B1890E7644}"/>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1">
              <a:extLst>
                <a:ext uri="{FF2B5EF4-FFF2-40B4-BE49-F238E27FC236}">
                  <a16:creationId xmlns:a16="http://schemas.microsoft.com/office/drawing/2014/main" id="{69FB932A-70B3-DDE9-2A45-D7233E0AC6BB}"/>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2">
              <a:extLst>
                <a:ext uri="{FF2B5EF4-FFF2-40B4-BE49-F238E27FC236}">
                  <a16:creationId xmlns:a16="http://schemas.microsoft.com/office/drawing/2014/main" id="{81A25C00-74E0-0A5D-1B6F-A3BA18F01EF4}"/>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3">
              <a:extLst>
                <a:ext uri="{FF2B5EF4-FFF2-40B4-BE49-F238E27FC236}">
                  <a16:creationId xmlns:a16="http://schemas.microsoft.com/office/drawing/2014/main" id="{AF7C227D-4849-8B09-14B2-1B5B19F19F14}"/>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4">
              <a:extLst>
                <a:ext uri="{FF2B5EF4-FFF2-40B4-BE49-F238E27FC236}">
                  <a16:creationId xmlns:a16="http://schemas.microsoft.com/office/drawing/2014/main" id="{BEB72F39-DB42-7745-A1B5-4DDAFDF8C47B}"/>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5">
              <a:extLst>
                <a:ext uri="{FF2B5EF4-FFF2-40B4-BE49-F238E27FC236}">
                  <a16:creationId xmlns:a16="http://schemas.microsoft.com/office/drawing/2014/main" id="{31176FBB-3E88-5B85-B3AA-003738DBBB87}"/>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6">
              <a:extLst>
                <a:ext uri="{FF2B5EF4-FFF2-40B4-BE49-F238E27FC236}">
                  <a16:creationId xmlns:a16="http://schemas.microsoft.com/office/drawing/2014/main" id="{5E70B554-0EA2-DB2E-C339-630BFE7BB5B7}"/>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7">
              <a:extLst>
                <a:ext uri="{FF2B5EF4-FFF2-40B4-BE49-F238E27FC236}">
                  <a16:creationId xmlns:a16="http://schemas.microsoft.com/office/drawing/2014/main" id="{52CF37B3-817A-F2FE-427F-8786F8E4A0FD}"/>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8">
              <a:extLst>
                <a:ext uri="{FF2B5EF4-FFF2-40B4-BE49-F238E27FC236}">
                  <a16:creationId xmlns:a16="http://schemas.microsoft.com/office/drawing/2014/main" id="{9FDE06FB-F594-CA07-18B7-74BB01694526}"/>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39">
              <a:extLst>
                <a:ext uri="{FF2B5EF4-FFF2-40B4-BE49-F238E27FC236}">
                  <a16:creationId xmlns:a16="http://schemas.microsoft.com/office/drawing/2014/main" id="{A6E63572-A398-D4E7-A1C9-251A89022915}"/>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0">
              <a:extLst>
                <a:ext uri="{FF2B5EF4-FFF2-40B4-BE49-F238E27FC236}">
                  <a16:creationId xmlns:a16="http://schemas.microsoft.com/office/drawing/2014/main" id="{74999035-4967-C240-A98E-1E549DBA462E}"/>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1">
              <a:extLst>
                <a:ext uri="{FF2B5EF4-FFF2-40B4-BE49-F238E27FC236}">
                  <a16:creationId xmlns:a16="http://schemas.microsoft.com/office/drawing/2014/main" id="{B0498BD8-0F82-65B3-3AF6-89367D95999D}"/>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2">
              <a:extLst>
                <a:ext uri="{FF2B5EF4-FFF2-40B4-BE49-F238E27FC236}">
                  <a16:creationId xmlns:a16="http://schemas.microsoft.com/office/drawing/2014/main" id="{74E935AD-4D41-3ECF-41ED-F4867DD468C6}"/>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4">
              <a:extLst>
                <a:ext uri="{FF2B5EF4-FFF2-40B4-BE49-F238E27FC236}">
                  <a16:creationId xmlns:a16="http://schemas.microsoft.com/office/drawing/2014/main" id="{8617919B-E5DC-00F6-D38E-9CCCD4F5EC59}"/>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5">
              <a:extLst>
                <a:ext uri="{FF2B5EF4-FFF2-40B4-BE49-F238E27FC236}">
                  <a16:creationId xmlns:a16="http://schemas.microsoft.com/office/drawing/2014/main" id="{B2E0D53A-FCAA-3B78-C1C5-E83F9B847505}"/>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6">
              <a:extLst>
                <a:ext uri="{FF2B5EF4-FFF2-40B4-BE49-F238E27FC236}">
                  <a16:creationId xmlns:a16="http://schemas.microsoft.com/office/drawing/2014/main" id="{9C236E82-3AFE-05C6-FB40-EE5B49549F7B}"/>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7">
              <a:extLst>
                <a:ext uri="{FF2B5EF4-FFF2-40B4-BE49-F238E27FC236}">
                  <a16:creationId xmlns:a16="http://schemas.microsoft.com/office/drawing/2014/main" id="{653CB016-2C62-1DC4-0945-9F8BAEC5884D}"/>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8">
              <a:extLst>
                <a:ext uri="{FF2B5EF4-FFF2-40B4-BE49-F238E27FC236}">
                  <a16:creationId xmlns:a16="http://schemas.microsoft.com/office/drawing/2014/main" id="{E1684C1D-D63F-7D52-3169-322BAD54C1FD}"/>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49">
              <a:extLst>
                <a:ext uri="{FF2B5EF4-FFF2-40B4-BE49-F238E27FC236}">
                  <a16:creationId xmlns:a16="http://schemas.microsoft.com/office/drawing/2014/main" id="{988D863A-DD04-ED99-2AE6-CDD9A7787F84}"/>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8">
              <a:extLst>
                <a:ext uri="{FF2B5EF4-FFF2-40B4-BE49-F238E27FC236}">
                  <a16:creationId xmlns:a16="http://schemas.microsoft.com/office/drawing/2014/main" id="{2E55BD8C-78DA-EA5D-84CC-8C4A31C80578}"/>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5" name="Freeform 106">
              <a:extLst>
                <a:ext uri="{FF2B5EF4-FFF2-40B4-BE49-F238E27FC236}">
                  <a16:creationId xmlns:a16="http://schemas.microsoft.com/office/drawing/2014/main" id="{F62CAAE4-EFB3-C382-A2D1-FE7A9482B784}"/>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Tree>
    <p:extLst>
      <p:ext uri="{BB962C8B-B14F-4D97-AF65-F5344CB8AC3E}">
        <p14:creationId xmlns:p14="http://schemas.microsoft.com/office/powerpoint/2010/main" val="284930367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hank you">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A524BA3-05A5-6B79-0847-47B9200CA220}"/>
              </a:ext>
              <a:ext uri="{C183D7F6-B498-43B3-948B-1728B52AA6E4}">
                <adec:decorative xmlns:adec="http://schemas.microsoft.com/office/drawing/2017/decorative" val="1"/>
              </a:ext>
            </a:extLst>
          </p:cNvPr>
          <p:cNvGrpSpPr/>
          <p:nvPr userDrawn="1"/>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84A96F87-C96C-5C77-5F19-7E7718B182C0}"/>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9" name="Freeform 10">
              <a:extLst>
                <a:ext uri="{FF2B5EF4-FFF2-40B4-BE49-F238E27FC236}">
                  <a16:creationId xmlns:a16="http://schemas.microsoft.com/office/drawing/2014/main" id="{A72435CD-AEF9-2E9D-2CB8-C32EF59C9257}"/>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0" name="Freeform 15">
              <a:extLst>
                <a:ext uri="{FF2B5EF4-FFF2-40B4-BE49-F238E27FC236}">
                  <a16:creationId xmlns:a16="http://schemas.microsoft.com/office/drawing/2014/main" id="{EE245742-CACD-E9FD-847C-368F946EFB2A}"/>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1" name="Freeform 18">
              <a:extLst>
                <a:ext uri="{FF2B5EF4-FFF2-40B4-BE49-F238E27FC236}">
                  <a16:creationId xmlns:a16="http://schemas.microsoft.com/office/drawing/2014/main" id="{32BB9EC6-01D5-DED4-4BCB-E6E51D3B98B0}"/>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2" name="Freeform 19">
              <a:extLst>
                <a:ext uri="{FF2B5EF4-FFF2-40B4-BE49-F238E27FC236}">
                  <a16:creationId xmlns:a16="http://schemas.microsoft.com/office/drawing/2014/main" id="{DE36C030-58F1-1888-1D47-945FCC95846C}"/>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3" name="Freeform 20">
              <a:extLst>
                <a:ext uri="{FF2B5EF4-FFF2-40B4-BE49-F238E27FC236}">
                  <a16:creationId xmlns:a16="http://schemas.microsoft.com/office/drawing/2014/main" id="{466FDC08-12F1-2CB3-55E5-4223F1217DD5}"/>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4" name="Freeform 22">
              <a:extLst>
                <a:ext uri="{FF2B5EF4-FFF2-40B4-BE49-F238E27FC236}">
                  <a16:creationId xmlns:a16="http://schemas.microsoft.com/office/drawing/2014/main" id="{5E48192E-A210-10FC-64F0-87C12AD695CE}"/>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5" name="Freeform 23">
              <a:extLst>
                <a:ext uri="{FF2B5EF4-FFF2-40B4-BE49-F238E27FC236}">
                  <a16:creationId xmlns:a16="http://schemas.microsoft.com/office/drawing/2014/main" id="{A4D29756-7DDD-363E-DDBA-29F324493701}"/>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6" name="Freeform 26">
              <a:extLst>
                <a:ext uri="{FF2B5EF4-FFF2-40B4-BE49-F238E27FC236}">
                  <a16:creationId xmlns:a16="http://schemas.microsoft.com/office/drawing/2014/main" id="{977AA206-7B0D-630E-2C5B-9550571F990A}"/>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7" name="Freeform 27">
              <a:extLst>
                <a:ext uri="{FF2B5EF4-FFF2-40B4-BE49-F238E27FC236}">
                  <a16:creationId xmlns:a16="http://schemas.microsoft.com/office/drawing/2014/main" id="{C578E452-C96A-4AD6-03EF-7436CFB85BCE}"/>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8" name="Freeform 28">
              <a:extLst>
                <a:ext uri="{FF2B5EF4-FFF2-40B4-BE49-F238E27FC236}">
                  <a16:creationId xmlns:a16="http://schemas.microsoft.com/office/drawing/2014/main" id="{C438EC8D-F884-2CCB-C0B8-F1DFF2933433}"/>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19" name="Freeform 30">
              <a:extLst>
                <a:ext uri="{FF2B5EF4-FFF2-40B4-BE49-F238E27FC236}">
                  <a16:creationId xmlns:a16="http://schemas.microsoft.com/office/drawing/2014/main" id="{BA1C17DB-42EF-C725-6164-123558E5FD4B}"/>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0" name="Freeform 43">
              <a:extLst>
                <a:ext uri="{FF2B5EF4-FFF2-40B4-BE49-F238E27FC236}">
                  <a16:creationId xmlns:a16="http://schemas.microsoft.com/office/drawing/2014/main" id="{06750BBF-690D-5F90-5163-18063ADC2559}"/>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1" name="Freeform 51">
              <a:extLst>
                <a:ext uri="{FF2B5EF4-FFF2-40B4-BE49-F238E27FC236}">
                  <a16:creationId xmlns:a16="http://schemas.microsoft.com/office/drawing/2014/main" id="{89906FC3-98D6-7517-878A-5C26150B3F65}"/>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2" name="Freeform 52">
              <a:extLst>
                <a:ext uri="{FF2B5EF4-FFF2-40B4-BE49-F238E27FC236}">
                  <a16:creationId xmlns:a16="http://schemas.microsoft.com/office/drawing/2014/main" id="{75F49575-E7DD-AE0C-5DF7-E0C73186764E}"/>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3" name="Freeform 53">
              <a:extLst>
                <a:ext uri="{FF2B5EF4-FFF2-40B4-BE49-F238E27FC236}">
                  <a16:creationId xmlns:a16="http://schemas.microsoft.com/office/drawing/2014/main" id="{709045A5-2F7F-92CC-97B8-410B6D7E4D64}"/>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4" name="Freeform 54">
              <a:extLst>
                <a:ext uri="{FF2B5EF4-FFF2-40B4-BE49-F238E27FC236}">
                  <a16:creationId xmlns:a16="http://schemas.microsoft.com/office/drawing/2014/main" id="{703C71CC-B46F-7BBE-90EA-2001D8AD5478}"/>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5" name="Freeform 55">
              <a:extLst>
                <a:ext uri="{FF2B5EF4-FFF2-40B4-BE49-F238E27FC236}">
                  <a16:creationId xmlns:a16="http://schemas.microsoft.com/office/drawing/2014/main" id="{B4C944EE-3B01-2182-831C-BAFA820EA37C}"/>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6" name="Freeform 56">
              <a:extLst>
                <a:ext uri="{FF2B5EF4-FFF2-40B4-BE49-F238E27FC236}">
                  <a16:creationId xmlns:a16="http://schemas.microsoft.com/office/drawing/2014/main" id="{727646B3-834E-594A-5B4B-B217CB5CC951}"/>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7" name="Freeform 57">
              <a:extLst>
                <a:ext uri="{FF2B5EF4-FFF2-40B4-BE49-F238E27FC236}">
                  <a16:creationId xmlns:a16="http://schemas.microsoft.com/office/drawing/2014/main" id="{4098E858-E702-BCEE-34E1-4FB7FCC0384A}"/>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8" name="Freeform 59">
              <a:extLst>
                <a:ext uri="{FF2B5EF4-FFF2-40B4-BE49-F238E27FC236}">
                  <a16:creationId xmlns:a16="http://schemas.microsoft.com/office/drawing/2014/main" id="{1D73C9C0-AEBB-4212-2317-04A443DE6CC0}"/>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29" name="Freeform 60">
              <a:extLst>
                <a:ext uri="{FF2B5EF4-FFF2-40B4-BE49-F238E27FC236}">
                  <a16:creationId xmlns:a16="http://schemas.microsoft.com/office/drawing/2014/main" id="{7A9ADFE8-600D-EC70-1526-70D43721D479}"/>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0" name="Freeform 61">
              <a:extLst>
                <a:ext uri="{FF2B5EF4-FFF2-40B4-BE49-F238E27FC236}">
                  <a16:creationId xmlns:a16="http://schemas.microsoft.com/office/drawing/2014/main" id="{47093F4D-746D-B229-71F1-BBBD2A412DE7}"/>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1" name="Freeform 5">
              <a:extLst>
                <a:ext uri="{FF2B5EF4-FFF2-40B4-BE49-F238E27FC236}">
                  <a16:creationId xmlns:a16="http://schemas.microsoft.com/office/drawing/2014/main" id="{E79385DE-E8DC-D3BD-8F48-2B0EC4A7A4F0}"/>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2" name="Freeform 6">
              <a:extLst>
                <a:ext uri="{FF2B5EF4-FFF2-40B4-BE49-F238E27FC236}">
                  <a16:creationId xmlns:a16="http://schemas.microsoft.com/office/drawing/2014/main" id="{ADB21756-515B-FDA0-F289-99C5BA0AC204}"/>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3" name="Freeform 7">
              <a:extLst>
                <a:ext uri="{FF2B5EF4-FFF2-40B4-BE49-F238E27FC236}">
                  <a16:creationId xmlns:a16="http://schemas.microsoft.com/office/drawing/2014/main" id="{3CA68471-EC31-03E2-FABA-89DF61C95424}"/>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4" name="Freeform 8">
              <a:extLst>
                <a:ext uri="{FF2B5EF4-FFF2-40B4-BE49-F238E27FC236}">
                  <a16:creationId xmlns:a16="http://schemas.microsoft.com/office/drawing/2014/main" id="{4C6DCACC-784C-B8E8-8898-8A3054F7BB17}"/>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5" name="Freeform 9">
              <a:extLst>
                <a:ext uri="{FF2B5EF4-FFF2-40B4-BE49-F238E27FC236}">
                  <a16:creationId xmlns:a16="http://schemas.microsoft.com/office/drawing/2014/main" id="{5142D3E8-23FC-2DE1-4133-445F85F85865}"/>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6" name="Freeform 11">
              <a:extLst>
                <a:ext uri="{FF2B5EF4-FFF2-40B4-BE49-F238E27FC236}">
                  <a16:creationId xmlns:a16="http://schemas.microsoft.com/office/drawing/2014/main" id="{834331B7-F09D-F2F0-D7E6-0EB8C688F7F3}"/>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7" name="Freeform 12">
              <a:extLst>
                <a:ext uri="{FF2B5EF4-FFF2-40B4-BE49-F238E27FC236}">
                  <a16:creationId xmlns:a16="http://schemas.microsoft.com/office/drawing/2014/main" id="{305070D6-F045-EA4D-B977-990FA5AD80A8}"/>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8" name="Freeform 13">
              <a:extLst>
                <a:ext uri="{FF2B5EF4-FFF2-40B4-BE49-F238E27FC236}">
                  <a16:creationId xmlns:a16="http://schemas.microsoft.com/office/drawing/2014/main" id="{9A4AB825-6845-E0D4-F157-1B948E193751}"/>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39" name="Freeform 14">
              <a:extLst>
                <a:ext uri="{FF2B5EF4-FFF2-40B4-BE49-F238E27FC236}">
                  <a16:creationId xmlns:a16="http://schemas.microsoft.com/office/drawing/2014/main" id="{1DC24A75-0693-795A-17CD-2BC189B01B0A}"/>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0" name="Freeform 16">
              <a:extLst>
                <a:ext uri="{FF2B5EF4-FFF2-40B4-BE49-F238E27FC236}">
                  <a16:creationId xmlns:a16="http://schemas.microsoft.com/office/drawing/2014/main" id="{7623FAB8-FD45-2810-775A-D5F12B0C5975}"/>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1" name="Freeform 17">
              <a:extLst>
                <a:ext uri="{FF2B5EF4-FFF2-40B4-BE49-F238E27FC236}">
                  <a16:creationId xmlns:a16="http://schemas.microsoft.com/office/drawing/2014/main" id="{AFB53E66-FB09-7C3D-5E42-BA4B99CBF4DE}"/>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2" name="Freeform 21">
              <a:extLst>
                <a:ext uri="{FF2B5EF4-FFF2-40B4-BE49-F238E27FC236}">
                  <a16:creationId xmlns:a16="http://schemas.microsoft.com/office/drawing/2014/main" id="{C0748BCE-826C-3D38-4EA4-53C9E7ECCA74}"/>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3" name="Freeform 25">
              <a:extLst>
                <a:ext uri="{FF2B5EF4-FFF2-40B4-BE49-F238E27FC236}">
                  <a16:creationId xmlns:a16="http://schemas.microsoft.com/office/drawing/2014/main" id="{E3088280-5A11-FEE1-C425-5F9B91385661}"/>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4" name="Freeform 29">
              <a:extLst>
                <a:ext uri="{FF2B5EF4-FFF2-40B4-BE49-F238E27FC236}">
                  <a16:creationId xmlns:a16="http://schemas.microsoft.com/office/drawing/2014/main" id="{7C801BDC-004A-68E7-856A-D681506B7733}"/>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5" name="Freeform 31">
              <a:extLst>
                <a:ext uri="{FF2B5EF4-FFF2-40B4-BE49-F238E27FC236}">
                  <a16:creationId xmlns:a16="http://schemas.microsoft.com/office/drawing/2014/main" id="{0BDA8CC8-E51E-5BF7-CBC2-B60291A802FE}"/>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6" name="Freeform 32">
              <a:extLst>
                <a:ext uri="{FF2B5EF4-FFF2-40B4-BE49-F238E27FC236}">
                  <a16:creationId xmlns:a16="http://schemas.microsoft.com/office/drawing/2014/main" id="{3B0B61F7-5A35-A15E-6E4B-6D6A298FFA5E}"/>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7" name="Freeform 33">
              <a:extLst>
                <a:ext uri="{FF2B5EF4-FFF2-40B4-BE49-F238E27FC236}">
                  <a16:creationId xmlns:a16="http://schemas.microsoft.com/office/drawing/2014/main" id="{81D6A465-F994-20E5-49E8-175597AD68B2}"/>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8" name="Freeform 34">
              <a:extLst>
                <a:ext uri="{FF2B5EF4-FFF2-40B4-BE49-F238E27FC236}">
                  <a16:creationId xmlns:a16="http://schemas.microsoft.com/office/drawing/2014/main" id="{D75A0419-EF75-A155-9681-652E6B346EA9}"/>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49" name="Freeform 35">
              <a:extLst>
                <a:ext uri="{FF2B5EF4-FFF2-40B4-BE49-F238E27FC236}">
                  <a16:creationId xmlns:a16="http://schemas.microsoft.com/office/drawing/2014/main" id="{45DD044E-FBD8-59A7-C0A4-1B4C0C42510D}"/>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0" name="Freeform 36">
              <a:extLst>
                <a:ext uri="{FF2B5EF4-FFF2-40B4-BE49-F238E27FC236}">
                  <a16:creationId xmlns:a16="http://schemas.microsoft.com/office/drawing/2014/main" id="{ED7D8618-6C65-EAFD-D6C9-9BDCFD912A6C}"/>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1" name="Freeform 37">
              <a:extLst>
                <a:ext uri="{FF2B5EF4-FFF2-40B4-BE49-F238E27FC236}">
                  <a16:creationId xmlns:a16="http://schemas.microsoft.com/office/drawing/2014/main" id="{80EC0767-4417-DE89-BD3D-00D457589FCD}"/>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2" name="Freeform 38">
              <a:extLst>
                <a:ext uri="{FF2B5EF4-FFF2-40B4-BE49-F238E27FC236}">
                  <a16:creationId xmlns:a16="http://schemas.microsoft.com/office/drawing/2014/main" id="{9ECD19A6-4F3F-15B6-5735-411CA65BA36C}"/>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3" name="Freeform 39">
              <a:extLst>
                <a:ext uri="{FF2B5EF4-FFF2-40B4-BE49-F238E27FC236}">
                  <a16:creationId xmlns:a16="http://schemas.microsoft.com/office/drawing/2014/main" id="{812AA157-A92D-EA70-8BFE-88D61D0C1E14}"/>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4" name="Freeform 40">
              <a:extLst>
                <a:ext uri="{FF2B5EF4-FFF2-40B4-BE49-F238E27FC236}">
                  <a16:creationId xmlns:a16="http://schemas.microsoft.com/office/drawing/2014/main" id="{6B31E4CC-E710-8892-2E71-34DC876F6512}"/>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5" name="Freeform 41">
              <a:extLst>
                <a:ext uri="{FF2B5EF4-FFF2-40B4-BE49-F238E27FC236}">
                  <a16:creationId xmlns:a16="http://schemas.microsoft.com/office/drawing/2014/main" id="{85E5200A-6950-CF88-4242-8FD3D625DEA5}"/>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6" name="Freeform 42">
              <a:extLst>
                <a:ext uri="{FF2B5EF4-FFF2-40B4-BE49-F238E27FC236}">
                  <a16:creationId xmlns:a16="http://schemas.microsoft.com/office/drawing/2014/main" id="{CA54D161-9EF8-78DF-1B0A-4766817848FC}"/>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7" name="Freeform 44">
              <a:extLst>
                <a:ext uri="{FF2B5EF4-FFF2-40B4-BE49-F238E27FC236}">
                  <a16:creationId xmlns:a16="http://schemas.microsoft.com/office/drawing/2014/main" id="{C64272B3-20CB-3F91-8A8F-595CFB252B07}"/>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8" name="Freeform 45">
              <a:extLst>
                <a:ext uri="{FF2B5EF4-FFF2-40B4-BE49-F238E27FC236}">
                  <a16:creationId xmlns:a16="http://schemas.microsoft.com/office/drawing/2014/main" id="{4E27BC89-3702-B5D8-FF7A-2A9DC0C0EC12}"/>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59" name="Freeform 46">
              <a:extLst>
                <a:ext uri="{FF2B5EF4-FFF2-40B4-BE49-F238E27FC236}">
                  <a16:creationId xmlns:a16="http://schemas.microsoft.com/office/drawing/2014/main" id="{83653270-5B66-5986-EFCD-119B007A9B56}"/>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0" name="Freeform 47">
              <a:extLst>
                <a:ext uri="{FF2B5EF4-FFF2-40B4-BE49-F238E27FC236}">
                  <a16:creationId xmlns:a16="http://schemas.microsoft.com/office/drawing/2014/main" id="{F3BF5718-BDC9-840C-4E9A-1D89A5934ADF}"/>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1" name="Freeform 48">
              <a:extLst>
                <a:ext uri="{FF2B5EF4-FFF2-40B4-BE49-F238E27FC236}">
                  <a16:creationId xmlns:a16="http://schemas.microsoft.com/office/drawing/2014/main" id="{C228B2C6-09B9-0197-99EA-39EC047DF7BD}"/>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2" name="Freeform 49">
              <a:extLst>
                <a:ext uri="{FF2B5EF4-FFF2-40B4-BE49-F238E27FC236}">
                  <a16:creationId xmlns:a16="http://schemas.microsoft.com/office/drawing/2014/main" id="{57C6648C-C0B4-BD17-D230-91DE452DAB11}"/>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3" name="Freeform 8">
              <a:extLst>
                <a:ext uri="{FF2B5EF4-FFF2-40B4-BE49-F238E27FC236}">
                  <a16:creationId xmlns:a16="http://schemas.microsoft.com/office/drawing/2014/main" id="{9AC9B6FA-998F-B567-2F39-781F57ACA705}"/>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sp>
          <p:nvSpPr>
            <p:cNvPr id="64" name="Freeform 106">
              <a:extLst>
                <a:ext uri="{FF2B5EF4-FFF2-40B4-BE49-F238E27FC236}">
                  <a16:creationId xmlns:a16="http://schemas.microsoft.com/office/drawing/2014/main" id="{42B138FE-612F-3B50-AB2F-C13E6E2A8758}"/>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dirty="0">
                <a:solidFill>
                  <a:schemeClr val="tx2"/>
                </a:solidFill>
              </a:endParaRPr>
            </a:p>
          </p:txBody>
        </p:sp>
      </p:grpSp>
      <p:sp>
        <p:nvSpPr>
          <p:cNvPr id="65" name="Rectangle 64">
            <a:extLst>
              <a:ext uri="{FF2B5EF4-FFF2-40B4-BE49-F238E27FC236}">
                <a16:creationId xmlns:a16="http://schemas.microsoft.com/office/drawing/2014/main" id="{15BFB4DC-9436-41B5-985C-4FD2B3C87BFB}"/>
              </a:ext>
              <a:ext uri="{C183D7F6-B498-43B3-948B-1728B52AA6E4}">
                <adec:decorative xmlns:adec="http://schemas.microsoft.com/office/drawing/2017/decorative" val="1"/>
              </a:ext>
            </a:extLst>
          </p:cNvPr>
          <p:cNvSpPr/>
          <p:nvPr userDrawn="1"/>
        </p:nvSpPr>
        <p:spPr>
          <a:xfrm>
            <a:off x="7590" y="2097741"/>
            <a:ext cx="12175432" cy="3891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9BA523-EF01-4656-9D54-347E984FD329}"/>
              </a:ext>
            </a:extLst>
          </p:cNvPr>
          <p:cNvSpPr>
            <a:spLocks noGrp="1"/>
          </p:cNvSpPr>
          <p:nvPr>
            <p:ph type="title" hasCustomPrompt="1"/>
          </p:nvPr>
        </p:nvSpPr>
        <p:spPr>
          <a:xfrm>
            <a:off x="888571" y="110363"/>
            <a:ext cx="9827589" cy="1731935"/>
          </a:xfrm>
        </p:spPr>
        <p:txBody>
          <a:bodyPr anchor="b"/>
          <a:lstStyle/>
          <a:p>
            <a:r>
              <a:rPr lang="en-US" dirty="0"/>
              <a:t>Click to add title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hasCustomPrompt="1"/>
          </p:nvPr>
        </p:nvSpPr>
        <p:spPr>
          <a:xfrm>
            <a:off x="873497" y="2218158"/>
            <a:ext cx="5313294" cy="3659681"/>
          </a:xfrm>
        </p:spPr>
        <p:txBody>
          <a:bodyPr anchor="t">
            <a:normAutofit/>
          </a:bodyPr>
          <a:lstStyle>
            <a:lvl1pPr marL="0" indent="0">
              <a:buFont typeface="Arial" panose="020B0604020202020204" pitchFamily="34" charset="0"/>
              <a:buNone/>
              <a:defRPr sz="1800" b="0"/>
            </a:lvl1pPr>
            <a:lvl2pPr marL="228600" indent="0">
              <a:buFont typeface="Arial" panose="020B0604020202020204" pitchFamily="34" charset="0"/>
              <a:buNone/>
              <a:defRPr sz="1600" b="0"/>
            </a:lvl2pPr>
            <a:lvl3pPr marL="320040" indent="0">
              <a:buNone/>
              <a:defRPr sz="1400" b="0"/>
            </a:lvl3pPr>
            <a:lvl4pPr marL="411480" indent="0">
              <a:buFont typeface="Arial" panose="020B0604020202020204" pitchFamily="34" charset="0"/>
              <a:buNone/>
              <a:defRPr sz="1200" b="0"/>
            </a:lvl4pPr>
            <a:lvl5pPr marL="502920" indent="0">
              <a:buNone/>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0" name="Picture Placeholder 69">
            <a:extLst>
              <a:ext uri="{FF2B5EF4-FFF2-40B4-BE49-F238E27FC236}">
                <a16:creationId xmlns:a16="http://schemas.microsoft.com/office/drawing/2014/main" id="{24D174D5-B023-EB99-E21B-7FA9DAEF3D0C}"/>
              </a:ext>
            </a:extLst>
          </p:cNvPr>
          <p:cNvSpPr>
            <a:spLocks noGrp="1"/>
          </p:cNvSpPr>
          <p:nvPr>
            <p:ph type="pic" sz="quarter" idx="13"/>
          </p:nvPr>
        </p:nvSpPr>
        <p:spPr>
          <a:xfrm>
            <a:off x="6583363" y="2097088"/>
            <a:ext cx="5608637" cy="3892550"/>
          </a:xfrm>
        </p:spPr>
        <p:txBody>
          <a:bodyPr/>
          <a:lstStyle>
            <a:lvl1pPr marL="0" indent="0" algn="ctr">
              <a:buNone/>
              <a:defRPr/>
            </a:lvl1pPr>
          </a:lstStyle>
          <a:p>
            <a:r>
              <a:rPr lang="en-US"/>
              <a:t>Click icon to add picture</a:t>
            </a:r>
            <a:endParaRPr lang="en-US" dirty="0"/>
          </a:p>
        </p:txBody>
      </p:sp>
      <p:sp>
        <p:nvSpPr>
          <p:cNvPr id="71" name="Footer Placeholder 4">
            <a:extLst>
              <a:ext uri="{FF2B5EF4-FFF2-40B4-BE49-F238E27FC236}">
                <a16:creationId xmlns:a16="http://schemas.microsoft.com/office/drawing/2014/main" id="{91D8018E-34BF-1295-2ACF-0C4D08DF7ADB}"/>
              </a:ext>
            </a:extLst>
          </p:cNvPr>
          <p:cNvSpPr>
            <a:spLocks noGrp="1"/>
          </p:cNvSpPr>
          <p:nvPr>
            <p:ph type="ftr" sz="quarter" idx="11"/>
          </p:nvPr>
        </p:nvSpPr>
        <p:spPr>
          <a:xfrm rot="5400000">
            <a:off x="-1754871" y="2093199"/>
            <a:ext cx="4157472" cy="416082"/>
          </a:xfrm>
        </p:spPr>
        <p:txBody>
          <a:bodyPr/>
          <a:lstStyle/>
          <a:p>
            <a:endParaRPr lang="en-US" dirty="0"/>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r>
              <a:rPr lang="en-US"/>
              <a:t>20XX</a:t>
            </a:r>
            <a:endParaRPr lang="en-US" dirty="0"/>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4C8B8A27-DF03-4546-BA93-21C967D57E5C}" type="slidenum">
              <a:rPr lang="en-US" smtClean="0"/>
              <a:t>‹#›</a:t>
            </a:fld>
            <a:endParaRPr lang="en-US" dirty="0"/>
          </a:p>
        </p:txBody>
      </p:sp>
    </p:spTree>
    <p:extLst>
      <p:ext uri="{BB962C8B-B14F-4D97-AF65-F5344CB8AC3E}">
        <p14:creationId xmlns:p14="http://schemas.microsoft.com/office/powerpoint/2010/main" val="604769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1AFD227-869A-489C-A9B5-3F0498DF3C0C}"/>
              </a:ext>
            </a:extLst>
          </p:cNvPr>
          <p:cNvGrpSpPr/>
          <p:nvPr/>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62704B34-199B-4964-9C78-3AB9735915AA}"/>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 name="Freeform 10">
              <a:extLst>
                <a:ext uri="{FF2B5EF4-FFF2-40B4-BE49-F238E27FC236}">
                  <a16:creationId xmlns:a16="http://schemas.microsoft.com/office/drawing/2014/main" id="{8B1E8DB8-017D-454E-849F-EE5742849FD4}"/>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15">
              <a:extLst>
                <a:ext uri="{FF2B5EF4-FFF2-40B4-BE49-F238E27FC236}">
                  <a16:creationId xmlns:a16="http://schemas.microsoft.com/office/drawing/2014/main" id="{16D80E5D-5099-41C4-A80A-1B1538C382FC}"/>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18">
              <a:extLst>
                <a:ext uri="{FF2B5EF4-FFF2-40B4-BE49-F238E27FC236}">
                  <a16:creationId xmlns:a16="http://schemas.microsoft.com/office/drawing/2014/main" id="{947751E1-E2F4-467E-B547-3BD4BAB7F560}"/>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 name="Freeform 19">
              <a:extLst>
                <a:ext uri="{FF2B5EF4-FFF2-40B4-BE49-F238E27FC236}">
                  <a16:creationId xmlns:a16="http://schemas.microsoft.com/office/drawing/2014/main" id="{55D8869B-B701-4268-9856-876345C8AE3F}"/>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20">
              <a:extLst>
                <a:ext uri="{FF2B5EF4-FFF2-40B4-BE49-F238E27FC236}">
                  <a16:creationId xmlns:a16="http://schemas.microsoft.com/office/drawing/2014/main" id="{A25CA59C-849F-4CE4-A9B0-293F98DE2C7C}"/>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22">
              <a:extLst>
                <a:ext uri="{FF2B5EF4-FFF2-40B4-BE49-F238E27FC236}">
                  <a16:creationId xmlns:a16="http://schemas.microsoft.com/office/drawing/2014/main" id="{FE000DB1-AAA1-4BFF-8F14-53624C2F9E0B}"/>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23">
              <a:extLst>
                <a:ext uri="{FF2B5EF4-FFF2-40B4-BE49-F238E27FC236}">
                  <a16:creationId xmlns:a16="http://schemas.microsoft.com/office/drawing/2014/main" id="{5EEFBC14-7E5B-47B2-B5E3-E90991F89191}"/>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26">
              <a:extLst>
                <a:ext uri="{FF2B5EF4-FFF2-40B4-BE49-F238E27FC236}">
                  <a16:creationId xmlns:a16="http://schemas.microsoft.com/office/drawing/2014/main" id="{00AFF6E4-A34A-4FD3-8C57-BB96114822D1}"/>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27">
              <a:extLst>
                <a:ext uri="{FF2B5EF4-FFF2-40B4-BE49-F238E27FC236}">
                  <a16:creationId xmlns:a16="http://schemas.microsoft.com/office/drawing/2014/main" id="{C63A8474-C075-4441-A0B3-52286EA50093}"/>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28">
              <a:extLst>
                <a:ext uri="{FF2B5EF4-FFF2-40B4-BE49-F238E27FC236}">
                  <a16:creationId xmlns:a16="http://schemas.microsoft.com/office/drawing/2014/main" id="{35DA4698-A2ED-4512-8887-F12D3F14372A}"/>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30">
              <a:extLst>
                <a:ext uri="{FF2B5EF4-FFF2-40B4-BE49-F238E27FC236}">
                  <a16:creationId xmlns:a16="http://schemas.microsoft.com/office/drawing/2014/main" id="{3358E118-D590-4E50-B21C-6CDAA1CCAFCB}"/>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43">
              <a:extLst>
                <a:ext uri="{FF2B5EF4-FFF2-40B4-BE49-F238E27FC236}">
                  <a16:creationId xmlns:a16="http://schemas.microsoft.com/office/drawing/2014/main" id="{F1EE889E-60FF-423F-ADCB-6CBEE853A040}"/>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1" name="Freeform 51">
              <a:extLst>
                <a:ext uri="{FF2B5EF4-FFF2-40B4-BE49-F238E27FC236}">
                  <a16:creationId xmlns:a16="http://schemas.microsoft.com/office/drawing/2014/main" id="{A4AA0634-0A7C-4A35-8EB7-775200F129FD}"/>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52">
              <a:extLst>
                <a:ext uri="{FF2B5EF4-FFF2-40B4-BE49-F238E27FC236}">
                  <a16:creationId xmlns:a16="http://schemas.microsoft.com/office/drawing/2014/main" id="{EBA21558-CAC3-445C-8882-5D4A0C6D2A0E}"/>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53">
              <a:extLst>
                <a:ext uri="{FF2B5EF4-FFF2-40B4-BE49-F238E27FC236}">
                  <a16:creationId xmlns:a16="http://schemas.microsoft.com/office/drawing/2014/main" id="{2E9415F1-5D31-4C25-9E26-203EEF500877}"/>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 name="Freeform 54">
              <a:extLst>
                <a:ext uri="{FF2B5EF4-FFF2-40B4-BE49-F238E27FC236}">
                  <a16:creationId xmlns:a16="http://schemas.microsoft.com/office/drawing/2014/main" id="{622FC1F6-879A-45BA-8752-08020C39CE29}"/>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 name="Freeform 55">
              <a:extLst>
                <a:ext uri="{FF2B5EF4-FFF2-40B4-BE49-F238E27FC236}">
                  <a16:creationId xmlns:a16="http://schemas.microsoft.com/office/drawing/2014/main" id="{BA09826C-58E2-48C5-9666-333326C2CA44}"/>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56">
              <a:extLst>
                <a:ext uri="{FF2B5EF4-FFF2-40B4-BE49-F238E27FC236}">
                  <a16:creationId xmlns:a16="http://schemas.microsoft.com/office/drawing/2014/main" id="{A6D3555F-4EA1-4EA7-9D08-2D75CE51927B}"/>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57">
              <a:extLst>
                <a:ext uri="{FF2B5EF4-FFF2-40B4-BE49-F238E27FC236}">
                  <a16:creationId xmlns:a16="http://schemas.microsoft.com/office/drawing/2014/main" id="{60FA20E8-EDAA-4310-B870-97807901AC18}"/>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 name="Freeform 59">
              <a:extLst>
                <a:ext uri="{FF2B5EF4-FFF2-40B4-BE49-F238E27FC236}">
                  <a16:creationId xmlns:a16="http://schemas.microsoft.com/office/drawing/2014/main" id="{F5552AA2-C2AB-4D59-B6EF-E8E5EE110E52}"/>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60">
              <a:extLst>
                <a:ext uri="{FF2B5EF4-FFF2-40B4-BE49-F238E27FC236}">
                  <a16:creationId xmlns:a16="http://schemas.microsoft.com/office/drawing/2014/main" id="{0BA267D0-8F6B-4803-B948-70E29B4587EB}"/>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0" name="Freeform 61">
              <a:extLst>
                <a:ext uri="{FF2B5EF4-FFF2-40B4-BE49-F238E27FC236}">
                  <a16:creationId xmlns:a16="http://schemas.microsoft.com/office/drawing/2014/main" id="{86E372A3-B9F4-4FEE-8B96-D9AD879E214E}"/>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1" name="Freeform 5">
              <a:extLst>
                <a:ext uri="{FF2B5EF4-FFF2-40B4-BE49-F238E27FC236}">
                  <a16:creationId xmlns:a16="http://schemas.microsoft.com/office/drawing/2014/main" id="{FF0C4564-5DA6-4224-A8B7-85CE1323DE8F}"/>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 name="Freeform 6">
              <a:extLst>
                <a:ext uri="{FF2B5EF4-FFF2-40B4-BE49-F238E27FC236}">
                  <a16:creationId xmlns:a16="http://schemas.microsoft.com/office/drawing/2014/main" id="{19F31D0D-C43D-4BB0-A13C-9524B84117D4}"/>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7">
              <a:extLst>
                <a:ext uri="{FF2B5EF4-FFF2-40B4-BE49-F238E27FC236}">
                  <a16:creationId xmlns:a16="http://schemas.microsoft.com/office/drawing/2014/main" id="{6B32FB03-B0FE-4731-BE41-C59AFB49FBF5}"/>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 name="Freeform 8">
              <a:extLst>
                <a:ext uri="{FF2B5EF4-FFF2-40B4-BE49-F238E27FC236}">
                  <a16:creationId xmlns:a16="http://schemas.microsoft.com/office/drawing/2014/main" id="{BDD5B6F0-1E17-4DCD-AE5F-ED8C48892FEF}"/>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 name="Freeform 9">
              <a:extLst>
                <a:ext uri="{FF2B5EF4-FFF2-40B4-BE49-F238E27FC236}">
                  <a16:creationId xmlns:a16="http://schemas.microsoft.com/office/drawing/2014/main" id="{0290BE17-E89B-4AF9-B3F6-AF4884D52467}"/>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11">
              <a:extLst>
                <a:ext uri="{FF2B5EF4-FFF2-40B4-BE49-F238E27FC236}">
                  <a16:creationId xmlns:a16="http://schemas.microsoft.com/office/drawing/2014/main" id="{85F63089-F77F-4F02-8417-AAC1847FBCA7}"/>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 name="Freeform 12">
              <a:extLst>
                <a:ext uri="{FF2B5EF4-FFF2-40B4-BE49-F238E27FC236}">
                  <a16:creationId xmlns:a16="http://schemas.microsoft.com/office/drawing/2014/main" id="{7B01CD5E-570F-4CBF-9904-94F30D928C54}"/>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 name="Freeform 13">
              <a:extLst>
                <a:ext uri="{FF2B5EF4-FFF2-40B4-BE49-F238E27FC236}">
                  <a16:creationId xmlns:a16="http://schemas.microsoft.com/office/drawing/2014/main" id="{7EE6A672-2915-4B03-99A9-9364D5F1521E}"/>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 name="Freeform 14">
              <a:extLst>
                <a:ext uri="{FF2B5EF4-FFF2-40B4-BE49-F238E27FC236}">
                  <a16:creationId xmlns:a16="http://schemas.microsoft.com/office/drawing/2014/main" id="{2136B643-14E1-443A-BC1C-06ADAE65C30F}"/>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 name="Freeform 16">
              <a:extLst>
                <a:ext uri="{FF2B5EF4-FFF2-40B4-BE49-F238E27FC236}">
                  <a16:creationId xmlns:a16="http://schemas.microsoft.com/office/drawing/2014/main" id="{867FA393-4F37-4E1A-870B-F96775FAB7E8}"/>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 name="Freeform 17">
              <a:extLst>
                <a:ext uri="{FF2B5EF4-FFF2-40B4-BE49-F238E27FC236}">
                  <a16:creationId xmlns:a16="http://schemas.microsoft.com/office/drawing/2014/main" id="{E225A1BE-FAD2-4764-A7E4-A6DA07D0573B}"/>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 name="Freeform 21">
              <a:extLst>
                <a:ext uri="{FF2B5EF4-FFF2-40B4-BE49-F238E27FC236}">
                  <a16:creationId xmlns:a16="http://schemas.microsoft.com/office/drawing/2014/main" id="{25D65388-C7E0-4C07-822A-03C5009C6D1E}"/>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 name="Freeform 25">
              <a:extLst>
                <a:ext uri="{FF2B5EF4-FFF2-40B4-BE49-F238E27FC236}">
                  <a16:creationId xmlns:a16="http://schemas.microsoft.com/office/drawing/2014/main" id="{E1D79822-C494-449C-B439-F437DAD4F218}"/>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 name="Freeform 29">
              <a:extLst>
                <a:ext uri="{FF2B5EF4-FFF2-40B4-BE49-F238E27FC236}">
                  <a16:creationId xmlns:a16="http://schemas.microsoft.com/office/drawing/2014/main" id="{CDB324E5-E8D9-40E3-BAB4-1F87E67E4F46}"/>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 name="Freeform 31">
              <a:extLst>
                <a:ext uri="{FF2B5EF4-FFF2-40B4-BE49-F238E27FC236}">
                  <a16:creationId xmlns:a16="http://schemas.microsoft.com/office/drawing/2014/main" id="{15404AB3-12EB-462E-85A2-AF4A7E91D729}"/>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 name="Freeform 32">
              <a:extLst>
                <a:ext uri="{FF2B5EF4-FFF2-40B4-BE49-F238E27FC236}">
                  <a16:creationId xmlns:a16="http://schemas.microsoft.com/office/drawing/2014/main" id="{228021CB-53B3-4BCC-A14C-0B6951FC971F}"/>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 name="Freeform 33">
              <a:extLst>
                <a:ext uri="{FF2B5EF4-FFF2-40B4-BE49-F238E27FC236}">
                  <a16:creationId xmlns:a16="http://schemas.microsoft.com/office/drawing/2014/main" id="{B353D0BC-00A6-4EA4-9311-9FCB88CC2021}"/>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 name="Freeform 34">
              <a:extLst>
                <a:ext uri="{FF2B5EF4-FFF2-40B4-BE49-F238E27FC236}">
                  <a16:creationId xmlns:a16="http://schemas.microsoft.com/office/drawing/2014/main" id="{0E001FD3-6EDD-47A3-9916-826E1595DAB3}"/>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9" name="Freeform 35">
              <a:extLst>
                <a:ext uri="{FF2B5EF4-FFF2-40B4-BE49-F238E27FC236}">
                  <a16:creationId xmlns:a16="http://schemas.microsoft.com/office/drawing/2014/main" id="{FE214D5B-D151-4E09-A01E-BEAAF9C679ED}"/>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0" name="Freeform 36">
              <a:extLst>
                <a:ext uri="{FF2B5EF4-FFF2-40B4-BE49-F238E27FC236}">
                  <a16:creationId xmlns:a16="http://schemas.microsoft.com/office/drawing/2014/main" id="{3024EF13-0A45-49DD-B0F4-FA3A5169EFFE}"/>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1" name="Freeform 37">
              <a:extLst>
                <a:ext uri="{FF2B5EF4-FFF2-40B4-BE49-F238E27FC236}">
                  <a16:creationId xmlns:a16="http://schemas.microsoft.com/office/drawing/2014/main" id="{95E0BDAE-48A7-4752-A150-74DA4BAE5E4B}"/>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2" name="Freeform 38">
              <a:extLst>
                <a:ext uri="{FF2B5EF4-FFF2-40B4-BE49-F238E27FC236}">
                  <a16:creationId xmlns:a16="http://schemas.microsoft.com/office/drawing/2014/main" id="{DE128EDB-3179-4F47-8B37-BEDE3B82FFC7}"/>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Freeform 39">
              <a:extLst>
                <a:ext uri="{FF2B5EF4-FFF2-40B4-BE49-F238E27FC236}">
                  <a16:creationId xmlns:a16="http://schemas.microsoft.com/office/drawing/2014/main" id="{E09CDD49-7B7B-42C0-A09E-6CFB3CDFF6A1}"/>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4" name="Freeform 40">
              <a:extLst>
                <a:ext uri="{FF2B5EF4-FFF2-40B4-BE49-F238E27FC236}">
                  <a16:creationId xmlns:a16="http://schemas.microsoft.com/office/drawing/2014/main" id="{93C5D839-4CD5-4165-9091-7D9B92CDC1D2}"/>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5" name="Freeform 41">
              <a:extLst>
                <a:ext uri="{FF2B5EF4-FFF2-40B4-BE49-F238E27FC236}">
                  <a16:creationId xmlns:a16="http://schemas.microsoft.com/office/drawing/2014/main" id="{3C7F638A-BB6D-4B24-A7F9-03BF8087459B}"/>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6" name="Freeform 42">
              <a:extLst>
                <a:ext uri="{FF2B5EF4-FFF2-40B4-BE49-F238E27FC236}">
                  <a16:creationId xmlns:a16="http://schemas.microsoft.com/office/drawing/2014/main" id="{5B59DB64-329B-45EA-8A67-4213A886B5B2}"/>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7" name="Freeform 44">
              <a:extLst>
                <a:ext uri="{FF2B5EF4-FFF2-40B4-BE49-F238E27FC236}">
                  <a16:creationId xmlns:a16="http://schemas.microsoft.com/office/drawing/2014/main" id="{D8DAB003-6484-4D1D-85AE-93FA09BC5EF5}"/>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8" name="Freeform 45">
              <a:extLst>
                <a:ext uri="{FF2B5EF4-FFF2-40B4-BE49-F238E27FC236}">
                  <a16:creationId xmlns:a16="http://schemas.microsoft.com/office/drawing/2014/main" id="{D49280A1-ACA8-4CD6-9012-AF12660F07E4}"/>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9" name="Freeform 46">
              <a:extLst>
                <a:ext uri="{FF2B5EF4-FFF2-40B4-BE49-F238E27FC236}">
                  <a16:creationId xmlns:a16="http://schemas.microsoft.com/office/drawing/2014/main" id="{C03EAE8C-6089-40E5-9361-2E266A1EEBA3}"/>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0" name="Freeform 47">
              <a:extLst>
                <a:ext uri="{FF2B5EF4-FFF2-40B4-BE49-F238E27FC236}">
                  <a16:creationId xmlns:a16="http://schemas.microsoft.com/office/drawing/2014/main" id="{02E3A077-F087-4E14-A13E-4E9D4369B1F6}"/>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1" name="Freeform 48">
              <a:extLst>
                <a:ext uri="{FF2B5EF4-FFF2-40B4-BE49-F238E27FC236}">
                  <a16:creationId xmlns:a16="http://schemas.microsoft.com/office/drawing/2014/main" id="{7CE4FAAA-45E7-4C86-B59A-F284B79EFD23}"/>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2" name="Freeform 49">
              <a:extLst>
                <a:ext uri="{FF2B5EF4-FFF2-40B4-BE49-F238E27FC236}">
                  <a16:creationId xmlns:a16="http://schemas.microsoft.com/office/drawing/2014/main" id="{E2689B62-CCA1-4EE5-B622-FBA516868916}"/>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 name="Freeform 8">
              <a:extLst>
                <a:ext uri="{FF2B5EF4-FFF2-40B4-BE49-F238E27FC236}">
                  <a16:creationId xmlns:a16="http://schemas.microsoft.com/office/drawing/2014/main" id="{113638EE-3BCF-4315-A329-3C6766A3890B}"/>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 name="Freeform 106">
              <a:extLst>
                <a:ext uri="{FF2B5EF4-FFF2-40B4-BE49-F238E27FC236}">
                  <a16:creationId xmlns:a16="http://schemas.microsoft.com/office/drawing/2014/main" id="{4FB36B8F-335B-40F2-83BB-C2B2689DC2E9}"/>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itle Placeholder 1">
            <a:extLst>
              <a:ext uri="{FF2B5EF4-FFF2-40B4-BE49-F238E27FC236}">
                <a16:creationId xmlns:a16="http://schemas.microsoft.com/office/drawing/2014/main" id="{7A05E913-A9D9-4639-B104-1F07A4AF6A56}"/>
              </a:ext>
            </a:extLst>
          </p:cNvPr>
          <p:cNvSpPr>
            <a:spLocks noGrp="1"/>
          </p:cNvSpPr>
          <p:nvPr>
            <p:ph type="title"/>
          </p:nvPr>
        </p:nvSpPr>
        <p:spPr>
          <a:xfrm>
            <a:off x="1069848" y="502920"/>
            <a:ext cx="9634011"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9940CEB-B6D7-46E6-9843-51534214017A}"/>
              </a:ext>
            </a:extLst>
          </p:cNvPr>
          <p:cNvSpPr>
            <a:spLocks noGrp="1"/>
          </p:cNvSpPr>
          <p:nvPr>
            <p:ph type="body" idx="1"/>
          </p:nvPr>
        </p:nvSpPr>
        <p:spPr>
          <a:xfrm>
            <a:off x="1069848" y="1874520"/>
            <a:ext cx="9634011"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5BAC8B5-8DFB-4920-8580-54824C831A94}"/>
              </a:ext>
            </a:extLst>
          </p:cNvPr>
          <p:cNvSpPr>
            <a:spLocks noGrp="1"/>
          </p:cNvSpPr>
          <p:nvPr>
            <p:ph type="dt" sz="half" idx="2"/>
          </p:nvPr>
        </p:nvSpPr>
        <p:spPr>
          <a:xfrm>
            <a:off x="173736" y="6382512"/>
            <a:ext cx="2845901" cy="365125"/>
          </a:xfrm>
          <a:prstGeom prst="rect">
            <a:avLst/>
          </a:prstGeom>
        </p:spPr>
        <p:txBody>
          <a:bodyPr vert="horz" lIns="91440" tIns="45720" rIns="91440" bIns="45720" rtlCol="0" anchor="ctr"/>
          <a:lstStyle>
            <a:lvl1pPr algn="l">
              <a:defRPr sz="1050">
                <a:solidFill>
                  <a:schemeClr val="tx2"/>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3A9E2D5D-B616-4048-9CB8-4D316BBDB1FB}"/>
              </a:ext>
            </a:extLst>
          </p:cNvPr>
          <p:cNvSpPr>
            <a:spLocks noGrp="1"/>
          </p:cNvSpPr>
          <p:nvPr>
            <p:ph type="ftr" sz="quarter" idx="3"/>
          </p:nvPr>
        </p:nvSpPr>
        <p:spPr>
          <a:xfrm rot="5400000">
            <a:off x="-1754871" y="2093199"/>
            <a:ext cx="4157472" cy="416082"/>
          </a:xfrm>
          <a:prstGeom prst="rect">
            <a:avLst/>
          </a:prstGeom>
        </p:spPr>
        <p:txBody>
          <a:bodyPr vert="horz" lIns="91440" tIns="45720" rIns="91440" bIns="45720" rtlCol="0" anchor="ctr"/>
          <a:lstStyle>
            <a:lvl1pPr algn="l">
              <a:defRPr sz="1050">
                <a:solidFill>
                  <a:schemeClr val="tx2"/>
                </a:solidFill>
              </a:defRPr>
            </a:lvl1pPr>
          </a:lstStyle>
          <a:p>
            <a:endParaRPr lang="en-US" dirty="0"/>
          </a:p>
        </p:txBody>
      </p:sp>
      <p:sp>
        <p:nvSpPr>
          <p:cNvPr id="6" name="Slide Number Placeholder 5">
            <a:extLst>
              <a:ext uri="{FF2B5EF4-FFF2-40B4-BE49-F238E27FC236}">
                <a16:creationId xmlns:a16="http://schemas.microsoft.com/office/drawing/2014/main" id="{63F322F0-8F3D-4AC5-9873-24666D0E0D34}"/>
              </a:ext>
            </a:extLst>
          </p:cNvPr>
          <p:cNvSpPr>
            <a:spLocks noGrp="1"/>
          </p:cNvSpPr>
          <p:nvPr>
            <p:ph type="sldNum" sz="quarter" idx="4"/>
          </p:nvPr>
        </p:nvSpPr>
        <p:spPr>
          <a:xfrm>
            <a:off x="11457919" y="6382512"/>
            <a:ext cx="500997" cy="365125"/>
          </a:xfrm>
          <a:prstGeom prst="rect">
            <a:avLst/>
          </a:prstGeom>
        </p:spPr>
        <p:txBody>
          <a:bodyPr vert="horz" lIns="91440" tIns="45720" rIns="91440" bIns="45720" rtlCol="0" anchor="ctr"/>
          <a:lstStyle>
            <a:lvl1pPr algn="r">
              <a:defRPr sz="1050">
                <a:solidFill>
                  <a:schemeClr val="tx2"/>
                </a:solidFill>
              </a:defRPr>
            </a:lvl1pPr>
          </a:lstStyle>
          <a:p>
            <a:fld id="{4C8B8A27-DF03-4546-BA93-21C967D57E5C}" type="slidenum">
              <a:rPr lang="en-US" smtClean="0"/>
              <a:pPr/>
              <a:t>‹#›</a:t>
            </a:fld>
            <a:endParaRPr lang="en-US" dirty="0"/>
          </a:p>
        </p:txBody>
      </p:sp>
    </p:spTree>
    <p:extLst>
      <p:ext uri="{BB962C8B-B14F-4D97-AF65-F5344CB8AC3E}">
        <p14:creationId xmlns:p14="http://schemas.microsoft.com/office/powerpoint/2010/main" val="223658350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8" r:id="rId14"/>
    <p:sldLayoutId id="2147483690" r:id="rId15"/>
    <p:sldLayoutId id="2147483691" r:id="rId16"/>
    <p:sldLayoutId id="2147483692" r:id="rId17"/>
    <p:sldLayoutId id="2147483694" r:id="rId18"/>
    <p:sldLayoutId id="2147483696" r:id="rId19"/>
  </p:sldLayoutIdLst>
  <p:hf sldNum="0" hdr="0" ftr="0"/>
  <p:txStyles>
    <p:titleStyle>
      <a:lvl1pPr algn="l" defTabSz="914400" rtl="0" eaLnBrk="1" latinLnBrk="0" hangingPunct="1">
        <a:lnSpc>
          <a:spcPct val="10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50000"/>
        </a:lnSpc>
        <a:spcBef>
          <a:spcPts val="1000"/>
        </a:spcBef>
        <a:buClr>
          <a:schemeClr val="bg2">
            <a:lumMod val="75000"/>
          </a:schemeClr>
        </a:buClr>
        <a:buFont typeface="Arial" panose="020B0604020202020204" pitchFamily="34" charset="0"/>
        <a:buChar char="•"/>
        <a:defRPr sz="2000" kern="1200">
          <a:solidFill>
            <a:schemeClr val="tx2"/>
          </a:solidFill>
          <a:latin typeface="+mn-lt"/>
          <a:ea typeface="+mn-ea"/>
          <a:cs typeface="+mn-cs"/>
        </a:defRPr>
      </a:lvl1pPr>
      <a:lvl2pPr marL="228600" indent="0" algn="l" defTabSz="914400" rtl="0" eaLnBrk="1" latinLnBrk="0" hangingPunct="1">
        <a:lnSpc>
          <a:spcPct val="150000"/>
        </a:lnSpc>
        <a:spcBef>
          <a:spcPts val="500"/>
        </a:spcBef>
        <a:buClr>
          <a:schemeClr val="bg2">
            <a:lumMod val="75000"/>
          </a:schemeClr>
        </a:buClr>
        <a:buFontTx/>
        <a:buNone/>
        <a:defRPr sz="1800" kern="1200">
          <a:solidFill>
            <a:schemeClr val="tx2"/>
          </a:solidFill>
          <a:latin typeface="+mn-lt"/>
          <a:ea typeface="+mn-ea"/>
          <a:cs typeface="+mn-cs"/>
        </a:defRPr>
      </a:lvl2pPr>
      <a:lvl3pPr marL="54864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600" b="1" kern="1200">
          <a:solidFill>
            <a:schemeClr val="tx2"/>
          </a:solidFill>
          <a:latin typeface="+mn-lt"/>
          <a:ea typeface="+mn-ea"/>
          <a:cs typeface="+mn-cs"/>
        </a:defRPr>
      </a:lvl3pPr>
      <a:lvl4pPr marL="548640" indent="0" algn="l" defTabSz="914400" rtl="0" eaLnBrk="1" latinLnBrk="0" hangingPunct="1">
        <a:lnSpc>
          <a:spcPct val="150000"/>
        </a:lnSpc>
        <a:spcBef>
          <a:spcPts val="500"/>
        </a:spcBef>
        <a:buClr>
          <a:schemeClr val="bg2">
            <a:lumMod val="75000"/>
          </a:schemeClr>
        </a:buClr>
        <a:buFontTx/>
        <a:buNone/>
        <a:defRPr sz="1400" kern="1200">
          <a:solidFill>
            <a:schemeClr val="tx2"/>
          </a:solidFill>
          <a:latin typeface="+mn-lt"/>
          <a:ea typeface="+mn-ea"/>
          <a:cs typeface="+mn-cs"/>
        </a:defRPr>
      </a:lvl4pPr>
      <a:lvl5pPr marL="83439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6.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7" Type="http://schemas.openxmlformats.org/officeDocument/2006/relationships/image" Target="../media/image12.jp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11.jpg"/><Relationship Id="rId5" Type="http://schemas.openxmlformats.org/officeDocument/2006/relationships/image" Target="../media/image10.jpg"/><Relationship Id="rId4" Type="http://schemas.openxmlformats.org/officeDocument/2006/relationships/image" Target="../media/image9.jpg"/></Relationships>
</file>

<file path=ppt/slides/_rels/slide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16.xml"/><Relationship Id="rId5" Type="http://schemas.openxmlformats.org/officeDocument/2006/relationships/image" Target="../media/image15.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37" name="Group 12">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238"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9"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0"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1"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2"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3"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4"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5"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6"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7"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8"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9"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0"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1"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2"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3"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4"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5"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6"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7"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8"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9"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0"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1"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2"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3"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4"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5"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6"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7"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8"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9"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0"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1"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2"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3"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4"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5"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6"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7"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8"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9"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0"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1"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2"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3"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4"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5"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6"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7"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8"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9"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0"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1"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2"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3"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4"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295" name="Rectangle 71">
            <a:extLst>
              <a:ext uri="{FF2B5EF4-FFF2-40B4-BE49-F238E27FC236}">
                <a16:creationId xmlns:a16="http://schemas.microsoft.com/office/drawing/2014/main" id="{D6F5F07B-A917-442C-82D5-5719737E9E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99">
            <a:extLst>
              <a:ext uri="{FF2B5EF4-FFF2-40B4-BE49-F238E27FC236}">
                <a16:creationId xmlns:a16="http://schemas.microsoft.com/office/drawing/2014/main" id="{EC0D392E-82AA-A0FB-17D0-03C09761DA66}"/>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2597"/>
          <a:stretch/>
        </p:blipFill>
        <p:spPr>
          <a:xfrm>
            <a:off x="20" y="10"/>
            <a:ext cx="12191962" cy="6857990"/>
          </a:xfrm>
          <a:prstGeom prst="rect">
            <a:avLst/>
          </a:prstGeom>
        </p:spPr>
      </p:pic>
      <p:sp>
        <p:nvSpPr>
          <p:cNvPr id="296" name="Rectangle 73">
            <a:extLst>
              <a:ext uri="{FF2B5EF4-FFF2-40B4-BE49-F238E27FC236}">
                <a16:creationId xmlns:a16="http://schemas.microsoft.com/office/drawing/2014/main" id="{B7E0C296-2B1B-4589-84EA-239D878496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9175" y="2279176"/>
            <a:ext cx="5199894" cy="258567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85224AF3-8A06-5D1E-F762-4E225CD6443A}"/>
              </a:ext>
            </a:extLst>
          </p:cNvPr>
          <p:cNvSpPr>
            <a:spLocks noGrp="1"/>
          </p:cNvSpPr>
          <p:nvPr>
            <p:ph type="ctrTitle"/>
          </p:nvPr>
        </p:nvSpPr>
        <p:spPr>
          <a:xfrm>
            <a:off x="3785812" y="2522070"/>
            <a:ext cx="4606621" cy="1533098"/>
          </a:xfrm>
        </p:spPr>
        <p:txBody>
          <a:bodyPr vert="horz" lIns="91440" tIns="45720" rIns="91440" bIns="45720" rtlCol="0" anchor="b">
            <a:normAutofit/>
          </a:bodyPr>
          <a:lstStyle/>
          <a:p>
            <a:r>
              <a:rPr lang="en-US" sz="3700"/>
              <a:t>L’écriture romaine dans l’Antiquité</a:t>
            </a:r>
          </a:p>
        </p:txBody>
      </p:sp>
      <p:grpSp>
        <p:nvGrpSpPr>
          <p:cNvPr id="297" name="Group 75">
            <a:extLst>
              <a:ext uri="{FF2B5EF4-FFF2-40B4-BE49-F238E27FC236}">
                <a16:creationId xmlns:a16="http://schemas.microsoft.com/office/drawing/2014/main" id="{3CDD339A-0D5C-435F-B70C-6498DB974B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552" y="3022005"/>
            <a:ext cx="12161561" cy="1033163"/>
            <a:chOff x="23552" y="3022005"/>
            <a:chExt cx="12161561" cy="1033163"/>
          </a:xfrm>
        </p:grpSpPr>
        <p:sp>
          <p:nvSpPr>
            <p:cNvPr id="298" name="Freeform 6">
              <a:extLst>
                <a:ext uri="{FF2B5EF4-FFF2-40B4-BE49-F238E27FC236}">
                  <a16:creationId xmlns:a16="http://schemas.microsoft.com/office/drawing/2014/main" id="{21D7864D-9CC0-4345-A8ED-01EEC9C57B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33426" y="3820899"/>
              <a:ext cx="146874" cy="103369"/>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99" name="Freeform 63">
              <a:extLst>
                <a:ext uri="{FF2B5EF4-FFF2-40B4-BE49-F238E27FC236}">
                  <a16:creationId xmlns:a16="http://schemas.microsoft.com/office/drawing/2014/main" id="{F9F23CAB-0676-4AC7-8CA8-7B5BF73E27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012632" y="3146103"/>
              <a:ext cx="143728" cy="146842"/>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0" name="Freeform 65">
              <a:extLst>
                <a:ext uri="{FF2B5EF4-FFF2-40B4-BE49-F238E27FC236}">
                  <a16:creationId xmlns:a16="http://schemas.microsoft.com/office/drawing/2014/main" id="{EB1A7EF0-FD1E-4431-AA12-061658B276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58308" y="3186235"/>
              <a:ext cx="143728" cy="93707"/>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1" name="Freeform 66">
              <a:extLst>
                <a:ext uri="{FF2B5EF4-FFF2-40B4-BE49-F238E27FC236}">
                  <a16:creationId xmlns:a16="http://schemas.microsoft.com/office/drawing/2014/main" id="{AAA8D351-4D5D-43CA-9EA3-3A209DBA7B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19141" y="3199239"/>
              <a:ext cx="155267" cy="132351"/>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2" name="Freeform 67">
              <a:extLst>
                <a:ext uri="{FF2B5EF4-FFF2-40B4-BE49-F238E27FC236}">
                  <a16:creationId xmlns:a16="http://schemas.microsoft.com/office/drawing/2014/main" id="{AEB482CE-8502-400F-A587-CEA8BF6680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579147" y="3203103"/>
              <a:ext cx="186739" cy="140079"/>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69">
              <a:extLst>
                <a:ext uri="{FF2B5EF4-FFF2-40B4-BE49-F238E27FC236}">
                  <a16:creationId xmlns:a16="http://schemas.microsoft.com/office/drawing/2014/main" id="{B86FDE7E-057E-44EF-9209-38C5CD45C1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45413" y="3206968"/>
              <a:ext cx="171003" cy="132351"/>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70">
              <a:extLst>
                <a:ext uri="{FF2B5EF4-FFF2-40B4-BE49-F238E27FC236}">
                  <a16:creationId xmlns:a16="http://schemas.microsoft.com/office/drawing/2014/main" id="{9DAEC7B8-1258-418C-8918-40304A03F27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32571" y="3278457"/>
              <a:ext cx="155267" cy="89843"/>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71">
              <a:extLst>
                <a:ext uri="{FF2B5EF4-FFF2-40B4-BE49-F238E27FC236}">
                  <a16:creationId xmlns:a16="http://schemas.microsoft.com/office/drawing/2014/main" id="{7B3E59D7-9F28-4FEB-8725-3474C434C1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24344" y="3213730"/>
              <a:ext cx="155267" cy="107233"/>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72">
              <a:extLst>
                <a:ext uri="{FF2B5EF4-FFF2-40B4-BE49-F238E27FC236}">
                  <a16:creationId xmlns:a16="http://schemas.microsoft.com/office/drawing/2014/main" id="{FB6EF793-0487-49E6-ACD6-A61029C0A8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55774" y="3217593"/>
              <a:ext cx="155267" cy="107233"/>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7" name="Freeform 73">
              <a:extLst>
                <a:ext uri="{FF2B5EF4-FFF2-40B4-BE49-F238E27FC236}">
                  <a16:creationId xmlns:a16="http://schemas.microsoft.com/office/drawing/2014/main" id="{98ABF759-8FA6-48D5-B872-D9CEECD39B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366180" y="3221457"/>
              <a:ext cx="143728" cy="99505"/>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74">
              <a:extLst>
                <a:ext uri="{FF2B5EF4-FFF2-40B4-BE49-F238E27FC236}">
                  <a16:creationId xmlns:a16="http://schemas.microsoft.com/office/drawing/2014/main" id="{DDB8BBFA-C9D7-4F60-A252-7ED1743E47A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49313" y="3228221"/>
              <a:ext cx="162611" cy="142976"/>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09" name="Freeform 85">
              <a:extLst>
                <a:ext uri="{FF2B5EF4-FFF2-40B4-BE49-F238E27FC236}">
                  <a16:creationId xmlns:a16="http://schemas.microsoft.com/office/drawing/2014/main" id="{A0FF6E41-0C56-4070-B2E2-2B584C5785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769669" y="3263964"/>
              <a:ext cx="151070" cy="114961"/>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0" name="Freeform 87">
              <a:extLst>
                <a:ext uri="{FF2B5EF4-FFF2-40B4-BE49-F238E27FC236}">
                  <a16:creationId xmlns:a16="http://schemas.microsoft.com/office/drawing/2014/main" id="{BF2AC548-3795-4AF1-B887-1983F7F8A9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025650" y="3278455"/>
              <a:ext cx="159463" cy="107233"/>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1" name="Freeform 88">
              <a:extLst>
                <a:ext uri="{FF2B5EF4-FFF2-40B4-BE49-F238E27FC236}">
                  <a16:creationId xmlns:a16="http://schemas.microsoft.com/office/drawing/2014/main" id="{2BDFC7FA-5D85-4F31-B712-6E0C0D7B04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23043" y="3285217"/>
              <a:ext cx="7345" cy="77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94">
              <a:extLst>
                <a:ext uri="{FF2B5EF4-FFF2-40B4-BE49-F238E27FC236}">
                  <a16:creationId xmlns:a16="http://schemas.microsoft.com/office/drawing/2014/main" id="{DD1464FA-ADAE-4DB6-A9A6-A809763A36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50139" y="3580387"/>
              <a:ext cx="163660" cy="121724"/>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3" name="Freeform 97">
              <a:extLst>
                <a:ext uri="{FF2B5EF4-FFF2-40B4-BE49-F238E27FC236}">
                  <a16:creationId xmlns:a16="http://schemas.microsoft.com/office/drawing/2014/main" id="{A247191C-2FEA-4AA3-9B1B-4F1602D26A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15064" y="3539291"/>
              <a:ext cx="225557" cy="143944"/>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98">
              <a:extLst>
                <a:ext uri="{FF2B5EF4-FFF2-40B4-BE49-F238E27FC236}">
                  <a16:creationId xmlns:a16="http://schemas.microsoft.com/office/drawing/2014/main" id="{92676367-B42C-46BC-BF52-A543723C22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091835" y="3539292"/>
              <a:ext cx="175200" cy="93707"/>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99">
              <a:extLst>
                <a:ext uri="{FF2B5EF4-FFF2-40B4-BE49-F238E27FC236}">
                  <a16:creationId xmlns:a16="http://schemas.microsoft.com/office/drawing/2014/main" id="{F96083BD-2E2F-43C1-B5B8-90A19ECB2F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320539" y="3539289"/>
              <a:ext cx="260178" cy="143944"/>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6" name="Freeform 100">
              <a:extLst>
                <a:ext uri="{FF2B5EF4-FFF2-40B4-BE49-F238E27FC236}">
                  <a16:creationId xmlns:a16="http://schemas.microsoft.com/office/drawing/2014/main" id="{36D49EC8-F959-4206-9496-81C1FCE950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59800" y="3539291"/>
              <a:ext cx="152120" cy="111097"/>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101">
              <a:extLst>
                <a:ext uri="{FF2B5EF4-FFF2-40B4-BE49-F238E27FC236}">
                  <a16:creationId xmlns:a16="http://schemas.microsoft.com/office/drawing/2014/main" id="{0D1F9B54-5650-4ADE-8769-818D5AD39D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04341" y="3569721"/>
              <a:ext cx="163660" cy="96607"/>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102">
              <a:extLst>
                <a:ext uri="{FF2B5EF4-FFF2-40B4-BE49-F238E27FC236}">
                  <a16:creationId xmlns:a16="http://schemas.microsoft.com/office/drawing/2014/main" id="{1208F64B-D1E2-4308-A921-2791E4D902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59349" y="3594839"/>
              <a:ext cx="143728" cy="117858"/>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103">
              <a:extLst>
                <a:ext uri="{FF2B5EF4-FFF2-40B4-BE49-F238E27FC236}">
                  <a16:creationId xmlns:a16="http://schemas.microsoft.com/office/drawing/2014/main" id="{DD5592E3-A816-49FE-824E-AF5845C511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71682" y="3557646"/>
              <a:ext cx="166807" cy="121724"/>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0" name="Freeform 113">
              <a:extLst>
                <a:ext uri="{FF2B5EF4-FFF2-40B4-BE49-F238E27FC236}">
                  <a16:creationId xmlns:a16="http://schemas.microsoft.com/office/drawing/2014/main" id="{048AF30C-3E40-4065-A7E2-A78D26B059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13811" y="3611744"/>
              <a:ext cx="11540" cy="10628"/>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1" name="Freeform 115">
              <a:extLst>
                <a:ext uri="{FF2B5EF4-FFF2-40B4-BE49-F238E27FC236}">
                  <a16:creationId xmlns:a16="http://schemas.microsoft.com/office/drawing/2014/main" id="{F6E9CB87-8280-47D0-88C8-BAC285D5DE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238190" y="3618509"/>
              <a:ext cx="7345" cy="676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2" name="Freeform 117">
              <a:extLst>
                <a:ext uri="{FF2B5EF4-FFF2-40B4-BE49-F238E27FC236}">
                  <a16:creationId xmlns:a16="http://schemas.microsoft.com/office/drawing/2014/main" id="{C126D247-0C11-4EAB-BE52-A4D807955C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45118" y="3633000"/>
              <a:ext cx="8392" cy="676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3" name="Freeform 118">
              <a:extLst>
                <a:ext uri="{FF2B5EF4-FFF2-40B4-BE49-F238E27FC236}">
                  <a16:creationId xmlns:a16="http://schemas.microsoft.com/office/drawing/2014/main" id="{A15D480B-DA3E-4F00-BDEA-52E018D2CE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09199" y="3636863"/>
              <a:ext cx="155267" cy="113994"/>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4" name="Freeform 119">
              <a:extLst>
                <a:ext uri="{FF2B5EF4-FFF2-40B4-BE49-F238E27FC236}">
                  <a16:creationId xmlns:a16="http://schemas.microsoft.com/office/drawing/2014/main" id="{171F133F-A692-4513-A861-47BDCCC8F6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625942" y="3622374"/>
              <a:ext cx="151070" cy="178722"/>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5" name="Freeform 120">
              <a:extLst>
                <a:ext uri="{FF2B5EF4-FFF2-40B4-BE49-F238E27FC236}">
                  <a16:creationId xmlns:a16="http://schemas.microsoft.com/office/drawing/2014/main" id="{38207A8D-8E7E-463D-9992-9844A78082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06294" y="3832973"/>
              <a:ext cx="143728" cy="79216"/>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6" name="Freeform 127">
              <a:extLst>
                <a:ext uri="{FF2B5EF4-FFF2-40B4-BE49-F238E27FC236}">
                  <a16:creationId xmlns:a16="http://schemas.microsoft.com/office/drawing/2014/main" id="{7BA77B91-9626-4DFA-A5D2-86BE3EAC8F9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72096" y="3868719"/>
              <a:ext cx="162611" cy="93707"/>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7" name="Freeform 129">
              <a:extLst>
                <a:ext uri="{FF2B5EF4-FFF2-40B4-BE49-F238E27FC236}">
                  <a16:creationId xmlns:a16="http://schemas.microsoft.com/office/drawing/2014/main" id="{E160D945-C924-441B-827A-C27206D18F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734415" y="3872581"/>
              <a:ext cx="175200" cy="129453"/>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8" name="Freeform 133">
              <a:extLst>
                <a:ext uri="{FF2B5EF4-FFF2-40B4-BE49-F238E27FC236}">
                  <a16:creationId xmlns:a16="http://schemas.microsoft.com/office/drawing/2014/main" id="{034D50E5-CC96-47EA-909D-9CC6ABA24F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505710" y="3883209"/>
              <a:ext cx="162611"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29" name="Freeform 136">
              <a:extLst>
                <a:ext uri="{FF2B5EF4-FFF2-40B4-BE49-F238E27FC236}">
                  <a16:creationId xmlns:a16="http://schemas.microsoft.com/office/drawing/2014/main" id="{CE529D6B-DA12-4C21-8816-B7C0655DCA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733368" y="3958373"/>
              <a:ext cx="151070" cy="82115"/>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0" name="Freeform 137">
              <a:extLst>
                <a:ext uri="{FF2B5EF4-FFF2-40B4-BE49-F238E27FC236}">
                  <a16:creationId xmlns:a16="http://schemas.microsoft.com/office/drawing/2014/main" id="{8BD20D1C-AFD2-46C5-B874-E1E6575AB6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06887" y="3901564"/>
              <a:ext cx="151070" cy="111097"/>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1" name="Freeform 138">
              <a:extLst>
                <a:ext uri="{FF2B5EF4-FFF2-40B4-BE49-F238E27FC236}">
                  <a16:creationId xmlns:a16="http://schemas.microsoft.com/office/drawing/2014/main" id="{1553F3A5-DAE1-4BE4-A62C-DC0B2B0765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07894" y="3904464"/>
              <a:ext cx="139530" cy="93707"/>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2" name="Freeform 139">
              <a:extLst>
                <a:ext uri="{FF2B5EF4-FFF2-40B4-BE49-F238E27FC236}">
                  <a16:creationId xmlns:a16="http://schemas.microsoft.com/office/drawing/2014/main" id="{7248432C-E709-4AB9-B196-B17BABF546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09199" y="3912191"/>
              <a:ext cx="155267" cy="103369"/>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3" name="Freeform 142">
              <a:extLst>
                <a:ext uri="{FF2B5EF4-FFF2-40B4-BE49-F238E27FC236}">
                  <a16:creationId xmlns:a16="http://schemas.microsoft.com/office/drawing/2014/main" id="{87579DF1-0CD1-48D7-9B6C-2B437C7B00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12046" y="3947935"/>
              <a:ext cx="4197" cy="676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4" name="Freeform 143">
              <a:extLst>
                <a:ext uri="{FF2B5EF4-FFF2-40B4-BE49-F238E27FC236}">
                  <a16:creationId xmlns:a16="http://schemas.microsoft.com/office/drawing/2014/main" id="{51C5165A-A8BD-4E8A-BB51-96ADB4E0CF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027955" y="3951797"/>
              <a:ext cx="143728" cy="92743"/>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5" name="Freeform 144">
              <a:extLst>
                <a:ext uri="{FF2B5EF4-FFF2-40B4-BE49-F238E27FC236}">
                  <a16:creationId xmlns:a16="http://schemas.microsoft.com/office/drawing/2014/main" id="{3318A639-15FE-47E4-883D-24F0DAF6B4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345833" y="3947935"/>
              <a:ext cx="167855" cy="107233"/>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6" name="Freeform 145">
              <a:extLst>
                <a:ext uri="{FF2B5EF4-FFF2-40B4-BE49-F238E27FC236}">
                  <a16:creationId xmlns:a16="http://schemas.microsoft.com/office/drawing/2014/main" id="{B03EC112-0D5C-48DA-93EE-940B74A624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94469" y="3954698"/>
              <a:ext cx="143728" cy="79216"/>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7" name="Freeform 10">
              <a:extLst>
                <a:ext uri="{FF2B5EF4-FFF2-40B4-BE49-F238E27FC236}">
                  <a16:creationId xmlns:a16="http://schemas.microsoft.com/office/drawing/2014/main" id="{982DB46C-F13E-4ED7-90F3-47B25A0858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8264" y="3024903"/>
              <a:ext cx="163660" cy="104334"/>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8" name="Freeform 15">
              <a:extLst>
                <a:ext uri="{FF2B5EF4-FFF2-40B4-BE49-F238E27FC236}">
                  <a16:creationId xmlns:a16="http://schemas.microsoft.com/office/drawing/2014/main" id="{FF698AC9-5CD1-4A7F-8D25-5787F7E8E3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67792" y="3039394"/>
              <a:ext cx="143728" cy="85979"/>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39" name="Freeform 18">
              <a:extLst>
                <a:ext uri="{FF2B5EF4-FFF2-40B4-BE49-F238E27FC236}">
                  <a16:creationId xmlns:a16="http://schemas.microsoft.com/office/drawing/2014/main" id="{580965AB-01A6-476C-8F50-ED23508207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7259" y="3022005"/>
              <a:ext cx="163660" cy="92743"/>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0" name="Freeform 19">
              <a:extLst>
                <a:ext uri="{FF2B5EF4-FFF2-40B4-BE49-F238E27FC236}">
                  <a16:creationId xmlns:a16="http://schemas.microsoft.com/office/drawing/2014/main" id="{E3C0DF2F-3170-4A79-ADAA-4BC015B241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456843" y="3047122"/>
              <a:ext cx="147925" cy="82115"/>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1" name="Freeform 20">
              <a:extLst>
                <a:ext uri="{FF2B5EF4-FFF2-40B4-BE49-F238E27FC236}">
                  <a16:creationId xmlns:a16="http://schemas.microsoft.com/office/drawing/2014/main" id="{69010010-E67A-4065-8312-BE392BB1CB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93941" y="3057748"/>
              <a:ext cx="152120" cy="92743"/>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2" name="Freeform 22">
              <a:extLst>
                <a:ext uri="{FF2B5EF4-FFF2-40B4-BE49-F238E27FC236}">
                  <a16:creationId xmlns:a16="http://schemas.microsoft.com/office/drawing/2014/main" id="{631A2BD3-8DA4-49DA-961C-2A84252DDF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08079" y="3068377"/>
              <a:ext cx="178347" cy="117858"/>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3" name="Freeform 23">
              <a:extLst>
                <a:ext uri="{FF2B5EF4-FFF2-40B4-BE49-F238E27FC236}">
                  <a16:creationId xmlns:a16="http://schemas.microsoft.com/office/drawing/2014/main" id="{B3462A74-8748-4CC2-A7DC-0F765B7342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5247" y="3072240"/>
              <a:ext cx="159463" cy="96607"/>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4" name="Freeform 26">
              <a:extLst>
                <a:ext uri="{FF2B5EF4-FFF2-40B4-BE49-F238E27FC236}">
                  <a16:creationId xmlns:a16="http://schemas.microsoft.com/office/drawing/2014/main" id="{3FD72CB2-5280-4C42-ABD9-AC2202E756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630154" y="3093493"/>
              <a:ext cx="151070" cy="92743"/>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5" name="Freeform 27">
              <a:extLst>
                <a:ext uri="{FF2B5EF4-FFF2-40B4-BE49-F238E27FC236}">
                  <a16:creationId xmlns:a16="http://schemas.microsoft.com/office/drawing/2014/main" id="{7BB6BA01-F7D6-431B-97F7-2DAD44DF93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154702" y="3093493"/>
              <a:ext cx="155267" cy="111097"/>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6" name="Freeform 28">
              <a:extLst>
                <a:ext uri="{FF2B5EF4-FFF2-40B4-BE49-F238E27FC236}">
                  <a16:creationId xmlns:a16="http://schemas.microsoft.com/office/drawing/2014/main" id="{6CBFA44B-13FA-4E01-8EC8-3C2E03DC7B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78791" y="3125373"/>
              <a:ext cx="151070" cy="82115"/>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7" name="Freeform 30">
              <a:extLst>
                <a:ext uri="{FF2B5EF4-FFF2-40B4-BE49-F238E27FC236}">
                  <a16:creationId xmlns:a16="http://schemas.microsoft.com/office/drawing/2014/main" id="{0B5F8AEE-90EF-4529-B573-77F764D89A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69975" y="3143729"/>
              <a:ext cx="11540" cy="676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8" name="Freeform 43">
              <a:extLst>
                <a:ext uri="{FF2B5EF4-FFF2-40B4-BE49-F238E27FC236}">
                  <a16:creationId xmlns:a16="http://schemas.microsoft.com/office/drawing/2014/main" id="{56BAE621-EB8E-4E88-9B1A-F840BFE658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86006" y="3362058"/>
              <a:ext cx="169954" cy="88879"/>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9" name="Freeform 51">
              <a:extLst>
                <a:ext uri="{FF2B5EF4-FFF2-40B4-BE49-F238E27FC236}">
                  <a16:creationId xmlns:a16="http://schemas.microsoft.com/office/drawing/2014/main" id="{14B4DED6-A4BF-4F3B-B1FC-82825676BD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4777" y="3401668"/>
              <a:ext cx="136383" cy="107233"/>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0" name="Freeform 52">
              <a:extLst>
                <a:ext uri="{FF2B5EF4-FFF2-40B4-BE49-F238E27FC236}">
                  <a16:creationId xmlns:a16="http://schemas.microsoft.com/office/drawing/2014/main" id="{E93A246E-C93F-4DCB-8EB4-8AE46BC81F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19156" y="3408428"/>
              <a:ext cx="140580" cy="96607"/>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1" name="Freeform 53">
              <a:extLst>
                <a:ext uri="{FF2B5EF4-FFF2-40B4-BE49-F238E27FC236}">
                  <a16:creationId xmlns:a16="http://schemas.microsoft.com/office/drawing/2014/main" id="{2D8ABAA9-E978-42EE-9895-4A97F33EAF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63345" y="3415192"/>
              <a:ext cx="151070" cy="93707"/>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2" name="Freeform 54">
              <a:extLst>
                <a:ext uri="{FF2B5EF4-FFF2-40B4-BE49-F238E27FC236}">
                  <a16:creationId xmlns:a16="http://schemas.microsoft.com/office/drawing/2014/main" id="{1BDBC350-8F9F-44B7-8860-EE05E455692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17434" y="3412293"/>
              <a:ext cx="159463" cy="124621"/>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3" name="Freeform 55">
              <a:extLst>
                <a:ext uri="{FF2B5EF4-FFF2-40B4-BE49-F238E27FC236}">
                  <a16:creationId xmlns:a16="http://schemas.microsoft.com/office/drawing/2014/main" id="{8CC1825B-07E8-4D9A-99FC-AF22F9D705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03589" y="3419055"/>
              <a:ext cx="155267" cy="82115"/>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4" name="Freeform 56">
              <a:extLst>
                <a:ext uri="{FF2B5EF4-FFF2-40B4-BE49-F238E27FC236}">
                  <a16:creationId xmlns:a16="http://schemas.microsoft.com/office/drawing/2014/main" id="{E208343E-229A-4E39-AF3B-DAE8625D5E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767596" y="3450937"/>
              <a:ext cx="152120" cy="85979"/>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55" name="Freeform 57">
              <a:extLst>
                <a:ext uri="{FF2B5EF4-FFF2-40B4-BE49-F238E27FC236}">
                  <a16:creationId xmlns:a16="http://schemas.microsoft.com/office/drawing/2014/main" id="{C48670A5-7175-4E13-BCF9-70B92BFB75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60620" y="3415192"/>
              <a:ext cx="166807" cy="111097"/>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59">
              <a:extLst>
                <a:ext uri="{FF2B5EF4-FFF2-40B4-BE49-F238E27FC236}">
                  <a16:creationId xmlns:a16="http://schemas.microsoft.com/office/drawing/2014/main" id="{F4203D1F-0C38-4CC7-9667-06D91693C8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3108" y="3458664"/>
              <a:ext cx="146874" cy="92743"/>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60">
              <a:extLst>
                <a:ext uri="{FF2B5EF4-FFF2-40B4-BE49-F238E27FC236}">
                  <a16:creationId xmlns:a16="http://schemas.microsoft.com/office/drawing/2014/main" id="{7C6039CA-A1B7-4086-B035-CF1A0B147A3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23943" y="3465427"/>
              <a:ext cx="155267" cy="82115"/>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61">
              <a:extLst>
                <a:ext uri="{FF2B5EF4-FFF2-40B4-BE49-F238E27FC236}">
                  <a16:creationId xmlns:a16="http://schemas.microsoft.com/office/drawing/2014/main" id="{BCF25F37-4F50-4174-88D1-A3A43F614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5592" y="3483783"/>
              <a:ext cx="162611" cy="117858"/>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78">
              <a:extLst>
                <a:ext uri="{FF2B5EF4-FFF2-40B4-BE49-F238E27FC236}">
                  <a16:creationId xmlns:a16="http://schemas.microsoft.com/office/drawing/2014/main" id="{F076F369-289A-4E93-BF39-B4C99E16B9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8149" y="3705975"/>
              <a:ext cx="175200" cy="88879"/>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79">
              <a:extLst>
                <a:ext uri="{FF2B5EF4-FFF2-40B4-BE49-F238E27FC236}">
                  <a16:creationId xmlns:a16="http://schemas.microsoft.com/office/drawing/2014/main" id="{F014AE29-4A4C-418D-8D72-233AECCE70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02456" y="3708874"/>
              <a:ext cx="146874" cy="82115"/>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80">
              <a:extLst>
                <a:ext uri="{FF2B5EF4-FFF2-40B4-BE49-F238E27FC236}">
                  <a16:creationId xmlns:a16="http://schemas.microsoft.com/office/drawing/2014/main" id="{169B666F-51A1-4D47-851D-BF226C5366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81515" y="3716603"/>
              <a:ext cx="147925" cy="78251"/>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81">
              <a:extLst>
                <a:ext uri="{FF2B5EF4-FFF2-40B4-BE49-F238E27FC236}">
                  <a16:creationId xmlns:a16="http://schemas.microsoft.com/office/drawing/2014/main" id="{1D47E7BB-91A2-4C01-848C-7528FB8DC8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85883" y="3712738"/>
              <a:ext cx="166807" cy="107233"/>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82">
              <a:extLst>
                <a:ext uri="{FF2B5EF4-FFF2-40B4-BE49-F238E27FC236}">
                  <a16:creationId xmlns:a16="http://schemas.microsoft.com/office/drawing/2014/main" id="{E8C443E6-6590-4FA5-9143-C734D59DCF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17313" y="3723363"/>
              <a:ext cx="152120" cy="82115"/>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83">
              <a:extLst>
                <a:ext uri="{FF2B5EF4-FFF2-40B4-BE49-F238E27FC236}">
                  <a16:creationId xmlns:a16="http://schemas.microsoft.com/office/drawing/2014/main" id="{8AE369CB-90BC-49E0-84E4-E46339759E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95241" y="3702111"/>
              <a:ext cx="155267" cy="186450"/>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84">
              <a:extLst>
                <a:ext uri="{FF2B5EF4-FFF2-40B4-BE49-F238E27FC236}">
                  <a16:creationId xmlns:a16="http://schemas.microsoft.com/office/drawing/2014/main" id="{DC1D6E23-7CDE-45A3-B8E0-2C5D1BDE76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3642" y="3730128"/>
              <a:ext cx="155267" cy="104334"/>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86">
              <a:extLst>
                <a:ext uri="{FF2B5EF4-FFF2-40B4-BE49-F238E27FC236}">
                  <a16:creationId xmlns:a16="http://schemas.microsoft.com/office/drawing/2014/main" id="{AF542CA1-45D2-4197-B34E-0A63A758B2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730" y="3737922"/>
              <a:ext cx="155267" cy="133317"/>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89">
              <a:extLst>
                <a:ext uri="{FF2B5EF4-FFF2-40B4-BE49-F238E27FC236}">
                  <a16:creationId xmlns:a16="http://schemas.microsoft.com/office/drawing/2014/main" id="{5ED5642D-E343-41C8-8FF3-3368A86601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01490" y="3709999"/>
              <a:ext cx="159463" cy="110131"/>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90">
              <a:extLst>
                <a:ext uri="{FF2B5EF4-FFF2-40B4-BE49-F238E27FC236}">
                  <a16:creationId xmlns:a16="http://schemas.microsoft.com/office/drawing/2014/main" id="{BDD03E24-B855-4A54-9C06-9665F8E964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469434" y="3802579"/>
              <a:ext cx="3148" cy="10628"/>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5">
              <a:extLst>
                <a:ext uri="{FF2B5EF4-FFF2-40B4-BE49-F238E27FC236}">
                  <a16:creationId xmlns:a16="http://schemas.microsoft.com/office/drawing/2014/main" id="{92A5ABF9-C9AB-440A-9046-57769BAA7FC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57751" y="3076723"/>
              <a:ext cx="143728" cy="96607"/>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7">
              <a:extLst>
                <a:ext uri="{FF2B5EF4-FFF2-40B4-BE49-F238E27FC236}">
                  <a16:creationId xmlns:a16="http://schemas.microsoft.com/office/drawing/2014/main" id="{20CCFA26-8B22-4B64-A21B-01B13BE5B9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919939" y="3091214"/>
              <a:ext cx="163660"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40">
              <a:extLst>
                <a:ext uri="{FF2B5EF4-FFF2-40B4-BE49-F238E27FC236}">
                  <a16:creationId xmlns:a16="http://schemas.microsoft.com/office/drawing/2014/main" id="{7034E999-C5DC-41C3-93CF-5AA4288924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052129" y="3460249"/>
              <a:ext cx="159463" cy="96607"/>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46">
              <a:extLst>
                <a:ext uri="{FF2B5EF4-FFF2-40B4-BE49-F238E27FC236}">
                  <a16:creationId xmlns:a16="http://schemas.microsoft.com/office/drawing/2014/main" id="{1A197C36-622D-4B69-91BB-4C6D3D209E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335385" y="3453485"/>
              <a:ext cx="143728" cy="96607"/>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64">
              <a:extLst>
                <a:ext uri="{FF2B5EF4-FFF2-40B4-BE49-F238E27FC236}">
                  <a16:creationId xmlns:a16="http://schemas.microsoft.com/office/drawing/2014/main" id="{2B41BCF4-897C-4C73-A9C9-92A909F18A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05696" y="3715636"/>
              <a:ext cx="162611"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75">
              <a:extLst>
                <a:ext uri="{FF2B5EF4-FFF2-40B4-BE49-F238E27FC236}">
                  <a16:creationId xmlns:a16="http://schemas.microsoft.com/office/drawing/2014/main" id="{406FB574-90F0-417D-ABCD-95DDE91A29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69586" y="3718188"/>
              <a:ext cx="152120" cy="92743"/>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8">
              <a:extLst>
                <a:ext uri="{FF2B5EF4-FFF2-40B4-BE49-F238E27FC236}">
                  <a16:creationId xmlns:a16="http://schemas.microsoft.com/office/drawing/2014/main" id="{4B98C702-29E3-4C5E-AA82-64BAC1F2AD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552" y="3423540"/>
              <a:ext cx="155267" cy="104334"/>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136">
              <a:extLst>
                <a:ext uri="{FF2B5EF4-FFF2-40B4-BE49-F238E27FC236}">
                  <a16:creationId xmlns:a16="http://schemas.microsoft.com/office/drawing/2014/main" id="{943DBA82-CBF2-40C6-A535-C02BA2F1E7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657107" y="3584213"/>
              <a:ext cx="151070" cy="82115"/>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64">
              <a:extLst>
                <a:ext uri="{FF2B5EF4-FFF2-40B4-BE49-F238E27FC236}">
                  <a16:creationId xmlns:a16="http://schemas.microsoft.com/office/drawing/2014/main" id="{5A1CC399-638B-44DB-80A7-401D797A9A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8048" y="3693860"/>
              <a:ext cx="162611" cy="118826"/>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04899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21" name="Group 74">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422"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3"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4"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5"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6"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7"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8"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9"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0"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1"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2"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3"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4"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5"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6"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7"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8"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9"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0"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1"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2"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3"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4"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5"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6"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7"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8"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9"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0"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1"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2"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3"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4"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5"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6"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7"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8"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9"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0"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1"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2"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3"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4"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5"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6"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7"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8"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9"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0"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1"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2"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3"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4"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5"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6"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7"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8"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479" name="Rectangle 133">
            <a:extLst>
              <a:ext uri="{FF2B5EF4-FFF2-40B4-BE49-F238E27FC236}">
                <a16:creationId xmlns:a16="http://schemas.microsoft.com/office/drawing/2014/main" id="{CFB03654-F8D1-4066-85B5-5BA57499B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0" name="Rectangle 135">
            <a:extLst>
              <a:ext uri="{FF2B5EF4-FFF2-40B4-BE49-F238E27FC236}">
                <a16:creationId xmlns:a16="http://schemas.microsoft.com/office/drawing/2014/main" id="{EF061512-DEB6-4638-9292-91DD25463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xfrm>
            <a:off x="1073810" y="641808"/>
            <a:ext cx="8206812" cy="1073862"/>
          </a:xfrm>
        </p:spPr>
        <p:txBody>
          <a:bodyPr vert="horz" lIns="91440" tIns="45720" rIns="91440" bIns="45720" rtlCol="0" anchor="ctr">
            <a:normAutofit/>
          </a:bodyPr>
          <a:lstStyle/>
          <a:p>
            <a:r>
              <a:rPr lang="en-US" kern="1200" dirty="0">
                <a:solidFill>
                  <a:schemeClr val="tx2"/>
                </a:solidFill>
                <a:latin typeface="+mj-lt"/>
                <a:ea typeface="+mj-ea"/>
                <a:cs typeface="+mj-cs"/>
              </a:rPr>
              <a:t>Sommaire</a:t>
            </a:r>
          </a:p>
        </p:txBody>
      </p:sp>
      <p:sp>
        <p:nvSpPr>
          <p:cNvPr id="481" name="Rectangle 137">
            <a:extLst>
              <a:ext uri="{FF2B5EF4-FFF2-40B4-BE49-F238E27FC236}">
                <a16:creationId xmlns:a16="http://schemas.microsoft.com/office/drawing/2014/main" id="{7615BC76-014D-4BD0-A843-994E2D759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0" y="1869762"/>
            <a:ext cx="12175432" cy="41119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1073811" y="2406037"/>
            <a:ext cx="5799130" cy="3119201"/>
          </a:xfrm>
        </p:spPr>
        <p:txBody>
          <a:bodyPr vert="horz" lIns="91440" tIns="45720" rIns="91440" bIns="45720" rtlCol="0">
            <a:normAutofit fontScale="85000" lnSpcReduction="20000"/>
          </a:bodyPr>
          <a:lstStyle/>
          <a:p>
            <a:r>
              <a:rPr lang="en-US" dirty="0"/>
              <a:t>Introduction</a:t>
            </a:r>
          </a:p>
          <a:p>
            <a:r>
              <a:rPr lang="en-US" dirty="0"/>
              <a:t>Origine et </a:t>
            </a:r>
            <a:r>
              <a:rPr lang="fr-FR" dirty="0"/>
              <a:t>évolution de l’écriture </a:t>
            </a:r>
            <a:r>
              <a:rPr lang="en-US" dirty="0"/>
              <a:t>romaine</a:t>
            </a:r>
          </a:p>
          <a:p>
            <a:r>
              <a:rPr lang="fr-FR" dirty="0"/>
              <a:t>Caractéristiques</a:t>
            </a:r>
            <a:r>
              <a:rPr lang="en-US" dirty="0"/>
              <a:t> principals </a:t>
            </a:r>
            <a:r>
              <a:rPr lang="fr-FR" dirty="0"/>
              <a:t>d’écritures romaines</a:t>
            </a:r>
          </a:p>
          <a:p>
            <a:r>
              <a:rPr lang="fr-FR" dirty="0"/>
              <a:t>Importance culturelle et historique de l’écriture romaine</a:t>
            </a:r>
          </a:p>
          <a:p>
            <a:r>
              <a:rPr lang="fr-FR" dirty="0"/>
              <a:t>Pratiques d'écriture dans la société romaine</a:t>
            </a:r>
          </a:p>
          <a:p>
            <a:r>
              <a:rPr lang="en-US" dirty="0"/>
              <a:t>Conclusion</a:t>
            </a:r>
          </a:p>
        </p:txBody>
      </p:sp>
      <p:grpSp>
        <p:nvGrpSpPr>
          <p:cNvPr id="482" name="Group 139">
            <a:extLst>
              <a:ext uri="{FF2B5EF4-FFF2-40B4-BE49-F238E27FC236}">
                <a16:creationId xmlns:a16="http://schemas.microsoft.com/office/drawing/2014/main" id="{86B666D3-7550-4348-AD73-27B831A5E48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87075" y="-18787"/>
            <a:ext cx="1843554" cy="6861159"/>
            <a:chOff x="9487075" y="-18787"/>
            <a:chExt cx="1843554" cy="6861159"/>
          </a:xfrm>
        </p:grpSpPr>
        <p:sp>
          <p:nvSpPr>
            <p:cNvPr id="483" name="Freeform 78">
              <a:extLst>
                <a:ext uri="{FF2B5EF4-FFF2-40B4-BE49-F238E27FC236}">
                  <a16:creationId xmlns:a16="http://schemas.microsoft.com/office/drawing/2014/main" id="{2C8870C2-1368-48B0-A8CF-BC33DF7656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607" y="755028"/>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4" name="Freeform 79">
              <a:extLst>
                <a:ext uri="{FF2B5EF4-FFF2-40B4-BE49-F238E27FC236}">
                  <a16:creationId xmlns:a16="http://schemas.microsoft.com/office/drawing/2014/main" id="{853F9E0D-F5F9-438C-B1DC-0AA3127C41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0625" y="1043258"/>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5" name="Freeform 80">
              <a:extLst>
                <a:ext uri="{FF2B5EF4-FFF2-40B4-BE49-F238E27FC236}">
                  <a16:creationId xmlns:a16="http://schemas.microsoft.com/office/drawing/2014/main" id="{B4E911B1-253E-4755-9AEC-BB1DAB8E21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34861" y="1256108"/>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6" name="Freeform 82">
              <a:extLst>
                <a:ext uri="{FF2B5EF4-FFF2-40B4-BE49-F238E27FC236}">
                  <a16:creationId xmlns:a16="http://schemas.microsoft.com/office/drawing/2014/main" id="{EDA30C63-7387-41DF-A6B0-5E3B1AF60C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627" y="1930102"/>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7" name="Freeform 83">
              <a:extLst>
                <a:ext uri="{FF2B5EF4-FFF2-40B4-BE49-F238E27FC236}">
                  <a16:creationId xmlns:a16="http://schemas.microsoft.com/office/drawing/2014/main" id="{2AF5DD4D-BF15-452D-937B-7F29FA3F28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7081" y="1699681"/>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8" name="Freeform 84">
              <a:extLst>
                <a:ext uri="{FF2B5EF4-FFF2-40B4-BE49-F238E27FC236}">
                  <a16:creationId xmlns:a16="http://schemas.microsoft.com/office/drawing/2014/main" id="{5F821C6A-EDEE-4845-92EB-367AC60023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88097" y="550442"/>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9" name="Freeform 86">
              <a:extLst>
                <a:ext uri="{FF2B5EF4-FFF2-40B4-BE49-F238E27FC236}">
                  <a16:creationId xmlns:a16="http://schemas.microsoft.com/office/drawing/2014/main" id="{504AA4DA-748D-4CFF-891A-5C8861EC49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8746" y="226097"/>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0" name="Freeform 89">
              <a:extLst>
                <a:ext uri="{FF2B5EF4-FFF2-40B4-BE49-F238E27FC236}">
                  <a16:creationId xmlns:a16="http://schemas.microsoft.com/office/drawing/2014/main" id="{7CC3A8FA-D5F6-4A96-9B55-4479C1717A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2869" y="1487330"/>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1" name="Freeform 105">
              <a:extLst>
                <a:ext uri="{FF2B5EF4-FFF2-40B4-BE49-F238E27FC236}">
                  <a16:creationId xmlns:a16="http://schemas.microsoft.com/office/drawing/2014/main" id="{0234A262-1A84-446A-935F-3BDA4E38BFA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44752" y="1907956"/>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2" name="Freeform 106">
              <a:extLst>
                <a:ext uri="{FF2B5EF4-FFF2-40B4-BE49-F238E27FC236}">
                  <a16:creationId xmlns:a16="http://schemas.microsoft.com/office/drawing/2014/main" id="{26E1DC3C-522F-46BF-9C95-475001763F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33765" y="599147"/>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3" name="Freeform 107">
              <a:extLst>
                <a:ext uri="{FF2B5EF4-FFF2-40B4-BE49-F238E27FC236}">
                  <a16:creationId xmlns:a16="http://schemas.microsoft.com/office/drawing/2014/main" id="{F7CDF92D-312E-42AB-960E-637D404934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45753" y="1240267"/>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4" name="Freeform 108">
              <a:extLst>
                <a:ext uri="{FF2B5EF4-FFF2-40B4-BE49-F238E27FC236}">
                  <a16:creationId xmlns:a16="http://schemas.microsoft.com/office/drawing/2014/main" id="{918FE320-F6B2-4BDB-95D8-DFD3B2B34F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31436" y="1208992"/>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5" name="Freeform 109">
              <a:extLst>
                <a:ext uri="{FF2B5EF4-FFF2-40B4-BE49-F238E27FC236}">
                  <a16:creationId xmlns:a16="http://schemas.microsoft.com/office/drawing/2014/main" id="{B90769B0-46E9-4B76-96A9-A247A0DF3D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14633" y="1710317"/>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6" name="Freeform 110">
              <a:extLst>
                <a:ext uri="{FF2B5EF4-FFF2-40B4-BE49-F238E27FC236}">
                  <a16:creationId xmlns:a16="http://schemas.microsoft.com/office/drawing/2014/main" id="{C0CC5855-0620-41C7-AA4D-3D30E24551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11489" y="351312"/>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7" name="Freeform 111">
              <a:extLst>
                <a:ext uri="{FF2B5EF4-FFF2-40B4-BE49-F238E27FC236}">
                  <a16:creationId xmlns:a16="http://schemas.microsoft.com/office/drawing/2014/main" id="{7A99B1F4-089E-4A1A-833C-0D0C8E7705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12688" y="1438812"/>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8" name="Freeform 112">
              <a:extLst>
                <a:ext uri="{FF2B5EF4-FFF2-40B4-BE49-F238E27FC236}">
                  <a16:creationId xmlns:a16="http://schemas.microsoft.com/office/drawing/2014/main" id="{52C3D5C1-0862-4E4B-BAD8-C6244D0352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22191" y="920158"/>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99" name="Freeform 122">
              <a:extLst>
                <a:ext uri="{FF2B5EF4-FFF2-40B4-BE49-F238E27FC236}">
                  <a16:creationId xmlns:a16="http://schemas.microsoft.com/office/drawing/2014/main" id="{5E020019-37DA-47B1-A859-25E2009F7C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65982" y="1751917"/>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0" name="Freeform 123">
              <a:extLst>
                <a:ext uri="{FF2B5EF4-FFF2-40B4-BE49-F238E27FC236}">
                  <a16:creationId xmlns:a16="http://schemas.microsoft.com/office/drawing/2014/main" id="{FC071985-7349-45B2-AD36-AB9014D81F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93201" y="205787"/>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1" name="Freeform 130">
              <a:extLst>
                <a:ext uri="{FF2B5EF4-FFF2-40B4-BE49-F238E27FC236}">
                  <a16:creationId xmlns:a16="http://schemas.microsoft.com/office/drawing/2014/main" id="{8A8374B4-6CAE-4B1D-8AD8-BBD71C66E4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66422" y="495036"/>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2" name="Freeform 131">
              <a:extLst>
                <a:ext uri="{FF2B5EF4-FFF2-40B4-BE49-F238E27FC236}">
                  <a16:creationId xmlns:a16="http://schemas.microsoft.com/office/drawing/2014/main" id="{4F0392BB-C222-4B4A-B3F7-86E1953966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80240" y="1050023"/>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3" name="Freeform 132">
              <a:extLst>
                <a:ext uri="{FF2B5EF4-FFF2-40B4-BE49-F238E27FC236}">
                  <a16:creationId xmlns:a16="http://schemas.microsoft.com/office/drawing/2014/main" id="{F1EE976D-D914-4545-9E10-F4A3C266AC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81895" y="1929658"/>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4" name="Freeform 135">
              <a:extLst>
                <a:ext uri="{FF2B5EF4-FFF2-40B4-BE49-F238E27FC236}">
                  <a16:creationId xmlns:a16="http://schemas.microsoft.com/office/drawing/2014/main" id="{A602A52C-3AB9-4D97-AE2A-BB87DB6ACA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67579" y="820365"/>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5" name="Freeform 141">
              <a:extLst>
                <a:ext uri="{FF2B5EF4-FFF2-40B4-BE49-F238E27FC236}">
                  <a16:creationId xmlns:a16="http://schemas.microsoft.com/office/drawing/2014/main" id="{B30A965C-348F-4CA1-882F-46F532A33B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06131" y="1422049"/>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6" name="Freeform 70">
              <a:extLst>
                <a:ext uri="{FF2B5EF4-FFF2-40B4-BE49-F238E27FC236}">
                  <a16:creationId xmlns:a16="http://schemas.microsoft.com/office/drawing/2014/main" id="{0F9349DE-8C14-4D6E-B1C2-4750F704C0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9135" y="6127480"/>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7" name="Freeform 77">
              <a:extLst>
                <a:ext uri="{FF2B5EF4-FFF2-40B4-BE49-F238E27FC236}">
                  <a16:creationId xmlns:a16="http://schemas.microsoft.com/office/drawing/2014/main" id="{3DB93D99-B20E-4CEF-A4B5-E355F2EF84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4834" y="19557"/>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8" name="Freeform 85">
              <a:extLst>
                <a:ext uri="{FF2B5EF4-FFF2-40B4-BE49-F238E27FC236}">
                  <a16:creationId xmlns:a16="http://schemas.microsoft.com/office/drawing/2014/main" id="{0093B34B-1559-4D7A-90CF-114125FD62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5912" y="6390891"/>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09" name="Freeform 87">
              <a:extLst>
                <a:ext uri="{FF2B5EF4-FFF2-40B4-BE49-F238E27FC236}">
                  <a16:creationId xmlns:a16="http://schemas.microsoft.com/office/drawing/2014/main" id="{F32E37EB-F93F-4ACA-8EC5-8313085014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37214" y="6671777"/>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0" name="Freeform 94">
              <a:extLst>
                <a:ext uri="{FF2B5EF4-FFF2-40B4-BE49-F238E27FC236}">
                  <a16:creationId xmlns:a16="http://schemas.microsoft.com/office/drawing/2014/main" id="{6486B439-14A8-40F4-BD01-2647D4752F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0171" y="6639040"/>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1" name="Freeform 118">
              <a:extLst>
                <a:ext uri="{FF2B5EF4-FFF2-40B4-BE49-F238E27FC236}">
                  <a16:creationId xmlns:a16="http://schemas.microsoft.com/office/drawing/2014/main" id="{3EA0483A-6030-445C-9A9E-FC8847FD44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50965" y="6463048"/>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2" name="Freeform 119">
              <a:extLst>
                <a:ext uri="{FF2B5EF4-FFF2-40B4-BE49-F238E27FC236}">
                  <a16:creationId xmlns:a16="http://schemas.microsoft.com/office/drawing/2014/main" id="{54E9F49B-F300-4A14-B0F3-36A75B1713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836655" y="6278123"/>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3" name="Freeform 121">
              <a:extLst>
                <a:ext uri="{FF2B5EF4-FFF2-40B4-BE49-F238E27FC236}">
                  <a16:creationId xmlns:a16="http://schemas.microsoft.com/office/drawing/2014/main" id="{59BF81A2-5680-4745-9838-B87F14A4EE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685814" y="5686"/>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4" name="Freeform 139">
              <a:extLst>
                <a:ext uri="{FF2B5EF4-FFF2-40B4-BE49-F238E27FC236}">
                  <a16:creationId xmlns:a16="http://schemas.microsoft.com/office/drawing/2014/main" id="{293DA61B-9566-467E-A357-E86CD8E7E2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551483" y="6473587"/>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5" name="Freeform 144">
              <a:extLst>
                <a:ext uri="{FF2B5EF4-FFF2-40B4-BE49-F238E27FC236}">
                  <a16:creationId xmlns:a16="http://schemas.microsoft.com/office/drawing/2014/main" id="{A1A7223C-6F2C-487D-A45A-6EBBD051A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240033" y="6057255"/>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6" name="Freeform 145">
              <a:extLst>
                <a:ext uri="{FF2B5EF4-FFF2-40B4-BE49-F238E27FC236}">
                  <a16:creationId xmlns:a16="http://schemas.microsoft.com/office/drawing/2014/main" id="{DC4DE17D-AC51-4C89-AC1A-016A928A10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542048" y="610233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7" name="Freeform 8">
              <a:extLst>
                <a:ext uri="{FF2B5EF4-FFF2-40B4-BE49-F238E27FC236}">
                  <a16:creationId xmlns:a16="http://schemas.microsoft.com/office/drawing/2014/main" id="{95D0E198-D3C3-4790-881E-4DF6C9D7FD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557195" y="6674773"/>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8" name="Freeform 8">
              <a:extLst>
                <a:ext uri="{FF2B5EF4-FFF2-40B4-BE49-F238E27FC236}">
                  <a16:creationId xmlns:a16="http://schemas.microsoft.com/office/drawing/2014/main" id="{15D7F206-A93F-4CCC-B241-B733ECFCF9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0947246" y="10719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19" name="Freeform 8">
              <a:extLst>
                <a:ext uri="{FF2B5EF4-FFF2-40B4-BE49-F238E27FC236}">
                  <a16:creationId xmlns:a16="http://schemas.microsoft.com/office/drawing/2014/main" id="{96A9BAB0-CBD6-492F-BAE1-D79E07902F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5328" y="65255"/>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0" name="Freeform 51">
              <a:extLst>
                <a:ext uri="{FF2B5EF4-FFF2-40B4-BE49-F238E27FC236}">
                  <a16:creationId xmlns:a16="http://schemas.microsoft.com/office/drawing/2014/main" id="{E9952623-7C81-47CA-85D8-C872DE84E4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919804" y="6044459"/>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1" name="Freeform 54">
              <a:extLst>
                <a:ext uri="{FF2B5EF4-FFF2-40B4-BE49-F238E27FC236}">
                  <a16:creationId xmlns:a16="http://schemas.microsoft.com/office/drawing/2014/main" id="{05CFF839-C981-434A-9445-4E5A71BA7F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6721" y="6222293"/>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2" name="Freeform 59">
              <a:extLst>
                <a:ext uri="{FF2B5EF4-FFF2-40B4-BE49-F238E27FC236}">
                  <a16:creationId xmlns:a16="http://schemas.microsoft.com/office/drawing/2014/main" id="{954EA9BB-25B0-4D52-B1FA-D7ADAD3FBA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5778" y="6496289"/>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3" name="Freeform 61">
              <a:extLst>
                <a:ext uri="{FF2B5EF4-FFF2-40B4-BE49-F238E27FC236}">
                  <a16:creationId xmlns:a16="http://schemas.microsoft.com/office/drawing/2014/main" id="{1CF36179-928E-45AE-BFCB-8A51031D63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504784" y="6673032"/>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4" name="Freeform 78">
              <a:extLst>
                <a:ext uri="{FF2B5EF4-FFF2-40B4-BE49-F238E27FC236}">
                  <a16:creationId xmlns:a16="http://schemas.microsoft.com/office/drawing/2014/main" id="{F90AA42C-D724-4AD8-81F3-CDFC420635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693918" y="6027834"/>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5" name="Freeform 84">
              <a:extLst>
                <a:ext uri="{FF2B5EF4-FFF2-40B4-BE49-F238E27FC236}">
                  <a16:creationId xmlns:a16="http://schemas.microsoft.com/office/drawing/2014/main" id="{CAB3A278-E8E7-4070-B30A-31B5DE9805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38047" y="6358428"/>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6" name="Freeform 86">
              <a:extLst>
                <a:ext uri="{FF2B5EF4-FFF2-40B4-BE49-F238E27FC236}">
                  <a16:creationId xmlns:a16="http://schemas.microsoft.com/office/drawing/2014/main" id="{910FC82B-A4C1-428C-A576-79B5F6D189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40367" y="6606831"/>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7" name="Freeform 106">
              <a:extLst>
                <a:ext uri="{FF2B5EF4-FFF2-40B4-BE49-F238E27FC236}">
                  <a16:creationId xmlns:a16="http://schemas.microsoft.com/office/drawing/2014/main" id="{B9CB6255-5C91-4496-B0AE-529737BC53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01124" y="6203718"/>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8" name="Freeform 110">
              <a:extLst>
                <a:ext uri="{FF2B5EF4-FFF2-40B4-BE49-F238E27FC236}">
                  <a16:creationId xmlns:a16="http://schemas.microsoft.com/office/drawing/2014/main" id="{A58DBA3F-B3E2-4AD9-A93C-FDF997582E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30489" y="6434417"/>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29" name="Freeform 123">
              <a:extLst>
                <a:ext uri="{FF2B5EF4-FFF2-40B4-BE49-F238E27FC236}">
                  <a16:creationId xmlns:a16="http://schemas.microsoft.com/office/drawing/2014/main" id="{AE100164-158F-422B-8A80-DFF4E0E06E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59198" y="6522255"/>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0" name="Freeform 130">
              <a:extLst>
                <a:ext uri="{FF2B5EF4-FFF2-40B4-BE49-F238E27FC236}">
                  <a16:creationId xmlns:a16="http://schemas.microsoft.com/office/drawing/2014/main" id="{1A0EF69A-22C3-4FF9-B6DD-55C6DAC3BB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45427" y="6305405"/>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1" name="Freeform 141">
              <a:extLst>
                <a:ext uri="{FF2B5EF4-FFF2-40B4-BE49-F238E27FC236}">
                  <a16:creationId xmlns:a16="http://schemas.microsoft.com/office/drawing/2014/main" id="{3963C700-CFE8-4ED2-8E1E-1139AC305D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04283" y="6678799"/>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2" name="Freeform 34">
              <a:extLst>
                <a:ext uri="{FF2B5EF4-FFF2-40B4-BE49-F238E27FC236}">
                  <a16:creationId xmlns:a16="http://schemas.microsoft.com/office/drawing/2014/main" id="{F9B166DD-EFD8-42F3-A6E1-C6A4A0260F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61752" y="1403097"/>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3" name="Freeform 36">
              <a:extLst>
                <a:ext uri="{FF2B5EF4-FFF2-40B4-BE49-F238E27FC236}">
                  <a16:creationId xmlns:a16="http://schemas.microsoft.com/office/drawing/2014/main" id="{D432A7B3-E9F3-476E-9D42-6174AF6947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84215" y="722440"/>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4" name="Freeform 38">
              <a:extLst>
                <a:ext uri="{FF2B5EF4-FFF2-40B4-BE49-F238E27FC236}">
                  <a16:creationId xmlns:a16="http://schemas.microsoft.com/office/drawing/2014/main" id="{F17E4864-342C-497A-A8C4-307CF70C29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81617" y="1902264"/>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5" name="Freeform 39">
              <a:extLst>
                <a:ext uri="{FF2B5EF4-FFF2-40B4-BE49-F238E27FC236}">
                  <a16:creationId xmlns:a16="http://schemas.microsoft.com/office/drawing/2014/main" id="{F2484BDA-CEC5-42AD-8874-C782F6A44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6825" y="1732534"/>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6" name="Freeform 41">
              <a:extLst>
                <a:ext uri="{FF2B5EF4-FFF2-40B4-BE49-F238E27FC236}">
                  <a16:creationId xmlns:a16="http://schemas.microsoft.com/office/drawing/2014/main" id="{4F6B7DAB-E92D-43BB-ACF1-F06D8925DF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84215" y="514912"/>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7" name="Freeform 42">
              <a:extLst>
                <a:ext uri="{FF2B5EF4-FFF2-40B4-BE49-F238E27FC236}">
                  <a16:creationId xmlns:a16="http://schemas.microsoft.com/office/drawing/2014/main" id="{DDFDB6E2-654D-48A3-83FB-86F3AD241A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496047" y="1178128"/>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8" name="Freeform 45">
              <a:extLst>
                <a:ext uri="{FF2B5EF4-FFF2-40B4-BE49-F238E27FC236}">
                  <a16:creationId xmlns:a16="http://schemas.microsoft.com/office/drawing/2014/main" id="{ECD09C44-52C9-455A-865A-65084B5006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514408" y="932462"/>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39" name="Freeform 49">
              <a:extLst>
                <a:ext uri="{FF2B5EF4-FFF2-40B4-BE49-F238E27FC236}">
                  <a16:creationId xmlns:a16="http://schemas.microsoft.com/office/drawing/2014/main" id="{F6C27999-BDBB-4644-8A53-B87F3F144F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530170" y="282433"/>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0" name="Freeform 65">
              <a:extLst>
                <a:ext uri="{FF2B5EF4-FFF2-40B4-BE49-F238E27FC236}">
                  <a16:creationId xmlns:a16="http://schemas.microsoft.com/office/drawing/2014/main" id="{654163CC-9199-4986-9A5E-84365169D9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83885" y="121615"/>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1" name="Freeform 66">
              <a:extLst>
                <a:ext uri="{FF2B5EF4-FFF2-40B4-BE49-F238E27FC236}">
                  <a16:creationId xmlns:a16="http://schemas.microsoft.com/office/drawing/2014/main" id="{C744DB98-E4B6-40B4-92A4-5DC3D9594B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96965" y="1387451"/>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2" name="Freeform 69">
              <a:extLst>
                <a:ext uri="{FF2B5EF4-FFF2-40B4-BE49-F238E27FC236}">
                  <a16:creationId xmlns:a16="http://schemas.microsoft.com/office/drawing/2014/main" id="{3618E05D-0BAF-4A26-858E-F0EF2BA89D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96848" y="1105206"/>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3" name="Freeform 70">
              <a:extLst>
                <a:ext uri="{FF2B5EF4-FFF2-40B4-BE49-F238E27FC236}">
                  <a16:creationId xmlns:a16="http://schemas.microsoft.com/office/drawing/2014/main" id="{8506E091-91B5-45A6-B0D7-8778EF36C9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45927" y="549368"/>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4" name="Freeform 71">
              <a:extLst>
                <a:ext uri="{FF2B5EF4-FFF2-40B4-BE49-F238E27FC236}">
                  <a16:creationId xmlns:a16="http://schemas.microsoft.com/office/drawing/2014/main" id="{A5F1AA22-6DD8-43AB-AC2B-AA9371DD96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798597" y="1647073"/>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5" name="Freeform 72">
              <a:extLst>
                <a:ext uri="{FF2B5EF4-FFF2-40B4-BE49-F238E27FC236}">
                  <a16:creationId xmlns:a16="http://schemas.microsoft.com/office/drawing/2014/main" id="{580946E1-6BC9-4EEE-AE4C-F8F08C8F1C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01860" y="1873932"/>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6" name="Freeform 74">
              <a:extLst>
                <a:ext uri="{FF2B5EF4-FFF2-40B4-BE49-F238E27FC236}">
                  <a16:creationId xmlns:a16="http://schemas.microsoft.com/office/drawing/2014/main" id="{06858C12-FAE6-4F6D-AAD0-BC164D3C64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22832" y="763091"/>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7" name="Freeform 85">
              <a:extLst>
                <a:ext uri="{FF2B5EF4-FFF2-40B4-BE49-F238E27FC236}">
                  <a16:creationId xmlns:a16="http://schemas.microsoft.com/office/drawing/2014/main" id="{FE64B3B9-8F70-4C7C-980A-CBFFDFB93D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46066" y="340257"/>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8" name="Freeform 87">
              <a:extLst>
                <a:ext uri="{FF2B5EF4-FFF2-40B4-BE49-F238E27FC236}">
                  <a16:creationId xmlns:a16="http://schemas.microsoft.com/office/drawing/2014/main" id="{88E77691-B7C1-4F5D-98EC-C5508CDFB6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11402" y="67225"/>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49" name="Freeform 88">
              <a:extLst>
                <a:ext uri="{FF2B5EF4-FFF2-40B4-BE49-F238E27FC236}">
                  <a16:creationId xmlns:a16="http://schemas.microsoft.com/office/drawing/2014/main" id="{22997A7B-4811-4158-8F88-4839256501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879430" y="1161387"/>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0" name="Freeform 94">
              <a:extLst>
                <a:ext uri="{FF2B5EF4-FFF2-40B4-BE49-F238E27FC236}">
                  <a16:creationId xmlns:a16="http://schemas.microsoft.com/office/drawing/2014/main" id="{B15258A7-A882-4D79-B870-C92A57D6B6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64748" y="1306068"/>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1" name="Freeform 97">
              <a:extLst>
                <a:ext uri="{FF2B5EF4-FFF2-40B4-BE49-F238E27FC236}">
                  <a16:creationId xmlns:a16="http://schemas.microsoft.com/office/drawing/2014/main" id="{CF3D5844-0132-49FA-BD1E-5263802F47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59415" y="1756925"/>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2" name="Freeform 99">
              <a:extLst>
                <a:ext uri="{FF2B5EF4-FFF2-40B4-BE49-F238E27FC236}">
                  <a16:creationId xmlns:a16="http://schemas.microsoft.com/office/drawing/2014/main" id="{86FC694B-4A70-4160-A64D-DA282DE95B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44896" y="1960730"/>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3" name="Freeform 101">
              <a:extLst>
                <a:ext uri="{FF2B5EF4-FFF2-40B4-BE49-F238E27FC236}">
                  <a16:creationId xmlns:a16="http://schemas.microsoft.com/office/drawing/2014/main" id="{A399F043-AB24-4109-800A-BD94939A40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72093" y="1478722"/>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4" name="Freeform 102">
              <a:extLst>
                <a:ext uri="{FF2B5EF4-FFF2-40B4-BE49-F238E27FC236}">
                  <a16:creationId xmlns:a16="http://schemas.microsoft.com/office/drawing/2014/main" id="{796159AE-3178-456B-B411-196E260E5E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92750" y="1109557"/>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5" name="Freeform 103">
              <a:extLst>
                <a:ext uri="{FF2B5EF4-FFF2-40B4-BE49-F238E27FC236}">
                  <a16:creationId xmlns:a16="http://schemas.microsoft.com/office/drawing/2014/main" id="{B0562100-3934-4A15-8C23-D55F111D9E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90347" y="835870"/>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6" name="Freeform 113">
              <a:extLst>
                <a:ext uri="{FF2B5EF4-FFF2-40B4-BE49-F238E27FC236}">
                  <a16:creationId xmlns:a16="http://schemas.microsoft.com/office/drawing/2014/main" id="{B1A3BF1A-EF96-468A-B04F-AFDF6621DE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54699" y="2010881"/>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7" name="Freeform 117">
              <a:extLst>
                <a:ext uri="{FF2B5EF4-FFF2-40B4-BE49-F238E27FC236}">
                  <a16:creationId xmlns:a16="http://schemas.microsoft.com/office/drawing/2014/main" id="{6DD7C928-63AE-4BCB-9843-570F9E04E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72350" y="889298"/>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8" name="Freeform 118">
              <a:extLst>
                <a:ext uri="{FF2B5EF4-FFF2-40B4-BE49-F238E27FC236}">
                  <a16:creationId xmlns:a16="http://schemas.microsoft.com/office/drawing/2014/main" id="{5AC011E4-1DCA-418C-8008-AE4E1E61D0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58870" y="22103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59" name="Freeform 119">
              <a:extLst>
                <a:ext uri="{FF2B5EF4-FFF2-40B4-BE49-F238E27FC236}">
                  <a16:creationId xmlns:a16="http://schemas.microsoft.com/office/drawing/2014/main" id="{5B2D3B89-E1F5-40D8-AEC0-8E7B2E67AE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75741" y="434733"/>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0" name="Freeform 136">
              <a:extLst>
                <a:ext uri="{FF2B5EF4-FFF2-40B4-BE49-F238E27FC236}">
                  <a16:creationId xmlns:a16="http://schemas.microsoft.com/office/drawing/2014/main" id="{DBB111D7-2067-4503-A6F9-647407E181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67505" y="1263253"/>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1" name="Freeform 137">
              <a:extLst>
                <a:ext uri="{FF2B5EF4-FFF2-40B4-BE49-F238E27FC236}">
                  <a16:creationId xmlns:a16="http://schemas.microsoft.com/office/drawing/2014/main" id="{20B3ED41-DE4C-4CE7-A8DE-B4ED03137D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3010" y="1588642"/>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2" name="Freeform 138">
              <a:extLst>
                <a:ext uri="{FF2B5EF4-FFF2-40B4-BE49-F238E27FC236}">
                  <a16:creationId xmlns:a16="http://schemas.microsoft.com/office/drawing/2014/main" id="{11F9FD14-D3BA-43C4-96E8-5D5EE6AF31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11645" y="6072976"/>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3" name="Freeform 139">
              <a:extLst>
                <a:ext uri="{FF2B5EF4-FFF2-40B4-BE49-F238E27FC236}">
                  <a16:creationId xmlns:a16="http://schemas.microsoft.com/office/drawing/2014/main" id="{F4EE6DAD-6518-47B6-A04F-484A162676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6950" y="321142"/>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4" name="Freeform 143">
              <a:extLst>
                <a:ext uri="{FF2B5EF4-FFF2-40B4-BE49-F238E27FC236}">
                  <a16:creationId xmlns:a16="http://schemas.microsoft.com/office/drawing/2014/main" id="{B6867974-B4C0-48AA-A205-B435998B74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20791" y="1074883"/>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5" name="Freeform 144">
              <a:extLst>
                <a:ext uri="{FF2B5EF4-FFF2-40B4-BE49-F238E27FC236}">
                  <a16:creationId xmlns:a16="http://schemas.microsoft.com/office/drawing/2014/main" id="{21F27A0E-A6C1-4AFE-8CBA-28E4FE70BC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13458" y="790064"/>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6" name="Freeform 145">
              <a:extLst>
                <a:ext uri="{FF2B5EF4-FFF2-40B4-BE49-F238E27FC236}">
                  <a16:creationId xmlns:a16="http://schemas.microsoft.com/office/drawing/2014/main" id="{AAA114B9-98D7-4840-8602-457F0741B7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17528" y="60206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7" name="Freeform 8">
              <a:extLst>
                <a:ext uri="{FF2B5EF4-FFF2-40B4-BE49-F238E27FC236}">
                  <a16:creationId xmlns:a16="http://schemas.microsoft.com/office/drawing/2014/main" id="{4E9E63DF-694C-4693-8D8B-0275BB744DB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81238" y="131093"/>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568" name="Freeform 8">
              <a:extLst>
                <a:ext uri="{FF2B5EF4-FFF2-40B4-BE49-F238E27FC236}">
                  <a16:creationId xmlns:a16="http://schemas.microsoft.com/office/drawing/2014/main" id="{2A55A10A-49CA-42B6-84C9-8A1A1596D7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28159" y="669354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5" name="Picture 4">
            <a:extLst>
              <a:ext uri="{FF2B5EF4-FFF2-40B4-BE49-F238E27FC236}">
                <a16:creationId xmlns:a16="http://schemas.microsoft.com/office/drawing/2014/main" id="{292B35C0-D3E8-B4C4-0C6D-2D7E7A1017E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905115" y="2680992"/>
            <a:ext cx="5295331" cy="2524279"/>
          </a:xfrm>
          <a:prstGeom prst="rect">
            <a:avLst/>
          </a:prstGeom>
        </p:spPr>
      </p:pic>
    </p:spTree>
    <p:extLst>
      <p:ext uri="{BB962C8B-B14F-4D97-AF65-F5344CB8AC3E}">
        <p14:creationId xmlns:p14="http://schemas.microsoft.com/office/powerpoint/2010/main" val="41695528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10"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1"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0"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1"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9"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0"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1"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2"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4"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5"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6"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7"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8"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9"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0"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1"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2"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5"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6"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68" name="Group 67">
            <a:extLst>
              <a:ext uri="{FF2B5EF4-FFF2-40B4-BE49-F238E27FC236}">
                <a16:creationId xmlns:a16="http://schemas.microsoft.com/office/drawing/2014/main" id="{A1B0DAD3-DAD3-4D41-8EF0-B03422E473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solidFill>
        </p:grpSpPr>
        <p:sp>
          <p:nvSpPr>
            <p:cNvPr id="69" name="Freeform 8">
              <a:extLst>
                <a:ext uri="{FF2B5EF4-FFF2-40B4-BE49-F238E27FC236}">
                  <a16:creationId xmlns:a16="http://schemas.microsoft.com/office/drawing/2014/main" id="{729F7DF5-CF56-4F67-9883-903E49BE1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 name="Freeform 10">
              <a:extLst>
                <a:ext uri="{FF2B5EF4-FFF2-40B4-BE49-F238E27FC236}">
                  <a16:creationId xmlns:a16="http://schemas.microsoft.com/office/drawing/2014/main" id="{B7E65000-B427-4CEF-B2A9-ECA839855F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 name="Freeform 15">
              <a:extLst>
                <a:ext uri="{FF2B5EF4-FFF2-40B4-BE49-F238E27FC236}">
                  <a16:creationId xmlns:a16="http://schemas.microsoft.com/office/drawing/2014/main" id="{1D82BADA-E191-4C51-A377-7D1EA989D4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 name="Freeform 18">
              <a:extLst>
                <a:ext uri="{FF2B5EF4-FFF2-40B4-BE49-F238E27FC236}">
                  <a16:creationId xmlns:a16="http://schemas.microsoft.com/office/drawing/2014/main" id="{C074E073-07CB-4DD6-BFC8-E9FD63D4AC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 name="Freeform 19">
              <a:extLst>
                <a:ext uri="{FF2B5EF4-FFF2-40B4-BE49-F238E27FC236}">
                  <a16:creationId xmlns:a16="http://schemas.microsoft.com/office/drawing/2014/main" id="{211152B9-90BD-4804-BCC5-4B0FEEF372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 name="Freeform 20">
              <a:extLst>
                <a:ext uri="{FF2B5EF4-FFF2-40B4-BE49-F238E27FC236}">
                  <a16:creationId xmlns:a16="http://schemas.microsoft.com/office/drawing/2014/main" id="{941B26CC-1C9B-4149-9647-3A0E0C9D20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5" name="Freeform 22">
              <a:extLst>
                <a:ext uri="{FF2B5EF4-FFF2-40B4-BE49-F238E27FC236}">
                  <a16:creationId xmlns:a16="http://schemas.microsoft.com/office/drawing/2014/main" id="{7576EDD8-60BD-4230-9FE5-5302F91208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6" name="Freeform 23">
              <a:extLst>
                <a:ext uri="{FF2B5EF4-FFF2-40B4-BE49-F238E27FC236}">
                  <a16:creationId xmlns:a16="http://schemas.microsoft.com/office/drawing/2014/main" id="{F68478BC-1899-4718-B999-C7EE2F6F5B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7" name="Freeform 26">
              <a:extLst>
                <a:ext uri="{FF2B5EF4-FFF2-40B4-BE49-F238E27FC236}">
                  <a16:creationId xmlns:a16="http://schemas.microsoft.com/office/drawing/2014/main" id="{B02BAA58-19A0-4BE5-8596-7AF02A91C9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8" name="Freeform 27">
              <a:extLst>
                <a:ext uri="{FF2B5EF4-FFF2-40B4-BE49-F238E27FC236}">
                  <a16:creationId xmlns:a16="http://schemas.microsoft.com/office/drawing/2014/main" id="{ED0FD3ED-A6B2-480A-8B6C-36B4921644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9" name="Freeform 28">
              <a:extLst>
                <a:ext uri="{FF2B5EF4-FFF2-40B4-BE49-F238E27FC236}">
                  <a16:creationId xmlns:a16="http://schemas.microsoft.com/office/drawing/2014/main" id="{46C958D0-B4D1-4E20-87DA-CDF757B564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0" name="Freeform 30">
              <a:extLst>
                <a:ext uri="{FF2B5EF4-FFF2-40B4-BE49-F238E27FC236}">
                  <a16:creationId xmlns:a16="http://schemas.microsoft.com/office/drawing/2014/main" id="{3E2B5B4A-13C5-4187-BF16-1B0C4EC6D1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1" name="Freeform 43">
              <a:extLst>
                <a:ext uri="{FF2B5EF4-FFF2-40B4-BE49-F238E27FC236}">
                  <a16:creationId xmlns:a16="http://schemas.microsoft.com/office/drawing/2014/main" id="{8B7A471E-57F9-4AC4-B3DE-6A75C2A490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2" name="Freeform 51">
              <a:extLst>
                <a:ext uri="{FF2B5EF4-FFF2-40B4-BE49-F238E27FC236}">
                  <a16:creationId xmlns:a16="http://schemas.microsoft.com/office/drawing/2014/main" id="{01E6B5E8-B33D-4D70-B30A-823D655388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3" name="Freeform 52">
              <a:extLst>
                <a:ext uri="{FF2B5EF4-FFF2-40B4-BE49-F238E27FC236}">
                  <a16:creationId xmlns:a16="http://schemas.microsoft.com/office/drawing/2014/main" id="{04BD65AE-3613-409E-859A-F5E47E7ED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4" name="Freeform 53">
              <a:extLst>
                <a:ext uri="{FF2B5EF4-FFF2-40B4-BE49-F238E27FC236}">
                  <a16:creationId xmlns:a16="http://schemas.microsoft.com/office/drawing/2014/main" id="{6AC52B47-CF30-4905-A913-8016FD7DF8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5" name="Freeform 54">
              <a:extLst>
                <a:ext uri="{FF2B5EF4-FFF2-40B4-BE49-F238E27FC236}">
                  <a16:creationId xmlns:a16="http://schemas.microsoft.com/office/drawing/2014/main" id="{945DD375-89B4-4594-879C-C88E3E07E4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6" name="Freeform 55">
              <a:extLst>
                <a:ext uri="{FF2B5EF4-FFF2-40B4-BE49-F238E27FC236}">
                  <a16:creationId xmlns:a16="http://schemas.microsoft.com/office/drawing/2014/main" id="{4EF2ED92-CD73-4432-B715-54794B6CC8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7" name="Freeform 56">
              <a:extLst>
                <a:ext uri="{FF2B5EF4-FFF2-40B4-BE49-F238E27FC236}">
                  <a16:creationId xmlns:a16="http://schemas.microsoft.com/office/drawing/2014/main" id="{4C080334-01D5-4AEE-B802-115F8FF429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8" name="Freeform 57">
              <a:extLst>
                <a:ext uri="{FF2B5EF4-FFF2-40B4-BE49-F238E27FC236}">
                  <a16:creationId xmlns:a16="http://schemas.microsoft.com/office/drawing/2014/main" id="{5B2CD9BC-4DF9-4317-9F4F-168D1E48F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9" name="Freeform 59">
              <a:extLst>
                <a:ext uri="{FF2B5EF4-FFF2-40B4-BE49-F238E27FC236}">
                  <a16:creationId xmlns:a16="http://schemas.microsoft.com/office/drawing/2014/main" id="{9ED340BE-C2EA-4C3D-9E5F-49D0601E22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0" name="Freeform 60">
              <a:extLst>
                <a:ext uri="{FF2B5EF4-FFF2-40B4-BE49-F238E27FC236}">
                  <a16:creationId xmlns:a16="http://schemas.microsoft.com/office/drawing/2014/main" id="{F83C564A-309A-4BE2-A1B7-CB9000A40F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1" name="Freeform 61">
              <a:extLst>
                <a:ext uri="{FF2B5EF4-FFF2-40B4-BE49-F238E27FC236}">
                  <a16:creationId xmlns:a16="http://schemas.microsoft.com/office/drawing/2014/main" id="{6DB3A353-2237-4080-B766-F62A628B38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2" name="Freeform 5">
              <a:extLst>
                <a:ext uri="{FF2B5EF4-FFF2-40B4-BE49-F238E27FC236}">
                  <a16:creationId xmlns:a16="http://schemas.microsoft.com/office/drawing/2014/main" id="{F97333D1-A657-49E4-BCD3-47476A14CA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3" name="Freeform 6">
              <a:extLst>
                <a:ext uri="{FF2B5EF4-FFF2-40B4-BE49-F238E27FC236}">
                  <a16:creationId xmlns:a16="http://schemas.microsoft.com/office/drawing/2014/main" id="{D848B0DC-182E-4466-BC72-7D1D16380F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4" name="Freeform 7">
              <a:extLst>
                <a:ext uri="{FF2B5EF4-FFF2-40B4-BE49-F238E27FC236}">
                  <a16:creationId xmlns:a16="http://schemas.microsoft.com/office/drawing/2014/main" id="{60CE5FE2-5C67-4168-A845-1851C07B74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5" name="Freeform 8">
              <a:extLst>
                <a:ext uri="{FF2B5EF4-FFF2-40B4-BE49-F238E27FC236}">
                  <a16:creationId xmlns:a16="http://schemas.microsoft.com/office/drawing/2014/main" id="{FFD9F71E-ACAB-4435-8558-5C891704E5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6" name="Freeform 9">
              <a:extLst>
                <a:ext uri="{FF2B5EF4-FFF2-40B4-BE49-F238E27FC236}">
                  <a16:creationId xmlns:a16="http://schemas.microsoft.com/office/drawing/2014/main" id="{D8F3C4EF-CAB3-477F-9BE6-7AE0EE0861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7" name="Freeform 11">
              <a:extLst>
                <a:ext uri="{FF2B5EF4-FFF2-40B4-BE49-F238E27FC236}">
                  <a16:creationId xmlns:a16="http://schemas.microsoft.com/office/drawing/2014/main" id="{99F3B109-2DD1-4023-AB8C-C4CFFBC1EE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8" name="Freeform 12">
              <a:extLst>
                <a:ext uri="{FF2B5EF4-FFF2-40B4-BE49-F238E27FC236}">
                  <a16:creationId xmlns:a16="http://schemas.microsoft.com/office/drawing/2014/main" id="{AEE61596-3CEF-4CF6-A4FA-2262654387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9" name="Freeform 13">
              <a:extLst>
                <a:ext uri="{FF2B5EF4-FFF2-40B4-BE49-F238E27FC236}">
                  <a16:creationId xmlns:a16="http://schemas.microsoft.com/office/drawing/2014/main" id="{ACA5CDA1-D484-482B-924A-C21EFFB26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0" name="Freeform 14">
              <a:extLst>
                <a:ext uri="{FF2B5EF4-FFF2-40B4-BE49-F238E27FC236}">
                  <a16:creationId xmlns:a16="http://schemas.microsoft.com/office/drawing/2014/main" id="{8BAD048C-9E22-4DAB-BB3C-8978DFC799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1" name="Freeform 16">
              <a:extLst>
                <a:ext uri="{FF2B5EF4-FFF2-40B4-BE49-F238E27FC236}">
                  <a16:creationId xmlns:a16="http://schemas.microsoft.com/office/drawing/2014/main" id="{1A2637B3-8C74-4B55-872D-CFE1F1929A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2" name="Freeform 17">
              <a:extLst>
                <a:ext uri="{FF2B5EF4-FFF2-40B4-BE49-F238E27FC236}">
                  <a16:creationId xmlns:a16="http://schemas.microsoft.com/office/drawing/2014/main" id="{C73B0390-BD3E-4AFB-ADF3-676ECF8900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3" name="Freeform 21">
              <a:extLst>
                <a:ext uri="{FF2B5EF4-FFF2-40B4-BE49-F238E27FC236}">
                  <a16:creationId xmlns:a16="http://schemas.microsoft.com/office/drawing/2014/main" id="{35236E6F-9C25-49CE-9078-306D3A5FA08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4" name="Freeform 25">
              <a:extLst>
                <a:ext uri="{FF2B5EF4-FFF2-40B4-BE49-F238E27FC236}">
                  <a16:creationId xmlns:a16="http://schemas.microsoft.com/office/drawing/2014/main" id="{46D4BFF5-1B3A-44D0-9720-143617E009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5" name="Freeform 29">
              <a:extLst>
                <a:ext uri="{FF2B5EF4-FFF2-40B4-BE49-F238E27FC236}">
                  <a16:creationId xmlns:a16="http://schemas.microsoft.com/office/drawing/2014/main" id="{77FD726E-2EB9-4305-BEE5-7C48D51C9B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6" name="Freeform 31">
              <a:extLst>
                <a:ext uri="{FF2B5EF4-FFF2-40B4-BE49-F238E27FC236}">
                  <a16:creationId xmlns:a16="http://schemas.microsoft.com/office/drawing/2014/main" id="{25E6083A-3C52-4763-92A2-1B88843EF3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7" name="Freeform 32">
              <a:extLst>
                <a:ext uri="{FF2B5EF4-FFF2-40B4-BE49-F238E27FC236}">
                  <a16:creationId xmlns:a16="http://schemas.microsoft.com/office/drawing/2014/main" id="{CA90BF22-94F7-4D52-8725-FDCE69CE6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8" name="Freeform 33">
              <a:extLst>
                <a:ext uri="{FF2B5EF4-FFF2-40B4-BE49-F238E27FC236}">
                  <a16:creationId xmlns:a16="http://schemas.microsoft.com/office/drawing/2014/main" id="{998A2F47-3F4E-4065-86CF-B49B258FF1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9" name="Freeform 34">
              <a:extLst>
                <a:ext uri="{FF2B5EF4-FFF2-40B4-BE49-F238E27FC236}">
                  <a16:creationId xmlns:a16="http://schemas.microsoft.com/office/drawing/2014/main" id="{65AF8C00-7E07-4E42-A41A-08417BB0E5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0" name="Freeform 35">
              <a:extLst>
                <a:ext uri="{FF2B5EF4-FFF2-40B4-BE49-F238E27FC236}">
                  <a16:creationId xmlns:a16="http://schemas.microsoft.com/office/drawing/2014/main" id="{E0C04B54-4EF5-4B04-A708-8339062DA8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1" name="Freeform 36">
              <a:extLst>
                <a:ext uri="{FF2B5EF4-FFF2-40B4-BE49-F238E27FC236}">
                  <a16:creationId xmlns:a16="http://schemas.microsoft.com/office/drawing/2014/main" id="{C16D1625-1345-49A9-9FAE-3600E0D116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2" name="Freeform 37">
              <a:extLst>
                <a:ext uri="{FF2B5EF4-FFF2-40B4-BE49-F238E27FC236}">
                  <a16:creationId xmlns:a16="http://schemas.microsoft.com/office/drawing/2014/main" id="{B8817E5F-6964-4B89-9CD1-CD4621B6EC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3" name="Freeform 38">
              <a:extLst>
                <a:ext uri="{FF2B5EF4-FFF2-40B4-BE49-F238E27FC236}">
                  <a16:creationId xmlns:a16="http://schemas.microsoft.com/office/drawing/2014/main" id="{952E3586-DC86-4B27-AAC4-D005819D2C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4" name="Freeform 39">
              <a:extLst>
                <a:ext uri="{FF2B5EF4-FFF2-40B4-BE49-F238E27FC236}">
                  <a16:creationId xmlns:a16="http://schemas.microsoft.com/office/drawing/2014/main" id="{22CB13D9-EA0B-45B8-8E8F-3AABBE9D79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5" name="Freeform 40">
              <a:extLst>
                <a:ext uri="{FF2B5EF4-FFF2-40B4-BE49-F238E27FC236}">
                  <a16:creationId xmlns:a16="http://schemas.microsoft.com/office/drawing/2014/main" id="{3755BB78-63DB-4A8C-A113-795862B375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6" name="Freeform 41">
              <a:extLst>
                <a:ext uri="{FF2B5EF4-FFF2-40B4-BE49-F238E27FC236}">
                  <a16:creationId xmlns:a16="http://schemas.microsoft.com/office/drawing/2014/main" id="{68D97FB6-919C-4D25-A4CE-65C0BB8B41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7" name="Freeform 42">
              <a:extLst>
                <a:ext uri="{FF2B5EF4-FFF2-40B4-BE49-F238E27FC236}">
                  <a16:creationId xmlns:a16="http://schemas.microsoft.com/office/drawing/2014/main" id="{B7FB8601-BFD8-42A2-BFC8-826DA56794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8" name="Freeform 44">
              <a:extLst>
                <a:ext uri="{FF2B5EF4-FFF2-40B4-BE49-F238E27FC236}">
                  <a16:creationId xmlns:a16="http://schemas.microsoft.com/office/drawing/2014/main" id="{E66A3773-870D-43D8-97C8-9210A0288C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9" name="Freeform 45">
              <a:extLst>
                <a:ext uri="{FF2B5EF4-FFF2-40B4-BE49-F238E27FC236}">
                  <a16:creationId xmlns:a16="http://schemas.microsoft.com/office/drawing/2014/main" id="{08736EF7-6BB0-4CA8-B063-CD217FF9BF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0" name="Freeform 46">
              <a:extLst>
                <a:ext uri="{FF2B5EF4-FFF2-40B4-BE49-F238E27FC236}">
                  <a16:creationId xmlns:a16="http://schemas.microsoft.com/office/drawing/2014/main" id="{57EBF709-9E0F-48A1-BCDD-F3C74F1D49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1" name="Freeform 47">
              <a:extLst>
                <a:ext uri="{FF2B5EF4-FFF2-40B4-BE49-F238E27FC236}">
                  <a16:creationId xmlns:a16="http://schemas.microsoft.com/office/drawing/2014/main" id="{251EC588-C357-470F-A194-F4A0C32B7F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2" name="Freeform 48">
              <a:extLst>
                <a:ext uri="{FF2B5EF4-FFF2-40B4-BE49-F238E27FC236}">
                  <a16:creationId xmlns:a16="http://schemas.microsoft.com/office/drawing/2014/main" id="{02592C96-1066-4F6E-9353-4FF1D5ED98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3" name="Freeform 49">
              <a:extLst>
                <a:ext uri="{FF2B5EF4-FFF2-40B4-BE49-F238E27FC236}">
                  <a16:creationId xmlns:a16="http://schemas.microsoft.com/office/drawing/2014/main" id="{B5016669-96C5-4574-B536-65060BCE97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4" name="Freeform 8">
              <a:extLst>
                <a:ext uri="{FF2B5EF4-FFF2-40B4-BE49-F238E27FC236}">
                  <a16:creationId xmlns:a16="http://schemas.microsoft.com/office/drawing/2014/main" id="{5C697245-37CA-4D12-9F8C-308595014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5" name="Freeform 106">
              <a:extLst>
                <a:ext uri="{FF2B5EF4-FFF2-40B4-BE49-F238E27FC236}">
                  <a16:creationId xmlns:a16="http://schemas.microsoft.com/office/drawing/2014/main" id="{3776B83C-39DC-4C02-B33B-848604D0A9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127" name="Rectangle 126">
            <a:extLst>
              <a:ext uri="{FF2B5EF4-FFF2-40B4-BE49-F238E27FC236}">
                <a16:creationId xmlns:a16="http://schemas.microsoft.com/office/drawing/2014/main" id="{9FF4A234-29BA-4B70-BFC0-64FBB64F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Rectangle 128">
            <a:extLst>
              <a:ext uri="{FF2B5EF4-FFF2-40B4-BE49-F238E27FC236}">
                <a16:creationId xmlns:a16="http://schemas.microsoft.com/office/drawing/2014/main" id="{9C67262A-6EF1-49ED-B8DE-DDD3E58042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048E7BA-BD5F-0FCE-3ED4-C069C769876B}"/>
              </a:ext>
            </a:extLst>
          </p:cNvPr>
          <p:cNvSpPr>
            <a:spLocks noGrp="1"/>
          </p:cNvSpPr>
          <p:nvPr>
            <p:ph type="title"/>
          </p:nvPr>
        </p:nvSpPr>
        <p:spPr>
          <a:xfrm>
            <a:off x="898815" y="1633061"/>
            <a:ext cx="3453722" cy="3495286"/>
          </a:xfrm>
        </p:spPr>
        <p:txBody>
          <a:bodyPr vert="horz" lIns="91440" tIns="45720" rIns="91440" bIns="45720" rtlCol="0" anchor="ctr">
            <a:normAutofit/>
          </a:bodyPr>
          <a:lstStyle/>
          <a:p>
            <a:pPr algn="ctr"/>
            <a:r>
              <a:rPr lang="en-US" sz="4000" kern="1200">
                <a:solidFill>
                  <a:schemeClr val="tx2"/>
                </a:solidFill>
                <a:latin typeface="+mj-lt"/>
                <a:ea typeface="+mj-ea"/>
                <a:cs typeface="+mj-cs"/>
              </a:rPr>
              <a:t>Introduction</a:t>
            </a:r>
          </a:p>
        </p:txBody>
      </p:sp>
      <p:sp>
        <p:nvSpPr>
          <p:cNvPr id="131" name="Rectangle 130">
            <a:extLst>
              <a:ext uri="{FF2B5EF4-FFF2-40B4-BE49-F238E27FC236}">
                <a16:creationId xmlns:a16="http://schemas.microsoft.com/office/drawing/2014/main" id="{97492946-B39C-4250-B4C8-D82A25043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1035" y="880021"/>
            <a:ext cx="6498031" cy="51117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8D5C926-FA61-1759-2487-2C8A85D5AE25}"/>
              </a:ext>
            </a:extLst>
          </p:cNvPr>
          <p:cNvSpPr>
            <a:spLocks noGrp="1"/>
          </p:cNvSpPr>
          <p:nvPr>
            <p:ph idx="1"/>
          </p:nvPr>
        </p:nvSpPr>
        <p:spPr>
          <a:xfrm>
            <a:off x="5501940" y="1501255"/>
            <a:ext cx="5108852" cy="3907390"/>
          </a:xfrm>
        </p:spPr>
        <p:txBody>
          <a:bodyPr vert="horz" lIns="91440" tIns="45720" rIns="91440" bIns="45720" rtlCol="0">
            <a:normAutofit/>
          </a:bodyPr>
          <a:lstStyle/>
          <a:p>
            <a:pPr>
              <a:lnSpc>
                <a:spcPct val="150000"/>
              </a:lnSpc>
            </a:pPr>
            <a:r>
              <a:rPr lang="fr-FR" sz="2000" dirty="0"/>
              <a:t>L’écriture a joué un rôle fondamental dans la civilisation romaine, notamment pour l’administration, la communication et la transmission du savoir. Héritée des Étrusques et influencée par l’alphabet grec, l’écriture romaine a évolué au fil du temps, donnant naissance à plusieurs styles qui ont marqué l’histoire.</a:t>
            </a:r>
          </a:p>
        </p:txBody>
      </p:sp>
      <p:sp>
        <p:nvSpPr>
          <p:cNvPr id="133" name="Freeform 142">
            <a:extLst>
              <a:ext uri="{FF2B5EF4-FFF2-40B4-BE49-F238E27FC236}">
                <a16:creationId xmlns:a16="http://schemas.microsoft.com/office/drawing/2014/main" id="{B30D69F3-F5DC-4D65-B4AF-733FF6D50D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768174" y="6609757"/>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nvGrpSpPr>
          <p:cNvPr id="135" name="Group 134">
            <a:extLst>
              <a:ext uri="{FF2B5EF4-FFF2-40B4-BE49-F238E27FC236}">
                <a16:creationId xmlns:a16="http://schemas.microsoft.com/office/drawing/2014/main" id="{7C3FF339-0C9A-4139-9C80-B154CB1E68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192" y="5479237"/>
            <a:ext cx="12057048" cy="1073975"/>
            <a:chOff x="11192" y="5479237"/>
            <a:chExt cx="12057048" cy="1073975"/>
          </a:xfrm>
        </p:grpSpPr>
        <p:sp>
          <p:nvSpPr>
            <p:cNvPr id="136" name="Freeform 6">
              <a:extLst>
                <a:ext uri="{FF2B5EF4-FFF2-40B4-BE49-F238E27FC236}">
                  <a16:creationId xmlns:a16="http://schemas.microsoft.com/office/drawing/2014/main" id="{26951B5F-AC36-48AF-A319-55FE784252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327394" y="635532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55">
              <a:extLst>
                <a:ext uri="{FF2B5EF4-FFF2-40B4-BE49-F238E27FC236}">
                  <a16:creationId xmlns:a16="http://schemas.microsoft.com/office/drawing/2014/main" id="{F49E610F-6598-471F-91DF-D5851F14A1E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911390" y="5532658"/>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57">
              <a:extLst>
                <a:ext uri="{FF2B5EF4-FFF2-40B4-BE49-F238E27FC236}">
                  <a16:creationId xmlns:a16="http://schemas.microsoft.com/office/drawing/2014/main" id="{74DE0CDB-BB1F-4A69-A0A2-9C32D0B6AC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684530" y="5529394"/>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60">
              <a:extLst>
                <a:ext uri="{FF2B5EF4-FFF2-40B4-BE49-F238E27FC236}">
                  <a16:creationId xmlns:a16="http://schemas.microsoft.com/office/drawing/2014/main" id="{05BE2C0F-8AF8-4EB8-9EE8-0F65327A51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435517" y="5521987"/>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82">
              <a:extLst>
                <a:ext uri="{FF2B5EF4-FFF2-40B4-BE49-F238E27FC236}">
                  <a16:creationId xmlns:a16="http://schemas.microsoft.com/office/drawing/2014/main" id="{2A5CD3F7-632C-4582-87F6-584F870E035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395640" y="5789705"/>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83">
              <a:extLst>
                <a:ext uri="{FF2B5EF4-FFF2-40B4-BE49-F238E27FC236}">
                  <a16:creationId xmlns:a16="http://schemas.microsoft.com/office/drawing/2014/main" id="{51D68BBB-9910-4A2E-8881-4760A930C0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665033" y="5771753"/>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89">
              <a:extLst>
                <a:ext uri="{FF2B5EF4-FFF2-40B4-BE49-F238E27FC236}">
                  <a16:creationId xmlns:a16="http://schemas.microsoft.com/office/drawing/2014/main" id="{7EC690E3-A4DE-4B8A-A186-0F3B49BC21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907845" y="5826426"/>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105">
              <a:extLst>
                <a:ext uri="{FF2B5EF4-FFF2-40B4-BE49-F238E27FC236}">
                  <a16:creationId xmlns:a16="http://schemas.microsoft.com/office/drawing/2014/main" id="{1BB18CCD-20C3-4BE5-A6BA-9339E8AB94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376143" y="6032065"/>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107">
              <a:extLst>
                <a:ext uri="{FF2B5EF4-FFF2-40B4-BE49-F238E27FC236}">
                  <a16:creationId xmlns:a16="http://schemas.microsoft.com/office/drawing/2014/main" id="{BED0B41F-67D3-4AD8-9A8A-DA5DD871AB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088139" y="6055729"/>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109">
              <a:extLst>
                <a:ext uri="{FF2B5EF4-FFF2-40B4-BE49-F238E27FC236}">
                  <a16:creationId xmlns:a16="http://schemas.microsoft.com/office/drawing/2014/main" id="{BC7AB75D-8130-4CC6-96B3-BAD26C3747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655287" y="6058995"/>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111">
              <a:extLst>
                <a:ext uri="{FF2B5EF4-FFF2-40B4-BE49-F238E27FC236}">
                  <a16:creationId xmlns:a16="http://schemas.microsoft.com/office/drawing/2014/main" id="{A4118456-1C3E-447C-81DD-1F013BF5E3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937087" y="6071235"/>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132">
              <a:extLst>
                <a:ext uri="{FF2B5EF4-FFF2-40B4-BE49-F238E27FC236}">
                  <a16:creationId xmlns:a16="http://schemas.microsoft.com/office/drawing/2014/main" id="{9C6D6B04-EC5A-4149-A53B-C73E9769315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522245" y="634860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134">
              <a:extLst>
                <a:ext uri="{FF2B5EF4-FFF2-40B4-BE49-F238E27FC236}">
                  <a16:creationId xmlns:a16="http://schemas.microsoft.com/office/drawing/2014/main" id="{813095FE-556E-4A61-9BF3-732D492805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284869" y="6310329"/>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141">
              <a:extLst>
                <a:ext uri="{FF2B5EF4-FFF2-40B4-BE49-F238E27FC236}">
                  <a16:creationId xmlns:a16="http://schemas.microsoft.com/office/drawing/2014/main" id="{21793E62-B549-4243-B8FA-B143D6B4AE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793296" y="6312998"/>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91">
              <a:extLst>
                <a:ext uri="{FF2B5EF4-FFF2-40B4-BE49-F238E27FC236}">
                  <a16:creationId xmlns:a16="http://schemas.microsoft.com/office/drawing/2014/main" id="{43ADD9DB-48ED-4A8C-9A75-0E93AB479C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610793" y="6070034"/>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92">
              <a:extLst>
                <a:ext uri="{FF2B5EF4-FFF2-40B4-BE49-F238E27FC236}">
                  <a16:creationId xmlns:a16="http://schemas.microsoft.com/office/drawing/2014/main" id="{E7C72DF4-E774-4605-971D-0840BD069C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932685" y="6069309"/>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93">
              <a:extLst>
                <a:ext uri="{FF2B5EF4-FFF2-40B4-BE49-F238E27FC236}">
                  <a16:creationId xmlns:a16="http://schemas.microsoft.com/office/drawing/2014/main" id="{23BFA407-416B-4086-A635-1FB860F0EB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086396" y="6078286"/>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94">
              <a:extLst>
                <a:ext uri="{FF2B5EF4-FFF2-40B4-BE49-F238E27FC236}">
                  <a16:creationId xmlns:a16="http://schemas.microsoft.com/office/drawing/2014/main" id="{7C8F4B70-75FD-4457-A219-00E8F9862E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987068" y="6106031"/>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95">
              <a:extLst>
                <a:ext uri="{FF2B5EF4-FFF2-40B4-BE49-F238E27FC236}">
                  <a16:creationId xmlns:a16="http://schemas.microsoft.com/office/drawing/2014/main" id="{8B19E2D0-7290-4EC0-AB6B-7F7AD87BDE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319459" y="6108479"/>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96">
              <a:extLst>
                <a:ext uri="{FF2B5EF4-FFF2-40B4-BE49-F238E27FC236}">
                  <a16:creationId xmlns:a16="http://schemas.microsoft.com/office/drawing/2014/main" id="{A19B4676-7AC8-4F42-A34D-1A39433EE8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771808" y="6115007"/>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97">
              <a:extLst>
                <a:ext uri="{FF2B5EF4-FFF2-40B4-BE49-F238E27FC236}">
                  <a16:creationId xmlns:a16="http://schemas.microsoft.com/office/drawing/2014/main" id="{8B7FE908-80E4-483B-A777-C7B4EC4787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534717" y="6117455"/>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98">
              <a:extLst>
                <a:ext uri="{FF2B5EF4-FFF2-40B4-BE49-F238E27FC236}">
                  <a16:creationId xmlns:a16="http://schemas.microsoft.com/office/drawing/2014/main" id="{2681A8C9-F444-4E8C-B844-9F7949428C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095661" y="6117455"/>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99">
              <a:extLst>
                <a:ext uri="{FF2B5EF4-FFF2-40B4-BE49-F238E27FC236}">
                  <a16:creationId xmlns:a16="http://schemas.microsoft.com/office/drawing/2014/main" id="{D20ADAA4-D2A2-4685-98BF-248A08AE1C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830696" y="6117453"/>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100">
              <a:extLst>
                <a:ext uri="{FF2B5EF4-FFF2-40B4-BE49-F238E27FC236}">
                  <a16:creationId xmlns:a16="http://schemas.microsoft.com/office/drawing/2014/main" id="{341DD6EA-CF88-4A3C-BAEE-5010427636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469623" y="6117454"/>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101">
              <a:extLst>
                <a:ext uri="{FF2B5EF4-FFF2-40B4-BE49-F238E27FC236}">
                  <a16:creationId xmlns:a16="http://schemas.microsoft.com/office/drawing/2014/main" id="{3D241D69-1838-4786-A9A3-E92867ABFB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262664" y="6123984"/>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102">
              <a:extLst>
                <a:ext uri="{FF2B5EF4-FFF2-40B4-BE49-F238E27FC236}">
                  <a16:creationId xmlns:a16="http://schemas.microsoft.com/office/drawing/2014/main" id="{7A7396BB-7045-4151-AACC-8B8AF1ABD9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701721" y="6127247"/>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103">
              <a:extLst>
                <a:ext uri="{FF2B5EF4-FFF2-40B4-BE49-F238E27FC236}">
                  <a16:creationId xmlns:a16="http://schemas.microsoft.com/office/drawing/2014/main" id="{83B1DF51-D55B-4AE2-A489-6922F6959B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419919" y="6132959"/>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104">
              <a:extLst>
                <a:ext uri="{FF2B5EF4-FFF2-40B4-BE49-F238E27FC236}">
                  <a16:creationId xmlns:a16="http://schemas.microsoft.com/office/drawing/2014/main" id="{E41D6AEB-5E2A-4A68-9632-4AE137F1FD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1004466" y="6132959"/>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13">
              <a:extLst>
                <a:ext uri="{FF2B5EF4-FFF2-40B4-BE49-F238E27FC236}">
                  <a16:creationId xmlns:a16="http://schemas.microsoft.com/office/drawing/2014/main" id="{BA517482-AC50-4901-A826-FBA4B1FCBA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613586" y="6178656"/>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14">
              <a:extLst>
                <a:ext uri="{FF2B5EF4-FFF2-40B4-BE49-F238E27FC236}">
                  <a16:creationId xmlns:a16="http://schemas.microsoft.com/office/drawing/2014/main" id="{2A95EDEC-E641-4466-9ADD-86C263F3B4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850675" y="6178656"/>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15">
              <a:extLst>
                <a:ext uri="{FF2B5EF4-FFF2-40B4-BE49-F238E27FC236}">
                  <a16:creationId xmlns:a16="http://schemas.microsoft.com/office/drawing/2014/main" id="{330903BB-74EF-422B-A451-76F6988AC9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187821" y="6184369"/>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17">
              <a:extLst>
                <a:ext uri="{FF2B5EF4-FFF2-40B4-BE49-F238E27FC236}">
                  <a16:creationId xmlns:a16="http://schemas.microsoft.com/office/drawing/2014/main" id="{24CE6A5E-8D30-4EA3-BC99-FFDDD534E0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491700" y="6196610"/>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18">
              <a:extLst>
                <a:ext uri="{FF2B5EF4-FFF2-40B4-BE49-F238E27FC236}">
                  <a16:creationId xmlns:a16="http://schemas.microsoft.com/office/drawing/2014/main" id="{9DA5CEEA-CCF3-470C-9F26-89B2E069168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6806692" y="619987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19">
              <a:extLst>
                <a:ext uri="{FF2B5EF4-FFF2-40B4-BE49-F238E27FC236}">
                  <a16:creationId xmlns:a16="http://schemas.microsoft.com/office/drawing/2014/main" id="{99C33A0E-8550-4F20-BDDC-C85558B2E4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049502" y="6187634"/>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70" name="Freeform 120">
              <a:extLst>
                <a:ext uri="{FF2B5EF4-FFF2-40B4-BE49-F238E27FC236}">
                  <a16:creationId xmlns:a16="http://schemas.microsoft.com/office/drawing/2014/main" id="{08AB78FF-9221-4AC7-B053-CBFD5EC5E8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521908" y="6365526"/>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21">
              <a:extLst>
                <a:ext uri="{FF2B5EF4-FFF2-40B4-BE49-F238E27FC236}">
                  <a16:creationId xmlns:a16="http://schemas.microsoft.com/office/drawing/2014/main" id="{D78AC1AB-3499-4D82-9A7A-D2991E6CD7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729270" y="6372055"/>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25">
              <a:extLst>
                <a:ext uri="{FF2B5EF4-FFF2-40B4-BE49-F238E27FC236}">
                  <a16:creationId xmlns:a16="http://schemas.microsoft.com/office/drawing/2014/main" id="{59E3CCFE-3C59-4B4D-A526-1DF92E8894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926858" y="6375726"/>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26">
              <a:extLst>
                <a:ext uri="{FF2B5EF4-FFF2-40B4-BE49-F238E27FC236}">
                  <a16:creationId xmlns:a16="http://schemas.microsoft.com/office/drawing/2014/main" id="{53464886-46EA-497B-9720-6F6857F6A6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073104" y="6395720"/>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27">
              <a:extLst>
                <a:ext uri="{FF2B5EF4-FFF2-40B4-BE49-F238E27FC236}">
                  <a16:creationId xmlns:a16="http://schemas.microsoft.com/office/drawing/2014/main" id="{7A5A5F60-422F-473E-9599-2EFA5B2AE1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9112498" y="6395719"/>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28">
              <a:extLst>
                <a:ext uri="{FF2B5EF4-FFF2-40B4-BE49-F238E27FC236}">
                  <a16:creationId xmlns:a16="http://schemas.microsoft.com/office/drawing/2014/main" id="{F39522BC-A79E-4F47-8082-198FBEA11E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591511" y="6398982"/>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29">
              <a:extLst>
                <a:ext uri="{FF2B5EF4-FFF2-40B4-BE49-F238E27FC236}">
                  <a16:creationId xmlns:a16="http://schemas.microsoft.com/office/drawing/2014/main" id="{9D335F47-2A7F-4268-8DD0-80CDB1470F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626878" y="6398982"/>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33">
              <a:extLst>
                <a:ext uri="{FF2B5EF4-FFF2-40B4-BE49-F238E27FC236}">
                  <a16:creationId xmlns:a16="http://schemas.microsoft.com/office/drawing/2014/main" id="{783022F1-11AE-45F8-B3C3-E7C3FACF3D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830697" y="6407960"/>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36">
              <a:extLst>
                <a:ext uri="{FF2B5EF4-FFF2-40B4-BE49-F238E27FC236}">
                  <a16:creationId xmlns:a16="http://schemas.microsoft.com/office/drawing/2014/main" id="{C3BE7C45-A2E8-42A0-87FE-EDFBC1D52D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741599" y="6420199"/>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37">
              <a:extLst>
                <a:ext uri="{FF2B5EF4-FFF2-40B4-BE49-F238E27FC236}">
                  <a16:creationId xmlns:a16="http://schemas.microsoft.com/office/drawing/2014/main" id="{0FBF3533-1FB0-420E-844F-94A37EE1CB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079229" y="6423464"/>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138">
              <a:extLst>
                <a:ext uri="{FF2B5EF4-FFF2-40B4-BE49-F238E27FC236}">
                  <a16:creationId xmlns:a16="http://schemas.microsoft.com/office/drawing/2014/main" id="{1CCB36DC-B5BF-46A0-A742-E9B5DC245B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341533" y="6425913"/>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139">
              <a:extLst>
                <a:ext uri="{FF2B5EF4-FFF2-40B4-BE49-F238E27FC236}">
                  <a16:creationId xmlns:a16="http://schemas.microsoft.com/office/drawing/2014/main" id="{E454EFCE-AA31-4C57-979D-FF28DF95B80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6806692" y="6432440"/>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140">
              <a:extLst>
                <a:ext uri="{FF2B5EF4-FFF2-40B4-BE49-F238E27FC236}">
                  <a16:creationId xmlns:a16="http://schemas.microsoft.com/office/drawing/2014/main" id="{34821773-2B56-4CA4-923A-DFCFA76B55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10342498" y="6435704"/>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142">
              <a:extLst>
                <a:ext uri="{FF2B5EF4-FFF2-40B4-BE49-F238E27FC236}">
                  <a16:creationId xmlns:a16="http://schemas.microsoft.com/office/drawing/2014/main" id="{B2A8D553-3CE0-48ED-ABA4-B1CA42EC43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8705749" y="6462633"/>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143">
              <a:extLst>
                <a:ext uri="{FF2B5EF4-FFF2-40B4-BE49-F238E27FC236}">
                  <a16:creationId xmlns:a16="http://schemas.microsoft.com/office/drawing/2014/main" id="{AD6A1162-54E5-4A41-8F41-F2BF3A37E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490088" y="6418187"/>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144">
              <a:extLst>
                <a:ext uri="{FF2B5EF4-FFF2-40B4-BE49-F238E27FC236}">
                  <a16:creationId xmlns:a16="http://schemas.microsoft.com/office/drawing/2014/main" id="{13309420-D249-4ED4-AA5D-2975B4877A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271930" y="6462633"/>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145">
              <a:extLst>
                <a:ext uri="{FF2B5EF4-FFF2-40B4-BE49-F238E27FC236}">
                  <a16:creationId xmlns:a16="http://schemas.microsoft.com/office/drawing/2014/main" id="{A23E00F9-EAE7-4D6B-A0B2-067A1FE496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7082289" y="6468346"/>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8">
              <a:extLst>
                <a:ext uri="{FF2B5EF4-FFF2-40B4-BE49-F238E27FC236}">
                  <a16:creationId xmlns:a16="http://schemas.microsoft.com/office/drawing/2014/main" id="{8D5F0F75-672C-4716-AAC5-D39F2B937B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H="1">
              <a:off x="6617051" y="6426321"/>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6">
              <a:extLst>
                <a:ext uri="{FF2B5EF4-FFF2-40B4-BE49-F238E27FC236}">
                  <a16:creationId xmlns:a16="http://schemas.microsoft.com/office/drawing/2014/main" id="{349E3A15-73B7-4F07-A44E-7B75BF6010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73610" y="6350050"/>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43">
              <a:extLst>
                <a:ext uri="{FF2B5EF4-FFF2-40B4-BE49-F238E27FC236}">
                  <a16:creationId xmlns:a16="http://schemas.microsoft.com/office/drawing/2014/main" id="{B460F882-3C95-44B1-AB26-6759DD5975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2535" y="5479237"/>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51">
              <a:extLst>
                <a:ext uri="{FF2B5EF4-FFF2-40B4-BE49-F238E27FC236}">
                  <a16:creationId xmlns:a16="http://schemas.microsoft.com/office/drawing/2014/main" id="{3AEE145B-46F9-445A-9E7E-716173BCFA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8881" y="5512695"/>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52">
              <a:extLst>
                <a:ext uri="{FF2B5EF4-FFF2-40B4-BE49-F238E27FC236}">
                  <a16:creationId xmlns:a16="http://schemas.microsoft.com/office/drawing/2014/main" id="{C559D3E2-0DBC-4547-BC00-60A83E47A9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8190" y="5518405"/>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53">
              <a:extLst>
                <a:ext uri="{FF2B5EF4-FFF2-40B4-BE49-F238E27FC236}">
                  <a16:creationId xmlns:a16="http://schemas.microsoft.com/office/drawing/2014/main" id="{F3E7B8C7-7DC7-468C-91CC-824961A285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5739" y="5524118"/>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54">
              <a:extLst>
                <a:ext uri="{FF2B5EF4-FFF2-40B4-BE49-F238E27FC236}">
                  <a16:creationId xmlns:a16="http://schemas.microsoft.com/office/drawing/2014/main" id="{9D2B31BB-A3AC-4292-B4E5-BC5F52749C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5674" y="5521671"/>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55">
              <a:extLst>
                <a:ext uri="{FF2B5EF4-FFF2-40B4-BE49-F238E27FC236}">
                  <a16:creationId xmlns:a16="http://schemas.microsoft.com/office/drawing/2014/main" id="{32DB1E7E-4833-41CC-AC87-6BAEAFE9C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58671" y="5527382"/>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56">
              <a:extLst>
                <a:ext uri="{FF2B5EF4-FFF2-40B4-BE49-F238E27FC236}">
                  <a16:creationId xmlns:a16="http://schemas.microsoft.com/office/drawing/2014/main" id="{1B674A26-49C7-4604-95D1-894A5AD1B0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91669" y="5527383"/>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57">
              <a:extLst>
                <a:ext uri="{FF2B5EF4-FFF2-40B4-BE49-F238E27FC236}">
                  <a16:creationId xmlns:a16="http://schemas.microsoft.com/office/drawing/2014/main" id="{7D981404-4D96-4A9E-BD2F-2B1C82E9FB5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75783" y="5524118"/>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59">
              <a:extLst>
                <a:ext uri="{FF2B5EF4-FFF2-40B4-BE49-F238E27FC236}">
                  <a16:creationId xmlns:a16="http://schemas.microsoft.com/office/drawing/2014/main" id="{5C545757-0463-4AF1-9BB2-6865E44FFE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5259" y="5527905"/>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60">
              <a:extLst>
                <a:ext uri="{FF2B5EF4-FFF2-40B4-BE49-F238E27FC236}">
                  <a16:creationId xmlns:a16="http://schemas.microsoft.com/office/drawing/2014/main" id="{00459AAE-3011-4F89-8A4E-613D2A733F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698210" y="5566552"/>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61">
              <a:extLst>
                <a:ext uri="{FF2B5EF4-FFF2-40B4-BE49-F238E27FC236}">
                  <a16:creationId xmlns:a16="http://schemas.microsoft.com/office/drawing/2014/main" id="{8C4AD92E-B314-45C4-80D2-85C7334ABC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44565" y="5582057"/>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78">
              <a:extLst>
                <a:ext uri="{FF2B5EF4-FFF2-40B4-BE49-F238E27FC236}">
                  <a16:creationId xmlns:a16="http://schemas.microsoft.com/office/drawing/2014/main" id="{0EE8973D-C3A8-4492-8BF8-E1BD5214D7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4600" y="5769742"/>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79">
              <a:extLst>
                <a:ext uri="{FF2B5EF4-FFF2-40B4-BE49-F238E27FC236}">
                  <a16:creationId xmlns:a16="http://schemas.microsoft.com/office/drawing/2014/main" id="{940E1ED8-E032-4984-86EB-711F132CDD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74752" y="5772190"/>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80">
              <a:extLst>
                <a:ext uri="{FF2B5EF4-FFF2-40B4-BE49-F238E27FC236}">
                  <a16:creationId xmlns:a16="http://schemas.microsoft.com/office/drawing/2014/main" id="{1E148223-D795-405C-B94F-5CD18996EA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0471" y="5778719"/>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81">
              <a:extLst>
                <a:ext uri="{FF2B5EF4-FFF2-40B4-BE49-F238E27FC236}">
                  <a16:creationId xmlns:a16="http://schemas.microsoft.com/office/drawing/2014/main" id="{20A65903-767B-4F42-9D6D-CBEF7B55D8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27791" y="5775453"/>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82">
              <a:extLst>
                <a:ext uri="{FF2B5EF4-FFF2-40B4-BE49-F238E27FC236}">
                  <a16:creationId xmlns:a16="http://schemas.microsoft.com/office/drawing/2014/main" id="{CFF03BAF-5274-4D27-873A-CA3947FADB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0932" y="5784429"/>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83">
              <a:extLst>
                <a:ext uri="{FF2B5EF4-FFF2-40B4-BE49-F238E27FC236}">
                  <a16:creationId xmlns:a16="http://schemas.microsoft.com/office/drawing/2014/main" id="{39912D23-7400-475C-B7BC-051E378954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28881" y="5766477"/>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84">
              <a:extLst>
                <a:ext uri="{FF2B5EF4-FFF2-40B4-BE49-F238E27FC236}">
                  <a16:creationId xmlns:a16="http://schemas.microsoft.com/office/drawing/2014/main" id="{53EA24FB-6C37-4094-89BE-BC9F277FC0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4960" y="5790143"/>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86">
              <a:extLst>
                <a:ext uri="{FF2B5EF4-FFF2-40B4-BE49-F238E27FC236}">
                  <a16:creationId xmlns:a16="http://schemas.microsoft.com/office/drawing/2014/main" id="{090DA882-3E5F-47E2-A901-ED33177FB5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92" y="5767933"/>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89">
              <a:extLst>
                <a:ext uri="{FF2B5EF4-FFF2-40B4-BE49-F238E27FC236}">
                  <a16:creationId xmlns:a16="http://schemas.microsoft.com/office/drawing/2014/main" id="{13DAF9D2-C10F-4FA0-8AAA-EF033FD234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82525" y="5821150"/>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90">
              <a:extLst>
                <a:ext uri="{FF2B5EF4-FFF2-40B4-BE49-F238E27FC236}">
                  <a16:creationId xmlns:a16="http://schemas.microsoft.com/office/drawing/2014/main" id="{1DCE6699-4F41-4E6C-B4B4-116F564515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29428" y="5851342"/>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05">
              <a:extLst>
                <a:ext uri="{FF2B5EF4-FFF2-40B4-BE49-F238E27FC236}">
                  <a16:creationId xmlns:a16="http://schemas.microsoft.com/office/drawing/2014/main" id="{0D5DA8DB-8A13-4D6E-9F40-E24A7F8F7E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8023" y="6026789"/>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06">
              <a:extLst>
                <a:ext uri="{FF2B5EF4-FFF2-40B4-BE49-F238E27FC236}">
                  <a16:creationId xmlns:a16="http://schemas.microsoft.com/office/drawing/2014/main" id="{00E93E64-19B4-465D-85DE-FD45DFAD53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0286" y="6038214"/>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07">
              <a:extLst>
                <a:ext uri="{FF2B5EF4-FFF2-40B4-BE49-F238E27FC236}">
                  <a16:creationId xmlns:a16="http://schemas.microsoft.com/office/drawing/2014/main" id="{9E00DA49-033D-45D2-8D7C-0DE5BC6EAB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82735" y="605045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08">
              <a:extLst>
                <a:ext uri="{FF2B5EF4-FFF2-40B4-BE49-F238E27FC236}">
                  <a16:creationId xmlns:a16="http://schemas.microsoft.com/office/drawing/2014/main" id="{C9BB8FB7-501F-4EF7-811C-DFC36C6971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33512" y="6050453"/>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09">
              <a:extLst>
                <a:ext uri="{FF2B5EF4-FFF2-40B4-BE49-F238E27FC236}">
                  <a16:creationId xmlns:a16="http://schemas.microsoft.com/office/drawing/2014/main" id="{70F631DA-C640-4FC1-A59E-F133F83BAA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15587" y="6053719"/>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10">
              <a:extLst>
                <a:ext uri="{FF2B5EF4-FFF2-40B4-BE49-F238E27FC236}">
                  <a16:creationId xmlns:a16="http://schemas.microsoft.com/office/drawing/2014/main" id="{C0C246D6-738C-4854-BDD0-6669E99D6E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6714" y="6053700"/>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11">
              <a:extLst>
                <a:ext uri="{FF2B5EF4-FFF2-40B4-BE49-F238E27FC236}">
                  <a16:creationId xmlns:a16="http://schemas.microsoft.com/office/drawing/2014/main" id="{2B88D097-4630-4514-BD1C-D1FC57D059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56827" y="6065959"/>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112">
              <a:extLst>
                <a:ext uri="{FF2B5EF4-FFF2-40B4-BE49-F238E27FC236}">
                  <a16:creationId xmlns:a16="http://schemas.microsoft.com/office/drawing/2014/main" id="{895172E5-4D7B-4E9E-9DC0-7AC40AFE27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1963" y="6065959"/>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122">
              <a:extLst>
                <a:ext uri="{FF2B5EF4-FFF2-40B4-BE49-F238E27FC236}">
                  <a16:creationId xmlns:a16="http://schemas.microsoft.com/office/drawing/2014/main" id="{E16BE8D6-8745-46D3-BB8C-7D9F905F24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63305" y="6298524"/>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23">
              <a:extLst>
                <a:ext uri="{FF2B5EF4-FFF2-40B4-BE49-F238E27FC236}">
                  <a16:creationId xmlns:a16="http://schemas.microsoft.com/office/drawing/2014/main" id="{B21B0D38-9A6B-4C03-9C68-BFCDD0CE34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120" y="6277308"/>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0" name="Freeform 130">
              <a:extLst>
                <a:ext uri="{FF2B5EF4-FFF2-40B4-BE49-F238E27FC236}">
                  <a16:creationId xmlns:a16="http://schemas.microsoft.com/office/drawing/2014/main" id="{BD88B61E-A1B6-4C3F-9CDA-F14697C394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6243" y="6277308"/>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1" name="Freeform 132">
              <a:extLst>
                <a:ext uri="{FF2B5EF4-FFF2-40B4-BE49-F238E27FC236}">
                  <a16:creationId xmlns:a16="http://schemas.microsoft.com/office/drawing/2014/main" id="{7F412678-E91D-445B-B569-92A65FE4F2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58397" y="6307501"/>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2" name="Freeform 134">
              <a:extLst>
                <a:ext uri="{FF2B5EF4-FFF2-40B4-BE49-F238E27FC236}">
                  <a16:creationId xmlns:a16="http://schemas.microsoft.com/office/drawing/2014/main" id="{D5C03A86-E86B-4343-BE21-5E5D4DF2F2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16135" y="6305053"/>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3" name="Freeform 135">
              <a:extLst>
                <a:ext uri="{FF2B5EF4-FFF2-40B4-BE49-F238E27FC236}">
                  <a16:creationId xmlns:a16="http://schemas.microsoft.com/office/drawing/2014/main" id="{7E23784D-2CA3-4407-A29D-F04954A443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65185" y="6314931"/>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4" name="Freeform 141">
              <a:extLst>
                <a:ext uri="{FF2B5EF4-FFF2-40B4-BE49-F238E27FC236}">
                  <a16:creationId xmlns:a16="http://schemas.microsoft.com/office/drawing/2014/main" id="{9B6ED33F-264E-4FE0-BB23-5923775E24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41625" y="6331981"/>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5" name="Freeform 32">
              <a:extLst>
                <a:ext uri="{FF2B5EF4-FFF2-40B4-BE49-F238E27FC236}">
                  <a16:creationId xmlns:a16="http://schemas.microsoft.com/office/drawing/2014/main" id="{CE917B1B-8131-4DE5-AD2C-71A079AA47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03161" y="5553203"/>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6" name="Freeform 37">
              <a:extLst>
                <a:ext uri="{FF2B5EF4-FFF2-40B4-BE49-F238E27FC236}">
                  <a16:creationId xmlns:a16="http://schemas.microsoft.com/office/drawing/2014/main" id="{5E8CF6E6-E598-4397-91BA-6C2A426A84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89595" y="5546674"/>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7" name="Freeform 40">
              <a:extLst>
                <a:ext uri="{FF2B5EF4-FFF2-40B4-BE49-F238E27FC236}">
                  <a16:creationId xmlns:a16="http://schemas.microsoft.com/office/drawing/2014/main" id="{4B4D2234-D9B8-4F69-A88F-BAC7242940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97773" y="5562178"/>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8" name="Freeform 44">
              <a:extLst>
                <a:ext uri="{FF2B5EF4-FFF2-40B4-BE49-F238E27FC236}">
                  <a16:creationId xmlns:a16="http://schemas.microsoft.com/office/drawing/2014/main" id="{FAC6F190-5E32-4356-8ACA-C8D84EBD79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48018" y="5576868"/>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9" name="Freeform 46">
              <a:extLst>
                <a:ext uri="{FF2B5EF4-FFF2-40B4-BE49-F238E27FC236}">
                  <a16:creationId xmlns:a16="http://schemas.microsoft.com/office/drawing/2014/main" id="{05549845-8416-4013-9839-D79CB20AB6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37038" y="5556465"/>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0" name="Freeform 47">
              <a:extLst>
                <a:ext uri="{FF2B5EF4-FFF2-40B4-BE49-F238E27FC236}">
                  <a16:creationId xmlns:a16="http://schemas.microsoft.com/office/drawing/2014/main" id="{467A23A5-6422-47E9-9190-43A9501C87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41065" y="5586660"/>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1" name="Freeform 48">
              <a:extLst>
                <a:ext uri="{FF2B5EF4-FFF2-40B4-BE49-F238E27FC236}">
                  <a16:creationId xmlns:a16="http://schemas.microsoft.com/office/drawing/2014/main" id="{AA5E43AB-DA6B-477B-94EF-BF73ACCE3E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15091" y="5598084"/>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2" name="Freeform 62">
              <a:extLst>
                <a:ext uri="{FF2B5EF4-FFF2-40B4-BE49-F238E27FC236}">
                  <a16:creationId xmlns:a16="http://schemas.microsoft.com/office/drawing/2014/main" id="{90CBC3ED-5170-4805-987F-F3964917F0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762801" y="5801274"/>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3" name="Freeform 63">
              <a:extLst>
                <a:ext uri="{FF2B5EF4-FFF2-40B4-BE49-F238E27FC236}">
                  <a16:creationId xmlns:a16="http://schemas.microsoft.com/office/drawing/2014/main" id="{C14C5E5E-6018-4BB4-8238-A6B217328E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940515" y="5780056"/>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4" name="Freeform 64">
              <a:extLst>
                <a:ext uri="{FF2B5EF4-FFF2-40B4-BE49-F238E27FC236}">
                  <a16:creationId xmlns:a16="http://schemas.microsoft.com/office/drawing/2014/main" id="{A1D002AF-6CBB-4688-B6CC-623D057EAA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13787" y="5815963"/>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5" name="Freeform 65">
              <a:extLst>
                <a:ext uri="{FF2B5EF4-FFF2-40B4-BE49-F238E27FC236}">
                  <a16:creationId xmlns:a16="http://schemas.microsoft.com/office/drawing/2014/main" id="{A3BCCB11-25A2-4C56-96AC-E8B384E20D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55168" y="5833915"/>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6" name="Freeform 68">
              <a:extLst>
                <a:ext uri="{FF2B5EF4-FFF2-40B4-BE49-F238E27FC236}">
                  <a16:creationId xmlns:a16="http://schemas.microsoft.com/office/drawing/2014/main" id="{48470416-A7F5-4041-B3E7-BF525DD8BD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00429" y="5819226"/>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7" name="Freeform 75">
              <a:extLst>
                <a:ext uri="{FF2B5EF4-FFF2-40B4-BE49-F238E27FC236}">
                  <a16:creationId xmlns:a16="http://schemas.microsoft.com/office/drawing/2014/main" id="{6763146B-0E01-4BC3-A3E6-5736905584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67433" y="5780057"/>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8" name="Freeform 77">
              <a:extLst>
                <a:ext uri="{FF2B5EF4-FFF2-40B4-BE49-F238E27FC236}">
                  <a16:creationId xmlns:a16="http://schemas.microsoft.com/office/drawing/2014/main" id="{C324338F-04C1-419D-90C1-D83AA1B763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18564" y="586492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9" name="Freeform 91">
              <a:extLst>
                <a:ext uri="{FF2B5EF4-FFF2-40B4-BE49-F238E27FC236}">
                  <a16:creationId xmlns:a16="http://schemas.microsoft.com/office/drawing/2014/main" id="{77835AED-A441-4532-AF89-B3FF7CFD55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95527" y="6064758"/>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0" name="Freeform 92">
              <a:extLst>
                <a:ext uri="{FF2B5EF4-FFF2-40B4-BE49-F238E27FC236}">
                  <a16:creationId xmlns:a16="http://schemas.microsoft.com/office/drawing/2014/main" id="{F2B6F66E-9B92-42DA-9FA1-35F0ECE1AB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51481" y="606403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1" name="Freeform 93">
              <a:extLst>
                <a:ext uri="{FF2B5EF4-FFF2-40B4-BE49-F238E27FC236}">
                  <a16:creationId xmlns:a16="http://schemas.microsoft.com/office/drawing/2014/main" id="{AB5426E1-AAC8-413F-8343-E690D35765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11063" y="6073010"/>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2" name="Freeform 94">
              <a:extLst>
                <a:ext uri="{FF2B5EF4-FFF2-40B4-BE49-F238E27FC236}">
                  <a16:creationId xmlns:a16="http://schemas.microsoft.com/office/drawing/2014/main" id="{6EDE8D39-527D-48EC-A60E-822896A700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199758" y="6100755"/>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3" name="Freeform 95">
              <a:extLst>
                <a:ext uri="{FF2B5EF4-FFF2-40B4-BE49-F238E27FC236}">
                  <a16:creationId xmlns:a16="http://schemas.microsoft.com/office/drawing/2014/main" id="{63CA0069-4DAE-4E19-9375-30664E1367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87749" y="6103203"/>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4" name="Freeform 96">
              <a:extLst>
                <a:ext uri="{FF2B5EF4-FFF2-40B4-BE49-F238E27FC236}">
                  <a16:creationId xmlns:a16="http://schemas.microsoft.com/office/drawing/2014/main" id="{EE4F3DAA-A482-4317-AC07-D9EACF4ABD2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06156" y="6109731"/>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5" name="Freeform 97">
              <a:extLst>
                <a:ext uri="{FF2B5EF4-FFF2-40B4-BE49-F238E27FC236}">
                  <a16:creationId xmlns:a16="http://schemas.microsoft.com/office/drawing/2014/main" id="{C4558B65-3D1B-4341-9469-54BDB407DA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99824" y="6112179"/>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6" name="Freeform 98">
              <a:extLst>
                <a:ext uri="{FF2B5EF4-FFF2-40B4-BE49-F238E27FC236}">
                  <a16:creationId xmlns:a16="http://schemas.microsoft.com/office/drawing/2014/main" id="{8A11C831-3A34-41C8-BF81-577F36D3BF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81416" y="6112179"/>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7" name="Freeform 99">
              <a:extLst>
                <a:ext uri="{FF2B5EF4-FFF2-40B4-BE49-F238E27FC236}">
                  <a16:creationId xmlns:a16="http://schemas.microsoft.com/office/drawing/2014/main" id="{3BAA8579-0187-4116-9506-0798BD48B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74601" y="6112177"/>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8" name="Freeform 100">
              <a:extLst>
                <a:ext uri="{FF2B5EF4-FFF2-40B4-BE49-F238E27FC236}">
                  <a16:creationId xmlns:a16="http://schemas.microsoft.com/office/drawing/2014/main" id="{B66832E9-B0E5-4132-99E9-2286FE26CB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26949" y="6112178"/>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9" name="Freeform 101">
              <a:extLst>
                <a:ext uri="{FF2B5EF4-FFF2-40B4-BE49-F238E27FC236}">
                  <a16:creationId xmlns:a16="http://schemas.microsoft.com/office/drawing/2014/main" id="{1F5F17DC-C7BC-4D44-BFD1-1D5002D6700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24162" y="6118708"/>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0" name="Freeform 102">
              <a:extLst>
                <a:ext uri="{FF2B5EF4-FFF2-40B4-BE49-F238E27FC236}">
                  <a16:creationId xmlns:a16="http://schemas.microsoft.com/office/drawing/2014/main" id="{AAD24A6B-1C15-45BF-A44D-C5DCFDF7CC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501940" y="6121971"/>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1" name="Freeform 103">
              <a:extLst>
                <a:ext uri="{FF2B5EF4-FFF2-40B4-BE49-F238E27FC236}">
                  <a16:creationId xmlns:a16="http://schemas.microsoft.com/office/drawing/2014/main" id="{B2B7773D-7624-4799-8DC2-2125C7B588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764247" y="612768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2" name="Freeform 104">
              <a:extLst>
                <a:ext uri="{FF2B5EF4-FFF2-40B4-BE49-F238E27FC236}">
                  <a16:creationId xmlns:a16="http://schemas.microsoft.com/office/drawing/2014/main" id="{43BDB876-DF8F-473C-94AD-3B85C7D0D0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13513" y="6127683"/>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3" name="Freeform 113">
              <a:extLst>
                <a:ext uri="{FF2B5EF4-FFF2-40B4-BE49-F238E27FC236}">
                  <a16:creationId xmlns:a16="http://schemas.microsoft.com/office/drawing/2014/main" id="{E7BAEA9F-0A15-4A6A-9DE3-17E52616DF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01734" y="6173380"/>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4" name="Freeform 114">
              <a:extLst>
                <a:ext uri="{FF2B5EF4-FFF2-40B4-BE49-F238E27FC236}">
                  <a16:creationId xmlns:a16="http://schemas.microsoft.com/office/drawing/2014/main" id="{F44C7BB7-3BF8-4B57-8300-B074761B6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68188" y="6173380"/>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5" name="Freeform 115">
              <a:extLst>
                <a:ext uri="{FF2B5EF4-FFF2-40B4-BE49-F238E27FC236}">
                  <a16:creationId xmlns:a16="http://schemas.microsoft.com/office/drawing/2014/main" id="{5C9E2587-EA6E-4862-835F-7E8AC5DFC8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31042" y="6179093"/>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6" name="Freeform 117">
              <a:extLst>
                <a:ext uri="{FF2B5EF4-FFF2-40B4-BE49-F238E27FC236}">
                  <a16:creationId xmlns:a16="http://schemas.microsoft.com/office/drawing/2014/main" id="{9FDF4C88-B02F-4199-9B67-75901180BF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26279" y="6191334"/>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7" name="Freeform 118">
              <a:extLst>
                <a:ext uri="{FF2B5EF4-FFF2-40B4-BE49-F238E27FC236}">
                  <a16:creationId xmlns:a16="http://schemas.microsoft.com/office/drawing/2014/main" id="{5640818D-9BF5-4056-A10A-B26AE54949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87223" y="6194597"/>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8" name="Freeform 119">
              <a:extLst>
                <a:ext uri="{FF2B5EF4-FFF2-40B4-BE49-F238E27FC236}">
                  <a16:creationId xmlns:a16="http://schemas.microsoft.com/office/drawing/2014/main" id="{DCBD257A-A1D2-4931-9090-48B1E21D5EA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47958" y="6182358"/>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9" name="Freeform 120">
              <a:extLst>
                <a:ext uri="{FF2B5EF4-FFF2-40B4-BE49-F238E27FC236}">
                  <a16:creationId xmlns:a16="http://schemas.microsoft.com/office/drawing/2014/main" id="{EF75A49A-C910-4E27-B0E0-AF15C2B3D4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81754" y="6360250"/>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0" name="Freeform 121">
              <a:extLst>
                <a:ext uri="{FF2B5EF4-FFF2-40B4-BE49-F238E27FC236}">
                  <a16:creationId xmlns:a16="http://schemas.microsoft.com/office/drawing/2014/main" id="{09175BB4-78AB-4F07-9A7C-195C9FF508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461985" y="6366779"/>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1" name="Freeform 125">
              <a:extLst>
                <a:ext uri="{FF2B5EF4-FFF2-40B4-BE49-F238E27FC236}">
                  <a16:creationId xmlns:a16="http://schemas.microsoft.com/office/drawing/2014/main" id="{E4647752-F098-4C74-8685-415ADC8BFF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50219" y="6370450"/>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2" name="Freeform 126">
              <a:extLst>
                <a:ext uri="{FF2B5EF4-FFF2-40B4-BE49-F238E27FC236}">
                  <a16:creationId xmlns:a16="http://schemas.microsoft.com/office/drawing/2014/main" id="{AF23AEF6-4648-479D-9E57-75D4087D05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00429" y="6390444"/>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3" name="Freeform 127">
              <a:extLst>
                <a:ext uri="{FF2B5EF4-FFF2-40B4-BE49-F238E27FC236}">
                  <a16:creationId xmlns:a16="http://schemas.microsoft.com/office/drawing/2014/main" id="{A85CD8C4-1E33-42C9-BCBB-91B9CDE9E7B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75213" y="6390443"/>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4" name="Freeform 128">
              <a:extLst>
                <a:ext uri="{FF2B5EF4-FFF2-40B4-BE49-F238E27FC236}">
                  <a16:creationId xmlns:a16="http://schemas.microsoft.com/office/drawing/2014/main" id="{32D2257B-0B7A-4918-A6B3-74552983CE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02403" y="6393706"/>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5" name="Freeform 129">
              <a:extLst>
                <a:ext uri="{FF2B5EF4-FFF2-40B4-BE49-F238E27FC236}">
                  <a16:creationId xmlns:a16="http://schemas.microsoft.com/office/drawing/2014/main" id="{B6E8A044-F3AC-48ED-B8A6-D2EDD3F694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50199" y="6393706"/>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6" name="Freeform 133">
              <a:extLst>
                <a:ext uri="{FF2B5EF4-FFF2-40B4-BE49-F238E27FC236}">
                  <a16:creationId xmlns:a16="http://schemas.microsoft.com/office/drawing/2014/main" id="{248AF2CF-3B97-49B3-8E08-2820E763B5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357015" y="6402684"/>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7" name="Freeform 136">
              <a:extLst>
                <a:ext uri="{FF2B5EF4-FFF2-40B4-BE49-F238E27FC236}">
                  <a16:creationId xmlns:a16="http://schemas.microsoft.com/office/drawing/2014/main" id="{B5BEC596-B534-44B2-B1B8-78C1FBBA36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55860" y="6414923"/>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8" name="Freeform 137">
              <a:extLst>
                <a:ext uri="{FF2B5EF4-FFF2-40B4-BE49-F238E27FC236}">
                  <a16:creationId xmlns:a16="http://schemas.microsoft.com/office/drawing/2014/main" id="{F45F86F4-28DB-49BC-8B6B-B703086F43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118231" y="6418188"/>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9" name="Freeform 138">
              <a:extLst>
                <a:ext uri="{FF2B5EF4-FFF2-40B4-BE49-F238E27FC236}">
                  <a16:creationId xmlns:a16="http://schemas.microsoft.com/office/drawing/2014/main" id="{2932A0BD-C987-4A93-91DC-E277DC89CC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65674" y="6420637"/>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0" name="Freeform 139">
              <a:extLst>
                <a:ext uri="{FF2B5EF4-FFF2-40B4-BE49-F238E27FC236}">
                  <a16:creationId xmlns:a16="http://schemas.microsoft.com/office/drawing/2014/main" id="{DD6B3E88-4337-44F0-80CD-D96F69C2F1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87222" y="6427164"/>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1" name="Freeform 140">
              <a:extLst>
                <a:ext uri="{FF2B5EF4-FFF2-40B4-BE49-F238E27FC236}">
                  <a16:creationId xmlns:a16="http://schemas.microsoft.com/office/drawing/2014/main" id="{2A481A9C-8E49-4886-B0B8-B391B54DE6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45213" y="6430428"/>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2" name="Freeform 142">
              <a:extLst>
                <a:ext uri="{FF2B5EF4-FFF2-40B4-BE49-F238E27FC236}">
                  <a16:creationId xmlns:a16="http://schemas.microsoft.com/office/drawing/2014/main" id="{F74D151E-F322-43E1-AAAA-39C16A828D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615774" y="6457357"/>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3" name="Freeform 143">
              <a:extLst>
                <a:ext uri="{FF2B5EF4-FFF2-40B4-BE49-F238E27FC236}">
                  <a16:creationId xmlns:a16="http://schemas.microsoft.com/office/drawing/2014/main" id="{BF3063F9-CB9B-4822-865E-5BFC90AF98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642843" y="6460620"/>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4" name="Freeform 144">
              <a:extLst>
                <a:ext uri="{FF2B5EF4-FFF2-40B4-BE49-F238E27FC236}">
                  <a16:creationId xmlns:a16="http://schemas.microsoft.com/office/drawing/2014/main" id="{F541B440-1CE7-46DE-8E58-B472C9E62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11352" y="6457357"/>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5" name="Freeform 145">
              <a:extLst>
                <a:ext uri="{FF2B5EF4-FFF2-40B4-BE49-F238E27FC236}">
                  <a16:creationId xmlns:a16="http://schemas.microsoft.com/office/drawing/2014/main" id="{25E18B25-35CB-4DFC-B428-063F245D0B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21373" y="6463070"/>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6" name="Freeform 8">
              <a:extLst>
                <a:ext uri="{FF2B5EF4-FFF2-40B4-BE49-F238E27FC236}">
                  <a16:creationId xmlns:a16="http://schemas.microsoft.com/office/drawing/2014/main" id="{AC3EF75E-9D39-42A1-8744-0314BE64AB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76864" y="6421045"/>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7" name="Freeform 129">
              <a:extLst>
                <a:ext uri="{FF2B5EF4-FFF2-40B4-BE49-F238E27FC236}">
                  <a16:creationId xmlns:a16="http://schemas.microsoft.com/office/drawing/2014/main" id="{5B830616-AB5F-4414-891C-D7D65A1C2A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20744" y="5781063"/>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8" name="Freeform 133">
              <a:extLst>
                <a:ext uri="{FF2B5EF4-FFF2-40B4-BE49-F238E27FC236}">
                  <a16:creationId xmlns:a16="http://schemas.microsoft.com/office/drawing/2014/main" id="{B84FCDC4-EB04-49F6-83E1-AE030D9139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459809" y="5814737"/>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9" name="Freeform 129">
              <a:extLst>
                <a:ext uri="{FF2B5EF4-FFF2-40B4-BE49-F238E27FC236}">
                  <a16:creationId xmlns:a16="http://schemas.microsoft.com/office/drawing/2014/main" id="{297CFE06-B273-4E3A-828B-7F2391E7234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50782" y="5569170"/>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0" name="Freeform 133">
              <a:extLst>
                <a:ext uri="{FF2B5EF4-FFF2-40B4-BE49-F238E27FC236}">
                  <a16:creationId xmlns:a16="http://schemas.microsoft.com/office/drawing/2014/main" id="{3DB916FA-F738-4FDC-856A-EC97DEA0FA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04120" y="5598084"/>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1" name="Freeform 144">
              <a:extLst>
                <a:ext uri="{FF2B5EF4-FFF2-40B4-BE49-F238E27FC236}">
                  <a16:creationId xmlns:a16="http://schemas.microsoft.com/office/drawing/2014/main" id="{84355883-FB7A-47AA-BA56-AF9F915525E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457282" y="5553207"/>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83" name="Freeform 142">
            <a:extLst>
              <a:ext uri="{FF2B5EF4-FFF2-40B4-BE49-F238E27FC236}">
                <a16:creationId xmlns:a16="http://schemas.microsoft.com/office/drawing/2014/main" id="{869C3428-7E23-4E31-828E-09F276DAC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920574" y="6762157"/>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154297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91" name="Group 690">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692"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3"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4"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5"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6"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7"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8"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99"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0"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1"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2"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3"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4"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5"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6"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7"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8"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09"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0"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1"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2"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3"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4"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5"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6"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7"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8"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19"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0"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1"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2"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3"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4"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5"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6"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7"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8"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9"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0"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1"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2"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3"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4"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5"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6"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7"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8"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9"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0"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1"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2"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3"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4"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5"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6"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7"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8"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750" name="Rectangle 749">
            <a:extLst>
              <a:ext uri="{FF2B5EF4-FFF2-40B4-BE49-F238E27FC236}">
                <a16:creationId xmlns:a16="http://schemas.microsoft.com/office/drawing/2014/main" id="{4080BC15-6F3E-4EDC-BB73-20706F743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CC54B6-9BE0-40DF-D125-E1BF6F442779}"/>
              </a:ext>
            </a:extLst>
          </p:cNvPr>
          <p:cNvSpPr>
            <a:spLocks noGrp="1"/>
          </p:cNvSpPr>
          <p:nvPr>
            <p:ph type="title"/>
          </p:nvPr>
        </p:nvSpPr>
        <p:spPr>
          <a:xfrm>
            <a:off x="877326" y="1105647"/>
            <a:ext cx="3782139" cy="3621741"/>
          </a:xfrm>
        </p:spPr>
        <p:txBody>
          <a:bodyPr vert="horz" lIns="91440" tIns="45720" rIns="91440" bIns="45720" rtlCol="0" anchor="ctr">
            <a:normAutofit/>
          </a:bodyPr>
          <a:lstStyle/>
          <a:p>
            <a:pPr algn="ctr"/>
            <a:r>
              <a:rPr lang="en-US" kern="1200">
                <a:solidFill>
                  <a:schemeClr val="tx2"/>
                </a:solidFill>
                <a:latin typeface="+mj-lt"/>
                <a:ea typeface="+mj-ea"/>
                <a:cs typeface="+mj-cs"/>
              </a:rPr>
              <a:t>Origine et évolution de l’écriture romaine</a:t>
            </a:r>
          </a:p>
        </p:txBody>
      </p:sp>
      <p:grpSp>
        <p:nvGrpSpPr>
          <p:cNvPr id="752" name="Group 751">
            <a:extLst>
              <a:ext uri="{FF2B5EF4-FFF2-40B4-BE49-F238E27FC236}">
                <a16:creationId xmlns:a16="http://schemas.microsoft.com/office/drawing/2014/main" id="{4C8A8758-6178-4720-BC90-28C23033F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5813314"/>
            <a:ext cx="12192031" cy="653700"/>
            <a:chOff x="0" y="5833367"/>
            <a:chExt cx="12243348" cy="653700"/>
          </a:xfrm>
        </p:grpSpPr>
        <p:sp>
          <p:nvSpPr>
            <p:cNvPr id="753" name="Freeform 6">
              <a:extLst>
                <a:ext uri="{FF2B5EF4-FFF2-40B4-BE49-F238E27FC236}">
                  <a16:creationId xmlns:a16="http://schemas.microsoft.com/office/drawing/2014/main" id="{19D4861C-7907-48BF-84E7-96C0E098D4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32866" y="6266740"/>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4" name="Freeform 105">
              <a:extLst>
                <a:ext uri="{FF2B5EF4-FFF2-40B4-BE49-F238E27FC236}">
                  <a16:creationId xmlns:a16="http://schemas.microsoft.com/office/drawing/2014/main" id="{24690199-C217-4DCB-9B31-1A45649B0B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58428" y="5838556"/>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5" name="Freeform 106">
              <a:extLst>
                <a:ext uri="{FF2B5EF4-FFF2-40B4-BE49-F238E27FC236}">
                  <a16:creationId xmlns:a16="http://schemas.microsoft.com/office/drawing/2014/main" id="{800D5F55-AC8B-4C26-ABB0-D8D609EC46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70691" y="5849981"/>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6" name="Freeform 107">
              <a:extLst>
                <a:ext uri="{FF2B5EF4-FFF2-40B4-BE49-F238E27FC236}">
                  <a16:creationId xmlns:a16="http://schemas.microsoft.com/office/drawing/2014/main" id="{77F70717-3071-4962-8A7C-F9A58151CF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198566" y="592668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7" name="Freeform 108">
              <a:extLst>
                <a:ext uri="{FF2B5EF4-FFF2-40B4-BE49-F238E27FC236}">
                  <a16:creationId xmlns:a16="http://schemas.microsoft.com/office/drawing/2014/main" id="{E16B2E5A-8EC8-4C56-AB77-380486FDF0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83918" y="5862220"/>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8" name="Freeform 109">
              <a:extLst>
                <a:ext uri="{FF2B5EF4-FFF2-40B4-BE49-F238E27FC236}">
                  <a16:creationId xmlns:a16="http://schemas.microsoft.com/office/drawing/2014/main" id="{CABAB4BD-890F-4563-A5CA-536788B1E9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665993" y="5865486"/>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9" name="Freeform 110">
              <a:extLst>
                <a:ext uri="{FF2B5EF4-FFF2-40B4-BE49-F238E27FC236}">
                  <a16:creationId xmlns:a16="http://schemas.microsoft.com/office/drawing/2014/main" id="{05F36030-F60E-436E-81FE-74DD0776DB7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34969" y="5867234"/>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0" name="Freeform 111">
              <a:extLst>
                <a:ext uri="{FF2B5EF4-FFF2-40B4-BE49-F238E27FC236}">
                  <a16:creationId xmlns:a16="http://schemas.microsoft.com/office/drawing/2014/main" id="{C87A69CB-2620-4628-9781-88BD40636F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07232" y="5877726"/>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1" name="Freeform 112">
              <a:extLst>
                <a:ext uri="{FF2B5EF4-FFF2-40B4-BE49-F238E27FC236}">
                  <a16:creationId xmlns:a16="http://schemas.microsoft.com/office/drawing/2014/main" id="{2DF0B83D-C899-44CA-9B54-A9C57E8EB3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45291" y="5833367"/>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2" name="Freeform 122">
              <a:extLst>
                <a:ext uri="{FF2B5EF4-FFF2-40B4-BE49-F238E27FC236}">
                  <a16:creationId xmlns:a16="http://schemas.microsoft.com/office/drawing/2014/main" id="{0ED49C08-BE23-43F9-A421-6CD45C78082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72383" y="6167445"/>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3" name="Freeform 123">
              <a:extLst>
                <a:ext uri="{FF2B5EF4-FFF2-40B4-BE49-F238E27FC236}">
                  <a16:creationId xmlns:a16="http://schemas.microsoft.com/office/drawing/2014/main" id="{24F4B005-B785-4A57-9E5A-82D85F00DA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90525" y="6136843"/>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4" name="Freeform 130">
              <a:extLst>
                <a:ext uri="{FF2B5EF4-FFF2-40B4-BE49-F238E27FC236}">
                  <a16:creationId xmlns:a16="http://schemas.microsoft.com/office/drawing/2014/main" id="{196ED9B6-969E-4AC4-ACD0-95A421BAB3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67876" y="6133686"/>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5" name="Freeform 131">
              <a:extLst>
                <a:ext uri="{FF2B5EF4-FFF2-40B4-BE49-F238E27FC236}">
                  <a16:creationId xmlns:a16="http://schemas.microsoft.com/office/drawing/2014/main" id="{496BF3B0-761A-4454-BE3C-86B4675DC0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3018" y="6164589"/>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6" name="Freeform 132">
              <a:extLst>
                <a:ext uri="{FF2B5EF4-FFF2-40B4-BE49-F238E27FC236}">
                  <a16:creationId xmlns:a16="http://schemas.microsoft.com/office/drawing/2014/main" id="{F16259CF-A0BC-4673-91C7-A7D3CDF7C7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80494" y="6206007"/>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7" name="Freeform 134">
              <a:extLst>
                <a:ext uri="{FF2B5EF4-FFF2-40B4-BE49-F238E27FC236}">
                  <a16:creationId xmlns:a16="http://schemas.microsoft.com/office/drawing/2014/main" id="{B09A934A-4464-4C9B-ACAD-9128E0B615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76791" y="6211976"/>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8" name="Freeform 135">
              <a:extLst>
                <a:ext uri="{FF2B5EF4-FFF2-40B4-BE49-F238E27FC236}">
                  <a16:creationId xmlns:a16="http://schemas.microsoft.com/office/drawing/2014/main" id="{2E9B2055-E384-472D-91D3-74775CDA16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8831" y="6118074"/>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9" name="Freeform 141">
              <a:extLst>
                <a:ext uri="{FF2B5EF4-FFF2-40B4-BE49-F238E27FC236}">
                  <a16:creationId xmlns:a16="http://schemas.microsoft.com/office/drawing/2014/main" id="{B519F0F1-B284-44D5-91E9-5018219AFF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77721" y="6192483"/>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0" name="Freeform 91">
              <a:extLst>
                <a:ext uri="{FF2B5EF4-FFF2-40B4-BE49-F238E27FC236}">
                  <a16:creationId xmlns:a16="http://schemas.microsoft.com/office/drawing/2014/main" id="{8379C6B3-49BE-4333-B322-AF02BBB41C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99219" y="5925439"/>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1" name="Freeform 92">
              <a:extLst>
                <a:ext uri="{FF2B5EF4-FFF2-40B4-BE49-F238E27FC236}">
                  <a16:creationId xmlns:a16="http://schemas.microsoft.com/office/drawing/2014/main" id="{9E870E95-FCD6-4158-861A-5CEC896F52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443340" y="5862219"/>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2" name="Freeform 93">
              <a:extLst>
                <a:ext uri="{FF2B5EF4-FFF2-40B4-BE49-F238E27FC236}">
                  <a16:creationId xmlns:a16="http://schemas.microsoft.com/office/drawing/2014/main" id="{CD22207C-B504-40B2-A1EB-2DC9B8162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325078" y="5884777"/>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3" name="Freeform 94">
              <a:extLst>
                <a:ext uri="{FF2B5EF4-FFF2-40B4-BE49-F238E27FC236}">
                  <a16:creationId xmlns:a16="http://schemas.microsoft.com/office/drawing/2014/main" id="{E317ADBB-3E4F-42D2-B7F2-A15924AD500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255785" y="5970867"/>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4" name="Freeform 95">
              <a:extLst>
                <a:ext uri="{FF2B5EF4-FFF2-40B4-BE49-F238E27FC236}">
                  <a16:creationId xmlns:a16="http://schemas.microsoft.com/office/drawing/2014/main" id="{6D7188E6-F4DA-4486-938D-F45FE01A26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038154" y="5914970"/>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5" name="Freeform 96">
              <a:extLst>
                <a:ext uri="{FF2B5EF4-FFF2-40B4-BE49-F238E27FC236}">
                  <a16:creationId xmlns:a16="http://schemas.microsoft.com/office/drawing/2014/main" id="{0FBC38BC-DE18-4960-A9D4-F24C6F60C0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56561" y="5921498"/>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6" name="Freeform 97">
              <a:extLst>
                <a:ext uri="{FF2B5EF4-FFF2-40B4-BE49-F238E27FC236}">
                  <a16:creationId xmlns:a16="http://schemas.microsoft.com/office/drawing/2014/main" id="{1F8EFF99-76BF-4F9B-ADAA-B8D310153B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50229" y="5923946"/>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7" name="Freeform 98">
              <a:extLst>
                <a:ext uri="{FF2B5EF4-FFF2-40B4-BE49-F238E27FC236}">
                  <a16:creationId xmlns:a16="http://schemas.microsoft.com/office/drawing/2014/main" id="{76909582-A285-4EA4-AE72-9DBF0D5659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31821" y="5923946"/>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8" name="Freeform 99">
              <a:extLst>
                <a:ext uri="{FF2B5EF4-FFF2-40B4-BE49-F238E27FC236}">
                  <a16:creationId xmlns:a16="http://schemas.microsoft.com/office/drawing/2014/main" id="{700BC7B2-0C3D-459F-92C1-3605AA3F092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425006" y="5923944"/>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9" name="Freeform 100">
              <a:extLst>
                <a:ext uri="{FF2B5EF4-FFF2-40B4-BE49-F238E27FC236}">
                  <a16:creationId xmlns:a16="http://schemas.microsoft.com/office/drawing/2014/main" id="{D3C4B45C-266A-45BF-98FA-CA5409C4620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77354" y="5923945"/>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0" name="Freeform 101">
              <a:extLst>
                <a:ext uri="{FF2B5EF4-FFF2-40B4-BE49-F238E27FC236}">
                  <a16:creationId xmlns:a16="http://schemas.microsoft.com/office/drawing/2014/main" id="{C72C1CB8-8213-4EE7-AFFF-B0A74E7A74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74567" y="5930475"/>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1" name="Freeform 102">
              <a:extLst>
                <a:ext uri="{FF2B5EF4-FFF2-40B4-BE49-F238E27FC236}">
                  <a16:creationId xmlns:a16="http://schemas.microsoft.com/office/drawing/2014/main" id="{2FF32C41-49E2-459E-9AC4-64269039B1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734759" y="5933787"/>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2" name="Freeform 103">
              <a:extLst>
                <a:ext uri="{FF2B5EF4-FFF2-40B4-BE49-F238E27FC236}">
                  <a16:creationId xmlns:a16="http://schemas.microsoft.com/office/drawing/2014/main" id="{06B5D5F0-EA51-440D-81A0-FE60CCFBA9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14652" y="5939450"/>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3" name="Freeform 104">
              <a:extLst>
                <a:ext uri="{FF2B5EF4-FFF2-40B4-BE49-F238E27FC236}">
                  <a16:creationId xmlns:a16="http://schemas.microsoft.com/office/drawing/2014/main" id="{6E01758F-8AEC-4155-B791-2A8CB8A4820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463918" y="5939450"/>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4" name="Freeform 113">
              <a:extLst>
                <a:ext uri="{FF2B5EF4-FFF2-40B4-BE49-F238E27FC236}">
                  <a16:creationId xmlns:a16="http://schemas.microsoft.com/office/drawing/2014/main" id="{626F1B89-B88E-4CE3-90BF-3704BAF488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852139" y="5985147"/>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5" name="Freeform 114">
              <a:extLst>
                <a:ext uri="{FF2B5EF4-FFF2-40B4-BE49-F238E27FC236}">
                  <a16:creationId xmlns:a16="http://schemas.microsoft.com/office/drawing/2014/main" id="{BC872037-D6F5-4CE7-A090-32A977A79F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18593" y="5985147"/>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6" name="Freeform 115">
              <a:extLst>
                <a:ext uri="{FF2B5EF4-FFF2-40B4-BE49-F238E27FC236}">
                  <a16:creationId xmlns:a16="http://schemas.microsoft.com/office/drawing/2014/main" id="{A620CFBF-D373-4BA6-BE41-62B50B9457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81447" y="5990860"/>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7" name="Freeform 117">
              <a:extLst>
                <a:ext uri="{FF2B5EF4-FFF2-40B4-BE49-F238E27FC236}">
                  <a16:creationId xmlns:a16="http://schemas.microsoft.com/office/drawing/2014/main" id="{B7CA6C2F-61C2-486F-B691-E8EB4BA276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76684" y="6003101"/>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8" name="Freeform 118">
              <a:extLst>
                <a:ext uri="{FF2B5EF4-FFF2-40B4-BE49-F238E27FC236}">
                  <a16:creationId xmlns:a16="http://schemas.microsoft.com/office/drawing/2014/main" id="{A0073675-5E26-428E-A2F7-2A952D3145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37628" y="6006364"/>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9" name="Freeform 119">
              <a:extLst>
                <a:ext uri="{FF2B5EF4-FFF2-40B4-BE49-F238E27FC236}">
                  <a16:creationId xmlns:a16="http://schemas.microsoft.com/office/drawing/2014/main" id="{92F171FA-0CB2-4F4C-A2F3-1B7B6B0289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54193" y="5947089"/>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0" name="Freeform 120">
              <a:extLst>
                <a:ext uri="{FF2B5EF4-FFF2-40B4-BE49-F238E27FC236}">
                  <a16:creationId xmlns:a16="http://schemas.microsoft.com/office/drawing/2014/main" id="{ED29B115-F34D-4E41-A4A2-C0CE41C697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22857" y="6249048"/>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1" name="Freeform 121">
              <a:extLst>
                <a:ext uri="{FF2B5EF4-FFF2-40B4-BE49-F238E27FC236}">
                  <a16:creationId xmlns:a16="http://schemas.microsoft.com/office/drawing/2014/main" id="{106009C3-0971-47AF-8BD9-2EC8A6A4B2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37067" y="6260039"/>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2" name="Freeform 125">
              <a:extLst>
                <a:ext uri="{FF2B5EF4-FFF2-40B4-BE49-F238E27FC236}">
                  <a16:creationId xmlns:a16="http://schemas.microsoft.com/office/drawing/2014/main" id="{CB010BB8-6FD4-498C-994D-53C8DC7491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14022" y="6238145"/>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3" name="Freeform 126">
              <a:extLst>
                <a:ext uri="{FF2B5EF4-FFF2-40B4-BE49-F238E27FC236}">
                  <a16:creationId xmlns:a16="http://schemas.microsoft.com/office/drawing/2014/main" id="{B8F74E45-2803-4A11-9333-3639A1C2F2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50834" y="6249979"/>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4" name="Freeform 127">
              <a:extLst>
                <a:ext uri="{FF2B5EF4-FFF2-40B4-BE49-F238E27FC236}">
                  <a16:creationId xmlns:a16="http://schemas.microsoft.com/office/drawing/2014/main" id="{AEF03EB9-6D77-4E55-BCF2-4402550D39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25618" y="6249978"/>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5" name="Freeform 128">
              <a:extLst>
                <a:ext uri="{FF2B5EF4-FFF2-40B4-BE49-F238E27FC236}">
                  <a16:creationId xmlns:a16="http://schemas.microsoft.com/office/drawing/2014/main" id="{217D616F-FDFA-439E-8B09-E55F8234B0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752808" y="6253241"/>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6" name="Freeform 129">
              <a:extLst>
                <a:ext uri="{FF2B5EF4-FFF2-40B4-BE49-F238E27FC236}">
                  <a16:creationId xmlns:a16="http://schemas.microsoft.com/office/drawing/2014/main" id="{1EB7CB2D-F6AA-4861-B158-DA3E6B923E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00604" y="6253241"/>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7" name="Freeform 133">
              <a:extLst>
                <a:ext uri="{FF2B5EF4-FFF2-40B4-BE49-F238E27FC236}">
                  <a16:creationId xmlns:a16="http://schemas.microsoft.com/office/drawing/2014/main" id="{1C9C3C8B-A28D-44DF-AA29-02B28AED71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07420" y="6262219"/>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8" name="Freeform 136">
              <a:extLst>
                <a:ext uri="{FF2B5EF4-FFF2-40B4-BE49-F238E27FC236}">
                  <a16:creationId xmlns:a16="http://schemas.microsoft.com/office/drawing/2014/main" id="{BA82150B-D747-458F-8C52-72FBA52BCD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568517" y="6274085"/>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99" name="Freeform 137">
              <a:extLst>
                <a:ext uri="{FF2B5EF4-FFF2-40B4-BE49-F238E27FC236}">
                  <a16:creationId xmlns:a16="http://schemas.microsoft.com/office/drawing/2014/main" id="{0288BD39-0846-445A-BD81-1E34E0E99E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268636" y="6277723"/>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0" name="Freeform 138">
              <a:extLst>
                <a:ext uri="{FF2B5EF4-FFF2-40B4-BE49-F238E27FC236}">
                  <a16:creationId xmlns:a16="http://schemas.microsoft.com/office/drawing/2014/main" id="{B89B3B49-0A7E-4573-9B52-D1B0659831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16079" y="6280172"/>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1" name="Freeform 139">
              <a:extLst>
                <a:ext uri="{FF2B5EF4-FFF2-40B4-BE49-F238E27FC236}">
                  <a16:creationId xmlns:a16="http://schemas.microsoft.com/office/drawing/2014/main" id="{EB447648-FE0A-4D8E-86B8-D38D5F938B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537627" y="6286699"/>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2" name="Freeform 140">
              <a:extLst>
                <a:ext uri="{FF2B5EF4-FFF2-40B4-BE49-F238E27FC236}">
                  <a16:creationId xmlns:a16="http://schemas.microsoft.com/office/drawing/2014/main" id="{0F74D32E-67FC-452C-A52B-988DB49843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995618" y="6289963"/>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3" name="Freeform 142">
              <a:extLst>
                <a:ext uri="{FF2B5EF4-FFF2-40B4-BE49-F238E27FC236}">
                  <a16:creationId xmlns:a16="http://schemas.microsoft.com/office/drawing/2014/main" id="{48203367-1F19-4C4F-B38D-929816F787B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66179" y="6316892"/>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4" name="Freeform 143">
              <a:extLst>
                <a:ext uri="{FF2B5EF4-FFF2-40B4-BE49-F238E27FC236}">
                  <a16:creationId xmlns:a16="http://schemas.microsoft.com/office/drawing/2014/main" id="{FEBB9D94-7802-4607-9BA4-62FB212BFC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793248" y="6320155"/>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5" name="Freeform 144">
              <a:extLst>
                <a:ext uri="{FF2B5EF4-FFF2-40B4-BE49-F238E27FC236}">
                  <a16:creationId xmlns:a16="http://schemas.microsoft.com/office/drawing/2014/main" id="{24743784-06E3-4913-9DFD-2FCBF9D929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61757" y="6316892"/>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6" name="Freeform 145">
              <a:extLst>
                <a:ext uri="{FF2B5EF4-FFF2-40B4-BE49-F238E27FC236}">
                  <a16:creationId xmlns:a16="http://schemas.microsoft.com/office/drawing/2014/main" id="{25CD3315-6611-406F-AF95-2EF9F5A5B0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71778" y="6322605"/>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7" name="Freeform 8">
              <a:extLst>
                <a:ext uri="{FF2B5EF4-FFF2-40B4-BE49-F238E27FC236}">
                  <a16:creationId xmlns:a16="http://schemas.microsoft.com/office/drawing/2014/main" id="{4B0A51D7-FF65-4E97-9E1A-8C4688E8626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27269" y="628058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8" name="Freeform 8">
              <a:extLst>
                <a:ext uri="{FF2B5EF4-FFF2-40B4-BE49-F238E27FC236}">
                  <a16:creationId xmlns:a16="http://schemas.microsoft.com/office/drawing/2014/main" id="{E4E336B8-243A-49D9-9876-4BF3A08D3A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6018" y="5842761"/>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9" name="Freeform 106">
              <a:extLst>
                <a:ext uri="{FF2B5EF4-FFF2-40B4-BE49-F238E27FC236}">
                  <a16:creationId xmlns:a16="http://schemas.microsoft.com/office/drawing/2014/main" id="{CFBBE0E2-8BDF-4B26-BEBC-DB799B8F6B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0" y="605725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0" name="Freeform 120">
              <a:extLst>
                <a:ext uri="{FF2B5EF4-FFF2-40B4-BE49-F238E27FC236}">
                  <a16:creationId xmlns:a16="http://schemas.microsoft.com/office/drawing/2014/main" id="{A6727626-8944-4EB7-B327-B696FE484D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137524" y="5942904"/>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1" name="Freeform 120">
              <a:extLst>
                <a:ext uri="{FF2B5EF4-FFF2-40B4-BE49-F238E27FC236}">
                  <a16:creationId xmlns:a16="http://schemas.microsoft.com/office/drawing/2014/main" id="{D8C4C7E6-114C-4D16-9FC6-1260653C23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19407" y="5951690"/>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2" name="Freeform 125">
              <a:extLst>
                <a:ext uri="{FF2B5EF4-FFF2-40B4-BE49-F238E27FC236}">
                  <a16:creationId xmlns:a16="http://schemas.microsoft.com/office/drawing/2014/main" id="{2D373437-2902-4D8A-B887-F6941556C2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528670" y="6231153"/>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3" name="Freeform 137">
              <a:extLst>
                <a:ext uri="{FF2B5EF4-FFF2-40B4-BE49-F238E27FC236}">
                  <a16:creationId xmlns:a16="http://schemas.microsoft.com/office/drawing/2014/main" id="{8EB99B25-2662-42DE-8F5D-E0F6F28C85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456267" y="5963524"/>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4" name="Freeform 6">
              <a:extLst>
                <a:ext uri="{FF2B5EF4-FFF2-40B4-BE49-F238E27FC236}">
                  <a16:creationId xmlns:a16="http://schemas.microsoft.com/office/drawing/2014/main" id="{724D4F80-B109-4438-BC6D-ABB522B441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83488" y="6310399"/>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5" name="Freeform 105">
              <a:extLst>
                <a:ext uri="{FF2B5EF4-FFF2-40B4-BE49-F238E27FC236}">
                  <a16:creationId xmlns:a16="http://schemas.microsoft.com/office/drawing/2014/main" id="{F5A66334-17A8-4594-AB17-4C33A955B2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78638" y="5996207"/>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6" name="Freeform 106">
              <a:extLst>
                <a:ext uri="{FF2B5EF4-FFF2-40B4-BE49-F238E27FC236}">
                  <a16:creationId xmlns:a16="http://schemas.microsoft.com/office/drawing/2014/main" id="{D12EC8B9-DE60-44BC-9911-A9CD8EF5066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230164" y="5950795"/>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7" name="Freeform 107">
              <a:extLst>
                <a:ext uri="{FF2B5EF4-FFF2-40B4-BE49-F238E27FC236}">
                  <a16:creationId xmlns:a16="http://schemas.microsoft.com/office/drawing/2014/main" id="{FB7FEAD3-708C-4B79-B452-4445C27780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58039" y="6027497"/>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8" name="Freeform 108">
              <a:extLst>
                <a:ext uri="{FF2B5EF4-FFF2-40B4-BE49-F238E27FC236}">
                  <a16:creationId xmlns:a16="http://schemas.microsoft.com/office/drawing/2014/main" id="{8C6933FD-FAB6-403B-9CD4-EF0E06CF79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843391" y="5963034"/>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9" name="Freeform 109">
              <a:extLst>
                <a:ext uri="{FF2B5EF4-FFF2-40B4-BE49-F238E27FC236}">
                  <a16:creationId xmlns:a16="http://schemas.microsoft.com/office/drawing/2014/main" id="{3F4D3F48-1D65-45EB-91E2-BEFFB2440C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334906" y="5995680"/>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0" name="Freeform 110">
              <a:extLst>
                <a:ext uri="{FF2B5EF4-FFF2-40B4-BE49-F238E27FC236}">
                  <a16:creationId xmlns:a16="http://schemas.microsoft.com/office/drawing/2014/main" id="{5FB2CD0B-BF87-4FEC-B6B6-0DA50B9314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51575" y="5968048"/>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1" name="Freeform 111">
              <a:extLst>
                <a:ext uri="{FF2B5EF4-FFF2-40B4-BE49-F238E27FC236}">
                  <a16:creationId xmlns:a16="http://schemas.microsoft.com/office/drawing/2014/main" id="{5C2A4452-6B00-411C-80AB-29AE135B45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066705" y="5978540"/>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2" name="Freeform 112">
              <a:extLst>
                <a:ext uri="{FF2B5EF4-FFF2-40B4-BE49-F238E27FC236}">
                  <a16:creationId xmlns:a16="http://schemas.microsoft.com/office/drawing/2014/main" id="{9B0D6CF6-D17B-4DC7-828A-773636910C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551876" y="5966299"/>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3" name="Freeform 122">
              <a:extLst>
                <a:ext uri="{FF2B5EF4-FFF2-40B4-BE49-F238E27FC236}">
                  <a16:creationId xmlns:a16="http://schemas.microsoft.com/office/drawing/2014/main" id="{E0E5EA9F-6192-466D-BF45-46D9BCE3BD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311861" y="6280580"/>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4" name="Freeform 130">
              <a:extLst>
                <a:ext uri="{FF2B5EF4-FFF2-40B4-BE49-F238E27FC236}">
                  <a16:creationId xmlns:a16="http://schemas.microsoft.com/office/drawing/2014/main" id="{008FF77B-AC18-4E35-BB9B-0CA39278F7B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050053" y="6283842"/>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5" name="Freeform 131">
              <a:extLst>
                <a:ext uri="{FF2B5EF4-FFF2-40B4-BE49-F238E27FC236}">
                  <a16:creationId xmlns:a16="http://schemas.microsoft.com/office/drawing/2014/main" id="{F237A1D4-9D62-4DEA-BD39-E5EC93B33B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683480" y="6267114"/>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6" name="Freeform 132">
              <a:extLst>
                <a:ext uri="{FF2B5EF4-FFF2-40B4-BE49-F238E27FC236}">
                  <a16:creationId xmlns:a16="http://schemas.microsoft.com/office/drawing/2014/main" id="{CFF6BE31-4842-4659-8D68-63423F8269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39967" y="6306821"/>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7" name="Freeform 134">
              <a:extLst>
                <a:ext uri="{FF2B5EF4-FFF2-40B4-BE49-F238E27FC236}">
                  <a16:creationId xmlns:a16="http://schemas.microsoft.com/office/drawing/2014/main" id="{3EC2112B-E2EC-492A-8AF9-D78F4B4A99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736264" y="6312790"/>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8" name="Freeform 135">
              <a:extLst>
                <a:ext uri="{FF2B5EF4-FFF2-40B4-BE49-F238E27FC236}">
                  <a16:creationId xmlns:a16="http://schemas.microsoft.com/office/drawing/2014/main" id="{E71F6428-AC25-4A5A-8439-04768A17B6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397411" y="6285468"/>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9" name="Freeform 141">
              <a:extLst>
                <a:ext uri="{FF2B5EF4-FFF2-40B4-BE49-F238E27FC236}">
                  <a16:creationId xmlns:a16="http://schemas.microsoft.com/office/drawing/2014/main" id="{87E919CC-AC41-4F0D-A842-792D7A4187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864771" y="6269189"/>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0" name="Freeform 91">
              <a:extLst>
                <a:ext uri="{FF2B5EF4-FFF2-40B4-BE49-F238E27FC236}">
                  <a16:creationId xmlns:a16="http://schemas.microsoft.com/office/drawing/2014/main" id="{DE28BE4E-1A59-46FF-810A-A8F9A46F702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358692" y="6026253"/>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1" name="Freeform 92">
              <a:extLst>
                <a:ext uri="{FF2B5EF4-FFF2-40B4-BE49-F238E27FC236}">
                  <a16:creationId xmlns:a16="http://schemas.microsoft.com/office/drawing/2014/main" id="{41281533-9B25-42A4-9F50-34B4F24C0E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02813" y="596303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2" name="Freeform 93">
              <a:extLst>
                <a:ext uri="{FF2B5EF4-FFF2-40B4-BE49-F238E27FC236}">
                  <a16:creationId xmlns:a16="http://schemas.microsoft.com/office/drawing/2014/main" id="{E5B56BED-7578-4E42-889D-34AA58F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28451" y="6033253"/>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3" name="Freeform 94">
              <a:extLst>
                <a:ext uri="{FF2B5EF4-FFF2-40B4-BE49-F238E27FC236}">
                  <a16:creationId xmlns:a16="http://schemas.microsoft.com/office/drawing/2014/main" id="{583E2F4A-E235-4600-A80D-18C1C36EE5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15258" y="6071681"/>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4" name="Freeform 95">
              <a:extLst>
                <a:ext uri="{FF2B5EF4-FFF2-40B4-BE49-F238E27FC236}">
                  <a16:creationId xmlns:a16="http://schemas.microsoft.com/office/drawing/2014/main" id="{A3CF799A-9839-4CB1-9381-DCC0C1FE1B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697627" y="6015784"/>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5" name="Freeform 96">
              <a:extLst>
                <a:ext uri="{FF2B5EF4-FFF2-40B4-BE49-F238E27FC236}">
                  <a16:creationId xmlns:a16="http://schemas.microsoft.com/office/drawing/2014/main" id="{FCC7DD6E-E0E5-46B9-81B7-3B2F7B33326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16034" y="6022312"/>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6" name="Freeform 97">
              <a:extLst>
                <a:ext uri="{FF2B5EF4-FFF2-40B4-BE49-F238E27FC236}">
                  <a16:creationId xmlns:a16="http://schemas.microsoft.com/office/drawing/2014/main" id="{0D5C974E-4B43-4FFA-8230-DB0E1993C3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409702" y="6024760"/>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7" name="Freeform 98">
              <a:extLst>
                <a:ext uri="{FF2B5EF4-FFF2-40B4-BE49-F238E27FC236}">
                  <a16:creationId xmlns:a16="http://schemas.microsoft.com/office/drawing/2014/main" id="{3C1174EE-071E-4421-BD9C-2C2D84190D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91294" y="6024760"/>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8" name="Freeform 99">
              <a:extLst>
                <a:ext uri="{FF2B5EF4-FFF2-40B4-BE49-F238E27FC236}">
                  <a16:creationId xmlns:a16="http://schemas.microsoft.com/office/drawing/2014/main" id="{6F280CAD-1F1B-4F43-99A3-B2EC2A7F30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084479" y="6024758"/>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9" name="Freeform 100">
              <a:extLst>
                <a:ext uri="{FF2B5EF4-FFF2-40B4-BE49-F238E27FC236}">
                  <a16:creationId xmlns:a16="http://schemas.microsoft.com/office/drawing/2014/main" id="{9C83D9FD-E06E-407B-BA7C-2C2AD5B16C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36827" y="6024759"/>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0" name="Freeform 101">
              <a:extLst>
                <a:ext uri="{FF2B5EF4-FFF2-40B4-BE49-F238E27FC236}">
                  <a16:creationId xmlns:a16="http://schemas.microsoft.com/office/drawing/2014/main" id="{A1CACEBA-A7A9-45FB-897A-888150011B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734040" y="6031289"/>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1" name="Freeform 104">
              <a:extLst>
                <a:ext uri="{FF2B5EF4-FFF2-40B4-BE49-F238E27FC236}">
                  <a16:creationId xmlns:a16="http://schemas.microsoft.com/office/drawing/2014/main" id="{4A695BE5-DE27-460F-845F-45BB814FE3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23391" y="6040264"/>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2" name="Freeform 113">
              <a:extLst>
                <a:ext uri="{FF2B5EF4-FFF2-40B4-BE49-F238E27FC236}">
                  <a16:creationId xmlns:a16="http://schemas.microsoft.com/office/drawing/2014/main" id="{77CDD712-F443-4EDC-B663-5EC5ACD7DB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11612" y="6085961"/>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3" name="Freeform 114">
              <a:extLst>
                <a:ext uri="{FF2B5EF4-FFF2-40B4-BE49-F238E27FC236}">
                  <a16:creationId xmlns:a16="http://schemas.microsoft.com/office/drawing/2014/main" id="{007246F1-084B-45D9-BDD9-99BB53F6C9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278066" y="6085961"/>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4" name="Freeform 115">
              <a:extLst>
                <a:ext uri="{FF2B5EF4-FFF2-40B4-BE49-F238E27FC236}">
                  <a16:creationId xmlns:a16="http://schemas.microsoft.com/office/drawing/2014/main" id="{1EFA42E9-27C0-423D-93C8-794A9683FCF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40920" y="6091674"/>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5" name="Freeform 120">
              <a:extLst>
                <a:ext uri="{FF2B5EF4-FFF2-40B4-BE49-F238E27FC236}">
                  <a16:creationId xmlns:a16="http://schemas.microsoft.com/office/drawing/2014/main" id="{DFCCEBA8-5961-480A-9134-51605F650B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91632" y="6320599"/>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6" name="Freeform 121">
              <a:extLst>
                <a:ext uri="{FF2B5EF4-FFF2-40B4-BE49-F238E27FC236}">
                  <a16:creationId xmlns:a16="http://schemas.microsoft.com/office/drawing/2014/main" id="{00B8B62E-6551-4805-BD5A-5188FE5D3A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187481" y="6343820"/>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7" name="Freeform 125">
              <a:extLst>
                <a:ext uri="{FF2B5EF4-FFF2-40B4-BE49-F238E27FC236}">
                  <a16:creationId xmlns:a16="http://schemas.microsoft.com/office/drawing/2014/main" id="{EB635BC8-61BC-44D5-AA11-9A308B3BA4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973495" y="6338959"/>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8" name="Freeform 126">
              <a:extLst>
                <a:ext uri="{FF2B5EF4-FFF2-40B4-BE49-F238E27FC236}">
                  <a16:creationId xmlns:a16="http://schemas.microsoft.com/office/drawing/2014/main" id="{3C0CF799-2713-48A8-94DF-F8CB5F3324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10307" y="6350793"/>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9" name="Freeform 127">
              <a:extLst>
                <a:ext uri="{FF2B5EF4-FFF2-40B4-BE49-F238E27FC236}">
                  <a16:creationId xmlns:a16="http://schemas.microsoft.com/office/drawing/2014/main" id="{52A7149F-5A3F-4537-981A-974C7409CA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85091" y="6350792"/>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0" name="Freeform 128">
              <a:extLst>
                <a:ext uri="{FF2B5EF4-FFF2-40B4-BE49-F238E27FC236}">
                  <a16:creationId xmlns:a16="http://schemas.microsoft.com/office/drawing/2014/main" id="{5D7163FE-5ADD-41E7-985B-F95E7E0484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412281" y="6354055"/>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1" name="Freeform 129">
              <a:extLst>
                <a:ext uri="{FF2B5EF4-FFF2-40B4-BE49-F238E27FC236}">
                  <a16:creationId xmlns:a16="http://schemas.microsoft.com/office/drawing/2014/main" id="{FA796F21-7CE5-4483-A137-919B3D433B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360077" y="6354055"/>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2" name="Freeform 133">
              <a:extLst>
                <a:ext uri="{FF2B5EF4-FFF2-40B4-BE49-F238E27FC236}">
                  <a16:creationId xmlns:a16="http://schemas.microsoft.com/office/drawing/2014/main" id="{89A8D3E3-3518-4738-B94E-F7DD9818D8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66893" y="6363033"/>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3" name="Freeform 136">
              <a:extLst>
                <a:ext uri="{FF2B5EF4-FFF2-40B4-BE49-F238E27FC236}">
                  <a16:creationId xmlns:a16="http://schemas.microsoft.com/office/drawing/2014/main" id="{965D7305-50C2-4D93-8832-19DC70C5B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28899" y="6292819"/>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4" name="Freeform 137">
              <a:extLst>
                <a:ext uri="{FF2B5EF4-FFF2-40B4-BE49-F238E27FC236}">
                  <a16:creationId xmlns:a16="http://schemas.microsoft.com/office/drawing/2014/main" id="{04637E45-0880-40BC-B488-4EA4CA43562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28109" y="6378537"/>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5" name="Freeform 138">
              <a:extLst>
                <a:ext uri="{FF2B5EF4-FFF2-40B4-BE49-F238E27FC236}">
                  <a16:creationId xmlns:a16="http://schemas.microsoft.com/office/drawing/2014/main" id="{D938207F-A865-48E5-A15D-FD578BC59D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675552" y="6380986"/>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6" name="Freeform 140">
              <a:extLst>
                <a:ext uri="{FF2B5EF4-FFF2-40B4-BE49-F238E27FC236}">
                  <a16:creationId xmlns:a16="http://schemas.microsoft.com/office/drawing/2014/main" id="{DCD7108A-C70D-4FD9-B91A-0E9F9501AEF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655091" y="6390777"/>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7" name="Freeform 142">
              <a:extLst>
                <a:ext uri="{FF2B5EF4-FFF2-40B4-BE49-F238E27FC236}">
                  <a16:creationId xmlns:a16="http://schemas.microsoft.com/office/drawing/2014/main" id="{57FC30BB-0D8F-43B0-910E-7DDE8C9331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425652" y="6417706"/>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8" name="Freeform 125">
              <a:extLst>
                <a:ext uri="{FF2B5EF4-FFF2-40B4-BE49-F238E27FC236}">
                  <a16:creationId xmlns:a16="http://schemas.microsoft.com/office/drawing/2014/main" id="{7E9ACE65-00C6-4A75-8F61-CCADAF3EC1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88143" y="6331967"/>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9" name="Freeform 137">
              <a:extLst>
                <a:ext uri="{FF2B5EF4-FFF2-40B4-BE49-F238E27FC236}">
                  <a16:creationId xmlns:a16="http://schemas.microsoft.com/office/drawing/2014/main" id="{A66BC798-DA88-404E-ABF9-4334D68972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115740" y="6064338"/>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graphicFrame>
        <p:nvGraphicFramePr>
          <p:cNvPr id="12" name="TextBox 9">
            <a:extLst>
              <a:ext uri="{FF2B5EF4-FFF2-40B4-BE49-F238E27FC236}">
                <a16:creationId xmlns:a16="http://schemas.microsoft.com/office/drawing/2014/main" id="{1DD4ACAA-5958-FA26-A1A5-1E3645294B78}"/>
              </a:ext>
            </a:extLst>
          </p:cNvPr>
          <p:cNvGraphicFramePr/>
          <p:nvPr>
            <p:extLst>
              <p:ext uri="{D42A27DB-BD31-4B8C-83A1-F6EECF244321}">
                <p14:modId xmlns:p14="http://schemas.microsoft.com/office/powerpoint/2010/main" val="4227359399"/>
              </p:ext>
            </p:extLst>
          </p:nvPr>
        </p:nvGraphicFramePr>
        <p:xfrm>
          <a:off x="5074567" y="876300"/>
          <a:ext cx="6525661" cy="4531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87029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55" name="Group 354">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356"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7"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8"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9"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0"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1"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2"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3"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4"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5"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6"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7"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8"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9"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0"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1"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2"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3"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4"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5"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6"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7"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8"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9"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0"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1"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2"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3"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4"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5"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6"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7"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8"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9"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0"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1"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2"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3"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4"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5"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6"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7"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8"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9"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0"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1"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2"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3"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4"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5"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6"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7"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8"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9"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0"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1"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2"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414" name="Rectangle 413">
            <a:extLst>
              <a:ext uri="{FF2B5EF4-FFF2-40B4-BE49-F238E27FC236}">
                <a16:creationId xmlns:a16="http://schemas.microsoft.com/office/drawing/2014/main" id="{8306094A-D982-4CB3-92F4-01F37B4DB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6" name="Rectangle 415">
            <a:extLst>
              <a:ext uri="{FF2B5EF4-FFF2-40B4-BE49-F238E27FC236}">
                <a16:creationId xmlns:a16="http://schemas.microsoft.com/office/drawing/2014/main" id="{09ECE57F-2086-4DF3-B63E-98E7849E2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67"/>
            <a:ext cx="8217780" cy="684746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ACD34-FDB5-485C-19F6-A377530274E2}"/>
              </a:ext>
            </a:extLst>
          </p:cNvPr>
          <p:cNvSpPr>
            <a:spLocks noGrp="1"/>
          </p:cNvSpPr>
          <p:nvPr>
            <p:ph type="title"/>
          </p:nvPr>
        </p:nvSpPr>
        <p:spPr>
          <a:xfrm>
            <a:off x="1073811" y="571500"/>
            <a:ext cx="6767701" cy="1257300"/>
          </a:xfrm>
        </p:spPr>
        <p:txBody>
          <a:bodyPr vert="horz" lIns="91440" tIns="45720" rIns="91440" bIns="45720" rtlCol="0" anchor="ctr">
            <a:normAutofit/>
          </a:bodyPr>
          <a:lstStyle/>
          <a:p>
            <a:pPr>
              <a:lnSpc>
                <a:spcPct val="90000"/>
              </a:lnSpc>
            </a:pPr>
            <a:r>
              <a:rPr lang="en-US" kern="1200">
                <a:solidFill>
                  <a:schemeClr val="tx2"/>
                </a:solidFill>
                <a:latin typeface="+mj-lt"/>
                <a:ea typeface="+mj-ea"/>
                <a:cs typeface="+mj-cs"/>
              </a:rPr>
              <a:t>Caractéristiques principals d’écritures romaines</a:t>
            </a:r>
          </a:p>
        </p:txBody>
      </p:sp>
      <p:sp>
        <p:nvSpPr>
          <p:cNvPr id="343" name="TextBox 7">
            <a:extLst>
              <a:ext uri="{FF2B5EF4-FFF2-40B4-BE49-F238E27FC236}">
                <a16:creationId xmlns:a16="http://schemas.microsoft.com/office/drawing/2014/main" id="{1F181B17-5AF4-47E7-B9C7-DDD69D8D28F9}"/>
              </a:ext>
            </a:extLst>
          </p:cNvPr>
          <p:cNvSpPr txBox="1"/>
          <p:nvPr/>
        </p:nvSpPr>
        <p:spPr>
          <a:xfrm>
            <a:off x="1073813" y="1871330"/>
            <a:ext cx="6544416" cy="4110370"/>
          </a:xfrm>
          <a:prstGeom prst="rect">
            <a:avLst/>
          </a:prstGeom>
        </p:spPr>
        <p:txBody>
          <a:bodyPr vert="horz" lIns="91440" tIns="45720" rIns="91440" bIns="45720" rtlCol="0">
            <a:normAutofit/>
          </a:bodyPr>
          <a:lstStyle/>
          <a:p>
            <a:pPr>
              <a:lnSpc>
                <a:spcPct val="140000"/>
              </a:lnSpc>
              <a:spcAft>
                <a:spcPts val="600"/>
              </a:spcAft>
              <a:buClr>
                <a:schemeClr val="bg2">
                  <a:lumMod val="75000"/>
                </a:schemeClr>
              </a:buClr>
            </a:pPr>
            <a:r>
              <a:rPr lang="fr-FR" sz="1100" b="1">
                <a:solidFill>
                  <a:schemeClr val="tx2"/>
                </a:solidFill>
              </a:rPr>
              <a:t>Formes et styles d'écriture</a:t>
            </a:r>
          </a:p>
          <a:p>
            <a:pPr>
              <a:lnSpc>
                <a:spcPct val="140000"/>
              </a:lnSpc>
              <a:spcAft>
                <a:spcPts val="600"/>
              </a:spcAft>
              <a:buClr>
                <a:schemeClr val="bg2">
                  <a:lumMod val="75000"/>
                </a:schemeClr>
              </a:buClr>
            </a:pPr>
            <a:r>
              <a:rPr lang="fr-FR" sz="1100">
                <a:solidFill>
                  <a:schemeClr val="tx2"/>
                </a:solidFill>
              </a:rPr>
              <a:t>Les Romains ont développé plusieurs styles d'écriture selon les usages :</a:t>
            </a:r>
          </a:p>
          <a:p>
            <a:pPr marL="342900" indent="-342900">
              <a:lnSpc>
                <a:spcPct val="140000"/>
              </a:lnSpc>
              <a:spcAft>
                <a:spcPts val="600"/>
              </a:spcAft>
              <a:buClr>
                <a:schemeClr val="bg2">
                  <a:lumMod val="75000"/>
                </a:schemeClr>
              </a:buClr>
              <a:buFont typeface="+mj-lt"/>
              <a:buAutoNum type="arabicPeriod"/>
            </a:pPr>
            <a:r>
              <a:rPr lang="fr-FR" sz="1100" b="1">
                <a:solidFill>
                  <a:schemeClr val="tx2"/>
                </a:solidFill>
              </a:rPr>
              <a:t>Capitalis Monumentalis</a:t>
            </a:r>
            <a:r>
              <a:rPr lang="fr-FR" sz="1100">
                <a:solidFill>
                  <a:schemeClr val="tx2"/>
                </a:solidFill>
              </a:rPr>
              <a:t> (capitales monumentales) : utilisée pour les inscriptions officielles sur les monuments, comme la colonne Trajane. Ces lettres majuscules élégantes étaient gravées dans la pierre avec des empattements caractéristiques.</a:t>
            </a:r>
          </a:p>
          <a:p>
            <a:pPr marL="342900" indent="-342900">
              <a:lnSpc>
                <a:spcPct val="140000"/>
              </a:lnSpc>
              <a:spcAft>
                <a:spcPts val="600"/>
              </a:spcAft>
              <a:buClr>
                <a:schemeClr val="bg2">
                  <a:lumMod val="75000"/>
                </a:schemeClr>
              </a:buClr>
              <a:buFont typeface="+mj-lt"/>
              <a:buAutoNum type="arabicPeriod"/>
            </a:pPr>
            <a:r>
              <a:rPr lang="fr-FR" sz="1100" b="1">
                <a:solidFill>
                  <a:schemeClr val="tx2"/>
                </a:solidFill>
              </a:rPr>
              <a:t>Capitalis Quadrata</a:t>
            </a:r>
            <a:r>
              <a:rPr lang="fr-FR" sz="1100">
                <a:solidFill>
                  <a:schemeClr val="tx2"/>
                </a:solidFill>
              </a:rPr>
              <a:t> (capitale carrée) : version plus formelle utilisée dans les manuscrits de luxe et certains documents officiels.</a:t>
            </a:r>
          </a:p>
          <a:p>
            <a:pPr marL="342900" indent="-342900">
              <a:lnSpc>
                <a:spcPct val="140000"/>
              </a:lnSpc>
              <a:spcAft>
                <a:spcPts val="600"/>
              </a:spcAft>
              <a:buClr>
                <a:schemeClr val="bg2">
                  <a:lumMod val="75000"/>
                </a:schemeClr>
              </a:buClr>
              <a:buFont typeface="+mj-lt"/>
              <a:buAutoNum type="arabicPeriod"/>
            </a:pPr>
            <a:r>
              <a:rPr lang="fr-FR" sz="1100" b="1">
                <a:solidFill>
                  <a:schemeClr val="tx2"/>
                </a:solidFill>
              </a:rPr>
              <a:t>Capitalis Rustica</a:t>
            </a:r>
            <a:r>
              <a:rPr lang="fr-FR" sz="1100">
                <a:solidFill>
                  <a:schemeClr val="tx2"/>
                </a:solidFill>
              </a:rPr>
              <a:t> (capitale rustique) : style plus rapide à écrire, avec des formes plus étroites et allongées.</a:t>
            </a:r>
          </a:p>
          <a:p>
            <a:pPr marL="342900" indent="-342900">
              <a:lnSpc>
                <a:spcPct val="140000"/>
              </a:lnSpc>
              <a:spcAft>
                <a:spcPts val="600"/>
              </a:spcAft>
              <a:buClr>
                <a:schemeClr val="bg2">
                  <a:lumMod val="75000"/>
                </a:schemeClr>
              </a:buClr>
              <a:buFont typeface="+mj-lt"/>
              <a:buAutoNum type="arabicPeriod"/>
            </a:pPr>
            <a:r>
              <a:rPr lang="fr-FR" sz="1100" b="1">
                <a:solidFill>
                  <a:schemeClr val="tx2"/>
                </a:solidFill>
              </a:rPr>
              <a:t>Cursive romaine</a:t>
            </a:r>
            <a:r>
              <a:rPr lang="fr-FR" sz="1100">
                <a:solidFill>
                  <a:schemeClr val="tx2"/>
                </a:solidFill>
              </a:rPr>
              <a:t> : écriture quotidienne plus rapide et informelle, utilisée sur les tablettes de cire et les papyrus pour la correspondance et les documents administratifs.</a:t>
            </a:r>
          </a:p>
          <a:p>
            <a:pPr marL="342900" indent="-342900">
              <a:lnSpc>
                <a:spcPct val="140000"/>
              </a:lnSpc>
              <a:spcAft>
                <a:spcPts val="600"/>
              </a:spcAft>
              <a:buClr>
                <a:schemeClr val="bg2">
                  <a:lumMod val="75000"/>
                </a:schemeClr>
              </a:buClr>
              <a:buFont typeface="+mj-lt"/>
              <a:buAutoNum type="arabicPeriod"/>
            </a:pPr>
            <a:r>
              <a:rPr lang="fr-FR" sz="1100" b="1">
                <a:solidFill>
                  <a:schemeClr val="tx2"/>
                </a:solidFill>
              </a:rPr>
              <a:t>Onciale</a:t>
            </a:r>
            <a:r>
              <a:rPr lang="fr-FR" sz="1100">
                <a:solidFill>
                  <a:schemeClr val="tx2"/>
                </a:solidFill>
              </a:rPr>
              <a:t> : développée vers le IIIe siècle après J.-C., cette écriture aux formes arrondies a servi de transition vers les écritures médiévales.</a:t>
            </a:r>
          </a:p>
          <a:p>
            <a:pPr>
              <a:lnSpc>
                <a:spcPct val="140000"/>
              </a:lnSpc>
              <a:spcAft>
                <a:spcPts val="600"/>
              </a:spcAft>
              <a:buClr>
                <a:schemeClr val="bg2">
                  <a:lumMod val="75000"/>
                </a:schemeClr>
              </a:buClr>
            </a:pPr>
            <a:endParaRPr lang="fr-FR" sz="1100">
              <a:solidFill>
                <a:schemeClr val="tx2"/>
              </a:solidFill>
            </a:endParaRPr>
          </a:p>
        </p:txBody>
      </p:sp>
      <p:pic>
        <p:nvPicPr>
          <p:cNvPr id="344" name="Picture 9">
            <a:extLst>
              <a:ext uri="{FF2B5EF4-FFF2-40B4-BE49-F238E27FC236}">
                <a16:creationId xmlns:a16="http://schemas.microsoft.com/office/drawing/2014/main" id="{25AB15BD-1442-641E-6120-067BB5C55D39}"/>
              </a:ext>
            </a:extLst>
          </p:cNvPr>
          <p:cNvPicPr>
            <a:picLocks noChangeAspect="1"/>
          </p:cNvPicPr>
          <p:nvPr/>
        </p:nvPicPr>
        <p:blipFill>
          <a:blip r:embed="rId3">
            <a:extLst>
              <a:ext uri="{28A0092B-C50C-407E-A947-70E740481C1C}">
                <a14:useLocalDpi xmlns:a14="http://schemas.microsoft.com/office/drawing/2010/main" val="0"/>
              </a:ext>
            </a:extLst>
          </a:blip>
          <a:stretch/>
        </p:blipFill>
        <p:spPr>
          <a:xfrm>
            <a:off x="10210226" y="2721576"/>
            <a:ext cx="1988661" cy="1486525"/>
          </a:xfrm>
          <a:prstGeom prst="rect">
            <a:avLst/>
          </a:prstGeom>
        </p:spPr>
      </p:pic>
      <p:pic>
        <p:nvPicPr>
          <p:cNvPr id="280" name="Picture 279" descr="A close up of a text&#10;&#10;Description automatically generated">
            <a:extLst>
              <a:ext uri="{FF2B5EF4-FFF2-40B4-BE49-F238E27FC236}">
                <a16:creationId xmlns:a16="http://schemas.microsoft.com/office/drawing/2014/main" id="{3AE9084A-C118-41C5-AD93-BA1CFA989C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49625" y="1611309"/>
            <a:ext cx="3781394" cy="964255"/>
          </a:xfrm>
          <a:prstGeom prst="rect">
            <a:avLst/>
          </a:prstGeom>
        </p:spPr>
      </p:pic>
      <p:pic>
        <p:nvPicPr>
          <p:cNvPr id="350" name="Picture 349">
            <a:extLst>
              <a:ext uri="{FF2B5EF4-FFF2-40B4-BE49-F238E27FC236}">
                <a16:creationId xmlns:a16="http://schemas.microsoft.com/office/drawing/2014/main" id="{B0BEAD04-9992-45E7-82B5-024CAA84BE98}"/>
              </a:ext>
            </a:extLst>
          </p:cNvPr>
          <p:cNvPicPr>
            <a:picLocks noChangeAspect="1"/>
          </p:cNvPicPr>
          <p:nvPr/>
        </p:nvPicPr>
        <p:blipFill>
          <a:blip r:embed="rId5">
            <a:extLst>
              <a:ext uri="{28A0092B-C50C-407E-A947-70E740481C1C}">
                <a14:useLocalDpi xmlns:a14="http://schemas.microsoft.com/office/drawing/2010/main" val="0"/>
              </a:ext>
            </a:extLst>
          </a:blip>
          <a:stretch/>
        </p:blipFill>
        <p:spPr>
          <a:xfrm>
            <a:off x="8229453" y="0"/>
            <a:ext cx="2334530" cy="1413642"/>
          </a:xfrm>
          <a:prstGeom prst="rect">
            <a:avLst/>
          </a:prstGeom>
        </p:spPr>
      </p:pic>
      <p:sp>
        <p:nvSpPr>
          <p:cNvPr id="418" name="Freeform 30">
            <a:extLst>
              <a:ext uri="{FF2B5EF4-FFF2-40B4-BE49-F238E27FC236}">
                <a16:creationId xmlns:a16="http://schemas.microsoft.com/office/drawing/2014/main" id="{C3A18F61-CBDC-4DE6-A3D1-9A25DD2E38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973263" y="6380463"/>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pic>
        <p:nvPicPr>
          <p:cNvPr id="354" name="Picture 353" descr="A close up of a text&#10;&#10;Description automatically generated">
            <a:extLst>
              <a:ext uri="{FF2B5EF4-FFF2-40B4-BE49-F238E27FC236}">
                <a16:creationId xmlns:a16="http://schemas.microsoft.com/office/drawing/2014/main" id="{8E8E4E24-6B3E-4C45-BD98-DF5BF37A59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70840" y="2750591"/>
            <a:ext cx="1946272" cy="1422725"/>
          </a:xfrm>
          <a:prstGeom prst="rect">
            <a:avLst/>
          </a:prstGeom>
        </p:spPr>
      </p:pic>
      <p:pic>
        <p:nvPicPr>
          <p:cNvPr id="415" name="Picture 414" descr="A close-up of a text&#10;&#10;Description automatically generated">
            <a:extLst>
              <a:ext uri="{FF2B5EF4-FFF2-40B4-BE49-F238E27FC236}">
                <a16:creationId xmlns:a16="http://schemas.microsoft.com/office/drawing/2014/main" id="{975C70E5-B1B0-49F6-A754-14B29C295CD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94122" y="4013401"/>
            <a:ext cx="2068623" cy="2826874"/>
          </a:xfrm>
          <a:prstGeom prst="rect">
            <a:avLst/>
          </a:prstGeom>
        </p:spPr>
      </p:pic>
    </p:spTree>
    <p:extLst>
      <p:ext uri="{BB962C8B-B14F-4D97-AF65-F5344CB8AC3E}">
        <p14:creationId xmlns:p14="http://schemas.microsoft.com/office/powerpoint/2010/main" val="3758728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23" name="Group 422">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424"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5"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6"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7"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8"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9"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0"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1"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2"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3"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4"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5"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6"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7"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8"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9"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0"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1"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2"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3"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4"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5"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6"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7"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8"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9"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0"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1"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2"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3"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4"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5"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6"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7"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8"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9"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0"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1"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2"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3"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4"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5"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6"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7"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8"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9"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0"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1"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2"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3"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4"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5"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6"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7"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8"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9"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0"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482" name="Rectangle 481">
            <a:extLst>
              <a:ext uri="{FF2B5EF4-FFF2-40B4-BE49-F238E27FC236}">
                <a16:creationId xmlns:a16="http://schemas.microsoft.com/office/drawing/2014/main" id="{97C4728D-3F6E-48CA-972C-88E8ED67CD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4" name="Rectangle 483">
            <a:extLst>
              <a:ext uri="{FF2B5EF4-FFF2-40B4-BE49-F238E27FC236}">
                <a16:creationId xmlns:a16="http://schemas.microsoft.com/office/drawing/2014/main" id="{54E8131A-3701-4DBD-84A2-69F4ADB456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ACD34-FDB5-485C-19F6-A377530274E2}"/>
              </a:ext>
            </a:extLst>
          </p:cNvPr>
          <p:cNvSpPr>
            <a:spLocks noGrp="1"/>
          </p:cNvSpPr>
          <p:nvPr>
            <p:ph type="title"/>
          </p:nvPr>
        </p:nvSpPr>
        <p:spPr>
          <a:xfrm>
            <a:off x="1073811" y="498507"/>
            <a:ext cx="4537280" cy="1730344"/>
          </a:xfrm>
        </p:spPr>
        <p:txBody>
          <a:bodyPr vert="horz" lIns="91440" tIns="45720" rIns="91440" bIns="45720" rtlCol="0" anchor="ctr">
            <a:normAutofit/>
          </a:bodyPr>
          <a:lstStyle/>
          <a:p>
            <a:pPr>
              <a:lnSpc>
                <a:spcPct val="90000"/>
              </a:lnSpc>
            </a:pPr>
            <a:r>
              <a:rPr lang="en-US" sz="3400" kern="1200">
                <a:solidFill>
                  <a:schemeClr val="tx2"/>
                </a:solidFill>
                <a:latin typeface="+mj-lt"/>
                <a:ea typeface="+mj-ea"/>
                <a:cs typeface="+mj-cs"/>
              </a:rPr>
              <a:t>Caractéristiques principals d’écritures romaines</a:t>
            </a:r>
          </a:p>
        </p:txBody>
      </p:sp>
      <p:sp>
        <p:nvSpPr>
          <p:cNvPr id="343" name="TextBox 7">
            <a:extLst>
              <a:ext uri="{FF2B5EF4-FFF2-40B4-BE49-F238E27FC236}">
                <a16:creationId xmlns:a16="http://schemas.microsoft.com/office/drawing/2014/main" id="{1F181B17-5AF4-47E7-B9C7-DDD69D8D28F9}"/>
              </a:ext>
            </a:extLst>
          </p:cNvPr>
          <p:cNvSpPr txBox="1"/>
          <p:nvPr/>
        </p:nvSpPr>
        <p:spPr>
          <a:xfrm>
            <a:off x="1073813" y="2270414"/>
            <a:ext cx="4339852" cy="3906549"/>
          </a:xfrm>
          <a:prstGeom prst="rect">
            <a:avLst/>
          </a:prstGeom>
        </p:spPr>
        <p:txBody>
          <a:bodyPr vert="horz" lIns="91440" tIns="45720" rIns="91440" bIns="45720" rtlCol="0">
            <a:normAutofit/>
          </a:bodyPr>
          <a:lstStyle/>
          <a:p>
            <a:pPr>
              <a:lnSpc>
                <a:spcPct val="140000"/>
              </a:lnSpc>
              <a:buClr>
                <a:schemeClr val="bg2">
                  <a:lumMod val="75000"/>
                </a:schemeClr>
              </a:buClr>
            </a:pPr>
            <a:r>
              <a:rPr lang="en-US" sz="1100" b="1" u="sng">
                <a:solidFill>
                  <a:schemeClr val="tx2"/>
                </a:solidFill>
              </a:rPr>
              <a:t>Supports d'écriture</a:t>
            </a:r>
          </a:p>
          <a:p>
            <a:pPr>
              <a:lnSpc>
                <a:spcPct val="140000"/>
              </a:lnSpc>
              <a:buClr>
                <a:schemeClr val="bg2">
                  <a:lumMod val="75000"/>
                </a:schemeClr>
              </a:buClr>
            </a:pPr>
            <a:endParaRPr lang="en-US" sz="1100" b="1">
              <a:solidFill>
                <a:schemeClr val="tx2"/>
              </a:solidFill>
            </a:endParaRPr>
          </a:p>
          <a:p>
            <a:pPr>
              <a:lnSpc>
                <a:spcPct val="140000"/>
              </a:lnSpc>
              <a:buClr>
                <a:schemeClr val="bg2">
                  <a:lumMod val="75000"/>
                </a:schemeClr>
              </a:buClr>
            </a:pPr>
            <a:r>
              <a:rPr lang="en-US" sz="1100">
                <a:solidFill>
                  <a:schemeClr val="tx2"/>
                </a:solidFill>
              </a:rPr>
              <a:t>Les Romains utilisaient divers supports :</a:t>
            </a:r>
          </a:p>
          <a:p>
            <a:pPr>
              <a:lnSpc>
                <a:spcPct val="140000"/>
              </a:lnSpc>
              <a:buClr>
                <a:schemeClr val="bg2">
                  <a:lumMod val="75000"/>
                </a:schemeClr>
              </a:buClr>
            </a:pPr>
            <a:endParaRPr lang="en-US" sz="1100">
              <a:solidFill>
                <a:schemeClr val="tx2"/>
              </a:solidFill>
            </a:endParaRPr>
          </a:p>
          <a:p>
            <a:pPr>
              <a:lnSpc>
                <a:spcPct val="140000"/>
              </a:lnSpc>
              <a:buClr>
                <a:schemeClr val="bg2">
                  <a:lumMod val="75000"/>
                </a:schemeClr>
              </a:buClr>
            </a:pPr>
            <a:r>
              <a:rPr lang="en-US" sz="1100" b="1">
                <a:solidFill>
                  <a:schemeClr val="tx2"/>
                </a:solidFill>
              </a:rPr>
              <a:t>Pierre</a:t>
            </a:r>
            <a:r>
              <a:rPr lang="en-US" sz="1100">
                <a:solidFill>
                  <a:schemeClr val="tx2"/>
                </a:solidFill>
              </a:rPr>
              <a:t> : pour les inscriptions monumentales et funéraires</a:t>
            </a:r>
            <a:br>
              <a:rPr lang="en-US" sz="1100">
                <a:solidFill>
                  <a:schemeClr val="tx2"/>
                </a:solidFill>
              </a:rPr>
            </a:br>
            <a:endParaRPr lang="en-US" sz="1100">
              <a:solidFill>
                <a:schemeClr val="tx2"/>
              </a:solidFill>
            </a:endParaRPr>
          </a:p>
          <a:p>
            <a:pPr>
              <a:lnSpc>
                <a:spcPct val="140000"/>
              </a:lnSpc>
              <a:buClr>
                <a:schemeClr val="bg2">
                  <a:lumMod val="75000"/>
                </a:schemeClr>
              </a:buClr>
            </a:pPr>
            <a:r>
              <a:rPr lang="en-US" sz="1100" b="1">
                <a:solidFill>
                  <a:schemeClr val="tx2"/>
                </a:solidFill>
              </a:rPr>
              <a:t>Tablettes de cire</a:t>
            </a:r>
            <a:r>
              <a:rPr lang="en-US" sz="1100">
                <a:solidFill>
                  <a:schemeClr val="tx2"/>
                </a:solidFill>
              </a:rPr>
              <a:t> : pour les notes temporaires et l'apprentissage</a:t>
            </a:r>
          </a:p>
          <a:p>
            <a:pPr>
              <a:lnSpc>
                <a:spcPct val="140000"/>
              </a:lnSpc>
              <a:buClr>
                <a:schemeClr val="bg2">
                  <a:lumMod val="75000"/>
                </a:schemeClr>
              </a:buClr>
            </a:pPr>
            <a:endParaRPr lang="en-US" sz="1100">
              <a:solidFill>
                <a:schemeClr val="tx2"/>
              </a:solidFill>
            </a:endParaRPr>
          </a:p>
          <a:p>
            <a:pPr>
              <a:lnSpc>
                <a:spcPct val="140000"/>
              </a:lnSpc>
              <a:buClr>
                <a:schemeClr val="bg2">
                  <a:lumMod val="75000"/>
                </a:schemeClr>
              </a:buClr>
            </a:pPr>
            <a:r>
              <a:rPr lang="en-US" sz="1100" b="1">
                <a:solidFill>
                  <a:schemeClr val="tx2"/>
                </a:solidFill>
              </a:rPr>
              <a:t>Papyrus</a:t>
            </a:r>
            <a:r>
              <a:rPr lang="en-US" sz="1100">
                <a:solidFill>
                  <a:schemeClr val="tx2"/>
                </a:solidFill>
              </a:rPr>
              <a:t> : importé d'Égypte, pour les documents officiels et littéraires</a:t>
            </a:r>
          </a:p>
          <a:p>
            <a:pPr>
              <a:lnSpc>
                <a:spcPct val="140000"/>
              </a:lnSpc>
              <a:buClr>
                <a:schemeClr val="bg2">
                  <a:lumMod val="75000"/>
                </a:schemeClr>
              </a:buClr>
            </a:pPr>
            <a:endParaRPr lang="en-US" sz="1100">
              <a:solidFill>
                <a:schemeClr val="tx2"/>
              </a:solidFill>
            </a:endParaRPr>
          </a:p>
          <a:p>
            <a:pPr>
              <a:lnSpc>
                <a:spcPct val="140000"/>
              </a:lnSpc>
              <a:buClr>
                <a:schemeClr val="bg2">
                  <a:lumMod val="75000"/>
                </a:schemeClr>
              </a:buClr>
            </a:pPr>
            <a:r>
              <a:rPr lang="en-US" sz="1100" b="1">
                <a:solidFill>
                  <a:schemeClr val="tx2"/>
                </a:solidFill>
              </a:rPr>
              <a:t>Parchemin</a:t>
            </a:r>
            <a:r>
              <a:rPr lang="en-US" sz="1100">
                <a:solidFill>
                  <a:schemeClr val="tx2"/>
                </a:solidFill>
              </a:rPr>
              <a:t> : peau d'animal traitée, plus durable que le papyrus</a:t>
            </a:r>
          </a:p>
          <a:p>
            <a:pPr>
              <a:lnSpc>
                <a:spcPct val="140000"/>
              </a:lnSpc>
              <a:buClr>
                <a:schemeClr val="bg2">
                  <a:lumMod val="75000"/>
                </a:schemeClr>
              </a:buClr>
            </a:pPr>
            <a:endParaRPr lang="en-US" sz="1100">
              <a:solidFill>
                <a:schemeClr val="tx2"/>
              </a:solidFill>
            </a:endParaRPr>
          </a:p>
          <a:p>
            <a:pPr>
              <a:lnSpc>
                <a:spcPct val="140000"/>
              </a:lnSpc>
              <a:buClr>
                <a:schemeClr val="bg2">
                  <a:lumMod val="75000"/>
                </a:schemeClr>
              </a:buClr>
            </a:pPr>
            <a:r>
              <a:rPr lang="en-US" sz="1100" b="1">
                <a:solidFill>
                  <a:schemeClr val="tx2"/>
                </a:solidFill>
              </a:rPr>
              <a:t>Ostraca</a:t>
            </a:r>
            <a:r>
              <a:rPr lang="en-US" sz="1100">
                <a:solidFill>
                  <a:schemeClr val="tx2"/>
                </a:solidFill>
              </a:rPr>
              <a:t> : tessons de poterie utilisés pour des messages courts ou votes</a:t>
            </a:r>
          </a:p>
          <a:p>
            <a:pPr>
              <a:lnSpc>
                <a:spcPct val="140000"/>
              </a:lnSpc>
              <a:spcAft>
                <a:spcPts val="600"/>
              </a:spcAft>
              <a:buClr>
                <a:schemeClr val="bg2">
                  <a:lumMod val="75000"/>
                </a:schemeClr>
              </a:buClr>
            </a:pPr>
            <a:endParaRPr lang="en-US" sz="1100" dirty="0">
              <a:solidFill>
                <a:schemeClr val="tx2"/>
              </a:solidFill>
            </a:endParaRPr>
          </a:p>
        </p:txBody>
      </p:sp>
      <p:pic>
        <p:nvPicPr>
          <p:cNvPr id="7" name="Picture 6" descr="A rolled up paper on a wood surface&#10;&#10;Description automatically generated">
            <a:extLst>
              <a:ext uri="{FF2B5EF4-FFF2-40B4-BE49-F238E27FC236}">
                <a16:creationId xmlns:a16="http://schemas.microsoft.com/office/drawing/2014/main" id="{15369587-48D2-487D-94D5-0F5709079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0316" y="2918004"/>
            <a:ext cx="2258069" cy="2258069"/>
          </a:xfrm>
          <a:prstGeom prst="rect">
            <a:avLst/>
          </a:prstGeom>
        </p:spPr>
      </p:pic>
      <p:pic>
        <p:nvPicPr>
          <p:cNvPr id="11" name="Picture 10" descr="A stone with writing on it&#10;&#10;Description automatically generated">
            <a:extLst>
              <a:ext uri="{FF2B5EF4-FFF2-40B4-BE49-F238E27FC236}">
                <a16:creationId xmlns:a16="http://schemas.microsoft.com/office/drawing/2014/main" id="{F426D441-7455-4CF5-B16D-98BC7D3EE1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3110" y="4720566"/>
            <a:ext cx="2258069" cy="1428228"/>
          </a:xfrm>
          <a:prstGeom prst="rect">
            <a:avLst/>
          </a:prstGeom>
        </p:spPr>
      </p:pic>
      <p:pic>
        <p:nvPicPr>
          <p:cNvPr id="9" name="Picture 8" descr="A blackboard with a wooden spoon on top of it&#10;&#10;Description automatically generated">
            <a:extLst>
              <a:ext uri="{FF2B5EF4-FFF2-40B4-BE49-F238E27FC236}">
                <a16:creationId xmlns:a16="http://schemas.microsoft.com/office/drawing/2014/main" id="{EBEA8CDE-AC7E-4AEC-929F-259AC9C2E1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53847" y="212371"/>
            <a:ext cx="2258069" cy="2258069"/>
          </a:xfrm>
          <a:prstGeom prst="rect">
            <a:avLst/>
          </a:prstGeom>
        </p:spPr>
      </p:pic>
      <p:pic>
        <p:nvPicPr>
          <p:cNvPr id="4" name="Picture 3" descr="A close-up of a book&#10;&#10;Description automatically generated">
            <a:extLst>
              <a:ext uri="{FF2B5EF4-FFF2-40B4-BE49-F238E27FC236}">
                <a16:creationId xmlns:a16="http://schemas.microsoft.com/office/drawing/2014/main" id="{FBC45790-B928-4217-A380-B8D7E7FF08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53847" y="3030585"/>
            <a:ext cx="2258069" cy="1129034"/>
          </a:xfrm>
          <a:prstGeom prst="rect">
            <a:avLst/>
          </a:prstGeom>
        </p:spPr>
      </p:pic>
      <p:pic>
        <p:nvPicPr>
          <p:cNvPr id="203" name="Picture 202">
            <a:extLst>
              <a:ext uri="{FF2B5EF4-FFF2-40B4-BE49-F238E27FC236}">
                <a16:creationId xmlns:a16="http://schemas.microsoft.com/office/drawing/2014/main" id="{93F15622-1332-46F0-86AC-EFDDF1093AD9}"/>
              </a:ext>
            </a:extLst>
          </p:cNvPr>
          <p:cNvPicPr>
            <a:picLocks noChangeAspect="1"/>
          </p:cNvPicPr>
          <p:nvPr/>
        </p:nvPicPr>
        <p:blipFill rotWithShape="1">
          <a:blip r:embed="rId7">
            <a:extLst>
              <a:ext uri="{28A0092B-C50C-407E-A947-70E740481C1C}">
                <a14:useLocalDpi xmlns:a14="http://schemas.microsoft.com/office/drawing/2010/main" val="0"/>
              </a:ext>
            </a:extLst>
          </a:blip>
          <a:srcRect b="10754"/>
          <a:stretch/>
        </p:blipFill>
        <p:spPr>
          <a:xfrm>
            <a:off x="6792413" y="313476"/>
            <a:ext cx="2560450" cy="1680420"/>
          </a:xfrm>
          <a:prstGeom prst="rect">
            <a:avLst/>
          </a:prstGeom>
        </p:spPr>
      </p:pic>
    </p:spTree>
    <p:extLst>
      <p:ext uri="{BB962C8B-B14F-4D97-AF65-F5344CB8AC3E}">
        <p14:creationId xmlns:p14="http://schemas.microsoft.com/office/powerpoint/2010/main" val="3889879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37" name="Group 636">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638"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9"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0"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1"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2"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3"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4"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5"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6"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7"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8"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9"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0"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1"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2"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3"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4"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5"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6"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7"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8"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9"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0"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1"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2"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4"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5"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6"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7"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8"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9"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0"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1"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2"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3"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4"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5"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4"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5"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6"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0"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2"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4"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1"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2"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3"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4"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5"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6"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7"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8"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9"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0"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1"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2"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3"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4"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641" name="Rectangle 640">
            <a:extLst>
              <a:ext uri="{FF2B5EF4-FFF2-40B4-BE49-F238E27FC236}">
                <a16:creationId xmlns:a16="http://schemas.microsoft.com/office/drawing/2014/main" id="{1C199AA6-C640-43C5-B2E4-ABA256856C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8ACD34-FDB5-485C-19F6-A377530274E2}"/>
              </a:ext>
            </a:extLst>
          </p:cNvPr>
          <p:cNvSpPr>
            <a:spLocks noGrp="1"/>
          </p:cNvSpPr>
          <p:nvPr>
            <p:ph type="title"/>
          </p:nvPr>
        </p:nvSpPr>
        <p:spPr>
          <a:xfrm>
            <a:off x="1073811" y="498507"/>
            <a:ext cx="5949764" cy="1372823"/>
          </a:xfrm>
        </p:spPr>
        <p:txBody>
          <a:bodyPr vert="horz" lIns="91440" tIns="45720" rIns="91440" bIns="45720" rtlCol="0" anchor="ctr">
            <a:normAutofit/>
          </a:bodyPr>
          <a:lstStyle/>
          <a:p>
            <a:pPr>
              <a:lnSpc>
                <a:spcPct val="90000"/>
              </a:lnSpc>
            </a:pPr>
            <a:r>
              <a:rPr lang="en-US" sz="3400" kern="1200">
                <a:solidFill>
                  <a:schemeClr val="tx2"/>
                </a:solidFill>
                <a:latin typeface="+mj-lt"/>
                <a:ea typeface="+mj-ea"/>
                <a:cs typeface="+mj-cs"/>
              </a:rPr>
              <a:t>Caractéristiques principals d’écritures romaines</a:t>
            </a:r>
          </a:p>
        </p:txBody>
      </p:sp>
      <p:sp>
        <p:nvSpPr>
          <p:cNvPr id="343" name="TextBox 7">
            <a:extLst>
              <a:ext uri="{FF2B5EF4-FFF2-40B4-BE49-F238E27FC236}">
                <a16:creationId xmlns:a16="http://schemas.microsoft.com/office/drawing/2014/main" id="{1F181B17-5AF4-47E7-B9C7-DDD69D8D28F9}"/>
              </a:ext>
            </a:extLst>
          </p:cNvPr>
          <p:cNvSpPr txBox="1"/>
          <p:nvPr/>
        </p:nvSpPr>
        <p:spPr>
          <a:xfrm>
            <a:off x="1073813" y="1871330"/>
            <a:ext cx="5596686" cy="4415170"/>
          </a:xfrm>
          <a:prstGeom prst="rect">
            <a:avLst/>
          </a:prstGeom>
        </p:spPr>
        <p:txBody>
          <a:bodyPr vert="horz" lIns="91440" tIns="45720" rIns="91440" bIns="45720" rtlCol="0">
            <a:normAutofit/>
          </a:bodyPr>
          <a:lstStyle/>
          <a:p>
            <a:pPr>
              <a:lnSpc>
                <a:spcPct val="150000"/>
              </a:lnSpc>
              <a:buClr>
                <a:schemeClr val="bg2">
                  <a:lumMod val="75000"/>
                </a:schemeClr>
              </a:buClr>
            </a:pPr>
            <a:r>
              <a:rPr lang="en-US" b="1">
                <a:solidFill>
                  <a:schemeClr val="tx2"/>
                </a:solidFill>
              </a:rPr>
              <a:t>Outils d'écriture</a:t>
            </a:r>
          </a:p>
          <a:p>
            <a:pPr>
              <a:lnSpc>
                <a:spcPct val="150000"/>
              </a:lnSpc>
              <a:buClr>
                <a:schemeClr val="bg2">
                  <a:lumMod val="75000"/>
                </a:schemeClr>
              </a:buClr>
            </a:pPr>
            <a:endParaRPr lang="en-US" b="1">
              <a:solidFill>
                <a:schemeClr val="tx2"/>
              </a:solidFill>
            </a:endParaRPr>
          </a:p>
          <a:p>
            <a:pPr>
              <a:lnSpc>
                <a:spcPct val="150000"/>
              </a:lnSpc>
              <a:buClr>
                <a:schemeClr val="bg2">
                  <a:lumMod val="75000"/>
                </a:schemeClr>
              </a:buClr>
            </a:pPr>
            <a:r>
              <a:rPr lang="en-US" b="1">
                <a:solidFill>
                  <a:schemeClr val="tx2"/>
                </a:solidFill>
              </a:rPr>
              <a:t>Stylet</a:t>
            </a:r>
            <a:r>
              <a:rPr lang="en-US">
                <a:solidFill>
                  <a:schemeClr val="tx2"/>
                </a:solidFill>
              </a:rPr>
              <a:t> (stilus) : instrument pointu en métal pour écrire sur les tablettes de cire</a:t>
            </a:r>
          </a:p>
          <a:p>
            <a:pPr>
              <a:lnSpc>
                <a:spcPct val="150000"/>
              </a:lnSpc>
              <a:buClr>
                <a:schemeClr val="bg2">
                  <a:lumMod val="75000"/>
                </a:schemeClr>
              </a:buClr>
            </a:pPr>
            <a:endParaRPr lang="en-US">
              <a:solidFill>
                <a:schemeClr val="tx2"/>
              </a:solidFill>
            </a:endParaRPr>
          </a:p>
          <a:p>
            <a:pPr>
              <a:lnSpc>
                <a:spcPct val="150000"/>
              </a:lnSpc>
              <a:buClr>
                <a:schemeClr val="bg2">
                  <a:lumMod val="75000"/>
                </a:schemeClr>
              </a:buClr>
            </a:pPr>
            <a:r>
              <a:rPr lang="en-US" b="1">
                <a:solidFill>
                  <a:schemeClr val="tx2"/>
                </a:solidFill>
              </a:rPr>
              <a:t>Calame</a:t>
            </a:r>
            <a:r>
              <a:rPr lang="en-US">
                <a:solidFill>
                  <a:schemeClr val="tx2"/>
                </a:solidFill>
              </a:rPr>
              <a:t> (calamus) : roseau taillé en pointe pour écrire avec de l'encre sur papyrus ou parchemin</a:t>
            </a:r>
            <a:br>
              <a:rPr lang="en-US">
                <a:solidFill>
                  <a:schemeClr val="tx2"/>
                </a:solidFill>
              </a:rPr>
            </a:br>
            <a:endParaRPr lang="en-US">
              <a:solidFill>
                <a:schemeClr val="tx2"/>
              </a:solidFill>
            </a:endParaRPr>
          </a:p>
          <a:p>
            <a:pPr>
              <a:lnSpc>
                <a:spcPct val="150000"/>
              </a:lnSpc>
              <a:buClr>
                <a:schemeClr val="bg2">
                  <a:lumMod val="75000"/>
                </a:schemeClr>
              </a:buClr>
            </a:pPr>
            <a:r>
              <a:rPr lang="en-US" b="1">
                <a:solidFill>
                  <a:schemeClr val="tx2"/>
                </a:solidFill>
              </a:rPr>
              <a:t>Ciseau et marteau</a:t>
            </a:r>
            <a:r>
              <a:rPr lang="en-US">
                <a:solidFill>
                  <a:schemeClr val="tx2"/>
                </a:solidFill>
              </a:rPr>
              <a:t> : pour les inscriptions sur pierre</a:t>
            </a:r>
          </a:p>
          <a:p>
            <a:pPr>
              <a:lnSpc>
                <a:spcPct val="150000"/>
              </a:lnSpc>
              <a:spcAft>
                <a:spcPts val="600"/>
              </a:spcAft>
              <a:buClr>
                <a:schemeClr val="bg2">
                  <a:lumMod val="75000"/>
                </a:schemeClr>
              </a:buClr>
            </a:pPr>
            <a:endParaRPr lang="en-US">
              <a:solidFill>
                <a:schemeClr val="tx2"/>
              </a:solidFill>
            </a:endParaRPr>
          </a:p>
        </p:txBody>
      </p:sp>
      <p:sp>
        <p:nvSpPr>
          <p:cNvPr id="643" name="Rectangle 642">
            <a:extLst>
              <a:ext uri="{FF2B5EF4-FFF2-40B4-BE49-F238E27FC236}">
                <a16:creationId xmlns:a16="http://schemas.microsoft.com/office/drawing/2014/main" id="{09ECE57F-2086-4DF3-B63E-98E7849E2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5043" y="5267"/>
            <a:ext cx="4726955" cy="6847466"/>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452E698-80D3-4352-88DE-C192FA9B88F3}"/>
              </a:ext>
            </a:extLst>
          </p:cNvPr>
          <p:cNvPicPr>
            <a:picLocks noChangeAspect="1"/>
          </p:cNvPicPr>
          <p:nvPr/>
        </p:nvPicPr>
        <p:blipFill>
          <a:blip r:embed="rId3">
            <a:extLst>
              <a:ext uri="{28A0092B-C50C-407E-A947-70E740481C1C}">
                <a14:useLocalDpi xmlns:a14="http://schemas.microsoft.com/office/drawing/2010/main" val="0"/>
              </a:ext>
            </a:extLst>
          </a:blip>
          <a:srcRect t="21929" r="6" b="1878"/>
          <a:stretch/>
        </p:blipFill>
        <p:spPr>
          <a:xfrm>
            <a:off x="8556300" y="575953"/>
            <a:ext cx="2221473" cy="1692692"/>
          </a:xfrm>
          <a:prstGeom prst="rect">
            <a:avLst/>
          </a:prstGeom>
        </p:spPr>
      </p:pic>
      <p:pic>
        <p:nvPicPr>
          <p:cNvPr id="7" name="Picture 6" descr="A close-up of a pen&#10;&#10;Description automatically generated">
            <a:extLst>
              <a:ext uri="{FF2B5EF4-FFF2-40B4-BE49-F238E27FC236}">
                <a16:creationId xmlns:a16="http://schemas.microsoft.com/office/drawing/2014/main" id="{20CD033A-B4C8-47DF-8E1C-924B0C57B59E}"/>
              </a:ext>
            </a:extLst>
          </p:cNvPr>
          <p:cNvPicPr>
            <a:picLocks noChangeAspect="1"/>
          </p:cNvPicPr>
          <p:nvPr/>
        </p:nvPicPr>
        <p:blipFill>
          <a:blip r:embed="rId4">
            <a:extLst>
              <a:ext uri="{28A0092B-C50C-407E-A947-70E740481C1C}">
                <a14:useLocalDpi xmlns:a14="http://schemas.microsoft.com/office/drawing/2010/main" val="0"/>
              </a:ext>
            </a:extLst>
          </a:blip>
          <a:srcRect l="4550" r="7085" b="-5"/>
          <a:stretch/>
        </p:blipFill>
        <p:spPr>
          <a:xfrm>
            <a:off x="8556300" y="2557523"/>
            <a:ext cx="2221473" cy="1678177"/>
          </a:xfrm>
          <a:prstGeom prst="rect">
            <a:avLst/>
          </a:prstGeom>
        </p:spPr>
      </p:pic>
      <p:pic>
        <p:nvPicPr>
          <p:cNvPr id="9" name="Picture 8" descr="A pair of black metal knives&#10;&#10;Description automatically generated">
            <a:extLst>
              <a:ext uri="{FF2B5EF4-FFF2-40B4-BE49-F238E27FC236}">
                <a16:creationId xmlns:a16="http://schemas.microsoft.com/office/drawing/2014/main" id="{0F0AB3BA-1A0B-45A5-9C33-EA9021AC06F7}"/>
              </a:ext>
            </a:extLst>
          </p:cNvPr>
          <p:cNvPicPr>
            <a:picLocks noChangeAspect="1"/>
          </p:cNvPicPr>
          <p:nvPr/>
        </p:nvPicPr>
        <p:blipFill>
          <a:blip r:embed="rId5">
            <a:extLst>
              <a:ext uri="{28A0092B-C50C-407E-A947-70E740481C1C}">
                <a14:useLocalDpi xmlns:a14="http://schemas.microsoft.com/office/drawing/2010/main" val="0"/>
              </a:ext>
            </a:extLst>
          </a:blip>
          <a:srcRect t="13345" r="4" b="10461"/>
          <a:stretch/>
        </p:blipFill>
        <p:spPr>
          <a:xfrm>
            <a:off x="8556300" y="4585488"/>
            <a:ext cx="2221473" cy="1692692"/>
          </a:xfrm>
          <a:prstGeom prst="rect">
            <a:avLst/>
          </a:prstGeom>
        </p:spPr>
      </p:pic>
      <p:grpSp>
        <p:nvGrpSpPr>
          <p:cNvPr id="645" name="Group 644">
            <a:extLst>
              <a:ext uri="{FF2B5EF4-FFF2-40B4-BE49-F238E27FC236}">
                <a16:creationId xmlns:a16="http://schemas.microsoft.com/office/drawing/2014/main" id="{E746E72E-FE1D-4650-A3C7-C8ED3834AA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975281" y="29503"/>
            <a:ext cx="952998" cy="6797768"/>
            <a:chOff x="11084465" y="29503"/>
            <a:chExt cx="952998" cy="6797768"/>
          </a:xfrm>
          <a:solidFill>
            <a:schemeClr val="bg1"/>
          </a:solidFill>
        </p:grpSpPr>
        <p:sp>
          <p:nvSpPr>
            <p:cNvPr id="646" name="Freeform 6">
              <a:extLst>
                <a:ext uri="{FF2B5EF4-FFF2-40B4-BE49-F238E27FC236}">
                  <a16:creationId xmlns:a16="http://schemas.microsoft.com/office/drawing/2014/main" id="{B3F52124-E352-4165-8383-89D5BCB68C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22617" y="44533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7" name="Freeform 8">
              <a:extLst>
                <a:ext uri="{FF2B5EF4-FFF2-40B4-BE49-F238E27FC236}">
                  <a16:creationId xmlns:a16="http://schemas.microsoft.com/office/drawing/2014/main" id="{71E01922-B9D5-48B7-A9E8-B3553A8BEA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43845" y="65544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8" name="Freeform 22">
              <a:extLst>
                <a:ext uri="{FF2B5EF4-FFF2-40B4-BE49-F238E27FC236}">
                  <a16:creationId xmlns:a16="http://schemas.microsoft.com/office/drawing/2014/main" id="{EC89C621-F82F-45A6-9D76-6AE373813A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79248" y="171177"/>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49" name="Freeform 27">
              <a:extLst>
                <a:ext uri="{FF2B5EF4-FFF2-40B4-BE49-F238E27FC236}">
                  <a16:creationId xmlns:a16="http://schemas.microsoft.com/office/drawing/2014/main" id="{F423DDBF-13BD-4C85-8AA6-47C7FCC3E6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07653" y="353284"/>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0" name="Freeform 30">
              <a:extLst>
                <a:ext uri="{FF2B5EF4-FFF2-40B4-BE49-F238E27FC236}">
                  <a16:creationId xmlns:a16="http://schemas.microsoft.com/office/drawing/2014/main" id="{C3A18F61-CBDC-4DE6-A3D1-9A25DD2E38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082447" y="6380463"/>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1" name="Freeform 43">
              <a:extLst>
                <a:ext uri="{FF2B5EF4-FFF2-40B4-BE49-F238E27FC236}">
                  <a16:creationId xmlns:a16="http://schemas.microsoft.com/office/drawing/2014/main" id="{27DB5C85-C4FA-4E82-ABBF-1F9876A843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00148" y="671795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2" name="Freeform 51">
              <a:extLst>
                <a:ext uri="{FF2B5EF4-FFF2-40B4-BE49-F238E27FC236}">
                  <a16:creationId xmlns:a16="http://schemas.microsoft.com/office/drawing/2014/main" id="{58862AEB-00CE-4B1E-AA4A-8D799BC18A8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18707" y="6470571"/>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3" name="Freeform 53">
              <a:extLst>
                <a:ext uri="{FF2B5EF4-FFF2-40B4-BE49-F238E27FC236}">
                  <a16:creationId xmlns:a16="http://schemas.microsoft.com/office/drawing/2014/main" id="{2AB16F7B-19BD-4BD1-9C7F-84CB8B92670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289540" y="620594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4" name="Freeform 55">
              <a:extLst>
                <a:ext uri="{FF2B5EF4-FFF2-40B4-BE49-F238E27FC236}">
                  <a16:creationId xmlns:a16="http://schemas.microsoft.com/office/drawing/2014/main" id="{B678226D-C102-42DE-A912-70513C125F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286135" y="600613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5" name="Freeform 56">
              <a:extLst>
                <a:ext uri="{FF2B5EF4-FFF2-40B4-BE49-F238E27FC236}">
                  <a16:creationId xmlns:a16="http://schemas.microsoft.com/office/drawing/2014/main" id="{01A6CA5E-360F-443A-BC49-16F2289A4C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8119" y="5106401"/>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6" name="Freeform 57">
              <a:extLst>
                <a:ext uri="{FF2B5EF4-FFF2-40B4-BE49-F238E27FC236}">
                  <a16:creationId xmlns:a16="http://schemas.microsoft.com/office/drawing/2014/main" id="{86DDB2F9-F6DA-48E7-9EC0-29A629E765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290238" y="5771908"/>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7" name="Freeform 60">
              <a:extLst>
                <a:ext uri="{FF2B5EF4-FFF2-40B4-BE49-F238E27FC236}">
                  <a16:creationId xmlns:a16="http://schemas.microsoft.com/office/drawing/2014/main" id="{2B83967F-DE7B-4055-A993-E3B90506B3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5305" y="5566595"/>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8" name="Freeform 61">
              <a:extLst>
                <a:ext uri="{FF2B5EF4-FFF2-40B4-BE49-F238E27FC236}">
                  <a16:creationId xmlns:a16="http://schemas.microsoft.com/office/drawing/2014/main" id="{1C21760C-08CB-4D16-AF92-5497E83ED1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52805" y="530204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59" name="Freeform 79">
              <a:extLst>
                <a:ext uri="{FF2B5EF4-FFF2-40B4-BE49-F238E27FC236}">
                  <a16:creationId xmlns:a16="http://schemas.microsoft.com/office/drawing/2014/main" id="{C98D3DF4-9341-484F-A394-5F0B7D4140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18872" y="6649029"/>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0" name="Freeform 80">
              <a:extLst>
                <a:ext uri="{FF2B5EF4-FFF2-40B4-BE49-F238E27FC236}">
                  <a16:creationId xmlns:a16="http://schemas.microsoft.com/office/drawing/2014/main" id="{F3CB989F-5DCD-4A3C-A5BE-30C49BDBB6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49356" y="6356531"/>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1" name="Freeform 81">
              <a:extLst>
                <a:ext uri="{FF2B5EF4-FFF2-40B4-BE49-F238E27FC236}">
                  <a16:creationId xmlns:a16="http://schemas.microsoft.com/office/drawing/2014/main" id="{6B79B9A0-B7AA-44F9-86EF-142B18553B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39941" y="5245385"/>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2" name="Freeform 82">
              <a:extLst>
                <a:ext uri="{FF2B5EF4-FFF2-40B4-BE49-F238E27FC236}">
                  <a16:creationId xmlns:a16="http://schemas.microsoft.com/office/drawing/2014/main" id="{7847B683-E2A5-4D3C-8264-9748AB72B0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44511" y="5489055"/>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3" name="Freeform 83">
              <a:extLst>
                <a:ext uri="{FF2B5EF4-FFF2-40B4-BE49-F238E27FC236}">
                  <a16:creationId xmlns:a16="http://schemas.microsoft.com/office/drawing/2014/main" id="{D05C912D-7DC1-4D6C-81A5-F3A8DF21F2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69296" y="5715712"/>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4" name="Freeform 89">
              <a:extLst>
                <a:ext uri="{FF2B5EF4-FFF2-40B4-BE49-F238E27FC236}">
                  <a16:creationId xmlns:a16="http://schemas.microsoft.com/office/drawing/2014/main" id="{4EE72B71-0616-44F9-8CCF-A802AC4999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52595" y="6058911"/>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5" name="Freeform 90">
              <a:extLst>
                <a:ext uri="{FF2B5EF4-FFF2-40B4-BE49-F238E27FC236}">
                  <a16:creationId xmlns:a16="http://schemas.microsoft.com/office/drawing/2014/main" id="{21323BA8-AAB4-40AD-A739-D90E90CF3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44150" y="5453670"/>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6" name="Freeform 105">
              <a:extLst>
                <a:ext uri="{FF2B5EF4-FFF2-40B4-BE49-F238E27FC236}">
                  <a16:creationId xmlns:a16="http://schemas.microsoft.com/office/drawing/2014/main" id="{7893B704-2B86-451A-B77C-312909D4D4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792501" y="5511559"/>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7" name="Freeform 107">
              <a:extLst>
                <a:ext uri="{FF2B5EF4-FFF2-40B4-BE49-F238E27FC236}">
                  <a16:creationId xmlns:a16="http://schemas.microsoft.com/office/drawing/2014/main" id="{0F0A9D89-0ABE-4C62-B7BF-19B2E0E03E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03807" y="523591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8" name="Freeform 108">
              <a:extLst>
                <a:ext uri="{FF2B5EF4-FFF2-40B4-BE49-F238E27FC236}">
                  <a16:creationId xmlns:a16="http://schemas.microsoft.com/office/drawing/2014/main" id="{103DED4E-D9C7-4F61-80E5-23CAA5570E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24688" y="6316093"/>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69" name="Freeform 109">
              <a:extLst>
                <a:ext uri="{FF2B5EF4-FFF2-40B4-BE49-F238E27FC236}">
                  <a16:creationId xmlns:a16="http://schemas.microsoft.com/office/drawing/2014/main" id="{0FC8D89D-0E38-4A90-B334-1331F4532E7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08704" y="5801429"/>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0" name="Freeform 111">
              <a:extLst>
                <a:ext uri="{FF2B5EF4-FFF2-40B4-BE49-F238E27FC236}">
                  <a16:creationId xmlns:a16="http://schemas.microsoft.com/office/drawing/2014/main" id="{899822E4-6192-4E98-BDEB-38418DF57E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33689" y="6070485"/>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1" name="Freeform 112">
              <a:extLst>
                <a:ext uri="{FF2B5EF4-FFF2-40B4-BE49-F238E27FC236}">
                  <a16:creationId xmlns:a16="http://schemas.microsoft.com/office/drawing/2014/main" id="{F7BAC874-B0E3-4749-8BE4-2A1584F8BF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42486" y="6597613"/>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2" name="Freeform 122">
              <a:extLst>
                <a:ext uri="{FF2B5EF4-FFF2-40B4-BE49-F238E27FC236}">
                  <a16:creationId xmlns:a16="http://schemas.microsoft.com/office/drawing/2014/main" id="{E064AD94-6A95-4E4C-9353-5652FF80A1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32857" y="615519"/>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3" name="Freeform 32">
              <a:extLst>
                <a:ext uri="{FF2B5EF4-FFF2-40B4-BE49-F238E27FC236}">
                  <a16:creationId xmlns:a16="http://schemas.microsoft.com/office/drawing/2014/main" id="{F7293E96-88A5-4699-A5B5-4218ED5E44E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3671" y="4136638"/>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4" name="Freeform 33">
              <a:extLst>
                <a:ext uri="{FF2B5EF4-FFF2-40B4-BE49-F238E27FC236}">
                  <a16:creationId xmlns:a16="http://schemas.microsoft.com/office/drawing/2014/main" id="{C175F240-2E6C-429F-BCDF-7F23BA5101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286668" y="3076335"/>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5" name="Freeform 34">
              <a:extLst>
                <a:ext uri="{FF2B5EF4-FFF2-40B4-BE49-F238E27FC236}">
                  <a16:creationId xmlns:a16="http://schemas.microsoft.com/office/drawing/2014/main" id="{B791C00E-18CA-43F1-9195-8A02DD6CB1F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299576" y="2070036"/>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6" name="Freeform 35">
              <a:extLst>
                <a:ext uri="{FF2B5EF4-FFF2-40B4-BE49-F238E27FC236}">
                  <a16:creationId xmlns:a16="http://schemas.microsoft.com/office/drawing/2014/main" id="{8D7E24C9-C59D-4976-B09D-3C6E743061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07468" y="28583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7" name="Freeform 36">
              <a:extLst>
                <a:ext uri="{FF2B5EF4-FFF2-40B4-BE49-F238E27FC236}">
                  <a16:creationId xmlns:a16="http://schemas.microsoft.com/office/drawing/2014/main" id="{35EB91C7-63C9-4F9F-B79E-77B4B4CEFF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2039" y="1389379"/>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8" name="Freeform 37">
              <a:extLst>
                <a:ext uri="{FF2B5EF4-FFF2-40B4-BE49-F238E27FC236}">
                  <a16:creationId xmlns:a16="http://schemas.microsoft.com/office/drawing/2014/main" id="{69922549-67BE-496B-8636-09BCD470E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39516" y="4357073"/>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79" name="Freeform 38">
              <a:extLst>
                <a:ext uri="{FF2B5EF4-FFF2-40B4-BE49-F238E27FC236}">
                  <a16:creationId xmlns:a16="http://schemas.microsoft.com/office/drawing/2014/main" id="{DC4108D7-7B33-4FFF-BFEA-282716BE9A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19441" y="2569203"/>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0" name="Freeform 39">
              <a:extLst>
                <a:ext uri="{FF2B5EF4-FFF2-40B4-BE49-F238E27FC236}">
                  <a16:creationId xmlns:a16="http://schemas.microsoft.com/office/drawing/2014/main" id="{F03A0536-9DAD-484B-AEB6-18F001B436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3788" y="2315841"/>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1" name="Freeform 40">
              <a:extLst>
                <a:ext uri="{FF2B5EF4-FFF2-40B4-BE49-F238E27FC236}">
                  <a16:creationId xmlns:a16="http://schemas.microsoft.com/office/drawing/2014/main" id="{99789B6C-9DCE-4AEE-90F7-13DA6E439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5280" y="4859140"/>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2" name="Freeform 41">
              <a:extLst>
                <a:ext uri="{FF2B5EF4-FFF2-40B4-BE49-F238E27FC236}">
                  <a16:creationId xmlns:a16="http://schemas.microsoft.com/office/drawing/2014/main" id="{831C1750-AC2E-4CD0-83A8-20FA064D84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2039" y="1181851"/>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3" name="Freeform 42">
              <a:extLst>
                <a:ext uri="{FF2B5EF4-FFF2-40B4-BE49-F238E27FC236}">
                  <a16:creationId xmlns:a16="http://schemas.microsoft.com/office/drawing/2014/main" id="{0DCBD734-C4D9-447F-9F42-229E7067D8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33871" y="1845067"/>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4" name="Freeform 44">
              <a:extLst>
                <a:ext uri="{FF2B5EF4-FFF2-40B4-BE49-F238E27FC236}">
                  <a16:creationId xmlns:a16="http://schemas.microsoft.com/office/drawing/2014/main" id="{3260DB14-9B09-4280-8E04-EE9408361D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43373" y="3373180"/>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5" name="Freeform 45">
              <a:extLst>
                <a:ext uri="{FF2B5EF4-FFF2-40B4-BE49-F238E27FC236}">
                  <a16:creationId xmlns:a16="http://schemas.microsoft.com/office/drawing/2014/main" id="{A9E42E47-4694-40E3-869E-7D924E95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52232" y="1599401"/>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6" name="Freeform 46">
              <a:extLst>
                <a:ext uri="{FF2B5EF4-FFF2-40B4-BE49-F238E27FC236}">
                  <a16:creationId xmlns:a16="http://schemas.microsoft.com/office/drawing/2014/main" id="{1E0E0EEB-B8C1-4FB3-9F01-23CE571FA0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6212" y="4626521"/>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7" name="Freeform 47">
              <a:extLst>
                <a:ext uri="{FF2B5EF4-FFF2-40B4-BE49-F238E27FC236}">
                  <a16:creationId xmlns:a16="http://schemas.microsoft.com/office/drawing/2014/main" id="{AB4AA5CC-68D5-4E03-950B-984B3222B3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41483" y="3610834"/>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8" name="Freeform 48">
              <a:extLst>
                <a:ext uri="{FF2B5EF4-FFF2-40B4-BE49-F238E27FC236}">
                  <a16:creationId xmlns:a16="http://schemas.microsoft.com/office/drawing/2014/main" id="{6EBB46DA-775B-4CE1-B167-5DF65A4A4E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60404" y="3843489"/>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89" name="Freeform 49">
              <a:extLst>
                <a:ext uri="{FF2B5EF4-FFF2-40B4-BE49-F238E27FC236}">
                  <a16:creationId xmlns:a16="http://schemas.microsoft.com/office/drawing/2014/main" id="{C1C6CB95-8AE5-4EBA-89C5-E584130815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48882" y="920437"/>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0" name="Freeform 62">
              <a:extLst>
                <a:ext uri="{FF2B5EF4-FFF2-40B4-BE49-F238E27FC236}">
                  <a16:creationId xmlns:a16="http://schemas.microsoft.com/office/drawing/2014/main" id="{BD47A074-EABD-4963-AAE7-ED6833A4D8F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53136" y="4513254"/>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1" name="Freeform 63">
              <a:extLst>
                <a:ext uri="{FF2B5EF4-FFF2-40B4-BE49-F238E27FC236}">
                  <a16:creationId xmlns:a16="http://schemas.microsoft.com/office/drawing/2014/main" id="{C8BD8623-B263-4415-B1A2-6DDFA3A09C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13887" y="3292339"/>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2" name="Freeform 64">
              <a:extLst>
                <a:ext uri="{FF2B5EF4-FFF2-40B4-BE49-F238E27FC236}">
                  <a16:creationId xmlns:a16="http://schemas.microsoft.com/office/drawing/2014/main" id="{9E40997E-923C-480C-AC61-3D6092638D8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87119" y="4756266"/>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3" name="Freeform 65">
              <a:extLst>
                <a:ext uri="{FF2B5EF4-FFF2-40B4-BE49-F238E27FC236}">
                  <a16:creationId xmlns:a16="http://schemas.microsoft.com/office/drawing/2014/main" id="{8D1AD941-61CF-4534-95F8-947CAF2BD1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02438" y="3633468"/>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4" name="Freeform 66">
              <a:extLst>
                <a:ext uri="{FF2B5EF4-FFF2-40B4-BE49-F238E27FC236}">
                  <a16:creationId xmlns:a16="http://schemas.microsoft.com/office/drawing/2014/main" id="{C522EC68-FFC3-48F0-898B-148D79B1CB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04909" y="2054390"/>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5" name="Freeform 67">
              <a:extLst>
                <a:ext uri="{FF2B5EF4-FFF2-40B4-BE49-F238E27FC236}">
                  <a16:creationId xmlns:a16="http://schemas.microsoft.com/office/drawing/2014/main" id="{EC9ABB57-CA2B-4A84-A27E-9D782A9E06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98145" y="2831840"/>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6" name="Freeform 68">
              <a:extLst>
                <a:ext uri="{FF2B5EF4-FFF2-40B4-BE49-F238E27FC236}">
                  <a16:creationId xmlns:a16="http://schemas.microsoft.com/office/drawing/2014/main" id="{38CF8657-0138-4B51-8FBB-34ABC54330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13292" y="4168868"/>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7" name="Freeform 69">
              <a:extLst>
                <a:ext uri="{FF2B5EF4-FFF2-40B4-BE49-F238E27FC236}">
                  <a16:creationId xmlns:a16="http://schemas.microsoft.com/office/drawing/2014/main" id="{3EBFCC3B-6BBE-4077-9E5A-574F66A074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04792" y="1772145"/>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8" name="Freeform 70">
              <a:extLst>
                <a:ext uri="{FF2B5EF4-FFF2-40B4-BE49-F238E27FC236}">
                  <a16:creationId xmlns:a16="http://schemas.microsoft.com/office/drawing/2014/main" id="{02176DA0-1A18-47DF-BC3C-625D07627C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53871" y="1216307"/>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699" name="Freeform 71">
              <a:extLst>
                <a:ext uri="{FF2B5EF4-FFF2-40B4-BE49-F238E27FC236}">
                  <a16:creationId xmlns:a16="http://schemas.microsoft.com/office/drawing/2014/main" id="{8CC53DE7-AA17-4D5B-9163-F61AF064DB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06541" y="2314012"/>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0" name="Freeform 72">
              <a:extLst>
                <a:ext uri="{FF2B5EF4-FFF2-40B4-BE49-F238E27FC236}">
                  <a16:creationId xmlns:a16="http://schemas.microsoft.com/office/drawing/2014/main" id="{63DBFCEB-36B9-44DC-AB3A-63270C24D8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09804" y="2540871"/>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1" name="Freeform 73">
              <a:extLst>
                <a:ext uri="{FF2B5EF4-FFF2-40B4-BE49-F238E27FC236}">
                  <a16:creationId xmlns:a16="http://schemas.microsoft.com/office/drawing/2014/main" id="{E01F2812-6606-4B69-8ED2-18E7D54C1D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14678" y="3047034"/>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2" name="Freeform 74">
              <a:extLst>
                <a:ext uri="{FF2B5EF4-FFF2-40B4-BE49-F238E27FC236}">
                  <a16:creationId xmlns:a16="http://schemas.microsoft.com/office/drawing/2014/main" id="{82F46C43-3401-41D4-B7E1-DB52E72A42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30776" y="1430030"/>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3" name="Freeform 75">
              <a:extLst>
                <a:ext uri="{FF2B5EF4-FFF2-40B4-BE49-F238E27FC236}">
                  <a16:creationId xmlns:a16="http://schemas.microsoft.com/office/drawing/2014/main" id="{6297B234-4D50-4050-A7EE-879A883A87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544628" y="5018066"/>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4" name="Freeform 77">
              <a:extLst>
                <a:ext uri="{FF2B5EF4-FFF2-40B4-BE49-F238E27FC236}">
                  <a16:creationId xmlns:a16="http://schemas.microsoft.com/office/drawing/2014/main" id="{2354E07E-F910-40EB-A2B6-AB3746A798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16342" y="3857047"/>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5" name="Freeform 85">
              <a:extLst>
                <a:ext uri="{FF2B5EF4-FFF2-40B4-BE49-F238E27FC236}">
                  <a16:creationId xmlns:a16="http://schemas.microsoft.com/office/drawing/2014/main" id="{065AFD51-2981-41CE-B68A-696E31FFCA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54010" y="1007196"/>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6" name="Freeform 87">
              <a:extLst>
                <a:ext uri="{FF2B5EF4-FFF2-40B4-BE49-F238E27FC236}">
                  <a16:creationId xmlns:a16="http://schemas.microsoft.com/office/drawing/2014/main" id="{CA881FF0-200A-4E6D-B7C7-0012337DBD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59442" y="790690"/>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7" name="Freeform 88">
              <a:extLst>
                <a:ext uri="{FF2B5EF4-FFF2-40B4-BE49-F238E27FC236}">
                  <a16:creationId xmlns:a16="http://schemas.microsoft.com/office/drawing/2014/main" id="{99E329A4-F5DC-430F-9E07-A2AB6AD7BD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687374" y="1828326"/>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8" name="Freeform 91">
              <a:extLst>
                <a:ext uri="{FF2B5EF4-FFF2-40B4-BE49-F238E27FC236}">
                  <a16:creationId xmlns:a16="http://schemas.microsoft.com/office/drawing/2014/main" id="{4C28F30E-2DEE-471A-AEE0-F9738BCBB3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35835" y="4740844"/>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09" name="Freeform 92">
              <a:extLst>
                <a:ext uri="{FF2B5EF4-FFF2-40B4-BE49-F238E27FC236}">
                  <a16:creationId xmlns:a16="http://schemas.microsoft.com/office/drawing/2014/main" id="{4512215A-BDCA-4930-9C35-E08CA139642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43618" y="5014918"/>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0" name="Freeform 93">
              <a:extLst>
                <a:ext uri="{FF2B5EF4-FFF2-40B4-BE49-F238E27FC236}">
                  <a16:creationId xmlns:a16="http://schemas.microsoft.com/office/drawing/2014/main" id="{662DCC4F-ACC6-4305-9170-8088B7EF49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38432" y="4222102"/>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1" name="Freeform 94">
              <a:extLst>
                <a:ext uri="{FF2B5EF4-FFF2-40B4-BE49-F238E27FC236}">
                  <a16:creationId xmlns:a16="http://schemas.microsoft.com/office/drawing/2014/main" id="{8E48D8C9-41D7-4D94-A99F-1E96CAB03D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72692" y="2116258"/>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2" name="Freeform 95">
              <a:extLst>
                <a:ext uri="{FF2B5EF4-FFF2-40B4-BE49-F238E27FC236}">
                  <a16:creationId xmlns:a16="http://schemas.microsoft.com/office/drawing/2014/main" id="{E45D443C-085F-47F6-BD18-8822A93895E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67378" y="4487357"/>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3" name="Freeform 96">
              <a:extLst>
                <a:ext uri="{FF2B5EF4-FFF2-40B4-BE49-F238E27FC236}">
                  <a16:creationId xmlns:a16="http://schemas.microsoft.com/office/drawing/2014/main" id="{A2AAABE2-CC12-4F4C-92D9-C346A810A6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80093" y="3902573"/>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4" name="Freeform 97">
              <a:extLst>
                <a:ext uri="{FF2B5EF4-FFF2-40B4-BE49-F238E27FC236}">
                  <a16:creationId xmlns:a16="http://schemas.microsoft.com/office/drawing/2014/main" id="{B279DF59-6965-4136-B3A6-E3F8B41C352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67359" y="2680665"/>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5" name="Freeform 98">
              <a:extLst>
                <a:ext uri="{FF2B5EF4-FFF2-40B4-BE49-F238E27FC236}">
                  <a16:creationId xmlns:a16="http://schemas.microsoft.com/office/drawing/2014/main" id="{A5F5AA3E-090D-4A1F-BE01-24BE897DBA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67410" y="3241558"/>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6" name="Freeform 99">
              <a:extLst>
                <a:ext uri="{FF2B5EF4-FFF2-40B4-BE49-F238E27FC236}">
                  <a16:creationId xmlns:a16="http://schemas.microsoft.com/office/drawing/2014/main" id="{F1850807-5F04-46F0-8CF6-4EEB4A8236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51512" y="2915059"/>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7" name="Freeform 100">
              <a:extLst>
                <a:ext uri="{FF2B5EF4-FFF2-40B4-BE49-F238E27FC236}">
                  <a16:creationId xmlns:a16="http://schemas.microsoft.com/office/drawing/2014/main" id="{E059780E-D774-42F5-8F7A-901478046E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84501" y="3598428"/>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8" name="Freeform 101">
              <a:extLst>
                <a:ext uri="{FF2B5EF4-FFF2-40B4-BE49-F238E27FC236}">
                  <a16:creationId xmlns:a16="http://schemas.microsoft.com/office/drawing/2014/main" id="{DA78580E-062B-4EFA-AA30-F064AE9185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80037" y="2402462"/>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19" name="Freeform 102">
              <a:extLst>
                <a:ext uri="{FF2B5EF4-FFF2-40B4-BE49-F238E27FC236}">
                  <a16:creationId xmlns:a16="http://schemas.microsoft.com/office/drawing/2014/main" id="{008BEBC3-1096-4D30-8017-FEB4357E53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00694" y="1824126"/>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0" name="Freeform 103">
              <a:extLst>
                <a:ext uri="{FF2B5EF4-FFF2-40B4-BE49-F238E27FC236}">
                  <a16:creationId xmlns:a16="http://schemas.microsoft.com/office/drawing/2014/main" id="{6CAAC81E-8F3D-409E-8829-01555653EF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98291" y="1550439"/>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1" name="Freeform 104">
              <a:extLst>
                <a:ext uri="{FF2B5EF4-FFF2-40B4-BE49-F238E27FC236}">
                  <a16:creationId xmlns:a16="http://schemas.microsoft.com/office/drawing/2014/main" id="{5DD563D8-19AE-4641-A5C2-23BD70CC1B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16643" y="5116633"/>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2" name="Freeform 113">
              <a:extLst>
                <a:ext uri="{FF2B5EF4-FFF2-40B4-BE49-F238E27FC236}">
                  <a16:creationId xmlns:a16="http://schemas.microsoft.com/office/drawing/2014/main" id="{DD7456E6-0C08-424E-A649-5A0BC4F498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62643" y="2725450"/>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3" name="Freeform 114">
              <a:extLst>
                <a:ext uri="{FF2B5EF4-FFF2-40B4-BE49-F238E27FC236}">
                  <a16:creationId xmlns:a16="http://schemas.microsoft.com/office/drawing/2014/main" id="{0EFD4780-14EB-4577-A9CA-C0009C9C96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62783" y="3962400"/>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4" name="Freeform 115">
              <a:extLst>
                <a:ext uri="{FF2B5EF4-FFF2-40B4-BE49-F238E27FC236}">
                  <a16:creationId xmlns:a16="http://schemas.microsoft.com/office/drawing/2014/main" id="{EE7FF10B-1365-4C19-9658-80783B5C6BD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68496" y="3299546"/>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5" name="Freeform 117">
              <a:extLst>
                <a:ext uri="{FF2B5EF4-FFF2-40B4-BE49-F238E27FC236}">
                  <a16:creationId xmlns:a16="http://schemas.microsoft.com/office/drawing/2014/main" id="{C03AE6B3-EB61-4127-8AB1-466E3B074C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980294" y="1603867"/>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6" name="Freeform 118">
              <a:extLst>
                <a:ext uri="{FF2B5EF4-FFF2-40B4-BE49-F238E27FC236}">
                  <a16:creationId xmlns:a16="http://schemas.microsoft.com/office/drawing/2014/main" id="{658DCF8F-133B-4391-AD44-6A5ABA2F48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99900" y="906357"/>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7" name="Freeform 119">
              <a:extLst>
                <a:ext uri="{FF2B5EF4-FFF2-40B4-BE49-F238E27FC236}">
                  <a16:creationId xmlns:a16="http://schemas.microsoft.com/office/drawing/2014/main" id="{950EEBD5-0FE4-4392-90B2-78B4317914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98177" y="1175595"/>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8" name="Freeform 120">
              <a:extLst>
                <a:ext uri="{FF2B5EF4-FFF2-40B4-BE49-F238E27FC236}">
                  <a16:creationId xmlns:a16="http://schemas.microsoft.com/office/drawing/2014/main" id="{31B8DC5A-3692-4E81-B5C7-3C1F358DB1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21828" y="388053"/>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29" name="Freeform 121">
              <a:extLst>
                <a:ext uri="{FF2B5EF4-FFF2-40B4-BE49-F238E27FC236}">
                  <a16:creationId xmlns:a16="http://schemas.microsoft.com/office/drawing/2014/main" id="{FB62D67F-8646-4688-925E-F1BBCE4AB2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318379" y="120129"/>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30" name="Freeform 100">
              <a:extLst>
                <a:ext uri="{FF2B5EF4-FFF2-40B4-BE49-F238E27FC236}">
                  <a16:creationId xmlns:a16="http://schemas.microsoft.com/office/drawing/2014/main" id="{74E52BC7-1E2B-477F-90CA-95AEBC1F1B3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1884500" y="46829"/>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1318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0" name="Group 239">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241"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2"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3"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4"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5"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6"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7"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8"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9"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0"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1"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2"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3"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4"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5"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6"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7"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8"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9"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0"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1"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2"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3"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4"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5"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6"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7"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8"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9"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0"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1"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2"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3"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4"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5"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6"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7"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8"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9"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0"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1"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2"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3"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4"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5"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6"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7"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8"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9"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0"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1"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2"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3"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4"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5"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6"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7"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299" name="Rectangle 298">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6F53D3C3-F24F-4317-98B6-A05ECD304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 y="1713"/>
            <a:ext cx="5289354" cy="68661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8" name="Picture Placeholder 13">
            <a:extLst>
              <a:ext uri="{FF2B5EF4-FFF2-40B4-BE49-F238E27FC236}">
                <a16:creationId xmlns:a16="http://schemas.microsoft.com/office/drawing/2014/main" id="{82EB62C0-A0B6-0213-7723-EDA6F9125065}"/>
              </a:ext>
            </a:extLst>
          </p:cNvPr>
          <p:cNvPicPr>
            <a:picLocks noGrp="1" noChangeAspect="1"/>
          </p:cNvPicPr>
          <p:nvPr>
            <p:ph type="pic" sz="quarter" idx="13"/>
          </p:nvPr>
        </p:nvPicPr>
        <p:blipFill>
          <a:blip r:embed="rId3">
            <a:alphaModFix amt="60000"/>
            <a:extLst>
              <a:ext uri="{28A0092B-C50C-407E-A947-70E740481C1C}">
                <a14:useLocalDpi xmlns:a14="http://schemas.microsoft.com/office/drawing/2010/main" val="0"/>
              </a:ext>
            </a:extLst>
          </a:blip>
          <a:srcRect l="26772" r="36454"/>
          <a:stretch/>
        </p:blipFill>
        <p:spPr>
          <a:xfrm>
            <a:off x="-1" y="1"/>
            <a:ext cx="5295331" cy="6875834"/>
          </a:xfrm>
          <a:prstGeom prst="rect">
            <a:avLst/>
          </a:prstGeom>
        </p:spPr>
      </p:pic>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591674" y="1395699"/>
            <a:ext cx="4223965" cy="4111831"/>
          </a:xfrm>
        </p:spPr>
        <p:txBody>
          <a:bodyPr vert="horz" lIns="91440" tIns="45720" rIns="91440" bIns="45720" rtlCol="0" anchor="ctr">
            <a:normAutofit/>
          </a:bodyPr>
          <a:lstStyle/>
          <a:p>
            <a:pPr algn="ctr"/>
            <a:r>
              <a:rPr lang="en-US" kern="1200">
                <a:solidFill>
                  <a:srgbClr val="FFFFFF"/>
                </a:solidFill>
                <a:latin typeface="+mj-lt"/>
                <a:ea typeface="+mj-ea"/>
                <a:cs typeface="+mj-cs"/>
              </a:rPr>
              <a:t>Importance culturelle et historique</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5973551" y="472886"/>
            <a:ext cx="5219700" cy="5105400"/>
          </a:xfrm>
        </p:spPr>
        <p:txBody>
          <a:bodyPr vert="horz" lIns="91440" tIns="45720" rIns="91440" bIns="45720" rtlCol="0">
            <a:noAutofit/>
          </a:bodyPr>
          <a:lstStyle/>
          <a:p>
            <a:pPr>
              <a:lnSpc>
                <a:spcPct val="140000"/>
              </a:lnSpc>
            </a:pPr>
            <a:r>
              <a:rPr lang="fr-FR" sz="1400" b="1" dirty="0"/>
              <a:t>Diffusion et standardisation</a:t>
            </a:r>
          </a:p>
          <a:p>
            <a:pPr>
              <a:lnSpc>
                <a:spcPct val="140000"/>
              </a:lnSpc>
            </a:pPr>
            <a:r>
              <a:rPr lang="fr-FR" sz="1400" dirty="0"/>
              <a:t>L'écriture romaine s'est répandue dans tout l'Empire romain, devenant un facteur d'unification culturelle. La standardisation de l'alphabet latin a facilité l'administration de vastes territoires et la diffusion du droit romain.</a:t>
            </a:r>
          </a:p>
          <a:p>
            <a:pPr>
              <a:lnSpc>
                <a:spcPct val="140000"/>
              </a:lnSpc>
            </a:pPr>
            <a:r>
              <a:rPr lang="fr-FR" sz="1400" b="1" dirty="0"/>
              <a:t>Héritage linguistique</a:t>
            </a:r>
          </a:p>
          <a:p>
            <a:pPr>
              <a:lnSpc>
                <a:spcPct val="140000"/>
              </a:lnSpc>
            </a:pPr>
            <a:r>
              <a:rPr lang="fr-FR" sz="1400" dirty="0"/>
              <a:t>L'alphabet latin est aujourd'hui le système d'écriture le plus répandu au monde, utilisé par environ 70% de la population mondiale. Il est à la base des langues romanes, germaniques, et de nombreuses autres langues.</a:t>
            </a:r>
          </a:p>
          <a:p>
            <a:pPr>
              <a:lnSpc>
                <a:spcPct val="140000"/>
              </a:lnSpc>
            </a:pPr>
            <a:r>
              <a:rPr lang="fr-FR" sz="1400" b="1" dirty="0"/>
              <a:t>Documentation historique</a:t>
            </a:r>
          </a:p>
          <a:p>
            <a:pPr>
              <a:lnSpc>
                <a:spcPct val="140000"/>
              </a:lnSpc>
            </a:pPr>
            <a:r>
              <a:rPr lang="fr-FR" sz="1400" dirty="0"/>
              <a:t>Les inscriptions romaines constituent des sources historiques primordiales. La discipline de l'épigraphie latine étudie ces inscriptions pour comprendre la société romaine, son organisation et son évolution.</a:t>
            </a:r>
          </a:p>
        </p:txBody>
      </p:sp>
    </p:spTree>
    <p:extLst>
      <p:ext uri="{BB962C8B-B14F-4D97-AF65-F5344CB8AC3E}">
        <p14:creationId xmlns:p14="http://schemas.microsoft.com/office/powerpoint/2010/main" val="10652805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F6D4F-4D72-97ED-019C-D00F8224EEF1}"/>
              </a:ext>
            </a:extLst>
          </p:cNvPr>
          <p:cNvSpPr>
            <a:spLocks noGrp="1"/>
          </p:cNvSpPr>
          <p:nvPr>
            <p:ph type="title"/>
          </p:nvPr>
        </p:nvSpPr>
        <p:spPr/>
        <p:txBody>
          <a:bodyPr/>
          <a:lstStyle/>
          <a:p>
            <a:r>
              <a:rPr lang="fr-FR" dirty="0"/>
              <a:t>Pratiques d'écriture dans la société romaine</a:t>
            </a:r>
          </a:p>
        </p:txBody>
      </p:sp>
      <p:sp>
        <p:nvSpPr>
          <p:cNvPr id="10" name="TextBox 9">
            <a:extLst>
              <a:ext uri="{FF2B5EF4-FFF2-40B4-BE49-F238E27FC236}">
                <a16:creationId xmlns:a16="http://schemas.microsoft.com/office/drawing/2014/main" id="{1FECB6BE-D36C-4300-BB0C-AADBC4F66DA3}"/>
              </a:ext>
            </a:extLst>
          </p:cNvPr>
          <p:cNvSpPr txBox="1"/>
          <p:nvPr/>
        </p:nvSpPr>
        <p:spPr>
          <a:xfrm>
            <a:off x="836383" y="2038350"/>
            <a:ext cx="8993417" cy="3838575"/>
          </a:xfrm>
          <a:prstGeom prst="rect">
            <a:avLst/>
          </a:prstGeom>
          <a:noFill/>
        </p:spPr>
        <p:txBody>
          <a:bodyPr wrap="square" rtlCol="0">
            <a:spAutoFit/>
          </a:bodyPr>
          <a:lstStyle/>
          <a:p>
            <a:r>
              <a:rPr lang="fr-FR" b="1" dirty="0"/>
              <a:t>Éducation et alphabétisation</a:t>
            </a:r>
          </a:p>
          <a:p>
            <a:r>
              <a:rPr lang="fr-FR" dirty="0"/>
              <a:t>L'apprentissage de l'écriture était principalement réservé aux classes aisées et aux professionnels (scribes, fonctionnaires). Les enfants apprenaient d'abord à tracer les lettres sur des tablettes de cire avant de passer à l'écriture sur papyrus.</a:t>
            </a:r>
          </a:p>
          <a:p>
            <a:r>
              <a:rPr lang="fr-FR" b="1" dirty="0"/>
              <a:t>Communication officielle et privée</a:t>
            </a:r>
          </a:p>
          <a:p>
            <a:r>
              <a:rPr lang="fr-FR" dirty="0"/>
              <a:t>L'écriture servait aux communications gouvernementales, aux actes juridiques, aux correspondances privées et au commerce. Les messages officiels étaient souvent affichés dans les forums sous forme d'inscriptions temporaires (album).</a:t>
            </a:r>
          </a:p>
          <a:p>
            <a:r>
              <a:rPr lang="fr-FR" b="1" dirty="0"/>
              <a:t>Littérature et bibliothèques</a:t>
            </a:r>
          </a:p>
          <a:p>
            <a:r>
              <a:rPr lang="fr-FR" dirty="0"/>
              <a:t>Rome a développé une riche tradition littéraire, avec des bibliothèques publiques et privées contenant des milliers de rouleaux (</a:t>
            </a:r>
            <a:r>
              <a:rPr lang="fr-FR" dirty="0" err="1"/>
              <a:t>volumina</a:t>
            </a:r>
            <a:r>
              <a:rPr lang="fr-FR" dirty="0"/>
              <a:t>). La bibliothèque d'Ulpien à Rome était l'une des plus importantes de l'Antiquité.</a:t>
            </a:r>
          </a:p>
          <a:p>
            <a:endParaRPr lang="fr-FR" dirty="0"/>
          </a:p>
        </p:txBody>
      </p:sp>
    </p:spTree>
    <p:extLst>
      <p:ext uri="{BB962C8B-B14F-4D97-AF65-F5344CB8AC3E}">
        <p14:creationId xmlns:p14="http://schemas.microsoft.com/office/powerpoint/2010/main" val="42080411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12"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1"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0"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1"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9"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0"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1"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2"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4"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5"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6"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7"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8"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9"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0"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1"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2"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5"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6"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7"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8"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grpSp>
        <p:nvGrpSpPr>
          <p:cNvPr id="70" name="Group 69">
            <a:extLst>
              <a:ext uri="{FF2B5EF4-FFF2-40B4-BE49-F238E27FC236}">
                <a16:creationId xmlns:a16="http://schemas.microsoft.com/office/drawing/2014/main" id="{A1B0DAD3-DAD3-4D41-8EF0-B03422E473F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solidFill>
        </p:grpSpPr>
        <p:sp>
          <p:nvSpPr>
            <p:cNvPr id="71" name="Freeform 8">
              <a:extLst>
                <a:ext uri="{FF2B5EF4-FFF2-40B4-BE49-F238E27FC236}">
                  <a16:creationId xmlns:a16="http://schemas.microsoft.com/office/drawing/2014/main" id="{729F7DF5-CF56-4F67-9883-903E49BE1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2" name="Freeform 10">
              <a:extLst>
                <a:ext uri="{FF2B5EF4-FFF2-40B4-BE49-F238E27FC236}">
                  <a16:creationId xmlns:a16="http://schemas.microsoft.com/office/drawing/2014/main" id="{B7E65000-B427-4CEF-B2A9-ECA839855F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3" name="Freeform 15">
              <a:extLst>
                <a:ext uri="{FF2B5EF4-FFF2-40B4-BE49-F238E27FC236}">
                  <a16:creationId xmlns:a16="http://schemas.microsoft.com/office/drawing/2014/main" id="{1D82BADA-E191-4C51-A377-7D1EA989D4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4" name="Freeform 18">
              <a:extLst>
                <a:ext uri="{FF2B5EF4-FFF2-40B4-BE49-F238E27FC236}">
                  <a16:creationId xmlns:a16="http://schemas.microsoft.com/office/drawing/2014/main" id="{C074E073-07CB-4DD6-BFC8-E9FD63D4AC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5" name="Freeform 19">
              <a:extLst>
                <a:ext uri="{FF2B5EF4-FFF2-40B4-BE49-F238E27FC236}">
                  <a16:creationId xmlns:a16="http://schemas.microsoft.com/office/drawing/2014/main" id="{211152B9-90BD-4804-BCC5-4B0FEEF372B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6" name="Freeform 20">
              <a:extLst>
                <a:ext uri="{FF2B5EF4-FFF2-40B4-BE49-F238E27FC236}">
                  <a16:creationId xmlns:a16="http://schemas.microsoft.com/office/drawing/2014/main" id="{941B26CC-1C9B-4149-9647-3A0E0C9D20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7" name="Freeform 22">
              <a:extLst>
                <a:ext uri="{FF2B5EF4-FFF2-40B4-BE49-F238E27FC236}">
                  <a16:creationId xmlns:a16="http://schemas.microsoft.com/office/drawing/2014/main" id="{7576EDD8-60BD-4230-9FE5-5302F91208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8" name="Freeform 23">
              <a:extLst>
                <a:ext uri="{FF2B5EF4-FFF2-40B4-BE49-F238E27FC236}">
                  <a16:creationId xmlns:a16="http://schemas.microsoft.com/office/drawing/2014/main" id="{F68478BC-1899-4718-B999-C7EE2F6F5B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9" name="Freeform 26">
              <a:extLst>
                <a:ext uri="{FF2B5EF4-FFF2-40B4-BE49-F238E27FC236}">
                  <a16:creationId xmlns:a16="http://schemas.microsoft.com/office/drawing/2014/main" id="{B02BAA58-19A0-4BE5-8596-7AF02A91C9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0" name="Freeform 27">
              <a:extLst>
                <a:ext uri="{FF2B5EF4-FFF2-40B4-BE49-F238E27FC236}">
                  <a16:creationId xmlns:a16="http://schemas.microsoft.com/office/drawing/2014/main" id="{ED0FD3ED-A6B2-480A-8B6C-36B4921644A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1" name="Freeform 28">
              <a:extLst>
                <a:ext uri="{FF2B5EF4-FFF2-40B4-BE49-F238E27FC236}">
                  <a16:creationId xmlns:a16="http://schemas.microsoft.com/office/drawing/2014/main" id="{46C958D0-B4D1-4E20-87DA-CDF757B564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2" name="Freeform 30">
              <a:extLst>
                <a:ext uri="{FF2B5EF4-FFF2-40B4-BE49-F238E27FC236}">
                  <a16:creationId xmlns:a16="http://schemas.microsoft.com/office/drawing/2014/main" id="{3E2B5B4A-13C5-4187-BF16-1B0C4EC6D1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3" name="Freeform 43">
              <a:extLst>
                <a:ext uri="{FF2B5EF4-FFF2-40B4-BE49-F238E27FC236}">
                  <a16:creationId xmlns:a16="http://schemas.microsoft.com/office/drawing/2014/main" id="{8B7A471E-57F9-4AC4-B3DE-6A75C2A490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4" name="Freeform 51">
              <a:extLst>
                <a:ext uri="{FF2B5EF4-FFF2-40B4-BE49-F238E27FC236}">
                  <a16:creationId xmlns:a16="http://schemas.microsoft.com/office/drawing/2014/main" id="{01E6B5E8-B33D-4D70-B30A-823D655388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5" name="Freeform 52">
              <a:extLst>
                <a:ext uri="{FF2B5EF4-FFF2-40B4-BE49-F238E27FC236}">
                  <a16:creationId xmlns:a16="http://schemas.microsoft.com/office/drawing/2014/main" id="{04BD65AE-3613-409E-859A-F5E47E7ED8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6" name="Freeform 53">
              <a:extLst>
                <a:ext uri="{FF2B5EF4-FFF2-40B4-BE49-F238E27FC236}">
                  <a16:creationId xmlns:a16="http://schemas.microsoft.com/office/drawing/2014/main" id="{6AC52B47-CF30-4905-A913-8016FD7DF8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7" name="Freeform 54">
              <a:extLst>
                <a:ext uri="{FF2B5EF4-FFF2-40B4-BE49-F238E27FC236}">
                  <a16:creationId xmlns:a16="http://schemas.microsoft.com/office/drawing/2014/main" id="{945DD375-89B4-4594-879C-C88E3E07E4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8" name="Freeform 55">
              <a:extLst>
                <a:ext uri="{FF2B5EF4-FFF2-40B4-BE49-F238E27FC236}">
                  <a16:creationId xmlns:a16="http://schemas.microsoft.com/office/drawing/2014/main" id="{4EF2ED92-CD73-4432-B715-54794B6CC8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89" name="Freeform 56">
              <a:extLst>
                <a:ext uri="{FF2B5EF4-FFF2-40B4-BE49-F238E27FC236}">
                  <a16:creationId xmlns:a16="http://schemas.microsoft.com/office/drawing/2014/main" id="{4C080334-01D5-4AEE-B802-115F8FF429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0" name="Freeform 57">
              <a:extLst>
                <a:ext uri="{FF2B5EF4-FFF2-40B4-BE49-F238E27FC236}">
                  <a16:creationId xmlns:a16="http://schemas.microsoft.com/office/drawing/2014/main" id="{5B2CD9BC-4DF9-4317-9F4F-168D1E48FF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1" name="Freeform 59">
              <a:extLst>
                <a:ext uri="{FF2B5EF4-FFF2-40B4-BE49-F238E27FC236}">
                  <a16:creationId xmlns:a16="http://schemas.microsoft.com/office/drawing/2014/main" id="{9ED340BE-C2EA-4C3D-9E5F-49D0601E22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2" name="Freeform 60">
              <a:extLst>
                <a:ext uri="{FF2B5EF4-FFF2-40B4-BE49-F238E27FC236}">
                  <a16:creationId xmlns:a16="http://schemas.microsoft.com/office/drawing/2014/main" id="{F83C564A-309A-4BE2-A1B7-CB9000A40F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3" name="Freeform 61">
              <a:extLst>
                <a:ext uri="{FF2B5EF4-FFF2-40B4-BE49-F238E27FC236}">
                  <a16:creationId xmlns:a16="http://schemas.microsoft.com/office/drawing/2014/main" id="{6DB3A353-2237-4080-B766-F62A628B385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4" name="Freeform 5">
              <a:extLst>
                <a:ext uri="{FF2B5EF4-FFF2-40B4-BE49-F238E27FC236}">
                  <a16:creationId xmlns:a16="http://schemas.microsoft.com/office/drawing/2014/main" id="{F97333D1-A657-49E4-BCD3-47476A14CA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5" name="Freeform 6">
              <a:extLst>
                <a:ext uri="{FF2B5EF4-FFF2-40B4-BE49-F238E27FC236}">
                  <a16:creationId xmlns:a16="http://schemas.microsoft.com/office/drawing/2014/main" id="{D848B0DC-182E-4466-BC72-7D1D16380FF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6" name="Freeform 7">
              <a:extLst>
                <a:ext uri="{FF2B5EF4-FFF2-40B4-BE49-F238E27FC236}">
                  <a16:creationId xmlns:a16="http://schemas.microsoft.com/office/drawing/2014/main" id="{60CE5FE2-5C67-4168-A845-1851C07B74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7" name="Freeform 8">
              <a:extLst>
                <a:ext uri="{FF2B5EF4-FFF2-40B4-BE49-F238E27FC236}">
                  <a16:creationId xmlns:a16="http://schemas.microsoft.com/office/drawing/2014/main" id="{FFD9F71E-ACAB-4435-8558-5C891704E5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8" name="Freeform 9">
              <a:extLst>
                <a:ext uri="{FF2B5EF4-FFF2-40B4-BE49-F238E27FC236}">
                  <a16:creationId xmlns:a16="http://schemas.microsoft.com/office/drawing/2014/main" id="{D8F3C4EF-CAB3-477F-9BE6-7AE0EE0861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9" name="Freeform 11">
              <a:extLst>
                <a:ext uri="{FF2B5EF4-FFF2-40B4-BE49-F238E27FC236}">
                  <a16:creationId xmlns:a16="http://schemas.microsoft.com/office/drawing/2014/main" id="{99F3B109-2DD1-4023-AB8C-C4CFFBC1EE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0" name="Freeform 12">
              <a:extLst>
                <a:ext uri="{FF2B5EF4-FFF2-40B4-BE49-F238E27FC236}">
                  <a16:creationId xmlns:a16="http://schemas.microsoft.com/office/drawing/2014/main" id="{AEE61596-3CEF-4CF6-A4FA-22626543875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1" name="Freeform 13">
              <a:extLst>
                <a:ext uri="{FF2B5EF4-FFF2-40B4-BE49-F238E27FC236}">
                  <a16:creationId xmlns:a16="http://schemas.microsoft.com/office/drawing/2014/main" id="{ACA5CDA1-D484-482B-924A-C21EFFB263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2" name="Freeform 14">
              <a:extLst>
                <a:ext uri="{FF2B5EF4-FFF2-40B4-BE49-F238E27FC236}">
                  <a16:creationId xmlns:a16="http://schemas.microsoft.com/office/drawing/2014/main" id="{8BAD048C-9E22-4DAB-BB3C-8978DFC799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3" name="Freeform 16">
              <a:extLst>
                <a:ext uri="{FF2B5EF4-FFF2-40B4-BE49-F238E27FC236}">
                  <a16:creationId xmlns:a16="http://schemas.microsoft.com/office/drawing/2014/main" id="{1A2637B3-8C74-4B55-872D-CFE1F1929A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4" name="Freeform 17">
              <a:extLst>
                <a:ext uri="{FF2B5EF4-FFF2-40B4-BE49-F238E27FC236}">
                  <a16:creationId xmlns:a16="http://schemas.microsoft.com/office/drawing/2014/main" id="{C73B0390-BD3E-4AFB-ADF3-676ECF8900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5" name="Freeform 21">
              <a:extLst>
                <a:ext uri="{FF2B5EF4-FFF2-40B4-BE49-F238E27FC236}">
                  <a16:creationId xmlns:a16="http://schemas.microsoft.com/office/drawing/2014/main" id="{35236E6F-9C25-49CE-9078-306D3A5FA08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6" name="Freeform 25">
              <a:extLst>
                <a:ext uri="{FF2B5EF4-FFF2-40B4-BE49-F238E27FC236}">
                  <a16:creationId xmlns:a16="http://schemas.microsoft.com/office/drawing/2014/main" id="{46D4BFF5-1B3A-44D0-9720-143617E009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7" name="Freeform 29">
              <a:extLst>
                <a:ext uri="{FF2B5EF4-FFF2-40B4-BE49-F238E27FC236}">
                  <a16:creationId xmlns:a16="http://schemas.microsoft.com/office/drawing/2014/main" id="{77FD726E-2EB9-4305-BEE5-7C48D51C9B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8" name="Freeform 31">
              <a:extLst>
                <a:ext uri="{FF2B5EF4-FFF2-40B4-BE49-F238E27FC236}">
                  <a16:creationId xmlns:a16="http://schemas.microsoft.com/office/drawing/2014/main" id="{25E6083A-3C52-4763-92A2-1B88843EF3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9" name="Freeform 32">
              <a:extLst>
                <a:ext uri="{FF2B5EF4-FFF2-40B4-BE49-F238E27FC236}">
                  <a16:creationId xmlns:a16="http://schemas.microsoft.com/office/drawing/2014/main" id="{CA90BF22-94F7-4D52-8725-FDCE69CE6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0" name="Freeform 33">
              <a:extLst>
                <a:ext uri="{FF2B5EF4-FFF2-40B4-BE49-F238E27FC236}">
                  <a16:creationId xmlns:a16="http://schemas.microsoft.com/office/drawing/2014/main" id="{998A2F47-3F4E-4065-86CF-B49B258FF1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1" name="Freeform 34">
              <a:extLst>
                <a:ext uri="{FF2B5EF4-FFF2-40B4-BE49-F238E27FC236}">
                  <a16:creationId xmlns:a16="http://schemas.microsoft.com/office/drawing/2014/main" id="{65AF8C00-7E07-4E42-A41A-08417BB0E5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2" name="Freeform 35">
              <a:extLst>
                <a:ext uri="{FF2B5EF4-FFF2-40B4-BE49-F238E27FC236}">
                  <a16:creationId xmlns:a16="http://schemas.microsoft.com/office/drawing/2014/main" id="{E0C04B54-4EF5-4B04-A708-8339062DA8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3" name="Freeform 36">
              <a:extLst>
                <a:ext uri="{FF2B5EF4-FFF2-40B4-BE49-F238E27FC236}">
                  <a16:creationId xmlns:a16="http://schemas.microsoft.com/office/drawing/2014/main" id="{C16D1625-1345-49A9-9FAE-3600E0D116C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4" name="Freeform 37">
              <a:extLst>
                <a:ext uri="{FF2B5EF4-FFF2-40B4-BE49-F238E27FC236}">
                  <a16:creationId xmlns:a16="http://schemas.microsoft.com/office/drawing/2014/main" id="{B8817E5F-6964-4B89-9CD1-CD4621B6EC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5" name="Freeform 38">
              <a:extLst>
                <a:ext uri="{FF2B5EF4-FFF2-40B4-BE49-F238E27FC236}">
                  <a16:creationId xmlns:a16="http://schemas.microsoft.com/office/drawing/2014/main" id="{952E3586-DC86-4B27-AAC4-D005819D2C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6" name="Freeform 39">
              <a:extLst>
                <a:ext uri="{FF2B5EF4-FFF2-40B4-BE49-F238E27FC236}">
                  <a16:creationId xmlns:a16="http://schemas.microsoft.com/office/drawing/2014/main" id="{22CB13D9-EA0B-45B8-8E8F-3AABBE9D79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7" name="Freeform 40">
              <a:extLst>
                <a:ext uri="{FF2B5EF4-FFF2-40B4-BE49-F238E27FC236}">
                  <a16:creationId xmlns:a16="http://schemas.microsoft.com/office/drawing/2014/main" id="{3755BB78-63DB-4A8C-A113-795862B375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8" name="Freeform 41">
              <a:extLst>
                <a:ext uri="{FF2B5EF4-FFF2-40B4-BE49-F238E27FC236}">
                  <a16:creationId xmlns:a16="http://schemas.microsoft.com/office/drawing/2014/main" id="{68D97FB6-919C-4D25-A4CE-65C0BB8B41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9" name="Freeform 42">
              <a:extLst>
                <a:ext uri="{FF2B5EF4-FFF2-40B4-BE49-F238E27FC236}">
                  <a16:creationId xmlns:a16="http://schemas.microsoft.com/office/drawing/2014/main" id="{B7FB8601-BFD8-42A2-BFC8-826DA56794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0" name="Freeform 44">
              <a:extLst>
                <a:ext uri="{FF2B5EF4-FFF2-40B4-BE49-F238E27FC236}">
                  <a16:creationId xmlns:a16="http://schemas.microsoft.com/office/drawing/2014/main" id="{E66A3773-870D-43D8-97C8-9210A0288C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1" name="Freeform 45">
              <a:extLst>
                <a:ext uri="{FF2B5EF4-FFF2-40B4-BE49-F238E27FC236}">
                  <a16:creationId xmlns:a16="http://schemas.microsoft.com/office/drawing/2014/main" id="{08736EF7-6BB0-4CA8-B063-CD217FF9BF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2" name="Freeform 46">
              <a:extLst>
                <a:ext uri="{FF2B5EF4-FFF2-40B4-BE49-F238E27FC236}">
                  <a16:creationId xmlns:a16="http://schemas.microsoft.com/office/drawing/2014/main" id="{57EBF709-9E0F-48A1-BCDD-F3C74F1D49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3" name="Freeform 47">
              <a:extLst>
                <a:ext uri="{FF2B5EF4-FFF2-40B4-BE49-F238E27FC236}">
                  <a16:creationId xmlns:a16="http://schemas.microsoft.com/office/drawing/2014/main" id="{251EC588-C357-470F-A194-F4A0C32B7F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4" name="Freeform 48">
              <a:extLst>
                <a:ext uri="{FF2B5EF4-FFF2-40B4-BE49-F238E27FC236}">
                  <a16:creationId xmlns:a16="http://schemas.microsoft.com/office/drawing/2014/main" id="{02592C96-1066-4F6E-9353-4FF1D5ED98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5" name="Freeform 49">
              <a:extLst>
                <a:ext uri="{FF2B5EF4-FFF2-40B4-BE49-F238E27FC236}">
                  <a16:creationId xmlns:a16="http://schemas.microsoft.com/office/drawing/2014/main" id="{B5016669-96C5-4574-B536-65060BCE97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6" name="Freeform 8">
              <a:extLst>
                <a:ext uri="{FF2B5EF4-FFF2-40B4-BE49-F238E27FC236}">
                  <a16:creationId xmlns:a16="http://schemas.microsoft.com/office/drawing/2014/main" id="{5C697245-37CA-4D12-9F8C-308595014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7" name="Freeform 106">
              <a:extLst>
                <a:ext uri="{FF2B5EF4-FFF2-40B4-BE49-F238E27FC236}">
                  <a16:creationId xmlns:a16="http://schemas.microsoft.com/office/drawing/2014/main" id="{3776B83C-39DC-4C02-B33B-848604D0A9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129" name="Rectangle 128">
            <a:extLst>
              <a:ext uri="{FF2B5EF4-FFF2-40B4-BE49-F238E27FC236}">
                <a16:creationId xmlns:a16="http://schemas.microsoft.com/office/drawing/2014/main" id="{9FF4A234-29BA-4B70-BFC0-64FBB64F2A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6886DF-E81B-4997-9E7E-A8E9F5298BCD}"/>
              </a:ext>
            </a:extLst>
          </p:cNvPr>
          <p:cNvSpPr>
            <a:spLocks noGrp="1"/>
          </p:cNvSpPr>
          <p:nvPr>
            <p:ph type="title"/>
          </p:nvPr>
        </p:nvSpPr>
        <p:spPr>
          <a:xfrm>
            <a:off x="1073811" y="718366"/>
            <a:ext cx="9483513" cy="944656"/>
          </a:xfrm>
        </p:spPr>
        <p:txBody>
          <a:bodyPr vert="horz" lIns="91440" tIns="45720" rIns="91440" bIns="45720" rtlCol="0" anchor="ctr">
            <a:normAutofit/>
          </a:bodyPr>
          <a:lstStyle/>
          <a:p>
            <a:pPr>
              <a:lnSpc>
                <a:spcPct val="90000"/>
              </a:lnSpc>
            </a:pPr>
            <a:r>
              <a:rPr lang="en-US" sz="2800" kern="1200">
                <a:solidFill>
                  <a:schemeClr val="tx2"/>
                </a:solidFill>
                <a:latin typeface="+mj-lt"/>
                <a:ea typeface="+mj-ea"/>
                <a:cs typeface="+mj-cs"/>
              </a:rPr>
              <a:t>Conclusion</a:t>
            </a:r>
            <a:br>
              <a:rPr lang="en-US" sz="2800" kern="1200">
                <a:solidFill>
                  <a:schemeClr val="tx2"/>
                </a:solidFill>
                <a:latin typeface="+mj-lt"/>
                <a:ea typeface="+mj-ea"/>
                <a:cs typeface="+mj-cs"/>
              </a:rPr>
            </a:br>
            <a:endParaRPr lang="en-US" sz="2800" kern="1200">
              <a:solidFill>
                <a:schemeClr val="tx2"/>
              </a:solidFill>
              <a:latin typeface="+mj-lt"/>
              <a:ea typeface="+mj-ea"/>
              <a:cs typeface="+mj-cs"/>
            </a:endParaRPr>
          </a:p>
        </p:txBody>
      </p:sp>
      <p:sp>
        <p:nvSpPr>
          <p:cNvPr id="131" name="Rectangle 130">
            <a:extLst>
              <a:ext uri="{FF2B5EF4-FFF2-40B4-BE49-F238E27FC236}">
                <a16:creationId xmlns:a16="http://schemas.microsoft.com/office/drawing/2014/main" id="{EC2268EF-1ED3-4797-8355-F5078CB18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90700" y="1883764"/>
            <a:ext cx="8992046" cy="409712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06C94BA0-25D9-453E-B099-1E5D5B8D3D7E}"/>
              </a:ext>
            </a:extLst>
          </p:cNvPr>
          <p:cNvSpPr txBox="1"/>
          <p:nvPr/>
        </p:nvSpPr>
        <p:spPr>
          <a:xfrm>
            <a:off x="2503967" y="2478755"/>
            <a:ext cx="7598826" cy="2945618"/>
          </a:xfrm>
          <a:prstGeom prst="rect">
            <a:avLst/>
          </a:prstGeom>
        </p:spPr>
        <p:txBody>
          <a:bodyPr vert="horz" lIns="91440" tIns="45720" rIns="91440" bIns="45720" rtlCol="0">
            <a:normAutofit/>
          </a:bodyPr>
          <a:lstStyle/>
          <a:p>
            <a:pPr>
              <a:lnSpc>
                <a:spcPct val="150000"/>
              </a:lnSpc>
              <a:spcAft>
                <a:spcPts val="600"/>
              </a:spcAft>
              <a:buClr>
                <a:schemeClr val="bg2">
                  <a:lumMod val="75000"/>
                </a:schemeClr>
              </a:buClr>
            </a:pPr>
            <a:r>
              <a:rPr lang="fr-FR" dirty="0">
                <a:solidFill>
                  <a:schemeClr val="tx2"/>
                </a:solidFill>
              </a:rPr>
              <a:t>L'écriture romaine représente bien plus qu'un simple système graphique. Elle incarne l'organisation, la rigueur et la vision universaliste de la civilisation romaine. Son influence perdure aujourd'hui dans notre alphabet, notre typographie et notre conception même de l'écrit comme vecteur de culture et de pouvoir.</a:t>
            </a:r>
          </a:p>
        </p:txBody>
      </p:sp>
      <p:grpSp>
        <p:nvGrpSpPr>
          <p:cNvPr id="133" name="Group 132">
            <a:extLst>
              <a:ext uri="{FF2B5EF4-FFF2-40B4-BE49-F238E27FC236}">
                <a16:creationId xmlns:a16="http://schemas.microsoft.com/office/drawing/2014/main" id="{82A54BA0-BEFE-4BA5-A3C1-FE85FE03E8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84460" y="-5553"/>
            <a:ext cx="781459" cy="6853105"/>
            <a:chOff x="11084460" y="-5553"/>
            <a:chExt cx="781459" cy="6853105"/>
          </a:xfrm>
        </p:grpSpPr>
        <p:sp>
          <p:nvSpPr>
            <p:cNvPr id="134" name="Freeform 59">
              <a:extLst>
                <a:ext uri="{FF2B5EF4-FFF2-40B4-BE49-F238E27FC236}">
                  <a16:creationId xmlns:a16="http://schemas.microsoft.com/office/drawing/2014/main" id="{781905C4-1133-4589-891D-4E6052BC9C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5558" y="6708631"/>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5" name="Freeform 78">
              <a:extLst>
                <a:ext uri="{FF2B5EF4-FFF2-40B4-BE49-F238E27FC236}">
                  <a16:creationId xmlns:a16="http://schemas.microsoft.com/office/drawing/2014/main" id="{B549DF45-2D76-437C-ACBF-763DF06F3E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1122" y="657431"/>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6" name="Freeform 79">
              <a:extLst>
                <a:ext uri="{FF2B5EF4-FFF2-40B4-BE49-F238E27FC236}">
                  <a16:creationId xmlns:a16="http://schemas.microsoft.com/office/drawing/2014/main" id="{B49F2B88-F0AA-40D6-997C-4CD28AD293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63494" y="888476"/>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7" name="Freeform 80">
              <a:extLst>
                <a:ext uri="{FF2B5EF4-FFF2-40B4-BE49-F238E27FC236}">
                  <a16:creationId xmlns:a16="http://schemas.microsoft.com/office/drawing/2014/main" id="{36A4A66A-D1F4-4383-8D28-A68695937FC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58153" y="1126271"/>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8" name="Freeform 81">
              <a:extLst>
                <a:ext uri="{FF2B5EF4-FFF2-40B4-BE49-F238E27FC236}">
                  <a16:creationId xmlns:a16="http://schemas.microsoft.com/office/drawing/2014/main" id="{1A73A306-1140-4842-AB32-DEFA0C75DB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1203" y="2139325"/>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9" name="Freeform 82">
              <a:extLst>
                <a:ext uri="{FF2B5EF4-FFF2-40B4-BE49-F238E27FC236}">
                  <a16:creationId xmlns:a16="http://schemas.microsoft.com/office/drawing/2014/main" id="{9E9F1E99-2F3F-4867-BBFE-FCA8F92CA13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9039" y="1916872"/>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83">
              <a:extLst>
                <a:ext uri="{FF2B5EF4-FFF2-40B4-BE49-F238E27FC236}">
                  <a16:creationId xmlns:a16="http://schemas.microsoft.com/office/drawing/2014/main" id="{015B614E-DBF6-4DE6-9339-24B527AE00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1596" y="1602084"/>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1" name="Freeform 84">
              <a:extLst>
                <a:ext uri="{FF2B5EF4-FFF2-40B4-BE49-F238E27FC236}">
                  <a16:creationId xmlns:a16="http://schemas.microsoft.com/office/drawing/2014/main" id="{2D99F085-1658-457C-A1E7-8BB59784ED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32612" y="452845"/>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86">
              <a:extLst>
                <a:ext uri="{FF2B5EF4-FFF2-40B4-BE49-F238E27FC236}">
                  <a16:creationId xmlns:a16="http://schemas.microsoft.com/office/drawing/2014/main" id="{72314D71-6CB0-478C-A2EE-9DD68D4B0A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2581" y="106836"/>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3" name="Freeform 89">
              <a:extLst>
                <a:ext uri="{FF2B5EF4-FFF2-40B4-BE49-F238E27FC236}">
                  <a16:creationId xmlns:a16="http://schemas.microsoft.com/office/drawing/2014/main" id="{CFF40123-9723-4AED-B3F6-54C54E54AC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7384" y="1389733"/>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90">
              <a:extLst>
                <a:ext uri="{FF2B5EF4-FFF2-40B4-BE49-F238E27FC236}">
                  <a16:creationId xmlns:a16="http://schemas.microsoft.com/office/drawing/2014/main" id="{18149ACA-B455-497E-A336-7CA5EA3FFD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75236" y="2012642"/>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5" name="Freeform 62">
              <a:extLst>
                <a:ext uri="{FF2B5EF4-FFF2-40B4-BE49-F238E27FC236}">
                  <a16:creationId xmlns:a16="http://schemas.microsoft.com/office/drawing/2014/main" id="{BEA79FD9-FE3C-474C-9635-FA1AC8B10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18261" y="2886960"/>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Freeform 63">
              <a:extLst>
                <a:ext uri="{FF2B5EF4-FFF2-40B4-BE49-F238E27FC236}">
                  <a16:creationId xmlns:a16="http://schemas.microsoft.com/office/drawing/2014/main" id="{5A1C9036-2209-48AB-9A45-1CF7A88BC8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9619" y="4025573"/>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7" name="Freeform 64">
              <a:extLst>
                <a:ext uri="{FF2B5EF4-FFF2-40B4-BE49-F238E27FC236}">
                  <a16:creationId xmlns:a16="http://schemas.microsoft.com/office/drawing/2014/main" id="{949D7B76-E779-437D-BF53-4B314E304D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7570" y="2618652"/>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8" name="Freeform 65">
              <a:extLst>
                <a:ext uri="{FF2B5EF4-FFF2-40B4-BE49-F238E27FC236}">
                  <a16:creationId xmlns:a16="http://schemas.microsoft.com/office/drawing/2014/main" id="{6C7666CC-2CD8-49CF-97E8-03A4748E50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8201" y="3762667"/>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9" name="Freeform 66">
              <a:extLst>
                <a:ext uri="{FF2B5EF4-FFF2-40B4-BE49-F238E27FC236}">
                  <a16:creationId xmlns:a16="http://schemas.microsoft.com/office/drawing/2014/main" id="{6694159E-961A-40AD-9710-DE5D858BE2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5983" y="5309103"/>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0" name="Freeform 67">
              <a:extLst>
                <a:ext uri="{FF2B5EF4-FFF2-40B4-BE49-F238E27FC236}">
                  <a16:creationId xmlns:a16="http://schemas.microsoft.com/office/drawing/2014/main" id="{3415C869-BF38-4F37-A07D-99863F6F0CD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66163" y="4525125"/>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1" name="Freeform 68">
              <a:extLst>
                <a:ext uri="{FF2B5EF4-FFF2-40B4-BE49-F238E27FC236}">
                  <a16:creationId xmlns:a16="http://schemas.microsoft.com/office/drawing/2014/main" id="{C532C6F8-F368-4C0C-A0C7-26ED5B5C74D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93551" y="3182385"/>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2" name="Freeform 69">
              <a:extLst>
                <a:ext uri="{FF2B5EF4-FFF2-40B4-BE49-F238E27FC236}">
                  <a16:creationId xmlns:a16="http://schemas.microsoft.com/office/drawing/2014/main" id="{CE0F0051-9235-439E-906C-6D4734860A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72808" y="5591348"/>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3" name="Freeform 70">
              <a:extLst>
                <a:ext uri="{FF2B5EF4-FFF2-40B4-BE49-F238E27FC236}">
                  <a16:creationId xmlns:a16="http://schemas.microsoft.com/office/drawing/2014/main" id="{595300AA-1720-4A83-A1A6-AEAC14DC44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37021" y="6183092"/>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4" name="Freeform 71">
              <a:extLst>
                <a:ext uri="{FF2B5EF4-FFF2-40B4-BE49-F238E27FC236}">
                  <a16:creationId xmlns:a16="http://schemas.microsoft.com/office/drawing/2014/main" id="{4C3205CA-C6A4-4BC9-A856-44012512D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4351" y="5070698"/>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5" name="Freeform 72">
              <a:extLst>
                <a:ext uri="{FF2B5EF4-FFF2-40B4-BE49-F238E27FC236}">
                  <a16:creationId xmlns:a16="http://schemas.microsoft.com/office/drawing/2014/main" id="{2ADF09EA-ED2B-435A-98A9-C04F61AEC3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1088" y="4843839"/>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6" name="Freeform 73">
              <a:extLst>
                <a:ext uri="{FF2B5EF4-FFF2-40B4-BE49-F238E27FC236}">
                  <a16:creationId xmlns:a16="http://schemas.microsoft.com/office/drawing/2014/main" id="{FECDE996-00DD-4523-A839-977B3099D6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85961" y="4344204"/>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7" name="Freeform 74">
              <a:extLst>
                <a:ext uri="{FF2B5EF4-FFF2-40B4-BE49-F238E27FC236}">
                  <a16:creationId xmlns:a16="http://schemas.microsoft.com/office/drawing/2014/main" id="{41E13E80-7416-41BF-9F70-0471C37552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53913" y="5924488"/>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8" name="Freeform 75">
              <a:extLst>
                <a:ext uri="{FF2B5EF4-FFF2-40B4-BE49-F238E27FC236}">
                  <a16:creationId xmlns:a16="http://schemas.microsoft.com/office/drawing/2014/main" id="{E0904C63-D5F2-4DEC-BC8B-20A2620174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48922" y="2378884"/>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9" name="Freeform 77">
              <a:extLst>
                <a:ext uri="{FF2B5EF4-FFF2-40B4-BE49-F238E27FC236}">
                  <a16:creationId xmlns:a16="http://schemas.microsoft.com/office/drawing/2014/main" id="{E8FF1427-C8C3-4A62-BA09-C39CD288FD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54168" y="3543167"/>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0" name="Freeform 85">
              <a:extLst>
                <a:ext uri="{FF2B5EF4-FFF2-40B4-BE49-F238E27FC236}">
                  <a16:creationId xmlns:a16="http://schemas.microsoft.com/office/drawing/2014/main" id="{8A423576-FAF7-451E-8E03-BD83EB4C21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40427" y="6370986"/>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1" name="Freeform 87">
              <a:extLst>
                <a:ext uri="{FF2B5EF4-FFF2-40B4-BE49-F238E27FC236}">
                  <a16:creationId xmlns:a16="http://schemas.microsoft.com/office/drawing/2014/main" id="{6E983BE2-E9E0-42E2-9321-D69CE9C5DE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627906" y="6662260"/>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2" name="Freeform 88">
              <a:extLst>
                <a:ext uri="{FF2B5EF4-FFF2-40B4-BE49-F238E27FC236}">
                  <a16:creationId xmlns:a16="http://schemas.microsoft.com/office/drawing/2014/main" id="{D3F95FF6-487C-4B8A-8366-D3ED419325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728467" y="5640436"/>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3" name="Freeform 6">
              <a:extLst>
                <a:ext uri="{FF2B5EF4-FFF2-40B4-BE49-F238E27FC236}">
                  <a16:creationId xmlns:a16="http://schemas.microsoft.com/office/drawing/2014/main" id="{7BEB0739-EF74-4D95-80D7-4173F5B980B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6657" y="3978357"/>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4" name="Freeform 105">
              <a:extLst>
                <a:ext uri="{FF2B5EF4-FFF2-40B4-BE49-F238E27FC236}">
                  <a16:creationId xmlns:a16="http://schemas.microsoft.com/office/drawing/2014/main" id="{783B7BCE-EE41-439B-B505-CCE4A75EA50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8643" y="1918333"/>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5" name="Freeform 106">
              <a:extLst>
                <a:ext uri="{FF2B5EF4-FFF2-40B4-BE49-F238E27FC236}">
                  <a16:creationId xmlns:a16="http://schemas.microsoft.com/office/drawing/2014/main" id="{3C74358B-9A47-45F3-8386-A5618A504A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280" y="525454"/>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6" name="Freeform 107">
              <a:extLst>
                <a:ext uri="{FF2B5EF4-FFF2-40B4-BE49-F238E27FC236}">
                  <a16:creationId xmlns:a16="http://schemas.microsoft.com/office/drawing/2014/main" id="{99DE0B49-D1D7-4B06-9F02-E82BAD335E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4045" y="220540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7" name="Freeform 108">
              <a:extLst>
                <a:ext uri="{FF2B5EF4-FFF2-40B4-BE49-F238E27FC236}">
                  <a16:creationId xmlns:a16="http://schemas.microsoft.com/office/drawing/2014/main" id="{3E40A68B-6E09-47B3-B503-187E6DB05B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951" y="1135299"/>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8" name="Freeform 109">
              <a:extLst>
                <a:ext uri="{FF2B5EF4-FFF2-40B4-BE49-F238E27FC236}">
                  <a16:creationId xmlns:a16="http://schemas.microsoft.com/office/drawing/2014/main" id="{D689A519-2610-420E-A0A9-969BFF67BB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9148" y="1636624"/>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9" name="Freeform 110">
              <a:extLst>
                <a:ext uri="{FF2B5EF4-FFF2-40B4-BE49-F238E27FC236}">
                  <a16:creationId xmlns:a16="http://schemas.microsoft.com/office/drawing/2014/main" id="{6FBC6584-911F-4264-B473-D2BF131653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6004" y="277619"/>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0" name="Freeform 111">
              <a:extLst>
                <a:ext uri="{FF2B5EF4-FFF2-40B4-BE49-F238E27FC236}">
                  <a16:creationId xmlns:a16="http://schemas.microsoft.com/office/drawing/2014/main" id="{43BA3088-9071-4CB5-AA87-D26ADA6A01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7203" y="1365119"/>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1" name="Freeform 112">
              <a:extLst>
                <a:ext uri="{FF2B5EF4-FFF2-40B4-BE49-F238E27FC236}">
                  <a16:creationId xmlns:a16="http://schemas.microsoft.com/office/drawing/2014/main" id="{036754A1-5FF1-4DAF-865F-51A8F732D4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6706" y="846465"/>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2" name="Freeform 122">
              <a:extLst>
                <a:ext uri="{FF2B5EF4-FFF2-40B4-BE49-F238E27FC236}">
                  <a16:creationId xmlns:a16="http://schemas.microsoft.com/office/drawing/2014/main" id="{3113C36F-F2C1-4AEF-907E-B011FC7DFB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9267" y="1572680"/>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3" name="Freeform 123">
              <a:extLst>
                <a:ext uri="{FF2B5EF4-FFF2-40B4-BE49-F238E27FC236}">
                  <a16:creationId xmlns:a16="http://schemas.microsoft.com/office/drawing/2014/main" id="{05297B79-2217-4E20-ADCE-55A99DFC2E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1768" y="208501"/>
              <a:ext cx="140901" cy="93843"/>
            </a:xfrm>
            <a:custGeom>
              <a:avLst/>
              <a:gdLst>
                <a:gd name="T0" fmla="*/ 26 w 43"/>
                <a:gd name="T1" fmla="*/ 3 h 31"/>
                <a:gd name="T2" fmla="*/ 40 w 43"/>
                <a:gd name="T3" fmla="*/ 23 h 31"/>
                <a:gd name="T4" fmla="*/ 26 w 43"/>
                <a:gd name="T5" fmla="*/ 3 h 31"/>
              </a:gdLst>
              <a:ahLst/>
              <a:cxnLst>
                <a:cxn ang="0">
                  <a:pos x="T0" y="T1"/>
                </a:cxn>
                <a:cxn ang="0">
                  <a:pos x="T2" y="T3"/>
                </a:cxn>
                <a:cxn ang="0">
                  <a:pos x="T4" y="T5"/>
                </a:cxn>
              </a:cxnLst>
              <a:rect l="0" t="0" r="r" b="b"/>
              <a:pathLst>
                <a:path w="43" h="31">
                  <a:moveTo>
                    <a:pt x="26" y="3"/>
                  </a:moveTo>
                  <a:cubicBezTo>
                    <a:pt x="35" y="0"/>
                    <a:pt x="43" y="17"/>
                    <a:pt x="40"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4" name="Freeform 130">
              <a:extLst>
                <a:ext uri="{FF2B5EF4-FFF2-40B4-BE49-F238E27FC236}">
                  <a16:creationId xmlns:a16="http://schemas.microsoft.com/office/drawing/2014/main" id="{CDFBCAF2-7156-47B5-B4CD-4C9A6B0C57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989" y="497750"/>
              <a:ext cx="157737" cy="81603"/>
            </a:xfrm>
            <a:custGeom>
              <a:avLst/>
              <a:gdLst>
                <a:gd name="T0" fmla="*/ 31 w 48"/>
                <a:gd name="T1" fmla="*/ 0 h 27"/>
                <a:gd name="T2" fmla="*/ 18 w 48"/>
                <a:gd name="T3" fmla="*/ 24 h 27"/>
                <a:gd name="T4" fmla="*/ 31 w 48"/>
                <a:gd name="T5" fmla="*/ 0 h 27"/>
              </a:gdLst>
              <a:ahLst/>
              <a:cxnLst>
                <a:cxn ang="0">
                  <a:pos x="T0" y="T1"/>
                </a:cxn>
                <a:cxn ang="0">
                  <a:pos x="T2" y="T3"/>
                </a:cxn>
                <a:cxn ang="0">
                  <a:pos x="T4" y="T5"/>
                </a:cxn>
              </a:cxnLst>
              <a:rect l="0" t="0" r="r" b="b"/>
              <a:pathLst>
                <a:path w="48" h="27">
                  <a:moveTo>
                    <a:pt x="31" y="0"/>
                  </a:moveTo>
                  <a:cubicBezTo>
                    <a:pt x="48" y="10"/>
                    <a:pt x="32" y="27"/>
                    <a:pt x="18" y="24"/>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5" name="Freeform 131">
              <a:extLst>
                <a:ext uri="{FF2B5EF4-FFF2-40B4-BE49-F238E27FC236}">
                  <a16:creationId xmlns:a16="http://schemas.microsoft.com/office/drawing/2014/main" id="{6141C6ED-A205-4582-B2B7-28AEFFCE99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4755" y="1047421"/>
              <a:ext cx="117860" cy="87315"/>
            </a:xfrm>
            <a:custGeom>
              <a:avLst/>
              <a:gdLst>
                <a:gd name="T0" fmla="*/ 15 w 36"/>
                <a:gd name="T1" fmla="*/ 0 h 29"/>
                <a:gd name="T2" fmla="*/ 25 w 36"/>
                <a:gd name="T3" fmla="*/ 15 h 29"/>
                <a:gd name="T4" fmla="*/ 13 w 36"/>
                <a:gd name="T5" fmla="*/ 21 h 29"/>
                <a:gd name="T6" fmla="*/ 15 w 36"/>
                <a:gd name="T7" fmla="*/ 0 h 29"/>
              </a:gdLst>
              <a:ahLst/>
              <a:cxnLst>
                <a:cxn ang="0">
                  <a:pos x="T0" y="T1"/>
                </a:cxn>
                <a:cxn ang="0">
                  <a:pos x="T2" y="T3"/>
                </a:cxn>
                <a:cxn ang="0">
                  <a:pos x="T4" y="T5"/>
                </a:cxn>
                <a:cxn ang="0">
                  <a:pos x="T6" y="T7"/>
                </a:cxn>
              </a:cxnLst>
              <a:rect l="0" t="0" r="r" b="b"/>
              <a:pathLst>
                <a:path w="36" h="29">
                  <a:moveTo>
                    <a:pt x="15" y="0"/>
                  </a:moveTo>
                  <a:cubicBezTo>
                    <a:pt x="21" y="0"/>
                    <a:pt x="36" y="13"/>
                    <a:pt x="25" y="15"/>
                  </a:cubicBezTo>
                  <a:cubicBezTo>
                    <a:pt x="20" y="19"/>
                    <a:pt x="20" y="22"/>
                    <a:pt x="13" y="21"/>
                  </a:cubicBezTo>
                  <a:cubicBezTo>
                    <a:pt x="0" y="29"/>
                    <a:pt x="0" y="0"/>
                    <a:pt x="1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6" name="Freeform 132">
              <a:extLst>
                <a:ext uri="{FF2B5EF4-FFF2-40B4-BE49-F238E27FC236}">
                  <a16:creationId xmlns:a16="http://schemas.microsoft.com/office/drawing/2014/main" id="{45D98E0C-835E-42DB-8E99-55F88B5D39C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26410" y="1873893"/>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7" name="Freeform 134">
              <a:extLst>
                <a:ext uri="{FF2B5EF4-FFF2-40B4-BE49-F238E27FC236}">
                  <a16:creationId xmlns:a16="http://schemas.microsoft.com/office/drawing/2014/main" id="{C1A190CA-579E-475F-A682-AE831D0B62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06558" y="2005786"/>
              <a:ext cx="124063" cy="117507"/>
            </a:xfrm>
            <a:custGeom>
              <a:avLst/>
              <a:gdLst>
                <a:gd name="T0" fmla="*/ 20 w 38"/>
                <a:gd name="T1" fmla="*/ 2 h 39"/>
                <a:gd name="T2" fmla="*/ 38 w 38"/>
                <a:gd name="T3" fmla="*/ 19 h 39"/>
                <a:gd name="T4" fmla="*/ 20 w 38"/>
                <a:gd name="T5" fmla="*/ 2 h 39"/>
              </a:gdLst>
              <a:ahLst/>
              <a:cxnLst>
                <a:cxn ang="0">
                  <a:pos x="T0" y="T1"/>
                </a:cxn>
                <a:cxn ang="0">
                  <a:pos x="T2" y="T3"/>
                </a:cxn>
                <a:cxn ang="0">
                  <a:pos x="T4" y="T5"/>
                </a:cxn>
              </a:cxnLst>
              <a:rect l="0" t="0" r="r" b="b"/>
              <a:pathLst>
                <a:path w="38" h="39">
                  <a:moveTo>
                    <a:pt x="20" y="2"/>
                  </a:moveTo>
                  <a:cubicBezTo>
                    <a:pt x="34" y="0"/>
                    <a:pt x="38" y="8"/>
                    <a:pt x="38" y="19"/>
                  </a:cubicBezTo>
                  <a:cubicBezTo>
                    <a:pt x="24" y="39"/>
                    <a:pt x="0" y="13"/>
                    <a:pt x="20"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8" name="Freeform 135">
              <a:extLst>
                <a:ext uri="{FF2B5EF4-FFF2-40B4-BE49-F238E27FC236}">
                  <a16:creationId xmlns:a16="http://schemas.microsoft.com/office/drawing/2014/main" id="{95752704-828A-4BF6-9D5B-7EE272F3C9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12094" y="817763"/>
              <a:ext cx="128495" cy="84051"/>
            </a:xfrm>
            <a:custGeom>
              <a:avLst/>
              <a:gdLst>
                <a:gd name="T0" fmla="*/ 21 w 39"/>
                <a:gd name="T1" fmla="*/ 0 h 28"/>
                <a:gd name="T2" fmla="*/ 6 w 39"/>
                <a:gd name="T3" fmla="*/ 20 h 28"/>
                <a:gd name="T4" fmla="*/ 21 w 39"/>
                <a:gd name="T5" fmla="*/ 0 h 28"/>
              </a:gdLst>
              <a:ahLst/>
              <a:cxnLst>
                <a:cxn ang="0">
                  <a:pos x="T0" y="T1"/>
                </a:cxn>
                <a:cxn ang="0">
                  <a:pos x="T2" y="T3"/>
                </a:cxn>
                <a:cxn ang="0">
                  <a:pos x="T4" y="T5"/>
                </a:cxn>
              </a:cxnLst>
              <a:rect l="0" t="0" r="r" b="b"/>
              <a:pathLst>
                <a:path w="39" h="28">
                  <a:moveTo>
                    <a:pt x="21" y="0"/>
                  </a:moveTo>
                  <a:cubicBezTo>
                    <a:pt x="39" y="12"/>
                    <a:pt x="22" y="28"/>
                    <a:pt x="6" y="20"/>
                  </a:cubicBezTo>
                  <a:cubicBezTo>
                    <a:pt x="0" y="7"/>
                    <a:pt x="7"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9" name="Freeform 141">
              <a:extLst>
                <a:ext uri="{FF2B5EF4-FFF2-40B4-BE49-F238E27FC236}">
                  <a16:creationId xmlns:a16="http://schemas.microsoft.com/office/drawing/2014/main" id="{1DDC7947-4F4F-4B68-8A9A-5B08914D36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6842" y="1202016"/>
              <a:ext cx="163941" cy="163205"/>
            </a:xfrm>
            <a:custGeom>
              <a:avLst/>
              <a:gdLst>
                <a:gd name="T0" fmla="*/ 37 w 50"/>
                <a:gd name="T1" fmla="*/ 3 h 54"/>
                <a:gd name="T2" fmla="*/ 42 w 50"/>
                <a:gd name="T3" fmla="*/ 17 h 54"/>
                <a:gd name="T4" fmla="*/ 37 w 50"/>
                <a:gd name="T5" fmla="*/ 3 h 54"/>
              </a:gdLst>
              <a:ahLst/>
              <a:cxnLst>
                <a:cxn ang="0">
                  <a:pos x="T0" y="T1"/>
                </a:cxn>
                <a:cxn ang="0">
                  <a:pos x="T2" y="T3"/>
                </a:cxn>
                <a:cxn ang="0">
                  <a:pos x="T4" y="T5"/>
                </a:cxn>
              </a:cxnLst>
              <a:rect l="0" t="0" r="r" b="b"/>
              <a:pathLst>
                <a:path w="50" h="54">
                  <a:moveTo>
                    <a:pt x="37" y="3"/>
                  </a:moveTo>
                  <a:cubicBezTo>
                    <a:pt x="50" y="3"/>
                    <a:pt x="36" y="13"/>
                    <a:pt x="42" y="17"/>
                  </a:cubicBezTo>
                  <a:cubicBezTo>
                    <a:pt x="35" y="54"/>
                    <a:pt x="0" y="0"/>
                    <a:pt x="3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0" name="Freeform 91">
              <a:extLst>
                <a:ext uri="{FF2B5EF4-FFF2-40B4-BE49-F238E27FC236}">
                  <a16:creationId xmlns:a16="http://schemas.microsoft.com/office/drawing/2014/main" id="{F9B6A847-04BE-4DA2-9766-403B52C533D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67463" y="2700472"/>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1" name="Freeform 92">
              <a:extLst>
                <a:ext uri="{FF2B5EF4-FFF2-40B4-BE49-F238E27FC236}">
                  <a16:creationId xmlns:a16="http://schemas.microsoft.com/office/drawing/2014/main" id="{E0120860-FA73-465D-98A8-0A80630A76A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6503" y="2356895"/>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2" name="Freeform 93">
              <a:extLst>
                <a:ext uri="{FF2B5EF4-FFF2-40B4-BE49-F238E27FC236}">
                  <a16:creationId xmlns:a16="http://schemas.microsoft.com/office/drawing/2014/main" id="{73B154EA-FA98-4BA2-B207-56A75AF5FB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6005" y="3285273"/>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3" name="Freeform 94">
              <a:extLst>
                <a:ext uri="{FF2B5EF4-FFF2-40B4-BE49-F238E27FC236}">
                  <a16:creationId xmlns:a16="http://schemas.microsoft.com/office/drawing/2014/main" id="{CD9D9A2E-D334-4FF7-AE1B-3C73FF7355F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1111" y="5303842"/>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4" name="Freeform 95">
              <a:extLst>
                <a:ext uri="{FF2B5EF4-FFF2-40B4-BE49-F238E27FC236}">
                  <a16:creationId xmlns:a16="http://schemas.microsoft.com/office/drawing/2014/main" id="{C3CEB375-641F-4ACA-BFE8-15BCE9CFB45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9462" y="2992250"/>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5" name="Freeform 96">
              <a:extLst>
                <a:ext uri="{FF2B5EF4-FFF2-40B4-BE49-F238E27FC236}">
                  <a16:creationId xmlns:a16="http://schemas.microsoft.com/office/drawing/2014/main" id="{64C2C2DC-ADC8-45C1-9176-0BE21158B3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4848" y="3511815"/>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6" name="Freeform 97">
              <a:extLst>
                <a:ext uri="{FF2B5EF4-FFF2-40B4-BE49-F238E27FC236}">
                  <a16:creationId xmlns:a16="http://schemas.microsoft.com/office/drawing/2014/main" id="{6DC6FE9E-EE79-4AAD-B79F-D1320F9720C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4160" y="4720666"/>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7" name="Freeform 98">
              <a:extLst>
                <a:ext uri="{FF2B5EF4-FFF2-40B4-BE49-F238E27FC236}">
                  <a16:creationId xmlns:a16="http://schemas.microsoft.com/office/drawing/2014/main" id="{4A065DC5-0B08-4188-9CAC-C782BE3346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6645" y="4202207"/>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8" name="Freeform 99">
              <a:extLst>
                <a:ext uri="{FF2B5EF4-FFF2-40B4-BE49-F238E27FC236}">
                  <a16:creationId xmlns:a16="http://schemas.microsoft.com/office/drawing/2014/main" id="{77933EC7-7607-4F9B-8946-946926844C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9540" y="4410065"/>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9" name="Freeform 100">
              <a:extLst>
                <a:ext uri="{FF2B5EF4-FFF2-40B4-BE49-F238E27FC236}">
                  <a16:creationId xmlns:a16="http://schemas.microsoft.com/office/drawing/2014/main" id="{98A0955A-87AB-4E27-A4EB-390D5A9973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049" y="3830648"/>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0" name="Freeform 101">
              <a:extLst>
                <a:ext uri="{FF2B5EF4-FFF2-40B4-BE49-F238E27FC236}">
                  <a16:creationId xmlns:a16="http://schemas.microsoft.com/office/drawing/2014/main" id="{D0D3E081-021C-476C-A0B4-025460A08C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3766" y="5038854"/>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1" name="Freeform 102">
              <a:extLst>
                <a:ext uri="{FF2B5EF4-FFF2-40B4-BE49-F238E27FC236}">
                  <a16:creationId xmlns:a16="http://schemas.microsoft.com/office/drawing/2014/main" id="{73D4B676-80A8-44CB-A417-17AF4DE19D9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9945" y="5599239"/>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2" name="Freeform 103">
              <a:extLst>
                <a:ext uri="{FF2B5EF4-FFF2-40B4-BE49-F238E27FC236}">
                  <a16:creationId xmlns:a16="http://schemas.microsoft.com/office/drawing/2014/main" id="{B0210B7F-84AA-41BE-87D2-9F5260010C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2853" y="5869661"/>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3" name="Freeform 104">
              <a:extLst>
                <a:ext uri="{FF2B5EF4-FFF2-40B4-BE49-F238E27FC236}">
                  <a16:creationId xmlns:a16="http://schemas.microsoft.com/office/drawing/2014/main" id="{17B17F87-1255-4200-A4C5-1F8661A386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98313" y="2400574"/>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4" name="Freeform 113">
              <a:extLst>
                <a:ext uri="{FF2B5EF4-FFF2-40B4-BE49-F238E27FC236}">
                  <a16:creationId xmlns:a16="http://schemas.microsoft.com/office/drawing/2014/main" id="{D55CF0FB-1894-4689-808C-524F20F21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9654" y="4788492"/>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5" name="Freeform 114">
              <a:extLst>
                <a:ext uri="{FF2B5EF4-FFF2-40B4-BE49-F238E27FC236}">
                  <a16:creationId xmlns:a16="http://schemas.microsoft.com/office/drawing/2014/main" id="{6D672041-E9F6-41CA-8F94-8F92F4F523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53058" y="3554807"/>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6" name="Freeform 115">
              <a:extLst>
                <a:ext uri="{FF2B5EF4-FFF2-40B4-BE49-F238E27FC236}">
                  <a16:creationId xmlns:a16="http://schemas.microsoft.com/office/drawing/2014/main" id="{F2980BBB-6C11-4661-B664-64A509E79A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7345" y="4217661"/>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7" name="Freeform 117">
              <a:extLst>
                <a:ext uri="{FF2B5EF4-FFF2-40B4-BE49-F238E27FC236}">
                  <a16:creationId xmlns:a16="http://schemas.microsoft.com/office/drawing/2014/main" id="{74418F40-0BE6-45C5-A622-A4EC9ECC7C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34662" y="5913340"/>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8" name="Freeform 118">
              <a:extLst>
                <a:ext uri="{FF2B5EF4-FFF2-40B4-BE49-F238E27FC236}">
                  <a16:creationId xmlns:a16="http://schemas.microsoft.com/office/drawing/2014/main" id="{689670C9-875E-4A8F-8485-379483869D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78" y="6491027"/>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9" name="Freeform 119">
              <a:extLst>
                <a:ext uri="{FF2B5EF4-FFF2-40B4-BE49-F238E27FC236}">
                  <a16:creationId xmlns:a16="http://schemas.microsoft.com/office/drawing/2014/main" id="{B73F6F9B-7042-48A0-8AAB-CFD4AE104C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10752" y="6222652"/>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0" name="Freeform 120">
              <a:extLst>
                <a:ext uri="{FF2B5EF4-FFF2-40B4-BE49-F238E27FC236}">
                  <a16:creationId xmlns:a16="http://schemas.microsoft.com/office/drawing/2014/main" id="{D9922668-2B6F-4226-BEBD-91DBE7EBF8A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7987" y="3795373"/>
              <a:ext cx="121406" cy="66913"/>
            </a:xfrm>
            <a:custGeom>
              <a:avLst/>
              <a:gdLst>
                <a:gd name="T0" fmla="*/ 19 w 37"/>
                <a:gd name="T1" fmla="*/ 0 h 22"/>
                <a:gd name="T2" fmla="*/ 20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2"/>
                    <a:pt x="37" y="21"/>
                    <a:pt x="20" y="22"/>
                  </a:cubicBezTo>
                  <a:cubicBezTo>
                    <a:pt x="7" y="18"/>
                    <a:pt x="0" y="6"/>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1" name="Freeform 121">
              <a:extLst>
                <a:ext uri="{FF2B5EF4-FFF2-40B4-BE49-F238E27FC236}">
                  <a16:creationId xmlns:a16="http://schemas.microsoft.com/office/drawing/2014/main" id="{25E4C9F4-6F2B-48AB-A99B-392DE5473A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6278" y="3572831"/>
              <a:ext cx="133812" cy="84866"/>
            </a:xfrm>
            <a:custGeom>
              <a:avLst/>
              <a:gdLst>
                <a:gd name="T0" fmla="*/ 26 w 41"/>
                <a:gd name="T1" fmla="*/ 0 h 28"/>
                <a:gd name="T2" fmla="*/ 38 w 41"/>
                <a:gd name="T3" fmla="*/ 19 h 28"/>
                <a:gd name="T4" fmla="*/ 26 w 41"/>
                <a:gd name="T5" fmla="*/ 0 h 28"/>
              </a:gdLst>
              <a:ahLst/>
              <a:cxnLst>
                <a:cxn ang="0">
                  <a:pos x="T0" y="T1"/>
                </a:cxn>
                <a:cxn ang="0">
                  <a:pos x="T2" y="T3"/>
                </a:cxn>
                <a:cxn ang="0">
                  <a:pos x="T4" y="T5"/>
                </a:cxn>
              </a:cxnLst>
              <a:rect l="0" t="0" r="r" b="b"/>
              <a:pathLst>
                <a:path w="41" h="28">
                  <a:moveTo>
                    <a:pt x="26" y="0"/>
                  </a:moveTo>
                  <a:cubicBezTo>
                    <a:pt x="33" y="0"/>
                    <a:pt x="41" y="10"/>
                    <a:pt x="38" y="19"/>
                  </a:cubicBezTo>
                  <a:cubicBezTo>
                    <a:pt x="16" y="28"/>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2" name="Freeform 125">
              <a:extLst>
                <a:ext uri="{FF2B5EF4-FFF2-40B4-BE49-F238E27FC236}">
                  <a16:creationId xmlns:a16="http://schemas.microsoft.com/office/drawing/2014/main" id="{65715319-1FF9-45E8-9E9A-C674AF42EF0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8374" y="2371010"/>
              <a:ext cx="147990" cy="79154"/>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9"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3" name="Freeform 126">
              <a:extLst>
                <a:ext uri="{FF2B5EF4-FFF2-40B4-BE49-F238E27FC236}">
                  <a16:creationId xmlns:a16="http://schemas.microsoft.com/office/drawing/2014/main" id="{12649F26-7CDE-4DB8-83B3-EF3782AD08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6608" y="3222992"/>
              <a:ext cx="151535" cy="79154"/>
            </a:xfrm>
            <a:custGeom>
              <a:avLst/>
              <a:gdLst>
                <a:gd name="T0" fmla="*/ 23 w 46"/>
                <a:gd name="T1" fmla="*/ 0 h 26"/>
                <a:gd name="T2" fmla="*/ 29 w 46"/>
                <a:gd name="T3" fmla="*/ 26 h 26"/>
                <a:gd name="T4" fmla="*/ 23 w 46"/>
                <a:gd name="T5" fmla="*/ 0 h 26"/>
              </a:gdLst>
              <a:ahLst/>
              <a:cxnLst>
                <a:cxn ang="0">
                  <a:pos x="T0" y="T1"/>
                </a:cxn>
                <a:cxn ang="0">
                  <a:pos x="T2" y="T3"/>
                </a:cxn>
                <a:cxn ang="0">
                  <a:pos x="T4" y="T5"/>
                </a:cxn>
              </a:cxnLst>
              <a:rect l="0" t="0" r="r" b="b"/>
              <a:pathLst>
                <a:path w="46" h="26">
                  <a:moveTo>
                    <a:pt x="23" y="0"/>
                  </a:moveTo>
                  <a:cubicBezTo>
                    <a:pt x="32" y="2"/>
                    <a:pt x="46" y="22"/>
                    <a:pt x="29" y="26"/>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4" name="Freeform 127">
              <a:extLst>
                <a:ext uri="{FF2B5EF4-FFF2-40B4-BE49-F238E27FC236}">
                  <a16:creationId xmlns:a16="http://schemas.microsoft.com/office/drawing/2014/main" id="{2FE4021B-DAF2-4374-BA57-A349243422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8" y="4190687"/>
              <a:ext cx="137356" cy="79154"/>
            </a:xfrm>
            <a:custGeom>
              <a:avLst/>
              <a:gdLst>
                <a:gd name="T0" fmla="*/ 28 w 42"/>
                <a:gd name="T1" fmla="*/ 0 h 26"/>
                <a:gd name="T2" fmla="*/ 23 w 42"/>
                <a:gd name="T3" fmla="*/ 26 h 26"/>
                <a:gd name="T4" fmla="*/ 28 w 42"/>
                <a:gd name="T5" fmla="*/ 0 h 26"/>
              </a:gdLst>
              <a:ahLst/>
              <a:cxnLst>
                <a:cxn ang="0">
                  <a:pos x="T0" y="T1"/>
                </a:cxn>
                <a:cxn ang="0">
                  <a:pos x="T2" y="T3"/>
                </a:cxn>
                <a:cxn ang="0">
                  <a:pos x="T4" y="T5"/>
                </a:cxn>
              </a:cxnLst>
              <a:rect l="0" t="0" r="r" b="b"/>
              <a:pathLst>
                <a:path w="42" h="26">
                  <a:moveTo>
                    <a:pt x="28" y="0"/>
                  </a:moveTo>
                  <a:cubicBezTo>
                    <a:pt x="42" y="4"/>
                    <a:pt x="38" y="23"/>
                    <a:pt x="23" y="26"/>
                  </a:cubicBezTo>
                  <a:cubicBezTo>
                    <a:pt x="0" y="26"/>
                    <a:pt x="8"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5" name="Freeform 128">
              <a:extLst>
                <a:ext uri="{FF2B5EF4-FFF2-40B4-BE49-F238E27FC236}">
                  <a16:creationId xmlns:a16="http://schemas.microsoft.com/office/drawing/2014/main" id="{DF5BAFBB-6EF3-4AB2-AEB6-101F5E93BD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944" y="2715183"/>
              <a:ext cx="131153" cy="78339"/>
            </a:xfrm>
            <a:custGeom>
              <a:avLst/>
              <a:gdLst>
                <a:gd name="T0" fmla="*/ 18 w 40"/>
                <a:gd name="T1" fmla="*/ 0 h 26"/>
                <a:gd name="T2" fmla="*/ 7 w 40"/>
                <a:gd name="T3" fmla="*/ 20 h 26"/>
                <a:gd name="T4" fmla="*/ 18 w 40"/>
                <a:gd name="T5" fmla="*/ 0 h 26"/>
              </a:gdLst>
              <a:ahLst/>
              <a:cxnLst>
                <a:cxn ang="0">
                  <a:pos x="T0" y="T1"/>
                </a:cxn>
                <a:cxn ang="0">
                  <a:pos x="T2" y="T3"/>
                </a:cxn>
                <a:cxn ang="0">
                  <a:pos x="T4" y="T5"/>
                </a:cxn>
              </a:cxnLst>
              <a:rect l="0" t="0" r="r" b="b"/>
              <a:pathLst>
                <a:path w="40" h="26">
                  <a:moveTo>
                    <a:pt x="18" y="0"/>
                  </a:moveTo>
                  <a:cubicBezTo>
                    <a:pt x="40" y="9"/>
                    <a:pt x="28" y="26"/>
                    <a:pt x="7" y="20"/>
                  </a:cubicBezTo>
                  <a:cubicBezTo>
                    <a:pt x="0" y="8"/>
                    <a:pt x="6" y="1"/>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6" name="Freeform 129">
              <a:extLst>
                <a:ext uri="{FF2B5EF4-FFF2-40B4-BE49-F238E27FC236}">
                  <a16:creationId xmlns:a16="http://schemas.microsoft.com/office/drawing/2014/main" id="{237BBB0E-5E66-4455-9E38-5A7A576FA9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0021" y="4655893"/>
              <a:ext cx="147990" cy="109348"/>
            </a:xfrm>
            <a:custGeom>
              <a:avLst/>
              <a:gdLst>
                <a:gd name="T0" fmla="*/ 28 w 45"/>
                <a:gd name="T1" fmla="*/ 0 h 36"/>
                <a:gd name="T2" fmla="*/ 42 w 45"/>
                <a:gd name="T3" fmla="*/ 20 h 36"/>
                <a:gd name="T4" fmla="*/ 28 w 45"/>
                <a:gd name="T5" fmla="*/ 0 h 36"/>
              </a:gdLst>
              <a:ahLst/>
              <a:cxnLst>
                <a:cxn ang="0">
                  <a:pos x="T0" y="T1"/>
                </a:cxn>
                <a:cxn ang="0">
                  <a:pos x="T2" y="T3"/>
                </a:cxn>
                <a:cxn ang="0">
                  <a:pos x="T4" y="T5"/>
                </a:cxn>
              </a:cxnLst>
              <a:rect l="0" t="0" r="r" b="b"/>
              <a:pathLst>
                <a:path w="45" h="36">
                  <a:moveTo>
                    <a:pt x="28" y="0"/>
                  </a:moveTo>
                  <a:cubicBezTo>
                    <a:pt x="34" y="1"/>
                    <a:pt x="45" y="11"/>
                    <a:pt x="42" y="20"/>
                  </a:cubicBezTo>
                  <a:cubicBezTo>
                    <a:pt x="25"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7" name="Freeform 133">
              <a:extLst>
                <a:ext uri="{FF2B5EF4-FFF2-40B4-BE49-F238E27FC236}">
                  <a16:creationId xmlns:a16="http://schemas.microsoft.com/office/drawing/2014/main" id="{F3737C72-7122-4969-90DB-9F1A2A2E76E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0849" y="4461880"/>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8" name="Freeform 136">
              <a:extLst>
                <a:ext uri="{FF2B5EF4-FFF2-40B4-BE49-F238E27FC236}">
                  <a16:creationId xmlns:a16="http://schemas.microsoft.com/office/drawing/2014/main" id="{E0471B7E-606B-4DF6-97A3-C86A230047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8988" y="5571356"/>
              <a:ext cx="127608" cy="69362"/>
            </a:xfrm>
            <a:custGeom>
              <a:avLst/>
              <a:gdLst>
                <a:gd name="T0" fmla="*/ 21 w 39"/>
                <a:gd name="T1" fmla="*/ 0 h 23"/>
                <a:gd name="T2" fmla="*/ 22 w 39"/>
                <a:gd name="T3" fmla="*/ 23 h 23"/>
                <a:gd name="T4" fmla="*/ 21 w 39"/>
                <a:gd name="T5" fmla="*/ 0 h 23"/>
              </a:gdLst>
              <a:ahLst/>
              <a:cxnLst>
                <a:cxn ang="0">
                  <a:pos x="T0" y="T1"/>
                </a:cxn>
                <a:cxn ang="0">
                  <a:pos x="T2" y="T3"/>
                </a:cxn>
                <a:cxn ang="0">
                  <a:pos x="T4" y="T5"/>
                </a:cxn>
              </a:cxnLst>
              <a:rect l="0" t="0" r="r" b="b"/>
              <a:pathLst>
                <a:path w="39" h="23">
                  <a:moveTo>
                    <a:pt x="21" y="0"/>
                  </a:moveTo>
                  <a:cubicBezTo>
                    <a:pt x="37" y="0"/>
                    <a:pt x="39" y="22"/>
                    <a:pt x="22" y="23"/>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9" name="Freeform 137">
              <a:extLst>
                <a:ext uri="{FF2B5EF4-FFF2-40B4-BE49-F238E27FC236}">
                  <a16:creationId xmlns:a16="http://schemas.microsoft.com/office/drawing/2014/main" id="{90E27B31-5A24-46EB-85BE-DC5C886BC1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3483" y="5221486"/>
              <a:ext cx="127608" cy="93843"/>
            </a:xfrm>
            <a:custGeom>
              <a:avLst/>
              <a:gdLst>
                <a:gd name="T0" fmla="*/ 23 w 39"/>
                <a:gd name="T1" fmla="*/ 0 h 31"/>
                <a:gd name="T2" fmla="*/ 17 w 39"/>
                <a:gd name="T3" fmla="*/ 26 h 31"/>
                <a:gd name="T4" fmla="*/ 23 w 39"/>
                <a:gd name="T5" fmla="*/ 0 h 31"/>
              </a:gdLst>
              <a:ahLst/>
              <a:cxnLst>
                <a:cxn ang="0">
                  <a:pos x="T0" y="T1"/>
                </a:cxn>
                <a:cxn ang="0">
                  <a:pos x="T2" y="T3"/>
                </a:cxn>
                <a:cxn ang="0">
                  <a:pos x="T4" y="T5"/>
                </a:cxn>
              </a:cxnLst>
              <a:rect l="0" t="0" r="r" b="b"/>
              <a:pathLst>
                <a:path w="39" h="31">
                  <a:moveTo>
                    <a:pt x="23" y="0"/>
                  </a:moveTo>
                  <a:cubicBezTo>
                    <a:pt x="39" y="3"/>
                    <a:pt x="39" y="31"/>
                    <a:pt x="17" y="26"/>
                  </a:cubicBezTo>
                  <a:cubicBezTo>
                    <a:pt x="0" y="6"/>
                    <a:pt x="15" y="5"/>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0" name="Freeform 138">
              <a:extLst>
                <a:ext uri="{FF2B5EF4-FFF2-40B4-BE49-F238E27FC236}">
                  <a16:creationId xmlns:a16="http://schemas.microsoft.com/office/drawing/2014/main" id="{2EDC5D7B-EB07-447D-B76E-A07A6632D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3252" y="4971400"/>
              <a:ext cx="117860" cy="79154"/>
            </a:xfrm>
            <a:custGeom>
              <a:avLst/>
              <a:gdLst>
                <a:gd name="T0" fmla="*/ 21 w 36"/>
                <a:gd name="T1" fmla="*/ 0 h 26"/>
                <a:gd name="T2" fmla="*/ 21 w 36"/>
                <a:gd name="T3" fmla="*/ 26 h 26"/>
                <a:gd name="T4" fmla="*/ 21 w 36"/>
                <a:gd name="T5" fmla="*/ 0 h 26"/>
              </a:gdLst>
              <a:ahLst/>
              <a:cxnLst>
                <a:cxn ang="0">
                  <a:pos x="T0" y="T1"/>
                </a:cxn>
                <a:cxn ang="0">
                  <a:pos x="T2" y="T3"/>
                </a:cxn>
                <a:cxn ang="0">
                  <a:pos x="T4" y="T5"/>
                </a:cxn>
              </a:cxnLst>
              <a:rect l="0" t="0" r="r" b="b"/>
              <a:pathLst>
                <a:path w="36" h="26">
                  <a:moveTo>
                    <a:pt x="21" y="0"/>
                  </a:moveTo>
                  <a:cubicBezTo>
                    <a:pt x="32" y="4"/>
                    <a:pt x="36" y="23"/>
                    <a:pt x="21" y="26"/>
                  </a:cubicBezTo>
                  <a:cubicBezTo>
                    <a:pt x="1" y="24"/>
                    <a:pt x="0" y="2"/>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1" name="Freeform 139">
              <a:extLst>
                <a:ext uri="{FF2B5EF4-FFF2-40B4-BE49-F238E27FC236}">
                  <a16:creationId xmlns:a16="http://schemas.microsoft.com/office/drawing/2014/main" id="{BC74D79F-6756-4F06-A0F5-DC43209C53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5998" y="6495514"/>
              <a:ext cx="131153" cy="87315"/>
            </a:xfrm>
            <a:custGeom>
              <a:avLst/>
              <a:gdLst>
                <a:gd name="T0" fmla="*/ 24 w 40"/>
                <a:gd name="T1" fmla="*/ 0 h 29"/>
                <a:gd name="T2" fmla="*/ 19 w 40"/>
                <a:gd name="T3" fmla="*/ 26 h 29"/>
                <a:gd name="T4" fmla="*/ 24 w 40"/>
                <a:gd name="T5" fmla="*/ 0 h 29"/>
              </a:gdLst>
              <a:ahLst/>
              <a:cxnLst>
                <a:cxn ang="0">
                  <a:pos x="T0" y="T1"/>
                </a:cxn>
                <a:cxn ang="0">
                  <a:pos x="T2" y="T3"/>
                </a:cxn>
                <a:cxn ang="0">
                  <a:pos x="T4" y="T5"/>
                </a:cxn>
              </a:cxnLst>
              <a:rect l="0" t="0" r="r" b="b"/>
              <a:pathLst>
                <a:path w="40" h="29">
                  <a:moveTo>
                    <a:pt x="24" y="0"/>
                  </a:moveTo>
                  <a:cubicBezTo>
                    <a:pt x="40" y="2"/>
                    <a:pt x="34" y="29"/>
                    <a:pt x="19" y="26"/>
                  </a:cubicBezTo>
                  <a:cubicBezTo>
                    <a:pt x="0" y="19"/>
                    <a:pt x="4"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2" name="Freeform 140">
              <a:extLst>
                <a:ext uri="{FF2B5EF4-FFF2-40B4-BE49-F238E27FC236}">
                  <a16:creationId xmlns:a16="http://schemas.microsoft.com/office/drawing/2014/main" id="{2210FDBB-A853-4414-A030-69E1F42955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7675" y="2936171"/>
              <a:ext cx="137356" cy="96290"/>
            </a:xfrm>
            <a:custGeom>
              <a:avLst/>
              <a:gdLst>
                <a:gd name="T0" fmla="*/ 25 w 42"/>
                <a:gd name="T1" fmla="*/ 0 h 32"/>
                <a:gd name="T2" fmla="*/ 4 w 42"/>
                <a:gd name="T3" fmla="*/ 18 h 32"/>
                <a:gd name="T4" fmla="*/ 25 w 42"/>
                <a:gd name="T5" fmla="*/ 0 h 32"/>
              </a:gdLst>
              <a:ahLst/>
              <a:cxnLst>
                <a:cxn ang="0">
                  <a:pos x="T0" y="T1"/>
                </a:cxn>
                <a:cxn ang="0">
                  <a:pos x="T2" y="T3"/>
                </a:cxn>
                <a:cxn ang="0">
                  <a:pos x="T4" y="T5"/>
                </a:cxn>
              </a:cxnLst>
              <a:rect l="0" t="0" r="r" b="b"/>
              <a:pathLst>
                <a:path w="42" h="32">
                  <a:moveTo>
                    <a:pt x="25" y="0"/>
                  </a:moveTo>
                  <a:cubicBezTo>
                    <a:pt x="42" y="13"/>
                    <a:pt x="15" y="32"/>
                    <a:pt x="4" y="18"/>
                  </a:cubicBezTo>
                  <a:cubicBezTo>
                    <a:pt x="0" y="5"/>
                    <a:pt x="16"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3" name="Freeform 142">
              <a:extLst>
                <a:ext uri="{FF2B5EF4-FFF2-40B4-BE49-F238E27FC236}">
                  <a16:creationId xmlns:a16="http://schemas.microsoft.com/office/drawing/2014/main" id="{9AAC29D9-EC94-4008-824A-E1F0F2187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70411" y="4701063"/>
              <a:ext cx="3545" cy="5712"/>
            </a:xfrm>
            <a:custGeom>
              <a:avLst/>
              <a:gdLst>
                <a:gd name="T0" fmla="*/ 0 w 1"/>
                <a:gd name="T1" fmla="*/ 0 h 2"/>
                <a:gd name="T2" fmla="*/ 1 w 1"/>
                <a:gd name="T3" fmla="*/ 2 h 2"/>
                <a:gd name="T4" fmla="*/ 0 w 1"/>
                <a:gd name="T5" fmla="*/ 0 h 2"/>
              </a:gdLst>
              <a:ahLst/>
              <a:cxnLst>
                <a:cxn ang="0">
                  <a:pos x="T0" y="T1"/>
                </a:cxn>
                <a:cxn ang="0">
                  <a:pos x="T2" y="T3"/>
                </a:cxn>
                <a:cxn ang="0">
                  <a:pos x="T4" y="T5"/>
                </a:cxn>
              </a:cxnLst>
              <a:rect l="0" t="0" r="r" b="b"/>
              <a:pathLst>
                <a:path w="1" h="2">
                  <a:moveTo>
                    <a:pt x="0" y="0"/>
                  </a:moveTo>
                  <a:cubicBezTo>
                    <a:pt x="1" y="1"/>
                    <a:pt x="1"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4" name="Freeform 143">
              <a:extLst>
                <a:ext uri="{FF2B5EF4-FFF2-40B4-BE49-F238E27FC236}">
                  <a16:creationId xmlns:a16="http://schemas.microsoft.com/office/drawing/2014/main" id="{8B39C842-398E-4937-A696-BFFC3860BC5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4434" y="5793277"/>
              <a:ext cx="121406" cy="78339"/>
            </a:xfrm>
            <a:custGeom>
              <a:avLst/>
              <a:gdLst>
                <a:gd name="T0" fmla="*/ 21 w 37"/>
                <a:gd name="T1" fmla="*/ 0 h 26"/>
                <a:gd name="T2" fmla="*/ 22 w 37"/>
                <a:gd name="T3" fmla="*/ 26 h 26"/>
                <a:gd name="T4" fmla="*/ 21 w 37"/>
                <a:gd name="T5" fmla="*/ 0 h 26"/>
              </a:gdLst>
              <a:ahLst/>
              <a:cxnLst>
                <a:cxn ang="0">
                  <a:pos x="T0" y="T1"/>
                </a:cxn>
                <a:cxn ang="0">
                  <a:pos x="T2" y="T3"/>
                </a:cxn>
                <a:cxn ang="0">
                  <a:pos x="T4" y="T5"/>
                </a:cxn>
              </a:cxnLst>
              <a:rect l="0" t="0" r="r" b="b"/>
              <a:pathLst>
                <a:path w="37" h="26">
                  <a:moveTo>
                    <a:pt x="21" y="0"/>
                  </a:moveTo>
                  <a:cubicBezTo>
                    <a:pt x="32" y="2"/>
                    <a:pt x="37" y="23"/>
                    <a:pt x="22" y="26"/>
                  </a:cubicBezTo>
                  <a:cubicBezTo>
                    <a:pt x="3" y="26"/>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5" name="Freeform 144">
              <a:extLst>
                <a:ext uri="{FF2B5EF4-FFF2-40B4-BE49-F238E27FC236}">
                  <a16:creationId xmlns:a16="http://schemas.microsoft.com/office/drawing/2014/main" id="{7088F78F-878E-460B-87EC-BA3BF1B546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58857" y="6023328"/>
              <a:ext cx="141786" cy="90579"/>
            </a:xfrm>
            <a:custGeom>
              <a:avLst/>
              <a:gdLst>
                <a:gd name="T0" fmla="*/ 28 w 43"/>
                <a:gd name="T1" fmla="*/ 2 h 30"/>
                <a:gd name="T2" fmla="*/ 41 w 43"/>
                <a:gd name="T3" fmla="*/ 20 h 30"/>
                <a:gd name="T4" fmla="*/ 28 w 43"/>
                <a:gd name="T5" fmla="*/ 2 h 30"/>
              </a:gdLst>
              <a:ahLst/>
              <a:cxnLst>
                <a:cxn ang="0">
                  <a:pos x="T0" y="T1"/>
                </a:cxn>
                <a:cxn ang="0">
                  <a:pos x="T2" y="T3"/>
                </a:cxn>
                <a:cxn ang="0">
                  <a:pos x="T4" y="T5"/>
                </a:cxn>
              </a:cxnLst>
              <a:rect l="0" t="0" r="r" b="b"/>
              <a:pathLst>
                <a:path w="43" h="30">
                  <a:moveTo>
                    <a:pt x="28" y="2"/>
                  </a:moveTo>
                  <a:cubicBezTo>
                    <a:pt x="36" y="0"/>
                    <a:pt x="43" y="12"/>
                    <a:pt x="41" y="20"/>
                  </a:cubicBezTo>
                  <a:cubicBezTo>
                    <a:pt x="24" y="30"/>
                    <a:pt x="0" y="14"/>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6" name="Freeform 145">
              <a:extLst>
                <a:ext uri="{FF2B5EF4-FFF2-40B4-BE49-F238E27FC236}">
                  <a16:creationId xmlns:a16="http://schemas.microsoft.com/office/drawing/2014/main" id="{63E026E2-AE0E-499A-A8FA-39274DFB05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167" y="6234992"/>
              <a:ext cx="121406" cy="66913"/>
            </a:xfrm>
            <a:custGeom>
              <a:avLst/>
              <a:gdLst>
                <a:gd name="T0" fmla="*/ 19 w 37"/>
                <a:gd name="T1" fmla="*/ 0 h 22"/>
                <a:gd name="T2" fmla="*/ 19 w 37"/>
                <a:gd name="T3" fmla="*/ 22 h 22"/>
                <a:gd name="T4" fmla="*/ 19 w 37"/>
                <a:gd name="T5" fmla="*/ 0 h 22"/>
              </a:gdLst>
              <a:ahLst/>
              <a:cxnLst>
                <a:cxn ang="0">
                  <a:pos x="T0" y="T1"/>
                </a:cxn>
                <a:cxn ang="0">
                  <a:pos x="T2" y="T3"/>
                </a:cxn>
                <a:cxn ang="0">
                  <a:pos x="T4" y="T5"/>
                </a:cxn>
              </a:cxnLst>
              <a:rect l="0" t="0" r="r" b="b"/>
              <a:pathLst>
                <a:path w="37" h="22">
                  <a:moveTo>
                    <a:pt x="19" y="0"/>
                  </a:moveTo>
                  <a:cubicBezTo>
                    <a:pt x="35" y="1"/>
                    <a:pt x="37" y="22"/>
                    <a:pt x="19" y="22"/>
                  </a:cubicBezTo>
                  <a:cubicBezTo>
                    <a:pt x="6" y="18"/>
                    <a:pt x="0" y="4"/>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7" name="Freeform 8">
              <a:extLst>
                <a:ext uri="{FF2B5EF4-FFF2-40B4-BE49-F238E27FC236}">
                  <a16:creationId xmlns:a16="http://schemas.microsoft.com/office/drawing/2014/main" id="{550BA48D-6442-47A4-95D9-5C452FF888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710" y="6737911"/>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8" name="Freeform 8">
              <a:extLst>
                <a:ext uri="{FF2B5EF4-FFF2-40B4-BE49-F238E27FC236}">
                  <a16:creationId xmlns:a16="http://schemas.microsoft.com/office/drawing/2014/main" id="{06EF15E3-76AB-4075-B334-94FD017C56E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91761" y="33497"/>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9" name="Freeform 106">
              <a:extLst>
                <a:ext uri="{FF2B5EF4-FFF2-40B4-BE49-F238E27FC236}">
                  <a16:creationId xmlns:a16="http://schemas.microsoft.com/office/drawing/2014/main" id="{9FED76EA-CA3D-4690-9FCE-768160FAB4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255063" y="13242"/>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24850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40" name="Group 239">
            <a:extLst>
              <a:ext uri="{FF2B5EF4-FFF2-40B4-BE49-F238E27FC236}">
                <a16:creationId xmlns:a16="http://schemas.microsoft.com/office/drawing/2014/main" id="{71AFD227-869A-489C-A9B5-3F0498DF3C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096450" y="13394"/>
            <a:ext cx="494218" cy="6814823"/>
            <a:chOff x="11096450" y="13394"/>
            <a:chExt cx="494218" cy="6814823"/>
          </a:xfrm>
          <a:solidFill>
            <a:schemeClr val="bg2">
              <a:lumMod val="90000"/>
            </a:schemeClr>
          </a:solidFill>
        </p:grpSpPr>
        <p:sp>
          <p:nvSpPr>
            <p:cNvPr id="241" name="Freeform 8">
              <a:extLst>
                <a:ext uri="{FF2B5EF4-FFF2-40B4-BE49-F238E27FC236}">
                  <a16:creationId xmlns:a16="http://schemas.microsoft.com/office/drawing/2014/main" id="{62704B34-199B-4964-9C78-3AB9735915A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2" name="Freeform 10">
              <a:extLst>
                <a:ext uri="{FF2B5EF4-FFF2-40B4-BE49-F238E27FC236}">
                  <a16:creationId xmlns:a16="http://schemas.microsoft.com/office/drawing/2014/main" id="{8B1E8DB8-017D-454E-849F-EE5742849F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3" name="Freeform 15">
              <a:extLst>
                <a:ext uri="{FF2B5EF4-FFF2-40B4-BE49-F238E27FC236}">
                  <a16:creationId xmlns:a16="http://schemas.microsoft.com/office/drawing/2014/main" id="{16D80E5D-5099-41C4-A80A-1B1538C382F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4" name="Freeform 18">
              <a:extLst>
                <a:ext uri="{FF2B5EF4-FFF2-40B4-BE49-F238E27FC236}">
                  <a16:creationId xmlns:a16="http://schemas.microsoft.com/office/drawing/2014/main" id="{947751E1-E2F4-467E-B547-3BD4BAB7F5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5" name="Freeform 19">
              <a:extLst>
                <a:ext uri="{FF2B5EF4-FFF2-40B4-BE49-F238E27FC236}">
                  <a16:creationId xmlns:a16="http://schemas.microsoft.com/office/drawing/2014/main" id="{55D8869B-B701-4268-9856-876345C8AE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6" name="Freeform 20">
              <a:extLst>
                <a:ext uri="{FF2B5EF4-FFF2-40B4-BE49-F238E27FC236}">
                  <a16:creationId xmlns:a16="http://schemas.microsoft.com/office/drawing/2014/main" id="{A25CA59C-849F-4CE4-A9B0-293F98DE2C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7" name="Freeform 22">
              <a:extLst>
                <a:ext uri="{FF2B5EF4-FFF2-40B4-BE49-F238E27FC236}">
                  <a16:creationId xmlns:a16="http://schemas.microsoft.com/office/drawing/2014/main" id="{FE000DB1-AAA1-4BFF-8F14-53624C2F9E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8" name="Freeform 23">
              <a:extLst>
                <a:ext uri="{FF2B5EF4-FFF2-40B4-BE49-F238E27FC236}">
                  <a16:creationId xmlns:a16="http://schemas.microsoft.com/office/drawing/2014/main" id="{5EEFBC14-7E5B-47B2-B5E3-E90991F8919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9" name="Freeform 26">
              <a:extLst>
                <a:ext uri="{FF2B5EF4-FFF2-40B4-BE49-F238E27FC236}">
                  <a16:creationId xmlns:a16="http://schemas.microsoft.com/office/drawing/2014/main" id="{00AFF6E4-A34A-4FD3-8C57-BB96114822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0" name="Freeform 27">
              <a:extLst>
                <a:ext uri="{FF2B5EF4-FFF2-40B4-BE49-F238E27FC236}">
                  <a16:creationId xmlns:a16="http://schemas.microsoft.com/office/drawing/2014/main" id="{C63A8474-C075-4441-A0B3-52286EA500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1" name="Freeform 28">
              <a:extLst>
                <a:ext uri="{FF2B5EF4-FFF2-40B4-BE49-F238E27FC236}">
                  <a16:creationId xmlns:a16="http://schemas.microsoft.com/office/drawing/2014/main" id="{35DA4698-A2ED-4512-8887-F12D3F14372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2" name="Freeform 30">
              <a:extLst>
                <a:ext uri="{FF2B5EF4-FFF2-40B4-BE49-F238E27FC236}">
                  <a16:creationId xmlns:a16="http://schemas.microsoft.com/office/drawing/2014/main" id="{3358E118-D590-4E50-B21C-6CDAA1CCAF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3" name="Freeform 43">
              <a:extLst>
                <a:ext uri="{FF2B5EF4-FFF2-40B4-BE49-F238E27FC236}">
                  <a16:creationId xmlns:a16="http://schemas.microsoft.com/office/drawing/2014/main" id="{F1EE889E-60FF-423F-ADCB-6CBEE853A04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4" name="Freeform 51">
              <a:extLst>
                <a:ext uri="{FF2B5EF4-FFF2-40B4-BE49-F238E27FC236}">
                  <a16:creationId xmlns:a16="http://schemas.microsoft.com/office/drawing/2014/main" id="{A4AA0634-0A7C-4A35-8EB7-775200F129F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5" name="Freeform 52">
              <a:extLst>
                <a:ext uri="{FF2B5EF4-FFF2-40B4-BE49-F238E27FC236}">
                  <a16:creationId xmlns:a16="http://schemas.microsoft.com/office/drawing/2014/main" id="{EBA21558-CAC3-445C-8882-5D4A0C6D2A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6" name="Freeform 53">
              <a:extLst>
                <a:ext uri="{FF2B5EF4-FFF2-40B4-BE49-F238E27FC236}">
                  <a16:creationId xmlns:a16="http://schemas.microsoft.com/office/drawing/2014/main" id="{2E9415F1-5D31-4C25-9E26-203EEF50087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7" name="Freeform 54">
              <a:extLst>
                <a:ext uri="{FF2B5EF4-FFF2-40B4-BE49-F238E27FC236}">
                  <a16:creationId xmlns:a16="http://schemas.microsoft.com/office/drawing/2014/main" id="{622FC1F6-879A-45BA-8752-08020C39CE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8" name="Freeform 55">
              <a:extLst>
                <a:ext uri="{FF2B5EF4-FFF2-40B4-BE49-F238E27FC236}">
                  <a16:creationId xmlns:a16="http://schemas.microsoft.com/office/drawing/2014/main" id="{BA09826C-58E2-48C5-9666-333326C2CA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9" name="Freeform 56">
              <a:extLst>
                <a:ext uri="{FF2B5EF4-FFF2-40B4-BE49-F238E27FC236}">
                  <a16:creationId xmlns:a16="http://schemas.microsoft.com/office/drawing/2014/main" id="{A6D3555F-4EA1-4EA7-9D08-2D75CE5192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0" name="Freeform 57">
              <a:extLst>
                <a:ext uri="{FF2B5EF4-FFF2-40B4-BE49-F238E27FC236}">
                  <a16:creationId xmlns:a16="http://schemas.microsoft.com/office/drawing/2014/main" id="{60FA20E8-EDAA-4310-B870-97807901AC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1" name="Freeform 59">
              <a:extLst>
                <a:ext uri="{FF2B5EF4-FFF2-40B4-BE49-F238E27FC236}">
                  <a16:creationId xmlns:a16="http://schemas.microsoft.com/office/drawing/2014/main" id="{F5552AA2-C2AB-4D59-B6EF-E8E5EE110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2" name="Freeform 60">
              <a:extLst>
                <a:ext uri="{FF2B5EF4-FFF2-40B4-BE49-F238E27FC236}">
                  <a16:creationId xmlns:a16="http://schemas.microsoft.com/office/drawing/2014/main" id="{0BA267D0-8F6B-4803-B948-70E29B4587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3" name="Freeform 61">
              <a:extLst>
                <a:ext uri="{FF2B5EF4-FFF2-40B4-BE49-F238E27FC236}">
                  <a16:creationId xmlns:a16="http://schemas.microsoft.com/office/drawing/2014/main" id="{86E372A3-B9F4-4FEE-8B96-D9AD879E21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4" name="Freeform 5">
              <a:extLst>
                <a:ext uri="{FF2B5EF4-FFF2-40B4-BE49-F238E27FC236}">
                  <a16:creationId xmlns:a16="http://schemas.microsoft.com/office/drawing/2014/main" id="{FF0C4564-5DA6-4224-A8B7-85CE1323DE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5" name="Freeform 6">
              <a:extLst>
                <a:ext uri="{FF2B5EF4-FFF2-40B4-BE49-F238E27FC236}">
                  <a16:creationId xmlns:a16="http://schemas.microsoft.com/office/drawing/2014/main" id="{19F31D0D-C43D-4BB0-A13C-9524B84117D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6" name="Freeform 7">
              <a:extLst>
                <a:ext uri="{FF2B5EF4-FFF2-40B4-BE49-F238E27FC236}">
                  <a16:creationId xmlns:a16="http://schemas.microsoft.com/office/drawing/2014/main" id="{6B32FB03-B0FE-4731-BE41-C59AFB49FB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7" name="Freeform 8">
              <a:extLst>
                <a:ext uri="{FF2B5EF4-FFF2-40B4-BE49-F238E27FC236}">
                  <a16:creationId xmlns:a16="http://schemas.microsoft.com/office/drawing/2014/main" id="{BDD5B6F0-1E17-4DCD-AE5F-ED8C48892FE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8" name="Freeform 9">
              <a:extLst>
                <a:ext uri="{FF2B5EF4-FFF2-40B4-BE49-F238E27FC236}">
                  <a16:creationId xmlns:a16="http://schemas.microsoft.com/office/drawing/2014/main" id="{0290BE17-E89B-4AF9-B3F6-AF4884D524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9" name="Freeform 11">
              <a:extLst>
                <a:ext uri="{FF2B5EF4-FFF2-40B4-BE49-F238E27FC236}">
                  <a16:creationId xmlns:a16="http://schemas.microsoft.com/office/drawing/2014/main" id="{85F63089-F77F-4F02-8417-AAC1847FBC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0" name="Freeform 12">
              <a:extLst>
                <a:ext uri="{FF2B5EF4-FFF2-40B4-BE49-F238E27FC236}">
                  <a16:creationId xmlns:a16="http://schemas.microsoft.com/office/drawing/2014/main" id="{7B01CD5E-570F-4CBF-9904-94F30D928C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1" name="Freeform 13">
              <a:extLst>
                <a:ext uri="{FF2B5EF4-FFF2-40B4-BE49-F238E27FC236}">
                  <a16:creationId xmlns:a16="http://schemas.microsoft.com/office/drawing/2014/main" id="{7EE6A672-2915-4B03-99A9-9364D5F152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2" name="Freeform 14">
              <a:extLst>
                <a:ext uri="{FF2B5EF4-FFF2-40B4-BE49-F238E27FC236}">
                  <a16:creationId xmlns:a16="http://schemas.microsoft.com/office/drawing/2014/main" id="{2136B643-14E1-443A-BC1C-06ADAE65C30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3" name="Freeform 16">
              <a:extLst>
                <a:ext uri="{FF2B5EF4-FFF2-40B4-BE49-F238E27FC236}">
                  <a16:creationId xmlns:a16="http://schemas.microsoft.com/office/drawing/2014/main" id="{867FA393-4F37-4E1A-870B-F96775FAB7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4" name="Freeform 17">
              <a:extLst>
                <a:ext uri="{FF2B5EF4-FFF2-40B4-BE49-F238E27FC236}">
                  <a16:creationId xmlns:a16="http://schemas.microsoft.com/office/drawing/2014/main" id="{E225A1BE-FAD2-4764-A7E4-A6DA07D057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5" name="Freeform 21">
              <a:extLst>
                <a:ext uri="{FF2B5EF4-FFF2-40B4-BE49-F238E27FC236}">
                  <a16:creationId xmlns:a16="http://schemas.microsoft.com/office/drawing/2014/main" id="{25D65388-C7E0-4C07-822A-03C5009C6D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6" name="Freeform 25">
              <a:extLst>
                <a:ext uri="{FF2B5EF4-FFF2-40B4-BE49-F238E27FC236}">
                  <a16:creationId xmlns:a16="http://schemas.microsoft.com/office/drawing/2014/main" id="{E1D79822-C494-449C-B439-F437DAD4F2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7" name="Freeform 29">
              <a:extLst>
                <a:ext uri="{FF2B5EF4-FFF2-40B4-BE49-F238E27FC236}">
                  <a16:creationId xmlns:a16="http://schemas.microsoft.com/office/drawing/2014/main" id="{CDB324E5-E8D9-40E3-BAB4-1F87E67E4F4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8" name="Freeform 31">
              <a:extLst>
                <a:ext uri="{FF2B5EF4-FFF2-40B4-BE49-F238E27FC236}">
                  <a16:creationId xmlns:a16="http://schemas.microsoft.com/office/drawing/2014/main" id="{15404AB3-12EB-462E-85A2-AF4A7E91D7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9" name="Freeform 32">
              <a:extLst>
                <a:ext uri="{FF2B5EF4-FFF2-40B4-BE49-F238E27FC236}">
                  <a16:creationId xmlns:a16="http://schemas.microsoft.com/office/drawing/2014/main" id="{228021CB-53B3-4BCC-A14C-0B6951FC97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0" name="Freeform 33">
              <a:extLst>
                <a:ext uri="{FF2B5EF4-FFF2-40B4-BE49-F238E27FC236}">
                  <a16:creationId xmlns:a16="http://schemas.microsoft.com/office/drawing/2014/main" id="{B353D0BC-00A6-4EA4-9311-9FCB88CC20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1" name="Freeform 34">
              <a:extLst>
                <a:ext uri="{FF2B5EF4-FFF2-40B4-BE49-F238E27FC236}">
                  <a16:creationId xmlns:a16="http://schemas.microsoft.com/office/drawing/2014/main" id="{0E001FD3-6EDD-47A3-9916-826E1595D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2" name="Freeform 35">
              <a:extLst>
                <a:ext uri="{FF2B5EF4-FFF2-40B4-BE49-F238E27FC236}">
                  <a16:creationId xmlns:a16="http://schemas.microsoft.com/office/drawing/2014/main" id="{FE214D5B-D151-4E09-A01E-BEAAF9C679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3" name="Freeform 36">
              <a:extLst>
                <a:ext uri="{FF2B5EF4-FFF2-40B4-BE49-F238E27FC236}">
                  <a16:creationId xmlns:a16="http://schemas.microsoft.com/office/drawing/2014/main" id="{3024EF13-0A45-49DD-B0F4-FA3A5169EF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4" name="Freeform 37">
              <a:extLst>
                <a:ext uri="{FF2B5EF4-FFF2-40B4-BE49-F238E27FC236}">
                  <a16:creationId xmlns:a16="http://schemas.microsoft.com/office/drawing/2014/main" id="{95E0BDAE-48A7-4752-A150-74DA4BAE5E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5" name="Freeform 38">
              <a:extLst>
                <a:ext uri="{FF2B5EF4-FFF2-40B4-BE49-F238E27FC236}">
                  <a16:creationId xmlns:a16="http://schemas.microsoft.com/office/drawing/2014/main" id="{DE128EDB-3179-4F47-8B37-BEDE3B82FFC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6" name="Freeform 39">
              <a:extLst>
                <a:ext uri="{FF2B5EF4-FFF2-40B4-BE49-F238E27FC236}">
                  <a16:creationId xmlns:a16="http://schemas.microsoft.com/office/drawing/2014/main" id="{E09CDD49-7B7B-42C0-A09E-6CFB3CDFF6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7" name="Freeform 40">
              <a:extLst>
                <a:ext uri="{FF2B5EF4-FFF2-40B4-BE49-F238E27FC236}">
                  <a16:creationId xmlns:a16="http://schemas.microsoft.com/office/drawing/2014/main" id="{93C5D839-4CD5-4165-9091-7D9B92CDC1D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8" name="Freeform 41">
              <a:extLst>
                <a:ext uri="{FF2B5EF4-FFF2-40B4-BE49-F238E27FC236}">
                  <a16:creationId xmlns:a16="http://schemas.microsoft.com/office/drawing/2014/main" id="{3C7F638A-BB6D-4B24-A7F9-03BF80874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9" name="Freeform 42">
              <a:extLst>
                <a:ext uri="{FF2B5EF4-FFF2-40B4-BE49-F238E27FC236}">
                  <a16:creationId xmlns:a16="http://schemas.microsoft.com/office/drawing/2014/main" id="{5B59DB64-329B-45EA-8A67-4213A886B5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0" name="Freeform 44">
              <a:extLst>
                <a:ext uri="{FF2B5EF4-FFF2-40B4-BE49-F238E27FC236}">
                  <a16:creationId xmlns:a16="http://schemas.microsoft.com/office/drawing/2014/main" id="{D8DAB003-6484-4D1D-85AE-93FA09BC5EF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1" name="Freeform 45">
              <a:extLst>
                <a:ext uri="{FF2B5EF4-FFF2-40B4-BE49-F238E27FC236}">
                  <a16:creationId xmlns:a16="http://schemas.microsoft.com/office/drawing/2014/main" id="{D49280A1-ACA8-4CD6-9012-AF12660F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2" name="Freeform 46">
              <a:extLst>
                <a:ext uri="{FF2B5EF4-FFF2-40B4-BE49-F238E27FC236}">
                  <a16:creationId xmlns:a16="http://schemas.microsoft.com/office/drawing/2014/main" id="{C03EAE8C-6089-40E5-9361-2E266A1EEB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3" name="Freeform 47">
              <a:extLst>
                <a:ext uri="{FF2B5EF4-FFF2-40B4-BE49-F238E27FC236}">
                  <a16:creationId xmlns:a16="http://schemas.microsoft.com/office/drawing/2014/main" id="{02E3A077-F087-4E14-A13E-4E9D4369B1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4" name="Freeform 48">
              <a:extLst>
                <a:ext uri="{FF2B5EF4-FFF2-40B4-BE49-F238E27FC236}">
                  <a16:creationId xmlns:a16="http://schemas.microsoft.com/office/drawing/2014/main" id="{7CE4FAAA-45E7-4C86-B59A-F284B79EFD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5" name="Freeform 49">
              <a:extLst>
                <a:ext uri="{FF2B5EF4-FFF2-40B4-BE49-F238E27FC236}">
                  <a16:creationId xmlns:a16="http://schemas.microsoft.com/office/drawing/2014/main" id="{E2689B62-CCA1-4EE5-B622-FBA5168689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6" name="Freeform 8">
              <a:extLst>
                <a:ext uri="{FF2B5EF4-FFF2-40B4-BE49-F238E27FC236}">
                  <a16:creationId xmlns:a16="http://schemas.microsoft.com/office/drawing/2014/main" id="{113638EE-3BCF-4315-A329-3C6766A389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7" name="Freeform 106">
              <a:extLst>
                <a:ext uri="{FF2B5EF4-FFF2-40B4-BE49-F238E27FC236}">
                  <a16:creationId xmlns:a16="http://schemas.microsoft.com/office/drawing/2014/main" id="{4FB36B8F-335B-40F2-83BB-C2B2689DC2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useBgFill="1">
        <p:nvSpPr>
          <p:cNvPr id="299" name="Rectangle 298">
            <a:extLst>
              <a:ext uri="{FF2B5EF4-FFF2-40B4-BE49-F238E27FC236}">
                <a16:creationId xmlns:a16="http://schemas.microsoft.com/office/drawing/2014/main" id="{95697D25-3D98-4690-9E3D-C65732E5D8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1" name="Rectangle 300">
            <a:extLst>
              <a:ext uri="{FF2B5EF4-FFF2-40B4-BE49-F238E27FC236}">
                <a16:creationId xmlns:a16="http://schemas.microsoft.com/office/drawing/2014/main" id="{56C634FA-4936-4EA7-9BFB-F34843C0F0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283"/>
            <a:ext cx="12192000" cy="186409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71C34EF6-D872-E0E7-4833-963CEF3571E1}"/>
              </a:ext>
            </a:extLst>
          </p:cNvPr>
          <p:cNvSpPr>
            <a:spLocks noGrp="1"/>
          </p:cNvSpPr>
          <p:nvPr>
            <p:ph type="title"/>
          </p:nvPr>
        </p:nvSpPr>
        <p:spPr>
          <a:xfrm>
            <a:off x="1073811" y="648757"/>
            <a:ext cx="10492667" cy="1065321"/>
          </a:xfrm>
        </p:spPr>
        <p:txBody>
          <a:bodyPr vert="horz" lIns="91440" tIns="45720" rIns="91440" bIns="45720" rtlCol="0" anchor="ctr">
            <a:normAutofit/>
          </a:bodyPr>
          <a:lstStyle/>
          <a:p>
            <a:r>
              <a:rPr lang="en-US" kern="1200">
                <a:solidFill>
                  <a:schemeClr val="tx2"/>
                </a:solidFill>
                <a:latin typeface="+mj-lt"/>
                <a:ea typeface="+mj-ea"/>
                <a:cs typeface="+mj-cs"/>
              </a:rPr>
              <a:t>Merci de votre Attention</a:t>
            </a:r>
          </a:p>
        </p:txBody>
      </p:sp>
      <p:sp>
        <p:nvSpPr>
          <p:cNvPr id="4" name="Content Placeholder 3">
            <a:extLst>
              <a:ext uri="{FF2B5EF4-FFF2-40B4-BE49-F238E27FC236}">
                <a16:creationId xmlns:a16="http://schemas.microsoft.com/office/drawing/2014/main" id="{E246D540-DAC3-0951-4621-D0FEFDB37B85}"/>
              </a:ext>
            </a:extLst>
          </p:cNvPr>
          <p:cNvSpPr>
            <a:spLocks noGrp="1"/>
          </p:cNvSpPr>
          <p:nvPr>
            <p:ph idx="1"/>
          </p:nvPr>
        </p:nvSpPr>
        <p:spPr>
          <a:xfrm>
            <a:off x="1073812" y="2371813"/>
            <a:ext cx="5490994" cy="3280174"/>
          </a:xfrm>
        </p:spPr>
        <p:txBody>
          <a:bodyPr vert="horz" lIns="91440" tIns="45720" rIns="91440" bIns="45720" rtlCol="0">
            <a:normAutofit/>
          </a:bodyPr>
          <a:lstStyle/>
          <a:p>
            <a:r>
              <a:rPr lang="en-US"/>
              <a:t>Présentées par :</a:t>
            </a:r>
          </a:p>
          <a:p>
            <a:r>
              <a:rPr lang="en-US"/>
              <a:t>Rokhaya Dème</a:t>
            </a:r>
          </a:p>
          <a:p>
            <a:r>
              <a:rPr lang="en-US"/>
              <a:t>Ndeye Mayé Diallo</a:t>
            </a:r>
          </a:p>
        </p:txBody>
      </p:sp>
      <p:pic>
        <p:nvPicPr>
          <p:cNvPr id="5" name="Picture Placeholder 5">
            <a:extLst>
              <a:ext uri="{FF2B5EF4-FFF2-40B4-BE49-F238E27FC236}">
                <a16:creationId xmlns:a16="http://schemas.microsoft.com/office/drawing/2014/main" id="{A3F28DA5-AE37-D1F6-2C81-C2C18006A0D2}"/>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p:blipFill>
        <p:spPr>
          <a:xfrm>
            <a:off x="6976945" y="2991538"/>
            <a:ext cx="4641505" cy="2239525"/>
          </a:xfrm>
          <a:prstGeom prst="rect">
            <a:avLst/>
          </a:prstGeom>
        </p:spPr>
      </p:pic>
      <p:grpSp>
        <p:nvGrpSpPr>
          <p:cNvPr id="512" name="Group 302">
            <a:extLst>
              <a:ext uri="{FF2B5EF4-FFF2-40B4-BE49-F238E27FC236}">
                <a16:creationId xmlns:a16="http://schemas.microsoft.com/office/drawing/2014/main" id="{A9A3B735-54E2-4D95-A245-5BA856818C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951" y="5916267"/>
            <a:ext cx="12062645" cy="539682"/>
            <a:chOff x="50951" y="5916267"/>
            <a:chExt cx="12062645" cy="539682"/>
          </a:xfrm>
        </p:grpSpPr>
        <p:sp>
          <p:nvSpPr>
            <p:cNvPr id="304" name="Freeform 6">
              <a:extLst>
                <a:ext uri="{FF2B5EF4-FFF2-40B4-BE49-F238E27FC236}">
                  <a16:creationId xmlns:a16="http://schemas.microsoft.com/office/drawing/2014/main" id="{0AA7D8B6-D845-468C-AEEA-041E24C002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374587" y="6001132"/>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3" name="Freeform 22">
              <a:extLst>
                <a:ext uri="{FF2B5EF4-FFF2-40B4-BE49-F238E27FC236}">
                  <a16:creationId xmlns:a16="http://schemas.microsoft.com/office/drawing/2014/main" id="{11769E07-4D97-44F0-925C-A14602491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629334" y="5964936"/>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4" name="Freeform 27">
              <a:extLst>
                <a:ext uri="{FF2B5EF4-FFF2-40B4-BE49-F238E27FC236}">
                  <a16:creationId xmlns:a16="http://schemas.microsoft.com/office/drawing/2014/main" id="{E4A2189D-5B4E-42D2-B6E0-2A2CFBDA11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459830" y="6286449"/>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5" name="Freeform 79">
              <a:extLst>
                <a:ext uri="{FF2B5EF4-FFF2-40B4-BE49-F238E27FC236}">
                  <a16:creationId xmlns:a16="http://schemas.microsoft.com/office/drawing/2014/main" id="{66FD54A5-B674-4D17-A65B-944971C786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9871" y="6206364"/>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6" name="Freeform 80">
              <a:extLst>
                <a:ext uri="{FF2B5EF4-FFF2-40B4-BE49-F238E27FC236}">
                  <a16:creationId xmlns:a16="http://schemas.microsoft.com/office/drawing/2014/main" id="{B54F4C78-F4CD-4D0F-B253-88D228F6A7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3557" y="5938924"/>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7" name="Freeform 81">
              <a:extLst>
                <a:ext uri="{FF2B5EF4-FFF2-40B4-BE49-F238E27FC236}">
                  <a16:creationId xmlns:a16="http://schemas.microsoft.com/office/drawing/2014/main" id="{FFFF9C25-70A8-42C2-A7DE-574D066DF5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64487" y="5925243"/>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8" name="Freeform 82">
              <a:extLst>
                <a:ext uri="{FF2B5EF4-FFF2-40B4-BE49-F238E27FC236}">
                  <a16:creationId xmlns:a16="http://schemas.microsoft.com/office/drawing/2014/main" id="{E98277E5-59FD-41F1-82B6-91AE3F11CC7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337629" y="5934219"/>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9" name="Freeform 83">
              <a:extLst>
                <a:ext uri="{FF2B5EF4-FFF2-40B4-BE49-F238E27FC236}">
                  <a16:creationId xmlns:a16="http://schemas.microsoft.com/office/drawing/2014/main" id="{14EBCE55-C6D3-4D3C-9F20-C4BD18A1CB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5577" y="5916267"/>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0" name="Freeform 89">
              <a:extLst>
                <a:ext uri="{FF2B5EF4-FFF2-40B4-BE49-F238E27FC236}">
                  <a16:creationId xmlns:a16="http://schemas.microsoft.com/office/drawing/2014/main" id="{5D5866ED-D858-4C92-BA1D-48FAF78338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52839" y="5933571"/>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1" name="Freeform 90">
              <a:extLst>
                <a:ext uri="{FF2B5EF4-FFF2-40B4-BE49-F238E27FC236}">
                  <a16:creationId xmlns:a16="http://schemas.microsoft.com/office/drawing/2014/main" id="{E87100F3-948D-4243-84CB-29EF2A39BE9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466124" y="6001132"/>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2" name="Freeform 105">
              <a:extLst>
                <a:ext uri="{FF2B5EF4-FFF2-40B4-BE49-F238E27FC236}">
                  <a16:creationId xmlns:a16="http://schemas.microsoft.com/office/drawing/2014/main" id="{D6649540-9040-4EEE-A0C4-572615E2A8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97089" y="6176579"/>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3" name="Freeform 107">
              <a:extLst>
                <a:ext uri="{FF2B5EF4-FFF2-40B4-BE49-F238E27FC236}">
                  <a16:creationId xmlns:a16="http://schemas.microsoft.com/office/drawing/2014/main" id="{3A896369-1B66-4309-8586-65CA1CD103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571801" y="6200243"/>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4" name="Freeform 108">
              <a:extLst>
                <a:ext uri="{FF2B5EF4-FFF2-40B4-BE49-F238E27FC236}">
                  <a16:creationId xmlns:a16="http://schemas.microsoft.com/office/drawing/2014/main" id="{496CEF3A-A9D0-4437-A1DB-411327542F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3527" y="6200243"/>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5" name="Freeform 109">
              <a:extLst>
                <a:ext uri="{FF2B5EF4-FFF2-40B4-BE49-F238E27FC236}">
                  <a16:creationId xmlns:a16="http://schemas.microsoft.com/office/drawing/2014/main" id="{34CCF3A1-3274-4DB2-B7EF-219D0A5C87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4654" y="6203509"/>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6" name="Freeform 111">
              <a:extLst>
                <a:ext uri="{FF2B5EF4-FFF2-40B4-BE49-F238E27FC236}">
                  <a16:creationId xmlns:a16="http://schemas.microsoft.com/office/drawing/2014/main" id="{9A605FE2-6A58-494D-927A-B82AEC89159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45893" y="6215749"/>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7" name="Freeform 112">
              <a:extLst>
                <a:ext uri="{FF2B5EF4-FFF2-40B4-BE49-F238E27FC236}">
                  <a16:creationId xmlns:a16="http://schemas.microsoft.com/office/drawing/2014/main" id="{E1B36634-086A-4A82-8CAF-8110ECE649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5065" y="5966194"/>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8" name="Freeform 122">
              <a:extLst>
                <a:ext uri="{FF2B5EF4-FFF2-40B4-BE49-F238E27FC236}">
                  <a16:creationId xmlns:a16="http://schemas.microsoft.com/office/drawing/2014/main" id="{543B9DA6-0A96-4903-B621-24074403638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205488" y="6316001"/>
              <a:ext cx="127608" cy="81603"/>
            </a:xfrm>
            <a:custGeom>
              <a:avLst/>
              <a:gdLst>
                <a:gd name="T0" fmla="*/ 24 w 39"/>
                <a:gd name="T1" fmla="*/ 0 h 27"/>
                <a:gd name="T2" fmla="*/ 20 w 39"/>
                <a:gd name="T3" fmla="*/ 26 h 27"/>
                <a:gd name="T4" fmla="*/ 24 w 39"/>
                <a:gd name="T5" fmla="*/ 0 h 27"/>
              </a:gdLst>
              <a:ahLst/>
              <a:cxnLst>
                <a:cxn ang="0">
                  <a:pos x="T0" y="T1"/>
                </a:cxn>
                <a:cxn ang="0">
                  <a:pos x="T2" y="T3"/>
                </a:cxn>
                <a:cxn ang="0">
                  <a:pos x="T4" y="T5"/>
                </a:cxn>
              </a:cxnLst>
              <a:rect l="0" t="0" r="r" b="b"/>
              <a:pathLst>
                <a:path w="39" h="27">
                  <a:moveTo>
                    <a:pt x="24" y="0"/>
                  </a:moveTo>
                  <a:cubicBezTo>
                    <a:pt x="39" y="3"/>
                    <a:pt x="36" y="27"/>
                    <a:pt x="20" y="26"/>
                  </a:cubicBezTo>
                  <a:cubicBezTo>
                    <a:pt x="0" y="19"/>
                    <a:pt x="4"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9" name="Freeform 62">
              <a:extLst>
                <a:ext uri="{FF2B5EF4-FFF2-40B4-BE49-F238E27FC236}">
                  <a16:creationId xmlns:a16="http://schemas.microsoft.com/office/drawing/2014/main" id="{42763548-E8B0-4544-84B5-7B889ED774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299497" y="5951064"/>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0" name="Freeform 63">
              <a:extLst>
                <a:ext uri="{FF2B5EF4-FFF2-40B4-BE49-F238E27FC236}">
                  <a16:creationId xmlns:a16="http://schemas.microsoft.com/office/drawing/2014/main" id="{1A45674C-6A86-4F7E-AE7E-6E5B851EAA4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10552" y="5972713"/>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1" name="Freeform 64">
              <a:extLst>
                <a:ext uri="{FF2B5EF4-FFF2-40B4-BE49-F238E27FC236}">
                  <a16:creationId xmlns:a16="http://schemas.microsoft.com/office/drawing/2014/main" id="{242E34B3-4E6E-4B6D-BBF4-4ECFB6D2EE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50483" y="5965753"/>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2" name="Freeform 65">
              <a:extLst>
                <a:ext uri="{FF2B5EF4-FFF2-40B4-BE49-F238E27FC236}">
                  <a16:creationId xmlns:a16="http://schemas.microsoft.com/office/drawing/2014/main" id="{8F84DCA9-8C6F-4F39-8103-2B8FA8EE39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191864" y="5983705"/>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3" name="Freeform 66">
              <a:extLst>
                <a:ext uri="{FF2B5EF4-FFF2-40B4-BE49-F238E27FC236}">
                  <a16:creationId xmlns:a16="http://schemas.microsoft.com/office/drawing/2014/main" id="{54980C00-FBE5-4175-B3B9-6087A03AE2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49748" y="5974729"/>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4" name="Freeform 67">
              <a:extLst>
                <a:ext uri="{FF2B5EF4-FFF2-40B4-BE49-F238E27FC236}">
                  <a16:creationId xmlns:a16="http://schemas.microsoft.com/office/drawing/2014/main" id="{056A1AA1-39CA-4F27-90E5-6C61700B80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955742" y="5977993"/>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5" name="Freeform 68">
              <a:extLst>
                <a:ext uri="{FF2B5EF4-FFF2-40B4-BE49-F238E27FC236}">
                  <a16:creationId xmlns:a16="http://schemas.microsoft.com/office/drawing/2014/main" id="{FBAB5483-5590-4051-98D4-6AE210CF25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37125" y="5969016"/>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6" name="Freeform 69">
              <a:extLst>
                <a:ext uri="{FF2B5EF4-FFF2-40B4-BE49-F238E27FC236}">
                  <a16:creationId xmlns:a16="http://schemas.microsoft.com/office/drawing/2014/main" id="{66DCC39E-7F5C-4041-BDE1-D661699B57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25347" y="5981258"/>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7" name="Freeform 70">
              <a:extLst>
                <a:ext uri="{FF2B5EF4-FFF2-40B4-BE49-F238E27FC236}">
                  <a16:creationId xmlns:a16="http://schemas.microsoft.com/office/drawing/2014/main" id="{FAD30A9E-4601-4025-9567-23015EF0F6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605784" y="6041644"/>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8" name="Freeform 71">
              <a:extLst>
                <a:ext uri="{FF2B5EF4-FFF2-40B4-BE49-F238E27FC236}">
                  <a16:creationId xmlns:a16="http://schemas.microsoft.com/office/drawing/2014/main" id="{BD8A0A08-4CB0-45A8-A312-F69FED6A4D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500734" y="5986969"/>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9" name="Freeform 72">
              <a:extLst>
                <a:ext uri="{FF2B5EF4-FFF2-40B4-BE49-F238E27FC236}">
                  <a16:creationId xmlns:a16="http://schemas.microsoft.com/office/drawing/2014/main" id="{D56B6120-B694-4D67-AE19-BFD713EAE8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273875" y="5990232"/>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0" name="Freeform 73">
              <a:extLst>
                <a:ext uri="{FF2B5EF4-FFF2-40B4-BE49-F238E27FC236}">
                  <a16:creationId xmlns:a16="http://schemas.microsoft.com/office/drawing/2014/main" id="{5FC2F0B0-76D3-4103-A460-73572B5DC9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775850" y="5993497"/>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1" name="Freeform 74">
              <a:extLst>
                <a:ext uri="{FF2B5EF4-FFF2-40B4-BE49-F238E27FC236}">
                  <a16:creationId xmlns:a16="http://schemas.microsoft.com/office/drawing/2014/main" id="{9F31AF69-9EF8-4598-AC0D-40824CAEDE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66519" y="5999210"/>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2" name="Freeform 75">
              <a:extLst>
                <a:ext uri="{FF2B5EF4-FFF2-40B4-BE49-F238E27FC236}">
                  <a16:creationId xmlns:a16="http://schemas.microsoft.com/office/drawing/2014/main" id="{BABFA31C-08A2-4A84-BC24-576200410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4129" y="5929847"/>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3" name="Freeform 77">
              <a:extLst>
                <a:ext uri="{FF2B5EF4-FFF2-40B4-BE49-F238E27FC236}">
                  <a16:creationId xmlns:a16="http://schemas.microsoft.com/office/drawing/2014/main" id="{2E14A454-CFDC-469D-AAC8-0AECD34369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955260" y="601471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4" name="Freeform 85">
              <a:extLst>
                <a:ext uri="{FF2B5EF4-FFF2-40B4-BE49-F238E27FC236}">
                  <a16:creationId xmlns:a16="http://schemas.microsoft.com/office/drawing/2014/main" id="{4F28944F-2222-438F-B8BF-289400FA48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806059" y="6029402"/>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5" name="Freeform 87">
              <a:extLst>
                <a:ext uri="{FF2B5EF4-FFF2-40B4-BE49-F238E27FC236}">
                  <a16:creationId xmlns:a16="http://schemas.microsoft.com/office/drawing/2014/main" id="{10583A59-F6FC-4383-951E-4DEA803E3B1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022284" y="6041642"/>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6" name="Freeform 88">
              <a:extLst>
                <a:ext uri="{FF2B5EF4-FFF2-40B4-BE49-F238E27FC236}">
                  <a16:creationId xmlns:a16="http://schemas.microsoft.com/office/drawing/2014/main" id="{01E36E36-80DB-4588-B48C-C10A2CC640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90921" y="6047354"/>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7" name="Freeform 91">
              <a:extLst>
                <a:ext uri="{FF2B5EF4-FFF2-40B4-BE49-F238E27FC236}">
                  <a16:creationId xmlns:a16="http://schemas.microsoft.com/office/drawing/2014/main" id="{82340FC1-013D-48B7-B3F7-917F649FA1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084593" y="6214548"/>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8" name="Freeform 92">
              <a:extLst>
                <a:ext uri="{FF2B5EF4-FFF2-40B4-BE49-F238E27FC236}">
                  <a16:creationId xmlns:a16="http://schemas.microsoft.com/office/drawing/2014/main" id="{2A4816D6-34F0-433A-9ACB-C1D2A52C007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788834" y="6222800"/>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9" name="Freeform 93">
              <a:extLst>
                <a:ext uri="{FF2B5EF4-FFF2-40B4-BE49-F238E27FC236}">
                  <a16:creationId xmlns:a16="http://schemas.microsoft.com/office/drawing/2014/main" id="{67942CD3-43C9-4530-9C50-47E288DB54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600129" y="6222800"/>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0" name="Freeform 94">
              <a:extLst>
                <a:ext uri="{FF2B5EF4-FFF2-40B4-BE49-F238E27FC236}">
                  <a16:creationId xmlns:a16="http://schemas.microsoft.com/office/drawing/2014/main" id="{11861164-AD4A-41ED-AF99-4972D60EAB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688824" y="6250545"/>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1" name="Freeform 95">
              <a:extLst>
                <a:ext uri="{FF2B5EF4-FFF2-40B4-BE49-F238E27FC236}">
                  <a16:creationId xmlns:a16="http://schemas.microsoft.com/office/drawing/2014/main" id="{E2B208F9-EDC1-4C32-9D59-30C273C08E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338524" y="6245648"/>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2" name="Freeform 96">
              <a:extLst>
                <a:ext uri="{FF2B5EF4-FFF2-40B4-BE49-F238E27FC236}">
                  <a16:creationId xmlns:a16="http://schemas.microsoft.com/office/drawing/2014/main" id="{7A7C7DA6-7A32-4CCE-AB8E-59036A6C50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895222" y="6259521"/>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3" name="Freeform 97">
              <a:extLst>
                <a:ext uri="{FF2B5EF4-FFF2-40B4-BE49-F238E27FC236}">
                  <a16:creationId xmlns:a16="http://schemas.microsoft.com/office/drawing/2014/main" id="{510879FA-373B-43C3-9332-BBE87A6FC6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088890" y="6261969"/>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4" name="Freeform 98">
              <a:extLst>
                <a:ext uri="{FF2B5EF4-FFF2-40B4-BE49-F238E27FC236}">
                  <a16:creationId xmlns:a16="http://schemas.microsoft.com/office/drawing/2014/main" id="{66AFA0BE-4521-4076-A5AD-FC70317490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570482" y="6261969"/>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5" name="Freeform 99">
              <a:extLst>
                <a:ext uri="{FF2B5EF4-FFF2-40B4-BE49-F238E27FC236}">
                  <a16:creationId xmlns:a16="http://schemas.microsoft.com/office/drawing/2014/main" id="{0598DD74-9791-420B-B5ED-355B654B17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839874" y="6260744"/>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6" name="Freeform 100">
              <a:extLst>
                <a:ext uri="{FF2B5EF4-FFF2-40B4-BE49-F238E27FC236}">
                  <a16:creationId xmlns:a16="http://schemas.microsoft.com/office/drawing/2014/main" id="{038F7AA7-B635-4496-AD3E-A234340BD6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216015" y="6261968"/>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7" name="Freeform 101">
              <a:extLst>
                <a:ext uri="{FF2B5EF4-FFF2-40B4-BE49-F238E27FC236}">
                  <a16:creationId xmlns:a16="http://schemas.microsoft.com/office/drawing/2014/main" id="{5E017948-9D66-4417-8B88-4BD1532ACF9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413228" y="6268498"/>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8" name="Freeform 102">
              <a:extLst>
                <a:ext uri="{FF2B5EF4-FFF2-40B4-BE49-F238E27FC236}">
                  <a16:creationId xmlns:a16="http://schemas.microsoft.com/office/drawing/2014/main" id="{AB333295-A36E-46DB-82A5-E78E0498D4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91006" y="6271761"/>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9" name="Freeform 103">
              <a:extLst>
                <a:ext uri="{FF2B5EF4-FFF2-40B4-BE49-F238E27FC236}">
                  <a16:creationId xmlns:a16="http://schemas.microsoft.com/office/drawing/2014/main" id="{D10C99A3-BB78-4269-87D4-8287B836376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253313" y="627747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0" name="Freeform 104">
              <a:extLst>
                <a:ext uri="{FF2B5EF4-FFF2-40B4-BE49-F238E27FC236}">
                  <a16:creationId xmlns:a16="http://schemas.microsoft.com/office/drawing/2014/main" id="{856A8AAC-D0EA-4685-9283-E8A01ED70B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802579" y="6277473"/>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1" name="Freeform 113">
              <a:extLst>
                <a:ext uri="{FF2B5EF4-FFF2-40B4-BE49-F238E27FC236}">
                  <a16:creationId xmlns:a16="http://schemas.microsoft.com/office/drawing/2014/main" id="{EE545004-D464-4D04-B11F-47590904294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190800" y="6323170"/>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2" name="Freeform 114">
              <a:extLst>
                <a:ext uri="{FF2B5EF4-FFF2-40B4-BE49-F238E27FC236}">
                  <a16:creationId xmlns:a16="http://schemas.microsoft.com/office/drawing/2014/main" id="{50289B97-B071-455F-8540-982742C43E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2957254" y="6323170"/>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3" name="Freeform 115">
              <a:extLst>
                <a:ext uri="{FF2B5EF4-FFF2-40B4-BE49-F238E27FC236}">
                  <a16:creationId xmlns:a16="http://schemas.microsoft.com/office/drawing/2014/main" id="{CEF2EFFE-7947-4C37-8ABD-398F392C07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3620108" y="6328883"/>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4" name="Freeform 117">
              <a:extLst>
                <a:ext uri="{FF2B5EF4-FFF2-40B4-BE49-F238E27FC236}">
                  <a16:creationId xmlns:a16="http://schemas.microsoft.com/office/drawing/2014/main" id="{E8391CC5-D4B9-4E26-ABCD-D6C4BC235F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315345" y="6341124"/>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5" name="Freeform 118">
              <a:extLst>
                <a:ext uri="{FF2B5EF4-FFF2-40B4-BE49-F238E27FC236}">
                  <a16:creationId xmlns:a16="http://schemas.microsoft.com/office/drawing/2014/main" id="{71A5B932-E608-49E3-8ED1-4DBAAE919F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905534" y="6277473"/>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6" name="Freeform 119">
              <a:extLst>
                <a:ext uri="{FF2B5EF4-FFF2-40B4-BE49-F238E27FC236}">
                  <a16:creationId xmlns:a16="http://schemas.microsoft.com/office/drawing/2014/main" id="{EAA3BF46-C387-4232-844F-B2D45C1D29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610731" y="6246640"/>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7" name="Freeform 100">
              <a:extLst>
                <a:ext uri="{FF2B5EF4-FFF2-40B4-BE49-F238E27FC236}">
                  <a16:creationId xmlns:a16="http://schemas.microsoft.com/office/drawing/2014/main" id="{AB415331-61BA-49F4-9FFD-39B62848195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767614" y="6261967"/>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8" name="Freeform 79">
              <a:extLst>
                <a:ext uri="{FF2B5EF4-FFF2-40B4-BE49-F238E27FC236}">
                  <a16:creationId xmlns:a16="http://schemas.microsoft.com/office/drawing/2014/main" id="{8FF6D6DA-64DD-4D39-931B-9B97E01A33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6976945" y="6278756"/>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9" name="Freeform 80">
              <a:extLst>
                <a:ext uri="{FF2B5EF4-FFF2-40B4-BE49-F238E27FC236}">
                  <a16:creationId xmlns:a16="http://schemas.microsoft.com/office/drawing/2014/main" id="{2CEBA427-3E6A-48B0-9040-931C62AAC3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270631" y="6011316"/>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0" name="Freeform 81">
              <a:extLst>
                <a:ext uri="{FF2B5EF4-FFF2-40B4-BE49-F238E27FC236}">
                  <a16:creationId xmlns:a16="http://schemas.microsoft.com/office/drawing/2014/main" id="{65D81449-8208-4635-9339-4C8FE89BB6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361561" y="5997635"/>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1" name="Freeform 82">
              <a:extLst>
                <a:ext uri="{FF2B5EF4-FFF2-40B4-BE49-F238E27FC236}">
                  <a16:creationId xmlns:a16="http://schemas.microsoft.com/office/drawing/2014/main" id="{954A6F89-BF29-464D-9561-97822F0997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134703" y="6006611"/>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2" name="Freeform 83">
              <a:extLst>
                <a:ext uri="{FF2B5EF4-FFF2-40B4-BE49-F238E27FC236}">
                  <a16:creationId xmlns:a16="http://schemas.microsoft.com/office/drawing/2014/main" id="{67C81528-252F-43EA-BAC6-ED0A11863B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862651" y="5988659"/>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5" name="Freeform 89">
              <a:extLst>
                <a:ext uri="{FF2B5EF4-FFF2-40B4-BE49-F238E27FC236}">
                  <a16:creationId xmlns:a16="http://schemas.microsoft.com/office/drawing/2014/main" id="{D4AAA683-AC21-4857-A7D8-552A3DC9BA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549913" y="6005963"/>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6" name="Freeform 90">
              <a:extLst>
                <a:ext uri="{FF2B5EF4-FFF2-40B4-BE49-F238E27FC236}">
                  <a16:creationId xmlns:a16="http://schemas.microsoft.com/office/drawing/2014/main" id="{BFD93668-5C98-45C9-BA73-EBDE215100B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263198" y="6073524"/>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7" name="Freeform 105">
              <a:extLst>
                <a:ext uri="{FF2B5EF4-FFF2-40B4-BE49-F238E27FC236}">
                  <a16:creationId xmlns:a16="http://schemas.microsoft.com/office/drawing/2014/main" id="{76866F09-A7B0-420E-A8F1-CC0C5CC240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094163" y="6248971"/>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8" name="Freeform 107">
              <a:extLst>
                <a:ext uri="{FF2B5EF4-FFF2-40B4-BE49-F238E27FC236}">
                  <a16:creationId xmlns:a16="http://schemas.microsoft.com/office/drawing/2014/main" id="{9D2D6D19-1C81-46DC-B49C-E7AA081792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368875" y="6272635"/>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9" name="Freeform 108">
              <a:extLst>
                <a:ext uri="{FF2B5EF4-FFF2-40B4-BE49-F238E27FC236}">
                  <a16:creationId xmlns:a16="http://schemas.microsoft.com/office/drawing/2014/main" id="{4AF7B011-7C75-48AD-BBBF-4FE1834A6E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300601" y="6272635"/>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0" name="Freeform 109">
              <a:extLst>
                <a:ext uri="{FF2B5EF4-FFF2-40B4-BE49-F238E27FC236}">
                  <a16:creationId xmlns:a16="http://schemas.microsoft.com/office/drawing/2014/main" id="{305124B5-EFC4-4F14-9182-23A3280AE58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801728" y="6275901"/>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1" name="Freeform 111">
              <a:extLst>
                <a:ext uri="{FF2B5EF4-FFF2-40B4-BE49-F238E27FC236}">
                  <a16:creationId xmlns:a16="http://schemas.microsoft.com/office/drawing/2014/main" id="{45166B1B-FC43-48DA-A810-13BADEF816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542967" y="6288141"/>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2" name="Freeform 112">
              <a:extLst>
                <a:ext uri="{FF2B5EF4-FFF2-40B4-BE49-F238E27FC236}">
                  <a16:creationId xmlns:a16="http://schemas.microsoft.com/office/drawing/2014/main" id="{15846AE5-CF5B-452A-BDBB-ABC69690D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7025342" y="5993148"/>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3" name="Freeform 62">
              <a:extLst>
                <a:ext uri="{FF2B5EF4-FFF2-40B4-BE49-F238E27FC236}">
                  <a16:creationId xmlns:a16="http://schemas.microsoft.com/office/drawing/2014/main" id="{3DB2496D-CE28-4700-AA6B-FA4E60A944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096571" y="6023456"/>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4" name="Freeform 63">
              <a:extLst>
                <a:ext uri="{FF2B5EF4-FFF2-40B4-BE49-F238E27FC236}">
                  <a16:creationId xmlns:a16="http://schemas.microsoft.com/office/drawing/2014/main" id="{561D8232-C449-46E2-BB87-922BD4DAE84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307626" y="6045105"/>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5" name="Freeform 64">
              <a:extLst>
                <a:ext uri="{FF2B5EF4-FFF2-40B4-BE49-F238E27FC236}">
                  <a16:creationId xmlns:a16="http://schemas.microsoft.com/office/drawing/2014/main" id="{C0352A08-1998-4E8B-9E16-ABE077AF063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47557" y="6038145"/>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6" name="Freeform 65">
              <a:extLst>
                <a:ext uri="{FF2B5EF4-FFF2-40B4-BE49-F238E27FC236}">
                  <a16:creationId xmlns:a16="http://schemas.microsoft.com/office/drawing/2014/main" id="{9FD7260F-CF29-4931-A348-235EFAFB65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88938" y="6056097"/>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7" name="Freeform 66">
              <a:extLst>
                <a:ext uri="{FF2B5EF4-FFF2-40B4-BE49-F238E27FC236}">
                  <a16:creationId xmlns:a16="http://schemas.microsoft.com/office/drawing/2014/main" id="{CCF55F8B-03C0-4AA3-B4A7-2F6C21D344C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546822" y="6047121"/>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8" name="Freeform 67">
              <a:extLst>
                <a:ext uri="{FF2B5EF4-FFF2-40B4-BE49-F238E27FC236}">
                  <a16:creationId xmlns:a16="http://schemas.microsoft.com/office/drawing/2014/main" id="{2157B0E0-DFE1-40C8-93E2-25059E01067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752816" y="6050385"/>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9" name="Freeform 68">
              <a:extLst>
                <a:ext uri="{FF2B5EF4-FFF2-40B4-BE49-F238E27FC236}">
                  <a16:creationId xmlns:a16="http://schemas.microsoft.com/office/drawing/2014/main" id="{90A4BF9D-CDDE-435D-BB05-D240632FED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434199" y="6041408"/>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0" name="Freeform 69">
              <a:extLst>
                <a:ext uri="{FF2B5EF4-FFF2-40B4-BE49-F238E27FC236}">
                  <a16:creationId xmlns:a16="http://schemas.microsoft.com/office/drawing/2014/main" id="{9BDEA0B2-531B-48B0-AB13-4B345156834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822421" y="6053650"/>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1" name="Freeform 71">
              <a:extLst>
                <a:ext uri="{FF2B5EF4-FFF2-40B4-BE49-F238E27FC236}">
                  <a16:creationId xmlns:a16="http://schemas.microsoft.com/office/drawing/2014/main" id="{A8BFB17A-EAE6-4C93-885B-6299466A296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297808" y="6059361"/>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2" name="Freeform 72">
              <a:extLst>
                <a:ext uri="{FF2B5EF4-FFF2-40B4-BE49-F238E27FC236}">
                  <a16:creationId xmlns:a16="http://schemas.microsoft.com/office/drawing/2014/main" id="{07A67F34-97BE-480B-A85B-DEAEEB45BB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070949" y="6062624"/>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3" name="Freeform 73">
              <a:extLst>
                <a:ext uri="{FF2B5EF4-FFF2-40B4-BE49-F238E27FC236}">
                  <a16:creationId xmlns:a16="http://schemas.microsoft.com/office/drawing/2014/main" id="{6C4408FA-D405-4819-A9B5-7E4137AEB9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572924" y="6065889"/>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4" name="Freeform 74">
              <a:extLst>
                <a:ext uri="{FF2B5EF4-FFF2-40B4-BE49-F238E27FC236}">
                  <a16:creationId xmlns:a16="http://schemas.microsoft.com/office/drawing/2014/main" id="{83277647-FA05-4345-8145-D5ED7903A2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50951" y="5947800"/>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5" name="Freeform 75">
              <a:extLst>
                <a:ext uri="{FF2B5EF4-FFF2-40B4-BE49-F238E27FC236}">
                  <a16:creationId xmlns:a16="http://schemas.microsoft.com/office/drawing/2014/main" id="{4386FD15-4921-4493-A215-FEA31801B33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601203" y="6002239"/>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6" name="Freeform 77">
              <a:extLst>
                <a:ext uri="{FF2B5EF4-FFF2-40B4-BE49-F238E27FC236}">
                  <a16:creationId xmlns:a16="http://schemas.microsoft.com/office/drawing/2014/main" id="{625D89BA-3D96-4949-8D68-AD594D32292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752334" y="6087105"/>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7" name="Freeform 88">
              <a:extLst>
                <a:ext uri="{FF2B5EF4-FFF2-40B4-BE49-F238E27FC236}">
                  <a16:creationId xmlns:a16="http://schemas.microsoft.com/office/drawing/2014/main" id="{58041442-9F1D-4E5E-A088-6727B2CF8D0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887995" y="6119746"/>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8" name="Freeform 91">
              <a:extLst>
                <a:ext uri="{FF2B5EF4-FFF2-40B4-BE49-F238E27FC236}">
                  <a16:creationId xmlns:a16="http://schemas.microsoft.com/office/drawing/2014/main" id="{E732CC8A-1A71-462B-8562-DA75D35B5D7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881667" y="6286940"/>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9" name="Freeform 92">
              <a:extLst>
                <a:ext uri="{FF2B5EF4-FFF2-40B4-BE49-F238E27FC236}">
                  <a16:creationId xmlns:a16="http://schemas.microsoft.com/office/drawing/2014/main" id="{603E6FD8-AE4D-479C-92F3-A08E54E461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85908" y="6295192"/>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0" name="Freeform 93">
              <a:extLst>
                <a:ext uri="{FF2B5EF4-FFF2-40B4-BE49-F238E27FC236}">
                  <a16:creationId xmlns:a16="http://schemas.microsoft.com/office/drawing/2014/main" id="{61C5ED2E-B41D-4C39-88BE-D67806E6B87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397203" y="6295192"/>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1" name="Freeform 94">
              <a:extLst>
                <a:ext uri="{FF2B5EF4-FFF2-40B4-BE49-F238E27FC236}">
                  <a16:creationId xmlns:a16="http://schemas.microsoft.com/office/drawing/2014/main" id="{474F444C-C4D9-489A-B836-F83ED8070D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485898" y="6322937"/>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2" name="Freeform 95">
              <a:extLst>
                <a:ext uri="{FF2B5EF4-FFF2-40B4-BE49-F238E27FC236}">
                  <a16:creationId xmlns:a16="http://schemas.microsoft.com/office/drawing/2014/main" id="{FF589F3A-B301-484D-B5EF-D9E96DE835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35598" y="6318040"/>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3" name="Freeform 96">
              <a:extLst>
                <a:ext uri="{FF2B5EF4-FFF2-40B4-BE49-F238E27FC236}">
                  <a16:creationId xmlns:a16="http://schemas.microsoft.com/office/drawing/2014/main" id="{97E0AEB5-AD04-4BE2-924F-FA1BB8BD618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692296" y="6331913"/>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4" name="Freeform 97">
              <a:extLst>
                <a:ext uri="{FF2B5EF4-FFF2-40B4-BE49-F238E27FC236}">
                  <a16:creationId xmlns:a16="http://schemas.microsoft.com/office/drawing/2014/main" id="{CE0B2D17-C3F7-4A41-BA4C-1FC311B9DCD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885964" y="6334361"/>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5" name="Freeform 98">
              <a:extLst>
                <a:ext uri="{FF2B5EF4-FFF2-40B4-BE49-F238E27FC236}">
                  <a16:creationId xmlns:a16="http://schemas.microsoft.com/office/drawing/2014/main" id="{F15034BD-6C17-469B-85AF-148EA0F74F1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367556" y="6334361"/>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6" name="Freeform 99">
              <a:extLst>
                <a:ext uri="{FF2B5EF4-FFF2-40B4-BE49-F238E27FC236}">
                  <a16:creationId xmlns:a16="http://schemas.microsoft.com/office/drawing/2014/main" id="{7B6742E3-DB37-4077-8690-AC1A02780B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684758" y="6333136"/>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7" name="Freeform 100">
              <a:extLst>
                <a:ext uri="{FF2B5EF4-FFF2-40B4-BE49-F238E27FC236}">
                  <a16:creationId xmlns:a16="http://schemas.microsoft.com/office/drawing/2014/main" id="{745F2439-5B8E-4E05-866E-896C0F5BE7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013089" y="6334360"/>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8" name="Freeform 101">
              <a:extLst>
                <a:ext uri="{FF2B5EF4-FFF2-40B4-BE49-F238E27FC236}">
                  <a16:creationId xmlns:a16="http://schemas.microsoft.com/office/drawing/2014/main" id="{4CD231E8-DFF5-4403-AFD6-EDB105AF23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168469" y="6340890"/>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9" name="Freeform 102">
              <a:extLst>
                <a:ext uri="{FF2B5EF4-FFF2-40B4-BE49-F238E27FC236}">
                  <a16:creationId xmlns:a16="http://schemas.microsoft.com/office/drawing/2014/main" id="{186F08A0-4B07-4ED4-AA2E-F53E61E777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788080" y="6344153"/>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0" name="Freeform 103">
              <a:extLst>
                <a:ext uri="{FF2B5EF4-FFF2-40B4-BE49-F238E27FC236}">
                  <a16:creationId xmlns:a16="http://schemas.microsoft.com/office/drawing/2014/main" id="{143F4736-A980-42E1-B7AA-4154BD0FA9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1972695" y="6302055"/>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1" name="Freeform 104">
              <a:extLst>
                <a:ext uri="{FF2B5EF4-FFF2-40B4-BE49-F238E27FC236}">
                  <a16:creationId xmlns:a16="http://schemas.microsoft.com/office/drawing/2014/main" id="{2B7EF984-B6CC-4990-B9D8-E999A41F973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8599653" y="6349865"/>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2" name="Freeform 113">
              <a:extLst>
                <a:ext uri="{FF2B5EF4-FFF2-40B4-BE49-F238E27FC236}">
                  <a16:creationId xmlns:a16="http://schemas.microsoft.com/office/drawing/2014/main" id="{701390DA-498F-40EE-B86D-9C1288CCDDD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987874" y="6395562"/>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3" name="Freeform 114">
              <a:extLst>
                <a:ext uri="{FF2B5EF4-FFF2-40B4-BE49-F238E27FC236}">
                  <a16:creationId xmlns:a16="http://schemas.microsoft.com/office/drawing/2014/main" id="{8349FDB4-AF3A-4F35-82C0-1D40929655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754328" y="6395562"/>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4" name="Freeform 115">
              <a:extLst>
                <a:ext uri="{FF2B5EF4-FFF2-40B4-BE49-F238E27FC236}">
                  <a16:creationId xmlns:a16="http://schemas.microsoft.com/office/drawing/2014/main" id="{96A26B04-1F0B-4D75-8922-93B734D75A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0417182" y="6401275"/>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5" name="Freeform 117">
              <a:extLst>
                <a:ext uri="{FF2B5EF4-FFF2-40B4-BE49-F238E27FC236}">
                  <a16:creationId xmlns:a16="http://schemas.microsoft.com/office/drawing/2014/main" id="{C6200836-2571-4275-B8D2-450E99ED2AF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12070586" y="6413516"/>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199652467"/>
      </p:ext>
    </p:extLst>
  </p:cSld>
  <p:clrMapOvr>
    <a:masterClrMapping/>
  </p:clrMapOvr>
</p:sld>
</file>

<file path=ppt/theme/theme1.xml><?xml version="1.0" encoding="utf-8"?>
<a:theme xmlns:a="http://schemas.openxmlformats.org/drawingml/2006/main" name="BohemianVTI">
  <a:themeElements>
    <a:clrScheme name="Boho">
      <a:dk1>
        <a:sysClr val="windowText" lastClr="000000"/>
      </a:dk1>
      <a:lt1>
        <a:sysClr val="window" lastClr="FFFFFF"/>
      </a:lt1>
      <a:dk2>
        <a:srgbClr val="323232"/>
      </a:dk2>
      <a:lt2>
        <a:srgbClr val="F4F1EF"/>
      </a:lt2>
      <a:accent1>
        <a:srgbClr val="8F4F58"/>
      </a:accent1>
      <a:accent2>
        <a:srgbClr val="D09182"/>
      </a:accent2>
      <a:accent3>
        <a:srgbClr val="C7A085"/>
      </a:accent3>
      <a:accent4>
        <a:srgbClr val="ADA085"/>
      </a:accent4>
      <a:accent5>
        <a:srgbClr val="5F787F"/>
      </a:accent5>
      <a:accent6>
        <a:srgbClr val="5A6768"/>
      </a:accent6>
      <a:hlink>
        <a:srgbClr val="A25872"/>
      </a:hlink>
      <a:folHlink>
        <a:srgbClr val="667A7E"/>
      </a:folHlink>
    </a:clrScheme>
    <a:fontScheme name="modern love avenir">
      <a:majorFont>
        <a:latin typeface="Modern Love"/>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hemianVTI" id="{B5E50611-F7C7-47BC-81A6-BE9493DF8677}" vid="{7A26D0DD-A1A5-444B-B0FB-E7DB9E2D04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AED9DC7-5694-42C0-9E34-6DDAF901654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20AD0CF-41C9-4CE6-A693-309F7D7F2239}">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E2E9C82-64B6-4F9A-A148-8AB14CA824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otalTime>12</TotalTime>
  <Words>767</Words>
  <Application>Microsoft Office PowerPoint</Application>
  <PresentationFormat>Widescreen</PresentationFormat>
  <Paragraphs>72</Paragraphs>
  <Slides>11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Avenir Next LT Pro</vt:lpstr>
      <vt:lpstr>Calibri</vt:lpstr>
      <vt:lpstr>Modern Love</vt:lpstr>
      <vt:lpstr>BohemianVTI</vt:lpstr>
      <vt:lpstr>L’écriture romaine dans l’Antiquité</vt:lpstr>
      <vt:lpstr>Sommaire</vt:lpstr>
      <vt:lpstr>Introduction</vt:lpstr>
      <vt:lpstr>Origine et évolution de l’écriture romaine</vt:lpstr>
      <vt:lpstr>Caractéristiques principals d’écritures romaines</vt:lpstr>
      <vt:lpstr>Caractéristiques principals d’écritures romaines</vt:lpstr>
      <vt:lpstr>Caractéristiques principals d’écritures romaines</vt:lpstr>
      <vt:lpstr>Importance culturelle et historique</vt:lpstr>
      <vt:lpstr>Pratiques d'écriture dans la société romaine</vt:lpstr>
      <vt:lpstr>Conclusion </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L’écriture romaine dans l’Antiquité</dc:title>
  <dc:creator>KYA</dc:creator>
  <cp:lastModifiedBy>KYA</cp:lastModifiedBy>
  <cp:revision>1</cp:revision>
  <dcterms:created xsi:type="dcterms:W3CDTF">2025-03-18T16:27:15Z</dcterms:created>
  <dcterms:modified xsi:type="dcterms:W3CDTF">2025-03-18T16:39:57Z</dcterms:modified>
</cp:coreProperties>
</file>