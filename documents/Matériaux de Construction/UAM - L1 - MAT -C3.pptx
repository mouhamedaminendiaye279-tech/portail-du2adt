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459" r:id="rId2"/>
    <p:sldId id="518" r:id="rId3"/>
    <p:sldId id="526" r:id="rId4"/>
    <p:sldId id="528" r:id="rId5"/>
    <p:sldId id="530" r:id="rId6"/>
    <p:sldId id="531" r:id="rId7"/>
    <p:sldId id="539" r:id="rId8"/>
    <p:sldId id="535" r:id="rId9"/>
    <p:sldId id="536" r:id="rId10"/>
    <p:sldId id="532" r:id="rId11"/>
    <p:sldId id="533" r:id="rId12"/>
    <p:sldId id="534" r:id="rId13"/>
    <p:sldId id="527" r:id="rId14"/>
    <p:sldId id="529" r:id="rId15"/>
    <p:sldId id="537" r:id="rId16"/>
    <p:sldId id="538" r:id="rId17"/>
    <p:sldId id="541" r:id="rId18"/>
    <p:sldId id="542" r:id="rId19"/>
    <p:sldId id="543" r:id="rId20"/>
    <p:sldId id="545" r:id="rId21"/>
    <p:sldId id="547" r:id="rId22"/>
    <p:sldId id="546" r:id="rId23"/>
    <p:sldId id="549" r:id="rId24"/>
    <p:sldId id="550" r:id="rId25"/>
    <p:sldId id="551" r:id="rId26"/>
    <p:sldId id="552" r:id="rId2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196C20-4CAE-471C-998D-F57DCFDD09B2}" v="2" dt="2024-11-09T09:34:01.8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969" autoAdjust="0"/>
  </p:normalViewPr>
  <p:slideViewPr>
    <p:cSldViewPr snapToGrid="0">
      <p:cViewPr varScale="1">
        <p:scale>
          <a:sx n="104" d="100"/>
          <a:sy n="104" d="100"/>
        </p:scale>
        <p:origin x="870" y="12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brahim NIANG" userId="acdf7ece8d0764a7" providerId="LiveId" clId="{9306A5DC-73E1-41DC-AB9D-C76880EBBF4E}"/>
    <pc:docChg chg="undo custSel addSld delSld modSld sldOrd">
      <pc:chgData name="Ibrahim NIANG" userId="acdf7ece8d0764a7" providerId="LiveId" clId="{9306A5DC-73E1-41DC-AB9D-C76880EBBF4E}" dt="2024-11-06T11:46:03.133" v="1478" actId="20577"/>
      <pc:docMkLst>
        <pc:docMk/>
      </pc:docMkLst>
      <pc:sldChg chg="modSp mod modNotesTx">
        <pc:chgData name="Ibrahim NIANG" userId="acdf7ece8d0764a7" providerId="LiveId" clId="{9306A5DC-73E1-41DC-AB9D-C76880EBBF4E}" dt="2024-10-23T16:53:02.446" v="25" actId="20577"/>
        <pc:sldMkLst>
          <pc:docMk/>
          <pc:sldMk cId="3535838964" sldId="518"/>
        </pc:sldMkLst>
        <pc:spChg chg="mod">
          <ac:chgData name="Ibrahim NIANG" userId="acdf7ece8d0764a7" providerId="LiveId" clId="{9306A5DC-73E1-41DC-AB9D-C76880EBBF4E}" dt="2024-10-23T16:52:37.322" v="24" actId="20577"/>
          <ac:spMkLst>
            <pc:docMk/>
            <pc:sldMk cId="3535838964" sldId="518"/>
            <ac:spMk id="10" creationId="{8244EEA1-5138-20D9-409A-7D780C09D319}"/>
          </ac:spMkLst>
        </pc:spChg>
      </pc:sldChg>
      <pc:sldChg chg="addSp modSp mod">
        <pc:chgData name="Ibrahim NIANG" userId="acdf7ece8d0764a7" providerId="LiveId" clId="{9306A5DC-73E1-41DC-AB9D-C76880EBBF4E}" dt="2024-10-29T11:16:01.054" v="440" actId="403"/>
        <pc:sldMkLst>
          <pc:docMk/>
          <pc:sldMk cId="154245759" sldId="526"/>
        </pc:sldMkLst>
        <pc:spChg chg="add mod">
          <ac:chgData name="Ibrahim NIANG" userId="acdf7ece8d0764a7" providerId="LiveId" clId="{9306A5DC-73E1-41DC-AB9D-C76880EBBF4E}" dt="2024-10-29T11:15:39.630" v="435"/>
          <ac:spMkLst>
            <pc:docMk/>
            <pc:sldMk cId="154245759" sldId="526"/>
            <ac:spMk id="3" creationId="{1740D677-3673-1F6C-84B4-3ECAFE760D0A}"/>
          </ac:spMkLst>
        </pc:spChg>
        <pc:spChg chg="mod">
          <ac:chgData name="Ibrahim NIANG" userId="acdf7ece8d0764a7" providerId="LiveId" clId="{9306A5DC-73E1-41DC-AB9D-C76880EBBF4E}" dt="2024-10-29T11:16:01.054" v="440" actId="403"/>
          <ac:spMkLst>
            <pc:docMk/>
            <pc:sldMk cId="154245759" sldId="526"/>
            <ac:spMk id="11" creationId="{20BAFBF7-29E1-AA7E-2DFE-6D43BCAE4C7F}"/>
          </ac:spMkLst>
        </pc:spChg>
      </pc:sldChg>
      <pc:sldChg chg="addSp modSp mod ord">
        <pc:chgData name="Ibrahim NIANG" userId="acdf7ece8d0764a7" providerId="LiveId" clId="{9306A5DC-73E1-41DC-AB9D-C76880EBBF4E}" dt="2024-10-29T11:17:28.393" v="459"/>
        <pc:sldMkLst>
          <pc:docMk/>
          <pc:sldMk cId="710853856" sldId="527"/>
        </pc:sldMkLst>
        <pc:spChg chg="add mod">
          <ac:chgData name="Ibrahim NIANG" userId="acdf7ece8d0764a7" providerId="LiveId" clId="{9306A5DC-73E1-41DC-AB9D-C76880EBBF4E}" dt="2024-10-29T11:17:28.393" v="459"/>
          <ac:spMkLst>
            <pc:docMk/>
            <pc:sldMk cId="710853856" sldId="527"/>
            <ac:spMk id="3" creationId="{847A13BF-CAAB-1976-84D9-48FCF17653EA}"/>
          </ac:spMkLst>
        </pc:spChg>
        <pc:spChg chg="mod">
          <ac:chgData name="Ibrahim NIANG" userId="acdf7ece8d0764a7" providerId="LiveId" clId="{9306A5DC-73E1-41DC-AB9D-C76880EBBF4E}" dt="2024-10-29T11:17:26.913" v="458" actId="404"/>
          <ac:spMkLst>
            <pc:docMk/>
            <pc:sldMk cId="710853856" sldId="527"/>
            <ac:spMk id="11" creationId="{20BAFBF7-29E1-AA7E-2DFE-6D43BCAE4C7F}"/>
          </ac:spMkLst>
        </pc:spChg>
      </pc:sldChg>
      <pc:sldChg chg="addSp modSp mod">
        <pc:chgData name="Ibrahim NIANG" userId="acdf7ece8d0764a7" providerId="LiveId" clId="{9306A5DC-73E1-41DC-AB9D-C76880EBBF4E}" dt="2024-10-29T11:16:05.101" v="441" actId="404"/>
        <pc:sldMkLst>
          <pc:docMk/>
          <pc:sldMk cId="2595863038" sldId="528"/>
        </pc:sldMkLst>
        <pc:spChg chg="add mod">
          <ac:chgData name="Ibrahim NIANG" userId="acdf7ece8d0764a7" providerId="LiveId" clId="{9306A5DC-73E1-41DC-AB9D-C76880EBBF4E}" dt="2024-10-29T11:15:33.801" v="434" actId="20577"/>
          <ac:spMkLst>
            <pc:docMk/>
            <pc:sldMk cId="2595863038" sldId="528"/>
            <ac:spMk id="3" creationId="{03B5E041-2AA6-ACFC-2668-8351AC36F8D2}"/>
          </ac:spMkLst>
        </pc:spChg>
        <pc:spChg chg="mod">
          <ac:chgData name="Ibrahim NIANG" userId="acdf7ece8d0764a7" providerId="LiveId" clId="{9306A5DC-73E1-41DC-AB9D-C76880EBBF4E}" dt="2024-10-29T11:16:05.101" v="441" actId="404"/>
          <ac:spMkLst>
            <pc:docMk/>
            <pc:sldMk cId="2595863038" sldId="528"/>
            <ac:spMk id="11" creationId="{20BAFBF7-29E1-AA7E-2DFE-6D43BCAE4C7F}"/>
          </ac:spMkLst>
        </pc:spChg>
      </pc:sldChg>
      <pc:sldChg chg="addSp modSp mod">
        <pc:chgData name="Ibrahim NIANG" userId="acdf7ece8d0764a7" providerId="LiveId" clId="{9306A5DC-73E1-41DC-AB9D-C76880EBBF4E}" dt="2024-10-29T11:17:36.363" v="461"/>
        <pc:sldMkLst>
          <pc:docMk/>
          <pc:sldMk cId="770240412" sldId="529"/>
        </pc:sldMkLst>
        <pc:spChg chg="add mod">
          <ac:chgData name="Ibrahim NIANG" userId="acdf7ece8d0764a7" providerId="LiveId" clId="{9306A5DC-73E1-41DC-AB9D-C76880EBBF4E}" dt="2024-10-29T11:17:36.363" v="461"/>
          <ac:spMkLst>
            <pc:docMk/>
            <pc:sldMk cId="770240412" sldId="529"/>
            <ac:spMk id="3" creationId="{4502B89A-DD84-4C23-BF43-EECA030121AA}"/>
          </ac:spMkLst>
        </pc:spChg>
        <pc:spChg chg="mod">
          <ac:chgData name="Ibrahim NIANG" userId="acdf7ece8d0764a7" providerId="LiveId" clId="{9306A5DC-73E1-41DC-AB9D-C76880EBBF4E}" dt="2024-10-29T11:17:34.996" v="460" actId="404"/>
          <ac:spMkLst>
            <pc:docMk/>
            <pc:sldMk cId="770240412" sldId="529"/>
            <ac:spMk id="11" creationId="{20BAFBF7-29E1-AA7E-2DFE-6D43BCAE4C7F}"/>
          </ac:spMkLst>
        </pc:spChg>
      </pc:sldChg>
      <pc:sldChg chg="addSp delSp modSp add mod">
        <pc:chgData name="Ibrahim NIANG" userId="acdf7ece8d0764a7" providerId="LiveId" clId="{9306A5DC-73E1-41DC-AB9D-C76880EBBF4E}" dt="2024-10-29T11:16:10.222" v="442" actId="404"/>
        <pc:sldMkLst>
          <pc:docMk/>
          <pc:sldMk cId="21959780" sldId="530"/>
        </pc:sldMkLst>
        <pc:spChg chg="del">
          <ac:chgData name="Ibrahim NIANG" userId="acdf7ece8d0764a7" providerId="LiveId" clId="{9306A5DC-73E1-41DC-AB9D-C76880EBBF4E}" dt="2024-10-29T09:52:32.711" v="30" actId="478"/>
          <ac:spMkLst>
            <pc:docMk/>
            <pc:sldMk cId="21959780" sldId="530"/>
            <ac:spMk id="4" creationId="{35B3C7A2-8C3A-D6D9-4AC4-CDD7C20B5B2A}"/>
          </ac:spMkLst>
        </pc:spChg>
        <pc:spChg chg="add mod">
          <ac:chgData name="Ibrahim NIANG" userId="acdf7ece8d0764a7" providerId="LiveId" clId="{9306A5DC-73E1-41DC-AB9D-C76880EBBF4E}" dt="2024-10-29T09:54:19.609" v="77" actId="1076"/>
          <ac:spMkLst>
            <pc:docMk/>
            <pc:sldMk cId="21959780" sldId="530"/>
            <ac:spMk id="7" creationId="{6FF61264-12EE-DF98-FF84-8FD110BB5C1F}"/>
          </ac:spMkLst>
        </pc:spChg>
        <pc:spChg chg="mod">
          <ac:chgData name="Ibrahim NIANG" userId="acdf7ece8d0764a7" providerId="LiveId" clId="{9306A5DC-73E1-41DC-AB9D-C76880EBBF4E}" dt="2024-10-29T09:56:44.073" v="128"/>
          <ac:spMkLst>
            <pc:docMk/>
            <pc:sldMk cId="21959780" sldId="530"/>
            <ac:spMk id="8" creationId="{500B2FC1-B48D-FDCE-638A-EF4B2E4AED7D}"/>
          </ac:spMkLst>
        </pc:spChg>
        <pc:spChg chg="mod">
          <ac:chgData name="Ibrahim NIANG" userId="acdf7ece8d0764a7" providerId="LiveId" clId="{9306A5DC-73E1-41DC-AB9D-C76880EBBF4E}" dt="2024-10-29T11:16:10.222" v="442" actId="404"/>
          <ac:spMkLst>
            <pc:docMk/>
            <pc:sldMk cId="21959780" sldId="530"/>
            <ac:spMk id="11" creationId="{58B46F5F-4E8D-77CB-72DD-5E1DE2975F63}"/>
          </ac:spMkLst>
        </pc:spChg>
        <pc:spChg chg="add mod">
          <ac:chgData name="Ibrahim NIANG" userId="acdf7ece8d0764a7" providerId="LiveId" clId="{9306A5DC-73E1-41DC-AB9D-C76880EBBF4E}" dt="2024-10-29T09:56:03.295" v="116" actId="20577"/>
          <ac:spMkLst>
            <pc:docMk/>
            <pc:sldMk cId="21959780" sldId="530"/>
            <ac:spMk id="12" creationId="{D6F45B76-E74C-C3BD-54E9-0E7052AB9E66}"/>
          </ac:spMkLst>
        </pc:spChg>
        <pc:spChg chg="add mod">
          <ac:chgData name="Ibrahim NIANG" userId="acdf7ece8d0764a7" providerId="LiveId" clId="{9306A5DC-73E1-41DC-AB9D-C76880EBBF4E}" dt="2024-10-29T09:56:06.694" v="117" actId="1076"/>
          <ac:spMkLst>
            <pc:docMk/>
            <pc:sldMk cId="21959780" sldId="530"/>
            <ac:spMk id="14" creationId="{FD84E2C9-BA89-42F9-FFC9-14C28A3AA432}"/>
          </ac:spMkLst>
        </pc:spChg>
        <pc:spChg chg="add mod">
          <ac:chgData name="Ibrahim NIANG" userId="acdf7ece8d0764a7" providerId="LiveId" clId="{9306A5DC-73E1-41DC-AB9D-C76880EBBF4E}" dt="2024-10-29T09:56:29.733" v="125" actId="1076"/>
          <ac:spMkLst>
            <pc:docMk/>
            <pc:sldMk cId="21959780" sldId="530"/>
            <ac:spMk id="17" creationId="{65BE8A16-EF79-9D4F-FEA7-21373374F5FD}"/>
          </ac:spMkLst>
        </pc:spChg>
        <pc:spChg chg="add mod">
          <ac:chgData name="Ibrahim NIANG" userId="acdf7ece8d0764a7" providerId="LiveId" clId="{9306A5DC-73E1-41DC-AB9D-C76880EBBF4E}" dt="2024-10-29T09:56:33.612" v="126" actId="1076"/>
          <ac:spMkLst>
            <pc:docMk/>
            <pc:sldMk cId="21959780" sldId="530"/>
            <ac:spMk id="19" creationId="{7AAB4E93-EEEC-CB23-FC6C-4F47126DD404}"/>
          </ac:spMkLst>
        </pc:spChg>
        <pc:spChg chg="add mod">
          <ac:chgData name="Ibrahim NIANG" userId="acdf7ece8d0764a7" providerId="LiveId" clId="{9306A5DC-73E1-41DC-AB9D-C76880EBBF4E}" dt="2024-10-29T09:57:01.466" v="134" actId="1076"/>
          <ac:spMkLst>
            <pc:docMk/>
            <pc:sldMk cId="21959780" sldId="530"/>
            <ac:spMk id="21" creationId="{FC327560-9EC9-D52C-7F71-CF79E3447F40}"/>
          </ac:spMkLst>
        </pc:spChg>
        <pc:spChg chg="add mod">
          <ac:chgData name="Ibrahim NIANG" userId="acdf7ece8d0764a7" providerId="LiveId" clId="{9306A5DC-73E1-41DC-AB9D-C76880EBBF4E}" dt="2024-10-29T09:58:09.255" v="146" actId="1076"/>
          <ac:spMkLst>
            <pc:docMk/>
            <pc:sldMk cId="21959780" sldId="530"/>
            <ac:spMk id="23" creationId="{04235D2F-3853-5CA8-F8B2-C961D39ECA86}"/>
          </ac:spMkLst>
        </pc:spChg>
        <pc:spChg chg="add mod">
          <ac:chgData name="Ibrahim NIANG" userId="acdf7ece8d0764a7" providerId="LiveId" clId="{9306A5DC-73E1-41DC-AB9D-C76880EBBF4E}" dt="2024-10-29T10:02:21.456" v="181" actId="1076"/>
          <ac:spMkLst>
            <pc:docMk/>
            <pc:sldMk cId="21959780" sldId="530"/>
            <ac:spMk id="25" creationId="{DF07CD6F-229D-2049-DD24-CE559C09F0D9}"/>
          </ac:spMkLst>
        </pc:spChg>
        <pc:spChg chg="add mod">
          <ac:chgData name="Ibrahim NIANG" userId="acdf7ece8d0764a7" providerId="LiveId" clId="{9306A5DC-73E1-41DC-AB9D-C76880EBBF4E}" dt="2024-10-29T11:15:43.624" v="436"/>
          <ac:spMkLst>
            <pc:docMk/>
            <pc:sldMk cId="21959780" sldId="530"/>
            <ac:spMk id="26" creationId="{49BA9EE5-8BFE-A370-62E2-5A48D089DF50}"/>
          </ac:spMkLst>
        </pc:spChg>
        <pc:picChg chg="del">
          <ac:chgData name="Ibrahim NIANG" userId="acdf7ece8d0764a7" providerId="LiveId" clId="{9306A5DC-73E1-41DC-AB9D-C76880EBBF4E}" dt="2024-10-29T09:52:30.045" v="28" actId="478"/>
          <ac:picMkLst>
            <pc:docMk/>
            <pc:sldMk cId="21959780" sldId="530"/>
            <ac:picMk id="10" creationId="{A12C23DC-4026-FEC2-611A-F9312696649C}"/>
          </ac:picMkLst>
        </pc:picChg>
        <pc:picChg chg="del">
          <ac:chgData name="Ibrahim NIANG" userId="acdf7ece8d0764a7" providerId="LiveId" clId="{9306A5DC-73E1-41DC-AB9D-C76880EBBF4E}" dt="2024-10-29T09:52:30.881" v="29" actId="478"/>
          <ac:picMkLst>
            <pc:docMk/>
            <pc:sldMk cId="21959780" sldId="530"/>
            <ac:picMk id="15" creationId="{40FCE40E-D965-BA40-07CA-B7DED488AD80}"/>
          </ac:picMkLst>
        </pc:picChg>
        <pc:picChg chg="add mod">
          <ac:chgData name="Ibrahim NIANG" userId="acdf7ece8d0764a7" providerId="LiveId" clId="{9306A5DC-73E1-41DC-AB9D-C76880EBBF4E}" dt="2024-10-29T09:54:42.998" v="82" actId="1076"/>
          <ac:picMkLst>
            <pc:docMk/>
            <pc:sldMk cId="21959780" sldId="530"/>
            <ac:picMk id="1026" creationId="{25895FDC-8DE4-D29A-A31B-5FB08B8E238E}"/>
          </ac:picMkLst>
        </pc:picChg>
        <pc:picChg chg="add mod">
          <ac:chgData name="Ibrahim NIANG" userId="acdf7ece8d0764a7" providerId="LiveId" clId="{9306A5DC-73E1-41DC-AB9D-C76880EBBF4E}" dt="2024-10-29T09:58:03.752" v="145" actId="1076"/>
          <ac:picMkLst>
            <pc:docMk/>
            <pc:sldMk cId="21959780" sldId="530"/>
            <ac:picMk id="1028" creationId="{4B4F70E3-92AA-CF1E-ED49-84392334C2FA}"/>
          </ac:picMkLst>
        </pc:picChg>
        <pc:picChg chg="add mod">
          <ac:chgData name="Ibrahim NIANG" userId="acdf7ece8d0764a7" providerId="LiveId" clId="{9306A5DC-73E1-41DC-AB9D-C76880EBBF4E}" dt="2024-10-29T09:59:40.160" v="155" actId="1076"/>
          <ac:picMkLst>
            <pc:docMk/>
            <pc:sldMk cId="21959780" sldId="530"/>
            <ac:picMk id="1030" creationId="{D337E211-370F-B897-2296-86DF5DB01E22}"/>
          </ac:picMkLst>
        </pc:picChg>
        <pc:picChg chg="add mod">
          <ac:chgData name="Ibrahim NIANG" userId="acdf7ece8d0764a7" providerId="LiveId" clId="{9306A5DC-73E1-41DC-AB9D-C76880EBBF4E}" dt="2024-10-29T09:59:42.671" v="156" actId="1076"/>
          <ac:picMkLst>
            <pc:docMk/>
            <pc:sldMk cId="21959780" sldId="530"/>
            <ac:picMk id="1032" creationId="{12AA472A-4BCB-B8DC-9FBE-C334A25E3735}"/>
          </ac:picMkLst>
        </pc:picChg>
        <pc:picChg chg="add mod">
          <ac:chgData name="Ibrahim NIANG" userId="acdf7ece8d0764a7" providerId="LiveId" clId="{9306A5DC-73E1-41DC-AB9D-C76880EBBF4E}" dt="2024-10-29T10:00:33.556" v="160" actId="1076"/>
          <ac:picMkLst>
            <pc:docMk/>
            <pc:sldMk cId="21959780" sldId="530"/>
            <ac:picMk id="1034" creationId="{FE3E822F-A14C-8AAC-AC5B-D81A145BFC17}"/>
          </ac:picMkLst>
        </pc:picChg>
        <pc:picChg chg="add mod">
          <ac:chgData name="Ibrahim NIANG" userId="acdf7ece8d0764a7" providerId="LiveId" clId="{9306A5DC-73E1-41DC-AB9D-C76880EBBF4E}" dt="2024-10-29T10:01:10.010" v="163" actId="1076"/>
          <ac:picMkLst>
            <pc:docMk/>
            <pc:sldMk cId="21959780" sldId="530"/>
            <ac:picMk id="1036" creationId="{B5EEB38A-EB26-DDEF-5AC4-87AB4F2EF552}"/>
          </ac:picMkLst>
        </pc:picChg>
        <pc:picChg chg="add del mod">
          <ac:chgData name="Ibrahim NIANG" userId="acdf7ece8d0764a7" providerId="LiveId" clId="{9306A5DC-73E1-41DC-AB9D-C76880EBBF4E}" dt="2024-10-29T10:01:46.824" v="172" actId="478"/>
          <ac:picMkLst>
            <pc:docMk/>
            <pc:sldMk cId="21959780" sldId="530"/>
            <ac:picMk id="1038" creationId="{F5DB6B5B-13CD-7E2C-CD7A-C0FC31FF160D}"/>
          </ac:picMkLst>
        </pc:picChg>
        <pc:picChg chg="add mod">
          <ac:chgData name="Ibrahim NIANG" userId="acdf7ece8d0764a7" providerId="LiveId" clId="{9306A5DC-73E1-41DC-AB9D-C76880EBBF4E}" dt="2024-10-29T10:01:56.568" v="176" actId="1076"/>
          <ac:picMkLst>
            <pc:docMk/>
            <pc:sldMk cId="21959780" sldId="530"/>
            <ac:picMk id="1040" creationId="{1985BB98-6477-2255-D162-263F44D81C58}"/>
          </ac:picMkLst>
        </pc:picChg>
      </pc:sldChg>
      <pc:sldChg chg="addSp delSp modSp add mod">
        <pc:chgData name="Ibrahim NIANG" userId="acdf7ece8d0764a7" providerId="LiveId" clId="{9306A5DC-73E1-41DC-AB9D-C76880EBBF4E}" dt="2024-10-29T11:15:53.338" v="438" actId="404"/>
        <pc:sldMkLst>
          <pc:docMk/>
          <pc:sldMk cId="2658365472" sldId="531"/>
        </pc:sldMkLst>
        <pc:spChg chg="add mod">
          <ac:chgData name="Ibrahim NIANG" userId="acdf7ece8d0764a7" providerId="LiveId" clId="{9306A5DC-73E1-41DC-AB9D-C76880EBBF4E}" dt="2024-10-29T11:15:49.410" v="437"/>
          <ac:spMkLst>
            <pc:docMk/>
            <pc:sldMk cId="2658365472" sldId="531"/>
            <ac:spMk id="3" creationId="{CF4A8FD2-EBD9-83D3-4A9D-D6D3DE95483E}"/>
          </ac:spMkLst>
        </pc:spChg>
        <pc:spChg chg="del">
          <ac:chgData name="Ibrahim NIANG" userId="acdf7ece8d0764a7" providerId="LiveId" clId="{9306A5DC-73E1-41DC-AB9D-C76880EBBF4E}" dt="2024-10-29T10:03:20.443" v="183" actId="478"/>
          <ac:spMkLst>
            <pc:docMk/>
            <pc:sldMk cId="2658365472" sldId="531"/>
            <ac:spMk id="7" creationId="{E8131D49-3FFB-1BF5-EC59-65D51E0D4AEC}"/>
          </ac:spMkLst>
        </pc:spChg>
        <pc:spChg chg="mod">
          <ac:chgData name="Ibrahim NIANG" userId="acdf7ece8d0764a7" providerId="LiveId" clId="{9306A5DC-73E1-41DC-AB9D-C76880EBBF4E}" dt="2024-10-29T11:15:53.338" v="438" actId="404"/>
          <ac:spMkLst>
            <pc:docMk/>
            <pc:sldMk cId="2658365472" sldId="531"/>
            <ac:spMk id="11" creationId="{9716FE75-1CDC-FF42-CAD4-8AF71C03D81E}"/>
          </ac:spMkLst>
        </pc:spChg>
        <pc:spChg chg="del">
          <ac:chgData name="Ibrahim NIANG" userId="acdf7ece8d0764a7" providerId="LiveId" clId="{9306A5DC-73E1-41DC-AB9D-C76880EBBF4E}" dt="2024-10-29T10:03:23.061" v="186" actId="478"/>
          <ac:spMkLst>
            <pc:docMk/>
            <pc:sldMk cId="2658365472" sldId="531"/>
            <ac:spMk id="12" creationId="{C5B10971-C8A5-65EE-7116-975F9FC0F1E5}"/>
          </ac:spMkLst>
        </pc:spChg>
        <pc:spChg chg="del">
          <ac:chgData name="Ibrahim NIANG" userId="acdf7ece8d0764a7" providerId="LiveId" clId="{9306A5DC-73E1-41DC-AB9D-C76880EBBF4E}" dt="2024-10-29T10:03:24.321" v="188" actId="478"/>
          <ac:spMkLst>
            <pc:docMk/>
            <pc:sldMk cId="2658365472" sldId="531"/>
            <ac:spMk id="14" creationId="{C8C96A50-11E3-FE7A-3B04-F3F2FBC9ABFF}"/>
          </ac:spMkLst>
        </pc:spChg>
        <pc:spChg chg="del">
          <ac:chgData name="Ibrahim NIANG" userId="acdf7ece8d0764a7" providerId="LiveId" clId="{9306A5DC-73E1-41DC-AB9D-C76880EBBF4E}" dt="2024-10-29T10:03:29.578" v="194" actId="478"/>
          <ac:spMkLst>
            <pc:docMk/>
            <pc:sldMk cId="2658365472" sldId="531"/>
            <ac:spMk id="17" creationId="{B7AE232B-DF83-BF2C-5BF8-20F11D42BC3F}"/>
          </ac:spMkLst>
        </pc:spChg>
        <pc:spChg chg="del">
          <ac:chgData name="Ibrahim NIANG" userId="acdf7ece8d0764a7" providerId="LiveId" clId="{9306A5DC-73E1-41DC-AB9D-C76880EBBF4E}" dt="2024-10-29T10:03:26.581" v="191" actId="478"/>
          <ac:spMkLst>
            <pc:docMk/>
            <pc:sldMk cId="2658365472" sldId="531"/>
            <ac:spMk id="19" creationId="{CCC0BAD1-0D9D-6FBA-8D02-C8724C2E9BCF}"/>
          </ac:spMkLst>
        </pc:spChg>
        <pc:spChg chg="del">
          <ac:chgData name="Ibrahim NIANG" userId="acdf7ece8d0764a7" providerId="LiveId" clId="{9306A5DC-73E1-41DC-AB9D-C76880EBBF4E}" dt="2024-10-29T10:03:27.838" v="192" actId="478"/>
          <ac:spMkLst>
            <pc:docMk/>
            <pc:sldMk cId="2658365472" sldId="531"/>
            <ac:spMk id="21" creationId="{49F74381-6333-F6A9-9700-668E25933867}"/>
          </ac:spMkLst>
        </pc:spChg>
        <pc:spChg chg="del">
          <ac:chgData name="Ibrahim NIANG" userId="acdf7ece8d0764a7" providerId="LiveId" clId="{9306A5DC-73E1-41DC-AB9D-C76880EBBF4E}" dt="2024-10-29T10:03:30.606" v="195" actId="478"/>
          <ac:spMkLst>
            <pc:docMk/>
            <pc:sldMk cId="2658365472" sldId="531"/>
            <ac:spMk id="23" creationId="{5CC62144-F350-1200-8C15-FA28F2B20451}"/>
          </ac:spMkLst>
        </pc:spChg>
        <pc:spChg chg="del">
          <ac:chgData name="Ibrahim NIANG" userId="acdf7ece8d0764a7" providerId="LiveId" clId="{9306A5DC-73E1-41DC-AB9D-C76880EBBF4E}" dt="2024-10-29T10:03:33.128" v="197" actId="478"/>
          <ac:spMkLst>
            <pc:docMk/>
            <pc:sldMk cId="2658365472" sldId="531"/>
            <ac:spMk id="25" creationId="{6EE3DC53-C011-979F-7FFA-C6CF827BD120}"/>
          </ac:spMkLst>
        </pc:spChg>
        <pc:picChg chg="del">
          <ac:chgData name="Ibrahim NIANG" userId="acdf7ece8d0764a7" providerId="LiveId" clId="{9306A5DC-73E1-41DC-AB9D-C76880EBBF4E}" dt="2024-10-29T10:03:20.847" v="184" actId="478"/>
          <ac:picMkLst>
            <pc:docMk/>
            <pc:sldMk cId="2658365472" sldId="531"/>
            <ac:picMk id="1026" creationId="{2775C6C7-FFCC-51C5-3353-D5CCC3A62664}"/>
          </ac:picMkLst>
        </pc:picChg>
        <pc:picChg chg="del">
          <ac:chgData name="Ibrahim NIANG" userId="acdf7ece8d0764a7" providerId="LiveId" clId="{9306A5DC-73E1-41DC-AB9D-C76880EBBF4E}" dt="2024-10-29T10:03:25.469" v="190" actId="478"/>
          <ac:picMkLst>
            <pc:docMk/>
            <pc:sldMk cId="2658365472" sldId="531"/>
            <ac:picMk id="1028" creationId="{86210FD2-0F67-031E-895A-4056AF3A0F4D}"/>
          </ac:picMkLst>
        </pc:picChg>
        <pc:picChg chg="del">
          <ac:chgData name="Ibrahim NIANG" userId="acdf7ece8d0764a7" providerId="LiveId" clId="{9306A5DC-73E1-41DC-AB9D-C76880EBBF4E}" dt="2024-10-29T10:03:28.228" v="193" actId="478"/>
          <ac:picMkLst>
            <pc:docMk/>
            <pc:sldMk cId="2658365472" sldId="531"/>
            <ac:picMk id="1030" creationId="{39D49A71-2CA5-5838-69E6-9E0A57A5AFCA}"/>
          </ac:picMkLst>
        </pc:picChg>
        <pc:picChg chg="del">
          <ac:chgData name="Ibrahim NIANG" userId="acdf7ece8d0764a7" providerId="LiveId" clId="{9306A5DC-73E1-41DC-AB9D-C76880EBBF4E}" dt="2024-10-29T10:03:21.411" v="185" actId="478"/>
          <ac:picMkLst>
            <pc:docMk/>
            <pc:sldMk cId="2658365472" sldId="531"/>
            <ac:picMk id="1032" creationId="{43D51B7C-BEFA-2AD6-E086-4E98CECEBB80}"/>
          </ac:picMkLst>
        </pc:picChg>
        <pc:picChg chg="del">
          <ac:chgData name="Ibrahim NIANG" userId="acdf7ece8d0764a7" providerId="LiveId" clId="{9306A5DC-73E1-41DC-AB9D-C76880EBBF4E}" dt="2024-10-29T10:03:23.675" v="187" actId="478"/>
          <ac:picMkLst>
            <pc:docMk/>
            <pc:sldMk cId="2658365472" sldId="531"/>
            <ac:picMk id="1034" creationId="{965928FB-F596-6D30-7E74-177ECAD9070E}"/>
          </ac:picMkLst>
        </pc:picChg>
        <pc:picChg chg="del">
          <ac:chgData name="Ibrahim NIANG" userId="acdf7ece8d0764a7" providerId="LiveId" clId="{9306A5DC-73E1-41DC-AB9D-C76880EBBF4E}" dt="2024-10-29T10:03:24.777" v="189" actId="478"/>
          <ac:picMkLst>
            <pc:docMk/>
            <pc:sldMk cId="2658365472" sldId="531"/>
            <ac:picMk id="1036" creationId="{A3918AA8-7932-BEBD-D776-FF621C4103D0}"/>
          </ac:picMkLst>
        </pc:picChg>
        <pc:picChg chg="del">
          <ac:chgData name="Ibrahim NIANG" userId="acdf7ece8d0764a7" providerId="LiveId" clId="{9306A5DC-73E1-41DC-AB9D-C76880EBBF4E}" dt="2024-10-29T10:03:31.389" v="196" actId="478"/>
          <ac:picMkLst>
            <pc:docMk/>
            <pc:sldMk cId="2658365472" sldId="531"/>
            <ac:picMk id="1040" creationId="{E0260578-B02F-64BC-BF99-1803CCAB4E36}"/>
          </ac:picMkLst>
        </pc:picChg>
        <pc:picChg chg="add mod">
          <ac:chgData name="Ibrahim NIANG" userId="acdf7ece8d0764a7" providerId="LiveId" clId="{9306A5DC-73E1-41DC-AB9D-C76880EBBF4E}" dt="2024-10-29T10:03:39.268" v="199" actId="1076"/>
          <ac:picMkLst>
            <pc:docMk/>
            <pc:sldMk cId="2658365472" sldId="531"/>
            <ac:picMk id="2050" creationId="{CD450441-840F-74A8-EFA6-C236AE45C25A}"/>
          </ac:picMkLst>
        </pc:picChg>
      </pc:sldChg>
      <pc:sldChg chg="addSp delSp modSp add mod">
        <pc:chgData name="Ibrahim NIANG" userId="acdf7ece8d0764a7" providerId="LiveId" clId="{9306A5DC-73E1-41DC-AB9D-C76880EBBF4E}" dt="2024-10-29T11:16:49.147" v="450"/>
        <pc:sldMkLst>
          <pc:docMk/>
          <pc:sldMk cId="564066709" sldId="532"/>
        </pc:sldMkLst>
        <pc:spChg chg="add mod">
          <ac:chgData name="Ibrahim NIANG" userId="acdf7ece8d0764a7" providerId="LiveId" clId="{9306A5DC-73E1-41DC-AB9D-C76880EBBF4E}" dt="2024-10-29T11:16:49.147" v="450"/>
          <ac:spMkLst>
            <pc:docMk/>
            <pc:sldMk cId="564066709" sldId="532"/>
            <ac:spMk id="3" creationId="{8D7E17E7-26C4-109A-D9E7-B04029DB4450}"/>
          </ac:spMkLst>
        </pc:spChg>
        <pc:spChg chg="mod">
          <ac:chgData name="Ibrahim NIANG" userId="acdf7ece8d0764a7" providerId="LiveId" clId="{9306A5DC-73E1-41DC-AB9D-C76880EBBF4E}" dt="2024-10-29T11:16:33.972" v="447" actId="1076"/>
          <ac:spMkLst>
            <pc:docMk/>
            <pc:sldMk cId="564066709" sldId="532"/>
            <ac:spMk id="11" creationId="{2DBA1156-B87C-A38F-1DDC-7B1497AB187D}"/>
          </ac:spMkLst>
        </pc:spChg>
        <pc:picChg chg="del">
          <ac:chgData name="Ibrahim NIANG" userId="acdf7ece8d0764a7" providerId="LiveId" clId="{9306A5DC-73E1-41DC-AB9D-C76880EBBF4E}" dt="2024-10-29T10:04:07.149" v="201" actId="478"/>
          <ac:picMkLst>
            <pc:docMk/>
            <pc:sldMk cId="564066709" sldId="532"/>
            <ac:picMk id="2050" creationId="{EB38617D-0E5A-1AA3-997D-842BAC13C23F}"/>
          </ac:picMkLst>
        </pc:picChg>
        <pc:picChg chg="add mod">
          <ac:chgData name="Ibrahim NIANG" userId="acdf7ece8d0764a7" providerId="LiveId" clId="{9306A5DC-73E1-41DC-AB9D-C76880EBBF4E}" dt="2024-10-29T10:04:33.298" v="206"/>
          <ac:picMkLst>
            <pc:docMk/>
            <pc:sldMk cId="564066709" sldId="532"/>
            <ac:picMk id="3074" creationId="{557157EB-0BD5-B6F6-0FDB-DAD300B65F1E}"/>
          </ac:picMkLst>
        </pc:picChg>
      </pc:sldChg>
      <pc:sldChg chg="addSp delSp modSp add mod setBg">
        <pc:chgData name="Ibrahim NIANG" userId="acdf7ece8d0764a7" providerId="LiveId" clId="{9306A5DC-73E1-41DC-AB9D-C76880EBBF4E}" dt="2024-10-30T15:58:30.705" v="1258"/>
        <pc:sldMkLst>
          <pc:docMk/>
          <pc:sldMk cId="2237745760" sldId="533"/>
        </pc:sldMkLst>
        <pc:spChg chg="add del">
          <ac:chgData name="Ibrahim NIANG" userId="acdf7ece8d0764a7" providerId="LiveId" clId="{9306A5DC-73E1-41DC-AB9D-C76880EBBF4E}" dt="2024-10-29T10:09:41.893" v="236" actId="22"/>
          <ac:spMkLst>
            <pc:docMk/>
            <pc:sldMk cId="2237745760" sldId="533"/>
            <ac:spMk id="4" creationId="{25560966-63E1-16F4-1553-7270ABE9C957}"/>
          </ac:spMkLst>
        </pc:spChg>
        <pc:spChg chg="add mod">
          <ac:chgData name="Ibrahim NIANG" userId="acdf7ece8d0764a7" providerId="LiveId" clId="{9306A5DC-73E1-41DC-AB9D-C76880EBBF4E}" dt="2024-10-29T11:17:08.325" v="455" actId="404"/>
          <ac:spMkLst>
            <pc:docMk/>
            <pc:sldMk cId="2237745760" sldId="533"/>
            <ac:spMk id="9" creationId="{F5494B78-C8F8-B38E-2C36-73EC6EDA4FF1}"/>
          </ac:spMkLst>
        </pc:spChg>
        <pc:spChg chg="add mod">
          <ac:chgData name="Ibrahim NIANG" userId="acdf7ece8d0764a7" providerId="LiveId" clId="{9306A5DC-73E1-41DC-AB9D-C76880EBBF4E}" dt="2024-10-29T11:16:56.403" v="451"/>
          <ac:spMkLst>
            <pc:docMk/>
            <pc:sldMk cId="2237745760" sldId="533"/>
            <ac:spMk id="10" creationId="{BAD5F33B-36EB-B9F8-497D-19485B46ADFB}"/>
          </ac:spMkLst>
        </pc:spChg>
        <pc:spChg chg="del">
          <ac:chgData name="Ibrahim NIANG" userId="acdf7ece8d0764a7" providerId="LiveId" clId="{9306A5DC-73E1-41DC-AB9D-C76880EBBF4E}" dt="2024-10-29T10:09:39.014" v="234" actId="478"/>
          <ac:spMkLst>
            <pc:docMk/>
            <pc:sldMk cId="2237745760" sldId="533"/>
            <ac:spMk id="11" creationId="{33006842-8A37-D5A5-84D5-BFF0DD0908E0}"/>
          </ac:spMkLst>
        </pc:spChg>
        <pc:picChg chg="del">
          <ac:chgData name="Ibrahim NIANG" userId="acdf7ece8d0764a7" providerId="LiveId" clId="{9306A5DC-73E1-41DC-AB9D-C76880EBBF4E}" dt="2024-10-29T10:07:47.515" v="208" actId="478"/>
          <ac:picMkLst>
            <pc:docMk/>
            <pc:sldMk cId="2237745760" sldId="533"/>
            <ac:picMk id="3074" creationId="{9B003688-A2F2-103B-FE6E-B842555BA3E3}"/>
          </ac:picMkLst>
        </pc:picChg>
        <pc:picChg chg="add mod">
          <ac:chgData name="Ibrahim NIANG" userId="acdf7ece8d0764a7" providerId="LiveId" clId="{9306A5DC-73E1-41DC-AB9D-C76880EBBF4E}" dt="2024-10-30T15:58:30.705" v="1258"/>
          <ac:picMkLst>
            <pc:docMk/>
            <pc:sldMk cId="2237745760" sldId="533"/>
            <ac:picMk id="4098" creationId="{995D92AC-8B7D-1304-392A-82A1AB758C2E}"/>
          </ac:picMkLst>
        </pc:picChg>
      </pc:sldChg>
      <pc:sldChg chg="addSp delSp modSp add mod">
        <pc:chgData name="Ibrahim NIANG" userId="acdf7ece8d0764a7" providerId="LiveId" clId="{9306A5DC-73E1-41DC-AB9D-C76880EBBF4E}" dt="2024-10-29T11:17:22.535" v="457" actId="404"/>
        <pc:sldMkLst>
          <pc:docMk/>
          <pc:sldMk cId="2875049130" sldId="534"/>
        </pc:sldMkLst>
        <pc:spChg chg="add mod">
          <ac:chgData name="Ibrahim NIANG" userId="acdf7ece8d0764a7" providerId="LiveId" clId="{9306A5DC-73E1-41DC-AB9D-C76880EBBF4E}" dt="2024-10-29T11:17:17.313" v="456"/>
          <ac:spMkLst>
            <pc:docMk/>
            <pc:sldMk cId="2875049130" sldId="534"/>
            <ac:spMk id="7" creationId="{E306AC08-7213-2DEC-B6CF-ECAC1A1C1D39}"/>
          </ac:spMkLst>
        </pc:spChg>
        <pc:spChg chg="mod">
          <ac:chgData name="Ibrahim NIANG" userId="acdf7ece8d0764a7" providerId="LiveId" clId="{9306A5DC-73E1-41DC-AB9D-C76880EBBF4E}" dt="2024-10-29T11:17:22.535" v="457" actId="404"/>
          <ac:spMkLst>
            <pc:docMk/>
            <pc:sldMk cId="2875049130" sldId="534"/>
            <ac:spMk id="11" creationId="{60BB5DFF-5920-0FBA-A335-71EFC8FDFB84}"/>
          </ac:spMkLst>
        </pc:spChg>
        <pc:picChg chg="add mod">
          <ac:chgData name="Ibrahim NIANG" userId="acdf7ece8d0764a7" providerId="LiveId" clId="{9306A5DC-73E1-41DC-AB9D-C76880EBBF4E}" dt="2024-10-29T10:09:28.614" v="233" actId="1076"/>
          <ac:picMkLst>
            <pc:docMk/>
            <pc:sldMk cId="2875049130" sldId="534"/>
            <ac:picMk id="4" creationId="{AC641D80-D761-0857-1BC1-B69C6AF9127E}"/>
          </ac:picMkLst>
        </pc:picChg>
        <pc:picChg chg="del">
          <ac:chgData name="Ibrahim NIANG" userId="acdf7ece8d0764a7" providerId="LiveId" clId="{9306A5DC-73E1-41DC-AB9D-C76880EBBF4E}" dt="2024-10-29T10:09:25.944" v="231" actId="478"/>
          <ac:picMkLst>
            <pc:docMk/>
            <pc:sldMk cId="2875049130" sldId="534"/>
            <ac:picMk id="4098" creationId="{16865909-3908-32AE-5204-FD732CDD00BB}"/>
          </ac:picMkLst>
        </pc:picChg>
      </pc:sldChg>
      <pc:sldChg chg="addSp delSp modSp add mod">
        <pc:chgData name="Ibrahim NIANG" userId="acdf7ece8d0764a7" providerId="LiveId" clId="{9306A5DC-73E1-41DC-AB9D-C76880EBBF4E}" dt="2024-10-29T11:16:41.436" v="448"/>
        <pc:sldMkLst>
          <pc:docMk/>
          <pc:sldMk cId="4128392707" sldId="535"/>
        </pc:sldMkLst>
        <pc:spChg chg="add">
          <ac:chgData name="Ibrahim NIANG" userId="acdf7ece8d0764a7" providerId="LiveId" clId="{9306A5DC-73E1-41DC-AB9D-C76880EBBF4E}" dt="2024-10-29T10:13:54.628" v="269"/>
          <ac:spMkLst>
            <pc:docMk/>
            <pc:sldMk cId="4128392707" sldId="535"/>
            <ac:spMk id="7" creationId="{32556A6A-3E9F-63AF-904C-9F18430C8AFE}"/>
          </ac:spMkLst>
        </pc:spChg>
        <pc:spChg chg="add del mod">
          <ac:chgData name="Ibrahim NIANG" userId="acdf7ece8d0764a7" providerId="LiveId" clId="{9306A5DC-73E1-41DC-AB9D-C76880EBBF4E}" dt="2024-10-29T10:14:23.384" v="276" actId="22"/>
          <ac:spMkLst>
            <pc:docMk/>
            <pc:sldMk cId="4128392707" sldId="535"/>
            <ac:spMk id="10" creationId="{58D5726A-D5BF-6662-42E7-153B73A25DD5}"/>
          </ac:spMkLst>
        </pc:spChg>
        <pc:spChg chg="mod">
          <ac:chgData name="Ibrahim NIANG" userId="acdf7ece8d0764a7" providerId="LiveId" clId="{9306A5DC-73E1-41DC-AB9D-C76880EBBF4E}" dt="2024-10-29T11:16:21.273" v="444" actId="404"/>
          <ac:spMkLst>
            <pc:docMk/>
            <pc:sldMk cId="4128392707" sldId="535"/>
            <ac:spMk id="11" creationId="{DDCF6C7E-210D-CF2C-B932-CE8C16412C65}"/>
          </ac:spMkLst>
        </pc:spChg>
        <pc:spChg chg="add mod">
          <ac:chgData name="Ibrahim NIANG" userId="acdf7ece8d0764a7" providerId="LiveId" clId="{9306A5DC-73E1-41DC-AB9D-C76880EBBF4E}" dt="2024-10-29T10:15:45.224" v="296" actId="14100"/>
          <ac:spMkLst>
            <pc:docMk/>
            <pc:sldMk cId="4128392707" sldId="535"/>
            <ac:spMk id="13" creationId="{F9114A09-3DBC-7557-635D-280F50810B07}"/>
          </ac:spMkLst>
        </pc:spChg>
        <pc:spChg chg="add mod">
          <ac:chgData name="Ibrahim NIANG" userId="acdf7ece8d0764a7" providerId="LiveId" clId="{9306A5DC-73E1-41DC-AB9D-C76880EBBF4E}" dt="2024-10-29T11:16:41.436" v="448"/>
          <ac:spMkLst>
            <pc:docMk/>
            <pc:sldMk cId="4128392707" sldId="535"/>
            <ac:spMk id="14" creationId="{34E35A49-EAB4-F804-2CCC-B9E8911E1B9E}"/>
          </ac:spMkLst>
        </pc:spChg>
        <pc:picChg chg="add mod">
          <ac:chgData name="Ibrahim NIANG" userId="acdf7ece8d0764a7" providerId="LiveId" clId="{9306A5DC-73E1-41DC-AB9D-C76880EBBF4E}" dt="2024-10-29T10:15:46.344" v="297" actId="1076"/>
          <ac:picMkLst>
            <pc:docMk/>
            <pc:sldMk cId="4128392707" sldId="535"/>
            <ac:picMk id="4" creationId="{87BFE617-BEAA-DB7D-142C-B5B4FE05B984}"/>
          </ac:picMkLst>
        </pc:picChg>
        <pc:picChg chg="del">
          <ac:chgData name="Ibrahim NIANG" userId="acdf7ece8d0764a7" providerId="LiveId" clId="{9306A5DC-73E1-41DC-AB9D-C76880EBBF4E}" dt="2024-10-29T10:10:56.859" v="240" actId="478"/>
          <ac:picMkLst>
            <pc:docMk/>
            <pc:sldMk cId="4128392707" sldId="535"/>
            <ac:picMk id="2050" creationId="{A7FF478A-7CDF-6360-57CC-FE9BB1BBE9EC}"/>
          </ac:picMkLst>
        </pc:picChg>
      </pc:sldChg>
      <pc:sldChg chg="addSp delSp modSp add mod">
        <pc:chgData name="Ibrahim NIANG" userId="acdf7ece8d0764a7" providerId="LiveId" clId="{9306A5DC-73E1-41DC-AB9D-C76880EBBF4E}" dt="2024-10-29T11:16:45.772" v="449"/>
        <pc:sldMkLst>
          <pc:docMk/>
          <pc:sldMk cId="3726263903" sldId="536"/>
        </pc:sldMkLst>
        <pc:spChg chg="add mod">
          <ac:chgData name="Ibrahim NIANG" userId="acdf7ece8d0764a7" providerId="LiveId" clId="{9306A5DC-73E1-41DC-AB9D-C76880EBBF4E}" dt="2024-10-29T10:23:48.608" v="358" actId="14100"/>
          <ac:spMkLst>
            <pc:docMk/>
            <pc:sldMk cId="3726263903" sldId="536"/>
            <ac:spMk id="7" creationId="{795B85AE-2D4D-8ABC-AB1C-4FE5D04F8773}"/>
          </ac:spMkLst>
        </pc:spChg>
        <pc:spChg chg="add del mod">
          <ac:chgData name="Ibrahim NIANG" userId="acdf7ece8d0764a7" providerId="LiveId" clId="{9306A5DC-73E1-41DC-AB9D-C76880EBBF4E}" dt="2024-10-29T10:19:52.655" v="343" actId="478"/>
          <ac:spMkLst>
            <pc:docMk/>
            <pc:sldMk cId="3726263903" sldId="536"/>
            <ac:spMk id="10" creationId="{AECAEB92-8CD0-1E79-09AD-ADDD77A7EF2F}"/>
          </ac:spMkLst>
        </pc:spChg>
        <pc:spChg chg="mod">
          <ac:chgData name="Ibrahim NIANG" userId="acdf7ece8d0764a7" providerId="LiveId" clId="{9306A5DC-73E1-41DC-AB9D-C76880EBBF4E}" dt="2024-10-29T11:16:25.313" v="445" actId="404"/>
          <ac:spMkLst>
            <pc:docMk/>
            <pc:sldMk cId="3726263903" sldId="536"/>
            <ac:spMk id="11" creationId="{2302C793-9078-A3F2-87C7-54A25C484C30}"/>
          </ac:spMkLst>
        </pc:spChg>
        <pc:spChg chg="add">
          <ac:chgData name="Ibrahim NIANG" userId="acdf7ece8d0764a7" providerId="LiveId" clId="{9306A5DC-73E1-41DC-AB9D-C76880EBBF4E}" dt="2024-10-29T10:22:54.796" v="344"/>
          <ac:spMkLst>
            <pc:docMk/>
            <pc:sldMk cId="3726263903" sldId="536"/>
            <ac:spMk id="12" creationId="{7715F47D-3EF9-A264-DC81-B732820B2212}"/>
          </ac:spMkLst>
        </pc:spChg>
        <pc:spChg chg="del">
          <ac:chgData name="Ibrahim NIANG" userId="acdf7ece8d0764a7" providerId="LiveId" clId="{9306A5DC-73E1-41DC-AB9D-C76880EBBF4E}" dt="2024-10-29T10:17:53.839" v="321" actId="478"/>
          <ac:spMkLst>
            <pc:docMk/>
            <pc:sldMk cId="3726263903" sldId="536"/>
            <ac:spMk id="13" creationId="{5FD4E506-C3F3-E970-6DF6-B3878892A009}"/>
          </ac:spMkLst>
        </pc:spChg>
        <pc:spChg chg="add mod">
          <ac:chgData name="Ibrahim NIANG" userId="acdf7ece8d0764a7" providerId="LiveId" clId="{9306A5DC-73E1-41DC-AB9D-C76880EBBF4E}" dt="2024-10-29T10:23:32.569" v="354" actId="1076"/>
          <ac:spMkLst>
            <pc:docMk/>
            <pc:sldMk cId="3726263903" sldId="536"/>
            <ac:spMk id="15" creationId="{9C45D190-7091-1A3C-A700-E22496B90936}"/>
          </ac:spMkLst>
        </pc:spChg>
        <pc:spChg chg="add mod">
          <ac:chgData name="Ibrahim NIANG" userId="acdf7ece8d0764a7" providerId="LiveId" clId="{9306A5DC-73E1-41DC-AB9D-C76880EBBF4E}" dt="2024-10-29T11:16:45.772" v="449"/>
          <ac:spMkLst>
            <pc:docMk/>
            <pc:sldMk cId="3726263903" sldId="536"/>
            <ac:spMk id="16" creationId="{63659CBB-8474-BC03-F015-CFA9CF3CCEDB}"/>
          </ac:spMkLst>
        </pc:spChg>
        <pc:picChg chg="del">
          <ac:chgData name="Ibrahim NIANG" userId="acdf7ece8d0764a7" providerId="LiveId" clId="{9306A5DC-73E1-41DC-AB9D-C76880EBBF4E}" dt="2024-10-29T10:17:43.087" v="317" actId="478"/>
          <ac:picMkLst>
            <pc:docMk/>
            <pc:sldMk cId="3726263903" sldId="536"/>
            <ac:picMk id="4" creationId="{E7A40481-BB62-C24E-B32B-F79C997B43D1}"/>
          </ac:picMkLst>
        </pc:picChg>
        <pc:picChg chg="add mod">
          <ac:chgData name="Ibrahim NIANG" userId="acdf7ece8d0764a7" providerId="LiveId" clId="{9306A5DC-73E1-41DC-AB9D-C76880EBBF4E}" dt="2024-10-29T10:26:12.701" v="363" actId="1076"/>
          <ac:picMkLst>
            <pc:docMk/>
            <pc:sldMk cId="3726263903" sldId="536"/>
            <ac:picMk id="6147" creationId="{333265E8-924B-FA93-CDDF-E94689425867}"/>
          </ac:picMkLst>
        </pc:picChg>
        <pc:picChg chg="add del">
          <ac:chgData name="Ibrahim NIANG" userId="acdf7ece8d0764a7" providerId="LiveId" clId="{9306A5DC-73E1-41DC-AB9D-C76880EBBF4E}" dt="2024-10-29T10:26:49.219" v="365" actId="478"/>
          <ac:picMkLst>
            <pc:docMk/>
            <pc:sldMk cId="3726263903" sldId="536"/>
            <ac:picMk id="6149" creationId="{8551027E-DCEB-7022-1867-8A92EF4C9C5A}"/>
          </ac:picMkLst>
        </pc:picChg>
        <pc:picChg chg="add mod">
          <ac:chgData name="Ibrahim NIANG" userId="acdf7ece8d0764a7" providerId="LiveId" clId="{9306A5DC-73E1-41DC-AB9D-C76880EBBF4E}" dt="2024-10-29T10:27:17.058" v="367" actId="1076"/>
          <ac:picMkLst>
            <pc:docMk/>
            <pc:sldMk cId="3726263903" sldId="536"/>
            <ac:picMk id="6151" creationId="{887D491B-5802-9395-0BB2-6294506E6012}"/>
          </ac:picMkLst>
        </pc:picChg>
      </pc:sldChg>
      <pc:sldChg chg="addSp delSp modSp add mod modNotesTx">
        <pc:chgData name="Ibrahim NIANG" userId="acdf7ece8d0764a7" providerId="LiveId" clId="{9306A5DC-73E1-41DC-AB9D-C76880EBBF4E}" dt="2024-10-29T11:17:54.972" v="463"/>
        <pc:sldMkLst>
          <pc:docMk/>
          <pc:sldMk cId="3823860732" sldId="537"/>
        </pc:sldMkLst>
        <pc:spChg chg="add mod">
          <ac:chgData name="Ibrahim NIANG" userId="acdf7ece8d0764a7" providerId="LiveId" clId="{9306A5DC-73E1-41DC-AB9D-C76880EBBF4E}" dt="2024-10-29T11:17:54.972" v="463"/>
          <ac:spMkLst>
            <pc:docMk/>
            <pc:sldMk cId="3823860732" sldId="537"/>
            <ac:spMk id="3" creationId="{BA1F0FA2-0F7A-56B0-4A03-E30C86FE906A}"/>
          </ac:spMkLst>
        </pc:spChg>
        <pc:spChg chg="mod">
          <ac:chgData name="Ibrahim NIANG" userId="acdf7ece8d0764a7" providerId="LiveId" clId="{9306A5DC-73E1-41DC-AB9D-C76880EBBF4E}" dt="2024-10-29T11:17:52.765" v="462" actId="404"/>
          <ac:spMkLst>
            <pc:docMk/>
            <pc:sldMk cId="3823860732" sldId="537"/>
            <ac:spMk id="11" creationId="{8040BCCB-BCDF-E555-F1E4-36715B11405E}"/>
          </ac:spMkLst>
        </pc:spChg>
        <pc:picChg chg="del">
          <ac:chgData name="Ibrahim NIANG" userId="acdf7ece8d0764a7" providerId="LiveId" clId="{9306A5DC-73E1-41DC-AB9D-C76880EBBF4E}" dt="2024-10-29T10:28:20.782" v="369" actId="478"/>
          <ac:picMkLst>
            <pc:docMk/>
            <pc:sldMk cId="3823860732" sldId="537"/>
            <ac:picMk id="13" creationId="{E489A176-B3E2-0C42-C6D7-F1410F1EF26D}"/>
          </ac:picMkLst>
        </pc:picChg>
        <pc:picChg chg="add mod">
          <ac:chgData name="Ibrahim NIANG" userId="acdf7ece8d0764a7" providerId="LiveId" clId="{9306A5DC-73E1-41DC-AB9D-C76880EBBF4E}" dt="2024-10-29T10:28:26.144" v="373" actId="1076"/>
          <ac:picMkLst>
            <pc:docMk/>
            <pc:sldMk cId="3823860732" sldId="537"/>
            <ac:picMk id="7170" creationId="{CF0BF3CA-06B1-9E91-9A9C-E3E6D9DB8D84}"/>
          </ac:picMkLst>
        </pc:picChg>
      </pc:sldChg>
      <pc:sldChg chg="addSp delSp modSp add mod">
        <pc:chgData name="Ibrahim NIANG" userId="acdf7ece8d0764a7" providerId="LiveId" clId="{9306A5DC-73E1-41DC-AB9D-C76880EBBF4E}" dt="2024-10-29T11:22:19.615" v="478" actId="1076"/>
        <pc:sldMkLst>
          <pc:docMk/>
          <pc:sldMk cId="210351825" sldId="538"/>
        </pc:sldMkLst>
        <pc:spChg chg="del">
          <ac:chgData name="Ibrahim NIANG" userId="acdf7ece8d0764a7" providerId="LiveId" clId="{9306A5DC-73E1-41DC-AB9D-C76880EBBF4E}" dt="2024-10-29T10:29:51.390" v="380" actId="478"/>
          <ac:spMkLst>
            <pc:docMk/>
            <pc:sldMk cId="210351825" sldId="538"/>
            <ac:spMk id="4" creationId="{4566E1AE-1A37-C809-34B1-F87DD4ABE803}"/>
          </ac:spMkLst>
        </pc:spChg>
        <pc:spChg chg="mod">
          <ac:chgData name="Ibrahim NIANG" userId="acdf7ece8d0764a7" providerId="LiveId" clId="{9306A5DC-73E1-41DC-AB9D-C76880EBBF4E}" dt="2024-10-29T11:22:19.615" v="478" actId="1076"/>
          <ac:spMkLst>
            <pc:docMk/>
            <pc:sldMk cId="210351825" sldId="538"/>
            <ac:spMk id="11" creationId="{DF797185-F605-025D-C317-99A2D0EAE42D}"/>
          </ac:spMkLst>
        </pc:spChg>
        <pc:spChg chg="add del">
          <ac:chgData name="Ibrahim NIANG" userId="acdf7ece8d0764a7" providerId="LiveId" clId="{9306A5DC-73E1-41DC-AB9D-C76880EBBF4E}" dt="2024-10-29T11:19:16.849" v="465" actId="478"/>
          <ac:spMkLst>
            <pc:docMk/>
            <pc:sldMk cId="210351825" sldId="538"/>
            <ac:spMk id="12" creationId="{E5B3716E-AEDC-A66C-4329-74AF9E88847B}"/>
          </ac:spMkLst>
        </pc:spChg>
        <pc:spChg chg="add mod">
          <ac:chgData name="Ibrahim NIANG" userId="acdf7ece8d0764a7" providerId="LiveId" clId="{9306A5DC-73E1-41DC-AB9D-C76880EBBF4E}" dt="2024-10-29T11:21:26.722" v="472" actId="122"/>
          <ac:spMkLst>
            <pc:docMk/>
            <pc:sldMk cId="210351825" sldId="538"/>
            <ac:spMk id="14" creationId="{349FE4B6-01D3-72B4-BE76-4E4E240DA276}"/>
          </ac:spMkLst>
        </pc:spChg>
        <pc:spChg chg="add mod">
          <ac:chgData name="Ibrahim NIANG" userId="acdf7ece8d0764a7" providerId="LiveId" clId="{9306A5DC-73E1-41DC-AB9D-C76880EBBF4E}" dt="2024-10-29T11:21:35.131" v="473"/>
          <ac:spMkLst>
            <pc:docMk/>
            <pc:sldMk cId="210351825" sldId="538"/>
            <ac:spMk id="15" creationId="{3E5AEE6E-1408-1E9D-0462-A611CD7998D3}"/>
          </ac:spMkLst>
        </pc:spChg>
        <pc:picChg chg="add del mod">
          <ac:chgData name="Ibrahim NIANG" userId="acdf7ece8d0764a7" providerId="LiveId" clId="{9306A5DC-73E1-41DC-AB9D-C76880EBBF4E}" dt="2024-10-29T11:21:16.153" v="467" actId="478"/>
          <ac:picMkLst>
            <pc:docMk/>
            <pc:sldMk cId="210351825" sldId="538"/>
            <ac:picMk id="7" creationId="{F341E2AB-3E48-7447-1E3D-80314C40320A}"/>
          </ac:picMkLst>
        </pc:picChg>
        <pc:picChg chg="del">
          <ac:chgData name="Ibrahim NIANG" userId="acdf7ece8d0764a7" providerId="LiveId" clId="{9306A5DC-73E1-41DC-AB9D-C76880EBBF4E}" dt="2024-10-29T10:29:48.900" v="379" actId="478"/>
          <ac:picMkLst>
            <pc:docMk/>
            <pc:sldMk cId="210351825" sldId="538"/>
            <ac:picMk id="10" creationId="{9EE59ECA-AABD-2486-9AAB-9A3F371FEAA8}"/>
          </ac:picMkLst>
        </pc:picChg>
        <pc:picChg chg="del">
          <ac:chgData name="Ibrahim NIANG" userId="acdf7ece8d0764a7" providerId="LiveId" clId="{9306A5DC-73E1-41DC-AB9D-C76880EBBF4E}" dt="2024-10-29T10:29:48.318" v="378" actId="478"/>
          <ac:picMkLst>
            <pc:docMk/>
            <pc:sldMk cId="210351825" sldId="538"/>
            <ac:picMk id="7170" creationId="{C87B5806-D4E7-CC4E-F119-C12675547542}"/>
          </ac:picMkLst>
        </pc:picChg>
        <pc:picChg chg="add mod">
          <ac:chgData name="Ibrahim NIANG" userId="acdf7ece8d0764a7" providerId="LiveId" clId="{9306A5DC-73E1-41DC-AB9D-C76880EBBF4E}" dt="2024-10-29T11:21:58.189" v="476" actId="14100"/>
          <ac:picMkLst>
            <pc:docMk/>
            <pc:sldMk cId="210351825" sldId="538"/>
            <ac:picMk id="8194" creationId="{75E9D6F9-10BD-1C53-21A5-EA921D0B9D9F}"/>
          </ac:picMkLst>
        </pc:picChg>
      </pc:sldChg>
      <pc:sldChg chg="addSp delSp modSp add mod">
        <pc:chgData name="Ibrahim NIANG" userId="acdf7ece8d0764a7" providerId="LiveId" clId="{9306A5DC-73E1-41DC-AB9D-C76880EBBF4E}" dt="2024-10-29T11:16:16.602" v="443" actId="404"/>
        <pc:sldMkLst>
          <pc:docMk/>
          <pc:sldMk cId="1014814413" sldId="539"/>
        </pc:sldMkLst>
        <pc:spChg chg="add mod">
          <ac:chgData name="Ibrahim NIANG" userId="acdf7ece8d0764a7" providerId="LiveId" clId="{9306A5DC-73E1-41DC-AB9D-C76880EBBF4E}" dt="2024-10-29T11:15:01.153" v="412" actId="20577"/>
          <ac:spMkLst>
            <pc:docMk/>
            <pc:sldMk cId="1014814413" sldId="539"/>
            <ac:spMk id="4" creationId="{808A87D7-608F-5758-D9F5-9FB047C0A8CE}"/>
          </ac:spMkLst>
        </pc:spChg>
        <pc:spChg chg="mod">
          <ac:chgData name="Ibrahim NIANG" userId="acdf7ece8d0764a7" providerId="LiveId" clId="{9306A5DC-73E1-41DC-AB9D-C76880EBBF4E}" dt="2024-10-29T11:16:16.602" v="443" actId="404"/>
          <ac:spMkLst>
            <pc:docMk/>
            <pc:sldMk cId="1014814413" sldId="539"/>
            <ac:spMk id="11" creationId="{6E418905-43A8-3CCE-EF2A-C5C58324E853}"/>
          </ac:spMkLst>
        </pc:spChg>
        <pc:picChg chg="add mod">
          <ac:chgData name="Ibrahim NIANG" userId="acdf7ece8d0764a7" providerId="LiveId" clId="{9306A5DC-73E1-41DC-AB9D-C76880EBBF4E}" dt="2024-10-29T11:14:34.163" v="394" actId="1076"/>
          <ac:picMkLst>
            <pc:docMk/>
            <pc:sldMk cId="1014814413" sldId="539"/>
            <ac:picMk id="3" creationId="{740CA107-534F-C571-395A-26006F2523AF}"/>
          </ac:picMkLst>
        </pc:picChg>
        <pc:picChg chg="del">
          <ac:chgData name="Ibrahim NIANG" userId="acdf7ece8d0764a7" providerId="LiveId" clId="{9306A5DC-73E1-41DC-AB9D-C76880EBBF4E}" dt="2024-10-29T11:14:29.043" v="391" actId="478"/>
          <ac:picMkLst>
            <pc:docMk/>
            <pc:sldMk cId="1014814413" sldId="539"/>
            <ac:picMk id="2050" creationId="{31005925-9E6D-E61F-2AC1-F58654736790}"/>
          </ac:picMkLst>
        </pc:picChg>
      </pc:sldChg>
      <pc:sldChg chg="addSp delSp modSp add mod modNotesTx">
        <pc:chgData name="Ibrahim NIANG" userId="acdf7ece8d0764a7" providerId="LiveId" clId="{9306A5DC-73E1-41DC-AB9D-C76880EBBF4E}" dt="2024-11-06T11:46:03.133" v="1478" actId="20577"/>
        <pc:sldMkLst>
          <pc:docMk/>
          <pc:sldMk cId="3026545837" sldId="540"/>
        </pc:sldMkLst>
        <pc:spChg chg="add mod">
          <ac:chgData name="Ibrahim NIANG" userId="acdf7ece8d0764a7" providerId="LiveId" clId="{9306A5DC-73E1-41DC-AB9D-C76880EBBF4E}" dt="2024-11-05T18:06:31.950" v="1268" actId="20577"/>
          <ac:spMkLst>
            <pc:docMk/>
            <pc:sldMk cId="3026545837" sldId="540"/>
            <ac:spMk id="3" creationId="{80125796-E696-C413-7A90-A2CF4FF2FA0B}"/>
          </ac:spMkLst>
        </pc:spChg>
        <pc:spChg chg="mod">
          <ac:chgData name="Ibrahim NIANG" userId="acdf7ece8d0764a7" providerId="LiveId" clId="{9306A5DC-73E1-41DC-AB9D-C76880EBBF4E}" dt="2024-11-05T18:08:11.602" v="1342" actId="404"/>
          <ac:spMkLst>
            <pc:docMk/>
            <pc:sldMk cId="3026545837" sldId="540"/>
            <ac:spMk id="11" creationId="{CDC823C9-10FA-7622-E8B5-6A213A4F0522}"/>
          </ac:spMkLst>
        </pc:spChg>
        <pc:picChg chg="del">
          <ac:chgData name="Ibrahim NIANG" userId="acdf7ece8d0764a7" providerId="LiveId" clId="{9306A5DC-73E1-41DC-AB9D-C76880EBBF4E}" dt="2024-11-05T18:05:38.785" v="1259" actId="478"/>
          <ac:picMkLst>
            <pc:docMk/>
            <pc:sldMk cId="3026545837" sldId="540"/>
            <ac:picMk id="7" creationId="{A9110FA0-038C-93E4-3690-27853D76AC30}"/>
          </ac:picMkLst>
        </pc:picChg>
      </pc:sldChg>
      <pc:sldChg chg="addSp delSp modSp add mod">
        <pc:chgData name="Ibrahim NIANG" userId="acdf7ece8d0764a7" providerId="LiveId" clId="{9306A5DC-73E1-41DC-AB9D-C76880EBBF4E}" dt="2024-10-29T11:22:52.549" v="502" actId="1076"/>
        <pc:sldMkLst>
          <pc:docMk/>
          <pc:sldMk cId="3920302908" sldId="541"/>
        </pc:sldMkLst>
        <pc:spChg chg="mod">
          <ac:chgData name="Ibrahim NIANG" userId="acdf7ece8d0764a7" providerId="LiveId" clId="{9306A5DC-73E1-41DC-AB9D-C76880EBBF4E}" dt="2024-10-29T11:22:30.172" v="496" actId="20577"/>
          <ac:spMkLst>
            <pc:docMk/>
            <pc:sldMk cId="3920302908" sldId="541"/>
            <ac:spMk id="11" creationId="{0B63064D-99E8-E923-E7CD-5B56FD37A29C}"/>
          </ac:spMkLst>
        </pc:spChg>
        <pc:picChg chg="del">
          <ac:chgData name="Ibrahim NIANG" userId="acdf7ece8d0764a7" providerId="LiveId" clId="{9306A5DC-73E1-41DC-AB9D-C76880EBBF4E}" dt="2024-10-29T11:22:34.849" v="497" actId="478"/>
          <ac:picMkLst>
            <pc:docMk/>
            <pc:sldMk cId="3920302908" sldId="541"/>
            <ac:picMk id="8194" creationId="{C1D96853-B1B1-9477-7D76-DF6DCC672122}"/>
          </ac:picMkLst>
        </pc:picChg>
        <pc:picChg chg="add mod">
          <ac:chgData name="Ibrahim NIANG" userId="acdf7ece8d0764a7" providerId="LiveId" clId="{9306A5DC-73E1-41DC-AB9D-C76880EBBF4E}" dt="2024-10-29T11:22:52.549" v="502" actId="1076"/>
          <ac:picMkLst>
            <pc:docMk/>
            <pc:sldMk cId="3920302908" sldId="541"/>
            <ac:picMk id="9218" creationId="{8C31B11B-48E0-D375-9C64-00E2158471E5}"/>
          </ac:picMkLst>
        </pc:picChg>
      </pc:sldChg>
      <pc:sldChg chg="addSp delSp modSp add mod">
        <pc:chgData name="Ibrahim NIANG" userId="acdf7ece8d0764a7" providerId="LiveId" clId="{9306A5DC-73E1-41DC-AB9D-C76880EBBF4E}" dt="2024-10-29T11:30:49.649" v="627" actId="20577"/>
        <pc:sldMkLst>
          <pc:docMk/>
          <pc:sldMk cId="113635674" sldId="542"/>
        </pc:sldMkLst>
        <pc:spChg chg="add del">
          <ac:chgData name="Ibrahim NIANG" userId="acdf7ece8d0764a7" providerId="LiveId" clId="{9306A5DC-73E1-41DC-AB9D-C76880EBBF4E}" dt="2024-10-29T11:27:01.473" v="534" actId="22"/>
          <ac:spMkLst>
            <pc:docMk/>
            <pc:sldMk cId="113635674" sldId="542"/>
            <ac:spMk id="10" creationId="{34D3D4D6-5E8D-8934-1DED-365BF09517F1}"/>
          </ac:spMkLst>
        </pc:spChg>
        <pc:spChg chg="mod">
          <ac:chgData name="Ibrahim NIANG" userId="acdf7ece8d0764a7" providerId="LiveId" clId="{9306A5DC-73E1-41DC-AB9D-C76880EBBF4E}" dt="2024-10-29T11:30:49.649" v="627" actId="20577"/>
          <ac:spMkLst>
            <pc:docMk/>
            <pc:sldMk cId="113635674" sldId="542"/>
            <ac:spMk id="11" creationId="{E5C4E08E-6D2F-95D5-E4A6-67066430EA2C}"/>
          </ac:spMkLst>
        </pc:spChg>
        <pc:spChg chg="add del">
          <ac:chgData name="Ibrahim NIANG" userId="acdf7ece8d0764a7" providerId="LiveId" clId="{9306A5DC-73E1-41DC-AB9D-C76880EBBF4E}" dt="2024-10-29T11:27:16.951" v="536" actId="478"/>
          <ac:spMkLst>
            <pc:docMk/>
            <pc:sldMk cId="113635674" sldId="542"/>
            <ac:spMk id="13" creationId="{A716B328-206A-4688-EC71-9F365927052A}"/>
          </ac:spMkLst>
        </pc:spChg>
        <pc:spChg chg="del mod">
          <ac:chgData name="Ibrahim NIANG" userId="acdf7ece8d0764a7" providerId="LiveId" clId="{9306A5DC-73E1-41DC-AB9D-C76880EBBF4E}" dt="2024-10-29T11:29:37.683" v="613" actId="478"/>
          <ac:spMkLst>
            <pc:docMk/>
            <pc:sldMk cId="113635674" sldId="542"/>
            <ac:spMk id="14" creationId="{F4471271-77F5-2E22-A488-8773D4C83CF9}"/>
          </ac:spMkLst>
        </pc:spChg>
        <pc:spChg chg="mod">
          <ac:chgData name="Ibrahim NIANG" userId="acdf7ece8d0764a7" providerId="LiveId" clId="{9306A5DC-73E1-41DC-AB9D-C76880EBBF4E}" dt="2024-10-29T11:29:41.235" v="614" actId="1076"/>
          <ac:spMkLst>
            <pc:docMk/>
            <pc:sldMk cId="113635674" sldId="542"/>
            <ac:spMk id="15" creationId="{73E19201-4C75-4D57-E287-2A567D60D1D0}"/>
          </ac:spMkLst>
        </pc:spChg>
        <pc:spChg chg="add mod">
          <ac:chgData name="Ibrahim NIANG" userId="acdf7ece8d0764a7" providerId="LiveId" clId="{9306A5DC-73E1-41DC-AB9D-C76880EBBF4E}" dt="2024-10-29T11:29:59.412" v="619" actId="14100"/>
          <ac:spMkLst>
            <pc:docMk/>
            <pc:sldMk cId="113635674" sldId="542"/>
            <ac:spMk id="17" creationId="{43D0D53F-0787-880A-9393-3DEFE95AC56F}"/>
          </ac:spMkLst>
        </pc:spChg>
        <pc:picChg chg="add del mod">
          <ac:chgData name="Ibrahim NIANG" userId="acdf7ece8d0764a7" providerId="LiveId" clId="{9306A5DC-73E1-41DC-AB9D-C76880EBBF4E}" dt="2024-10-29T11:24:12.689" v="514" actId="478"/>
          <ac:picMkLst>
            <pc:docMk/>
            <pc:sldMk cId="113635674" sldId="542"/>
            <ac:picMk id="3" creationId="{D96D992F-5635-1BD5-DB8F-EBD95BAB271D}"/>
          </ac:picMkLst>
        </pc:picChg>
        <pc:picChg chg="add mod modCrop">
          <ac:chgData name="Ibrahim NIANG" userId="acdf7ece8d0764a7" providerId="LiveId" clId="{9306A5DC-73E1-41DC-AB9D-C76880EBBF4E}" dt="2024-10-29T11:27:46.039" v="546" actId="1076"/>
          <ac:picMkLst>
            <pc:docMk/>
            <pc:sldMk cId="113635674" sldId="542"/>
            <ac:picMk id="7" creationId="{631E2AD0-4770-6E36-F55B-24BB2F62F56B}"/>
          </ac:picMkLst>
        </pc:picChg>
        <pc:picChg chg="del">
          <ac:chgData name="Ibrahim NIANG" userId="acdf7ece8d0764a7" providerId="LiveId" clId="{9306A5DC-73E1-41DC-AB9D-C76880EBBF4E}" dt="2024-10-29T11:23:15.436" v="504" actId="478"/>
          <ac:picMkLst>
            <pc:docMk/>
            <pc:sldMk cId="113635674" sldId="542"/>
            <ac:picMk id="9218" creationId="{F781D862-DF75-9F57-7778-B1499730B121}"/>
          </ac:picMkLst>
        </pc:picChg>
        <pc:picChg chg="add mod">
          <ac:chgData name="Ibrahim NIANG" userId="acdf7ece8d0764a7" providerId="LiveId" clId="{9306A5DC-73E1-41DC-AB9D-C76880EBBF4E}" dt="2024-10-29T11:27:41.445" v="544" actId="1076"/>
          <ac:picMkLst>
            <pc:docMk/>
            <pc:sldMk cId="113635674" sldId="542"/>
            <ac:picMk id="10242" creationId="{CA9A4A42-B529-4336-CEB3-B352BC472F3B}"/>
          </ac:picMkLst>
        </pc:picChg>
      </pc:sldChg>
      <pc:sldChg chg="addSp delSp modSp add mod">
        <pc:chgData name="Ibrahim NIANG" userId="acdf7ece8d0764a7" providerId="LiveId" clId="{9306A5DC-73E1-41DC-AB9D-C76880EBBF4E}" dt="2024-10-29T11:38:19.601" v="766" actId="20577"/>
        <pc:sldMkLst>
          <pc:docMk/>
          <pc:sldMk cId="2212781140" sldId="543"/>
        </pc:sldMkLst>
        <pc:spChg chg="add mod">
          <ac:chgData name="Ibrahim NIANG" userId="acdf7ece8d0764a7" providerId="LiveId" clId="{9306A5DC-73E1-41DC-AB9D-C76880EBBF4E}" dt="2024-10-29T11:36:39.278" v="716" actId="1076"/>
          <ac:spMkLst>
            <pc:docMk/>
            <pc:sldMk cId="2212781140" sldId="543"/>
            <ac:spMk id="4" creationId="{1E2D3B7B-2862-E448-1BFE-04678D6BEB1C}"/>
          </ac:spMkLst>
        </pc:spChg>
        <pc:spChg chg="add mod">
          <ac:chgData name="Ibrahim NIANG" userId="acdf7ece8d0764a7" providerId="LiveId" clId="{9306A5DC-73E1-41DC-AB9D-C76880EBBF4E}" dt="2024-10-29T11:36:31.036" v="713" actId="1076"/>
          <ac:spMkLst>
            <pc:docMk/>
            <pc:sldMk cId="2212781140" sldId="543"/>
            <ac:spMk id="10" creationId="{7E2DC359-F188-2CFC-4133-0D0830156C86}"/>
          </ac:spMkLst>
        </pc:spChg>
        <pc:spChg chg="mod">
          <ac:chgData name="Ibrahim NIANG" userId="acdf7ece8d0764a7" providerId="LiveId" clId="{9306A5DC-73E1-41DC-AB9D-C76880EBBF4E}" dt="2024-10-29T11:38:19.601" v="766" actId="20577"/>
          <ac:spMkLst>
            <pc:docMk/>
            <pc:sldMk cId="2212781140" sldId="543"/>
            <ac:spMk id="11" creationId="{A3968050-FB11-C428-8234-9839BB8BFF55}"/>
          </ac:spMkLst>
        </pc:spChg>
        <pc:spChg chg="add del mod">
          <ac:chgData name="Ibrahim NIANG" userId="acdf7ece8d0764a7" providerId="LiveId" clId="{9306A5DC-73E1-41DC-AB9D-C76880EBBF4E}" dt="2024-10-29T11:34:56.434" v="691" actId="478"/>
          <ac:spMkLst>
            <pc:docMk/>
            <pc:sldMk cId="2212781140" sldId="543"/>
            <ac:spMk id="13" creationId="{27A7F3BC-082F-7C94-47ED-CE0926F0D1B4}"/>
          </ac:spMkLst>
        </pc:spChg>
        <pc:spChg chg="del">
          <ac:chgData name="Ibrahim NIANG" userId="acdf7ece8d0764a7" providerId="LiveId" clId="{9306A5DC-73E1-41DC-AB9D-C76880EBBF4E}" dt="2024-10-29T11:32:54.611" v="655" actId="478"/>
          <ac:spMkLst>
            <pc:docMk/>
            <pc:sldMk cId="2212781140" sldId="543"/>
            <ac:spMk id="17" creationId="{8C77F61A-5A5D-5168-3754-76D537530F58}"/>
          </ac:spMkLst>
        </pc:spChg>
        <pc:spChg chg="add del">
          <ac:chgData name="Ibrahim NIANG" userId="acdf7ece8d0764a7" providerId="LiveId" clId="{9306A5DC-73E1-41DC-AB9D-C76880EBBF4E}" dt="2024-10-29T11:37:03.696" v="718" actId="22"/>
          <ac:spMkLst>
            <pc:docMk/>
            <pc:sldMk cId="2212781140" sldId="543"/>
            <ac:spMk id="21" creationId="{1244F4C3-EED6-B245-CDAF-B19D330F826B}"/>
          </ac:spMkLst>
        </pc:spChg>
        <pc:spChg chg="add mod">
          <ac:chgData name="Ibrahim NIANG" userId="acdf7ece8d0764a7" providerId="LiveId" clId="{9306A5DC-73E1-41DC-AB9D-C76880EBBF4E}" dt="2024-10-29T11:37:25.072" v="724" actId="1076"/>
          <ac:spMkLst>
            <pc:docMk/>
            <pc:sldMk cId="2212781140" sldId="543"/>
            <ac:spMk id="23" creationId="{3EBAA434-5A82-CF8A-B7E4-A403DFF2D9A6}"/>
          </ac:spMkLst>
        </pc:spChg>
        <pc:picChg chg="del">
          <ac:chgData name="Ibrahim NIANG" userId="acdf7ece8d0764a7" providerId="LiveId" clId="{9306A5DC-73E1-41DC-AB9D-C76880EBBF4E}" dt="2024-10-29T11:32:39.594" v="648" actId="478"/>
          <ac:picMkLst>
            <pc:docMk/>
            <pc:sldMk cId="2212781140" sldId="543"/>
            <ac:picMk id="7" creationId="{6ACACBE6-922B-FCB7-9844-FF17CDD37A50}"/>
          </ac:picMkLst>
        </pc:picChg>
        <pc:picChg chg="add mod">
          <ac:chgData name="Ibrahim NIANG" userId="acdf7ece8d0764a7" providerId="LiveId" clId="{9306A5DC-73E1-41DC-AB9D-C76880EBBF4E}" dt="2024-10-29T11:36:28.188" v="712" actId="1076"/>
          <ac:picMkLst>
            <pc:docMk/>
            <pc:sldMk cId="2212781140" sldId="543"/>
            <ac:picMk id="16" creationId="{7BD39DD4-460F-9CFE-2227-C3958EB01BEA}"/>
          </ac:picMkLst>
        </pc:picChg>
        <pc:picChg chg="add mod modCrop">
          <ac:chgData name="Ibrahim NIANG" userId="acdf7ece8d0764a7" providerId="LiveId" clId="{9306A5DC-73E1-41DC-AB9D-C76880EBBF4E}" dt="2024-10-29T11:36:26.352" v="711" actId="1076"/>
          <ac:picMkLst>
            <pc:docMk/>
            <pc:sldMk cId="2212781140" sldId="543"/>
            <ac:picMk id="19" creationId="{FB3ADF9F-F9F2-96AC-73DE-1BC896D57A05}"/>
          </ac:picMkLst>
        </pc:picChg>
        <pc:picChg chg="del">
          <ac:chgData name="Ibrahim NIANG" userId="acdf7ece8d0764a7" providerId="LiveId" clId="{9306A5DC-73E1-41DC-AB9D-C76880EBBF4E}" dt="2024-10-29T11:32:40.823" v="649" actId="478"/>
          <ac:picMkLst>
            <pc:docMk/>
            <pc:sldMk cId="2212781140" sldId="543"/>
            <ac:picMk id="10242" creationId="{B3723D77-6D51-2185-793A-856626877FCE}"/>
          </ac:picMkLst>
        </pc:picChg>
      </pc:sldChg>
      <pc:sldChg chg="delSp modSp add mod">
        <pc:chgData name="Ibrahim NIANG" userId="acdf7ece8d0764a7" providerId="LiveId" clId="{9306A5DC-73E1-41DC-AB9D-C76880EBBF4E}" dt="2024-10-29T11:38:07.013" v="762" actId="404"/>
        <pc:sldMkLst>
          <pc:docMk/>
          <pc:sldMk cId="2162645583" sldId="544"/>
        </pc:sldMkLst>
        <pc:spChg chg="del">
          <ac:chgData name="Ibrahim NIANG" userId="acdf7ece8d0764a7" providerId="LiveId" clId="{9306A5DC-73E1-41DC-AB9D-C76880EBBF4E}" dt="2024-10-29T11:37:45.578" v="727" actId="478"/>
          <ac:spMkLst>
            <pc:docMk/>
            <pc:sldMk cId="2162645583" sldId="544"/>
            <ac:spMk id="4" creationId="{BE18C5D2-EEE6-B76C-B26A-1FA6228EFC75}"/>
          </ac:spMkLst>
        </pc:spChg>
        <pc:spChg chg="mod">
          <ac:chgData name="Ibrahim NIANG" userId="acdf7ece8d0764a7" providerId="LiveId" clId="{9306A5DC-73E1-41DC-AB9D-C76880EBBF4E}" dt="2024-10-29T11:38:07.013" v="762" actId="404"/>
          <ac:spMkLst>
            <pc:docMk/>
            <pc:sldMk cId="2162645583" sldId="544"/>
            <ac:spMk id="11" creationId="{93B0C4D7-94F4-9FC2-8779-E7F846871B43}"/>
          </ac:spMkLst>
        </pc:spChg>
        <pc:picChg chg="del">
          <ac:chgData name="Ibrahim NIANG" userId="acdf7ece8d0764a7" providerId="LiveId" clId="{9306A5DC-73E1-41DC-AB9D-C76880EBBF4E}" dt="2024-10-29T11:37:43.436" v="726" actId="478"/>
          <ac:picMkLst>
            <pc:docMk/>
            <pc:sldMk cId="2162645583" sldId="544"/>
            <ac:picMk id="19" creationId="{C8D24D32-641E-B1FC-686D-100234E3877E}"/>
          </ac:picMkLst>
        </pc:picChg>
      </pc:sldChg>
      <pc:sldChg chg="addSp delSp modSp add mod">
        <pc:chgData name="Ibrahim NIANG" userId="acdf7ece8d0764a7" providerId="LiveId" clId="{9306A5DC-73E1-41DC-AB9D-C76880EBBF4E}" dt="2024-10-29T12:00:40.347" v="855" actId="1076"/>
        <pc:sldMkLst>
          <pc:docMk/>
          <pc:sldMk cId="2167895979" sldId="545"/>
        </pc:sldMkLst>
        <pc:spChg chg="add">
          <ac:chgData name="Ibrahim NIANG" userId="acdf7ece8d0764a7" providerId="LiveId" clId="{9306A5DC-73E1-41DC-AB9D-C76880EBBF4E}" dt="2024-10-29T11:54:51.994" v="818"/>
          <ac:spMkLst>
            <pc:docMk/>
            <pc:sldMk cId="2167895979" sldId="545"/>
            <ac:spMk id="3" creationId="{6E0F7D29-986C-68A8-C153-574954429E2A}"/>
          </ac:spMkLst>
        </pc:spChg>
        <pc:spChg chg="del">
          <ac:chgData name="Ibrahim NIANG" userId="acdf7ece8d0764a7" providerId="LiveId" clId="{9306A5DC-73E1-41DC-AB9D-C76880EBBF4E}" dt="2024-10-29T11:53:47.908" v="814" actId="478"/>
          <ac:spMkLst>
            <pc:docMk/>
            <pc:sldMk cId="2167895979" sldId="545"/>
            <ac:spMk id="4" creationId="{1EBB0E9B-6C15-CEE1-248D-30ABEBCA4B09}"/>
          </ac:spMkLst>
        </pc:spChg>
        <pc:spChg chg="add mod">
          <ac:chgData name="Ibrahim NIANG" userId="acdf7ece8d0764a7" providerId="LiveId" clId="{9306A5DC-73E1-41DC-AB9D-C76880EBBF4E}" dt="2024-10-29T12:00:26.585" v="853" actId="1076"/>
          <ac:spMkLst>
            <pc:docMk/>
            <pc:sldMk cId="2167895979" sldId="545"/>
            <ac:spMk id="9" creationId="{E4BCD69F-2C71-55FD-D3A7-084072D5C664}"/>
          </ac:spMkLst>
        </pc:spChg>
        <pc:spChg chg="del">
          <ac:chgData name="Ibrahim NIANG" userId="acdf7ece8d0764a7" providerId="LiveId" clId="{9306A5DC-73E1-41DC-AB9D-C76880EBBF4E}" dt="2024-10-29T11:55:14.515" v="825" actId="478"/>
          <ac:spMkLst>
            <pc:docMk/>
            <pc:sldMk cId="2167895979" sldId="545"/>
            <ac:spMk id="10" creationId="{AA0C54D2-911E-2BAC-67BA-03448B15FF96}"/>
          </ac:spMkLst>
        </pc:spChg>
        <pc:spChg chg="mod">
          <ac:chgData name="Ibrahim NIANG" userId="acdf7ece8d0764a7" providerId="LiveId" clId="{9306A5DC-73E1-41DC-AB9D-C76880EBBF4E}" dt="2024-10-29T11:53:40.973" v="813" actId="20577"/>
          <ac:spMkLst>
            <pc:docMk/>
            <pc:sldMk cId="2167895979" sldId="545"/>
            <ac:spMk id="11" creationId="{116BA2F2-D765-2AB3-DA5D-0CC8597D0E41}"/>
          </ac:spMkLst>
        </pc:spChg>
        <pc:spChg chg="del">
          <ac:chgData name="Ibrahim NIANG" userId="acdf7ece8d0764a7" providerId="LiveId" clId="{9306A5DC-73E1-41DC-AB9D-C76880EBBF4E}" dt="2024-10-29T11:53:52.043" v="817" actId="478"/>
          <ac:spMkLst>
            <pc:docMk/>
            <pc:sldMk cId="2167895979" sldId="545"/>
            <ac:spMk id="23" creationId="{B025FFCF-C044-1244-2056-812E551986EF}"/>
          </ac:spMkLst>
        </pc:spChg>
        <pc:picChg chg="del">
          <ac:chgData name="Ibrahim NIANG" userId="acdf7ece8d0764a7" providerId="LiveId" clId="{9306A5DC-73E1-41DC-AB9D-C76880EBBF4E}" dt="2024-10-29T11:53:49.507" v="815" actId="478"/>
          <ac:picMkLst>
            <pc:docMk/>
            <pc:sldMk cId="2167895979" sldId="545"/>
            <ac:picMk id="16" creationId="{692E5EA7-94D4-4074-3507-181B942CCFF3}"/>
          </ac:picMkLst>
        </pc:picChg>
        <pc:picChg chg="del">
          <ac:chgData name="Ibrahim NIANG" userId="acdf7ece8d0764a7" providerId="LiveId" clId="{9306A5DC-73E1-41DC-AB9D-C76880EBBF4E}" dt="2024-10-29T11:53:50.170" v="816" actId="478"/>
          <ac:picMkLst>
            <pc:docMk/>
            <pc:sldMk cId="2167895979" sldId="545"/>
            <ac:picMk id="19" creationId="{985AF401-6E2F-B20D-2123-F61D2E6D5FE0}"/>
          </ac:picMkLst>
        </pc:picChg>
        <pc:picChg chg="add mod">
          <ac:chgData name="Ibrahim NIANG" userId="acdf7ece8d0764a7" providerId="LiveId" clId="{9306A5DC-73E1-41DC-AB9D-C76880EBBF4E}" dt="2024-10-29T12:00:40.347" v="855" actId="1076"/>
          <ac:picMkLst>
            <pc:docMk/>
            <pc:sldMk cId="2167895979" sldId="545"/>
            <ac:picMk id="11267" creationId="{582D73AF-DF29-7480-4E5E-7ADBA6FFB2E1}"/>
          </ac:picMkLst>
        </pc:picChg>
      </pc:sldChg>
      <pc:sldChg chg="addSp delSp modSp add mod">
        <pc:chgData name="Ibrahim NIANG" userId="acdf7ece8d0764a7" providerId="LiveId" clId="{9306A5DC-73E1-41DC-AB9D-C76880EBBF4E}" dt="2024-10-29T12:28:43.957" v="1035" actId="1076"/>
        <pc:sldMkLst>
          <pc:docMk/>
          <pc:sldMk cId="2482163205" sldId="546"/>
        </pc:sldMkLst>
        <pc:spChg chg="add del mod">
          <ac:chgData name="Ibrahim NIANG" userId="acdf7ece8d0764a7" providerId="LiveId" clId="{9306A5DC-73E1-41DC-AB9D-C76880EBBF4E}" dt="2024-10-29T12:23:32.634" v="981" actId="478"/>
          <ac:spMkLst>
            <pc:docMk/>
            <pc:sldMk cId="2482163205" sldId="546"/>
            <ac:spMk id="4" creationId="{1C9AD186-790D-1FDB-E54B-D92D8B404170}"/>
          </ac:spMkLst>
        </pc:spChg>
        <pc:spChg chg="del">
          <ac:chgData name="Ibrahim NIANG" userId="acdf7ece8d0764a7" providerId="LiveId" clId="{9306A5DC-73E1-41DC-AB9D-C76880EBBF4E}" dt="2024-10-29T12:00:47.930" v="857" actId="478"/>
          <ac:spMkLst>
            <pc:docMk/>
            <pc:sldMk cId="2482163205" sldId="546"/>
            <ac:spMk id="9" creationId="{97B9BE1F-BC5D-ACE0-0AC7-4E258511AB8E}"/>
          </ac:spMkLst>
        </pc:spChg>
        <pc:spChg chg="add del mod">
          <ac:chgData name="Ibrahim NIANG" userId="acdf7ece8d0764a7" providerId="LiveId" clId="{9306A5DC-73E1-41DC-AB9D-C76880EBBF4E}" dt="2024-10-29T12:22:50.947" v="974" actId="478"/>
          <ac:spMkLst>
            <pc:docMk/>
            <pc:sldMk cId="2482163205" sldId="546"/>
            <ac:spMk id="10" creationId="{764DFE79-12AC-3856-6210-D4509ED9A7FB}"/>
          </ac:spMkLst>
        </pc:spChg>
        <pc:spChg chg="mod">
          <ac:chgData name="Ibrahim NIANG" userId="acdf7ece8d0764a7" providerId="LiveId" clId="{9306A5DC-73E1-41DC-AB9D-C76880EBBF4E}" dt="2024-10-29T12:25:56.547" v="1009" actId="1076"/>
          <ac:spMkLst>
            <pc:docMk/>
            <pc:sldMk cId="2482163205" sldId="546"/>
            <ac:spMk id="11" creationId="{0DB9B43C-4497-3FD6-1D22-46A64E081B89}"/>
          </ac:spMkLst>
        </pc:spChg>
        <pc:spChg chg="add del mod">
          <ac:chgData name="Ibrahim NIANG" userId="acdf7ece8d0764a7" providerId="LiveId" clId="{9306A5DC-73E1-41DC-AB9D-C76880EBBF4E}" dt="2024-10-29T12:24:35.172" v="992" actId="478"/>
          <ac:spMkLst>
            <pc:docMk/>
            <pc:sldMk cId="2482163205" sldId="546"/>
            <ac:spMk id="13" creationId="{F3228869-0544-EBBE-5867-BFF9FB147E28}"/>
          </ac:spMkLst>
        </pc:spChg>
        <pc:spChg chg="add mod">
          <ac:chgData name="Ibrahim NIANG" userId="acdf7ece8d0764a7" providerId="LiveId" clId="{9306A5DC-73E1-41DC-AB9D-C76880EBBF4E}" dt="2024-10-29T12:28:43.957" v="1035" actId="1076"/>
          <ac:spMkLst>
            <pc:docMk/>
            <pc:sldMk cId="2482163205" sldId="546"/>
            <ac:spMk id="16" creationId="{9EB5F4B2-FBC6-4B19-ECAA-845E0E18B96C}"/>
          </ac:spMkLst>
        </pc:spChg>
        <pc:picChg chg="del">
          <ac:chgData name="Ibrahim NIANG" userId="acdf7ece8d0764a7" providerId="LiveId" clId="{9306A5DC-73E1-41DC-AB9D-C76880EBBF4E}" dt="2024-10-29T12:02:09.700" v="877" actId="478"/>
          <ac:picMkLst>
            <pc:docMk/>
            <pc:sldMk cId="2482163205" sldId="546"/>
            <ac:picMk id="11267" creationId="{FD6C9A80-73AF-2BF3-9FCD-92367B0D6998}"/>
          </ac:picMkLst>
        </pc:picChg>
        <pc:picChg chg="add del mod">
          <ac:chgData name="Ibrahim NIANG" userId="acdf7ece8d0764a7" providerId="LiveId" clId="{9306A5DC-73E1-41DC-AB9D-C76880EBBF4E}" dt="2024-10-29T12:22:51.837" v="976" actId="478"/>
          <ac:picMkLst>
            <pc:docMk/>
            <pc:sldMk cId="2482163205" sldId="546"/>
            <ac:picMk id="12290" creationId="{6DA77919-0192-01B9-2AF5-553804978DAD}"/>
          </ac:picMkLst>
        </pc:picChg>
        <pc:picChg chg="add del mod">
          <ac:chgData name="Ibrahim NIANG" userId="acdf7ece8d0764a7" providerId="LiveId" clId="{9306A5DC-73E1-41DC-AB9D-C76880EBBF4E}" dt="2024-10-29T12:22:51.394" v="975" actId="478"/>
          <ac:picMkLst>
            <pc:docMk/>
            <pc:sldMk cId="2482163205" sldId="546"/>
            <ac:picMk id="12292" creationId="{E4B64379-5DB0-FC1D-917F-56912E547818}"/>
          </ac:picMkLst>
        </pc:picChg>
        <pc:picChg chg="add del mod">
          <ac:chgData name="Ibrahim NIANG" userId="acdf7ece8d0764a7" providerId="LiveId" clId="{9306A5DC-73E1-41DC-AB9D-C76880EBBF4E}" dt="2024-10-29T12:22:52.242" v="977" actId="478"/>
          <ac:picMkLst>
            <pc:docMk/>
            <pc:sldMk cId="2482163205" sldId="546"/>
            <ac:picMk id="12294" creationId="{9D25A5D8-7C9A-4B77-28E6-FD71FA79E725}"/>
          </ac:picMkLst>
        </pc:picChg>
        <pc:picChg chg="add del mod">
          <ac:chgData name="Ibrahim NIANG" userId="acdf7ece8d0764a7" providerId="LiveId" clId="{9306A5DC-73E1-41DC-AB9D-C76880EBBF4E}" dt="2024-10-29T12:27:07.657" v="1017" actId="478"/>
          <ac:picMkLst>
            <pc:docMk/>
            <pc:sldMk cId="2482163205" sldId="546"/>
            <ac:picMk id="12296" creationId="{71FA8A70-1F23-90B3-30CB-3CF16E496950}"/>
          </ac:picMkLst>
        </pc:picChg>
        <pc:picChg chg="add mod">
          <ac:chgData name="Ibrahim NIANG" userId="acdf7ece8d0764a7" providerId="LiveId" clId="{9306A5DC-73E1-41DC-AB9D-C76880EBBF4E}" dt="2024-10-29T12:28:40.969" v="1034" actId="1076"/>
          <ac:picMkLst>
            <pc:docMk/>
            <pc:sldMk cId="2482163205" sldId="546"/>
            <ac:picMk id="12298" creationId="{B151CA50-1A44-669D-21C0-6C9C1A7C9D8D}"/>
          </ac:picMkLst>
        </pc:picChg>
        <pc:picChg chg="add mod">
          <ac:chgData name="Ibrahim NIANG" userId="acdf7ece8d0764a7" providerId="LiveId" clId="{9306A5DC-73E1-41DC-AB9D-C76880EBBF4E}" dt="2024-10-29T12:28:39.883" v="1033" actId="1076"/>
          <ac:picMkLst>
            <pc:docMk/>
            <pc:sldMk cId="2482163205" sldId="546"/>
            <ac:picMk id="12300" creationId="{E496B447-181C-25D5-D26D-B898DFD75E79}"/>
          </ac:picMkLst>
        </pc:picChg>
      </pc:sldChg>
      <pc:sldChg chg="addSp delSp modSp add mod ord">
        <pc:chgData name="Ibrahim NIANG" userId="acdf7ece8d0764a7" providerId="LiveId" clId="{9306A5DC-73E1-41DC-AB9D-C76880EBBF4E}" dt="2024-10-29T12:21:18.816" v="936"/>
        <pc:sldMkLst>
          <pc:docMk/>
          <pc:sldMk cId="2111166100" sldId="547"/>
        </pc:sldMkLst>
        <pc:spChg chg="del mod">
          <ac:chgData name="Ibrahim NIANG" userId="acdf7ece8d0764a7" providerId="LiveId" clId="{9306A5DC-73E1-41DC-AB9D-C76880EBBF4E}" dt="2024-10-29T12:06:30.661" v="929" actId="478"/>
          <ac:spMkLst>
            <pc:docMk/>
            <pc:sldMk cId="2111166100" sldId="547"/>
            <ac:spMk id="11" creationId="{B7EE0BD5-78C0-891D-561B-256C9ED2312F}"/>
          </ac:spMkLst>
        </pc:spChg>
        <pc:picChg chg="del">
          <ac:chgData name="Ibrahim NIANG" userId="acdf7ece8d0764a7" providerId="LiveId" clId="{9306A5DC-73E1-41DC-AB9D-C76880EBBF4E}" dt="2024-10-29T12:06:30.661" v="929" actId="478"/>
          <ac:picMkLst>
            <pc:docMk/>
            <pc:sldMk cId="2111166100" sldId="547"/>
            <ac:picMk id="12292" creationId="{CC42EC85-AC10-D56F-B162-369EB566BACA}"/>
          </ac:picMkLst>
        </pc:picChg>
        <pc:picChg chg="mod">
          <ac:chgData name="Ibrahim NIANG" userId="acdf7ece8d0764a7" providerId="LiveId" clId="{9306A5DC-73E1-41DC-AB9D-C76880EBBF4E}" dt="2024-10-29T12:13:17.277" v="932" actId="1076"/>
          <ac:picMkLst>
            <pc:docMk/>
            <pc:sldMk cId="2111166100" sldId="547"/>
            <ac:picMk id="12294" creationId="{DBADD0BE-1FE0-A617-109A-F318E52B4C9E}"/>
          </ac:picMkLst>
        </pc:picChg>
        <pc:picChg chg="add mod">
          <ac:chgData name="Ibrahim NIANG" userId="acdf7ece8d0764a7" providerId="LiveId" clId="{9306A5DC-73E1-41DC-AB9D-C76880EBBF4E}" dt="2024-10-29T12:06:35.094" v="931" actId="1076"/>
          <ac:picMkLst>
            <pc:docMk/>
            <pc:sldMk cId="2111166100" sldId="547"/>
            <ac:picMk id="13314" creationId="{C41E2215-92B0-51DF-B856-D43F6F94B3BE}"/>
          </ac:picMkLst>
        </pc:picChg>
        <pc:picChg chg="add mod">
          <ac:chgData name="Ibrahim NIANG" userId="acdf7ece8d0764a7" providerId="LiveId" clId="{9306A5DC-73E1-41DC-AB9D-C76880EBBF4E}" dt="2024-10-29T12:13:21.609" v="934" actId="1076"/>
          <ac:picMkLst>
            <pc:docMk/>
            <pc:sldMk cId="2111166100" sldId="547"/>
            <ac:picMk id="13316" creationId="{9251389C-79C0-EF76-496C-E402A5EE980E}"/>
          </ac:picMkLst>
        </pc:picChg>
      </pc:sldChg>
      <pc:sldChg chg="addSp modSp add del mod">
        <pc:chgData name="Ibrahim NIANG" userId="acdf7ece8d0764a7" providerId="LiveId" clId="{9306A5DC-73E1-41DC-AB9D-C76880EBBF4E}" dt="2024-10-29T12:39:03.185" v="1172" actId="47"/>
        <pc:sldMkLst>
          <pc:docMk/>
          <pc:sldMk cId="3387993868" sldId="548"/>
        </pc:sldMkLst>
        <pc:spChg chg="add mod">
          <ac:chgData name="Ibrahim NIANG" userId="acdf7ece8d0764a7" providerId="LiveId" clId="{9306A5DC-73E1-41DC-AB9D-C76880EBBF4E}" dt="2024-10-29T12:26:02.709" v="1011" actId="1076"/>
          <ac:spMkLst>
            <pc:docMk/>
            <pc:sldMk cId="3387993868" sldId="548"/>
            <ac:spMk id="4" creationId="{B16E612C-2E19-76BE-AEBE-74135530CA2E}"/>
          </ac:spMkLst>
        </pc:spChg>
        <pc:spChg chg="mod">
          <ac:chgData name="Ibrahim NIANG" userId="acdf7ece8d0764a7" providerId="LiveId" clId="{9306A5DC-73E1-41DC-AB9D-C76880EBBF4E}" dt="2024-10-29T12:26:07.705" v="1014" actId="20577"/>
          <ac:spMkLst>
            <pc:docMk/>
            <pc:sldMk cId="3387993868" sldId="548"/>
            <ac:spMk id="11" creationId="{01CF18DB-3A6F-D930-E549-3A83FDBB4496}"/>
          </ac:spMkLst>
        </pc:spChg>
      </pc:sldChg>
      <pc:sldChg chg="addSp delSp modSp add mod">
        <pc:chgData name="Ibrahim NIANG" userId="acdf7ece8d0764a7" providerId="LiveId" clId="{9306A5DC-73E1-41DC-AB9D-C76880EBBF4E}" dt="2024-10-29T12:37:28.466" v="1161"/>
        <pc:sldMkLst>
          <pc:docMk/>
          <pc:sldMk cId="350110426" sldId="549"/>
        </pc:sldMkLst>
        <pc:spChg chg="add mod">
          <ac:chgData name="Ibrahim NIANG" userId="acdf7ece8d0764a7" providerId="LiveId" clId="{9306A5DC-73E1-41DC-AB9D-C76880EBBF4E}" dt="2024-10-29T12:37:28.466" v="1161"/>
          <ac:spMkLst>
            <pc:docMk/>
            <pc:sldMk cId="350110426" sldId="549"/>
            <ac:spMk id="4" creationId="{042F0D5D-0D27-A017-DCD0-480387174953}"/>
          </ac:spMkLst>
        </pc:spChg>
        <pc:spChg chg="add del mod">
          <ac:chgData name="Ibrahim NIANG" userId="acdf7ece8d0764a7" providerId="LiveId" clId="{9306A5DC-73E1-41DC-AB9D-C76880EBBF4E}" dt="2024-10-29T12:32:27.860" v="1103" actId="478"/>
          <ac:spMkLst>
            <pc:docMk/>
            <pc:sldMk cId="350110426" sldId="549"/>
            <ac:spMk id="7" creationId="{33DCBF5C-820D-C4BD-FBFC-4D5936D3B75C}"/>
          </ac:spMkLst>
        </pc:spChg>
        <pc:spChg chg="mod">
          <ac:chgData name="Ibrahim NIANG" userId="acdf7ece8d0764a7" providerId="LiveId" clId="{9306A5DC-73E1-41DC-AB9D-C76880EBBF4E}" dt="2024-10-29T12:29:30.402" v="1058" actId="20577"/>
          <ac:spMkLst>
            <pc:docMk/>
            <pc:sldMk cId="350110426" sldId="549"/>
            <ac:spMk id="11" creationId="{0F4F0ED9-2288-24D5-A4D1-DC1A76F5EAA7}"/>
          </ac:spMkLst>
        </pc:spChg>
        <pc:spChg chg="del">
          <ac:chgData name="Ibrahim NIANG" userId="acdf7ece8d0764a7" providerId="LiveId" clId="{9306A5DC-73E1-41DC-AB9D-C76880EBBF4E}" dt="2024-10-29T12:30:56.572" v="1065" actId="478"/>
          <ac:spMkLst>
            <pc:docMk/>
            <pc:sldMk cId="350110426" sldId="549"/>
            <ac:spMk id="16" creationId="{C3DA9F6F-8449-BC98-91E2-65E6141DB7F2}"/>
          </ac:spMkLst>
        </pc:spChg>
        <pc:picChg chg="del">
          <ac:chgData name="Ibrahim NIANG" userId="acdf7ece8d0764a7" providerId="LiveId" clId="{9306A5DC-73E1-41DC-AB9D-C76880EBBF4E}" dt="2024-10-29T12:30:31.026" v="1059" actId="478"/>
          <ac:picMkLst>
            <pc:docMk/>
            <pc:sldMk cId="350110426" sldId="549"/>
            <ac:picMk id="12298" creationId="{91CFEDB8-DAEA-AD06-71DE-7DA293B26A28}"/>
          </ac:picMkLst>
        </pc:picChg>
        <pc:picChg chg="del">
          <ac:chgData name="Ibrahim NIANG" userId="acdf7ece8d0764a7" providerId="LiveId" clId="{9306A5DC-73E1-41DC-AB9D-C76880EBBF4E}" dt="2024-10-29T12:30:31.594" v="1060" actId="478"/>
          <ac:picMkLst>
            <pc:docMk/>
            <pc:sldMk cId="350110426" sldId="549"/>
            <ac:picMk id="12300" creationId="{414DD55C-5445-05C9-9C08-0DDC4F4B915F}"/>
          </ac:picMkLst>
        </pc:picChg>
        <pc:picChg chg="add mod">
          <ac:chgData name="Ibrahim NIANG" userId="acdf7ece8d0764a7" providerId="LiveId" clId="{9306A5DC-73E1-41DC-AB9D-C76880EBBF4E}" dt="2024-10-29T12:34:27.002" v="1111" actId="1076"/>
          <ac:picMkLst>
            <pc:docMk/>
            <pc:sldMk cId="350110426" sldId="549"/>
            <ac:picMk id="14338" creationId="{0C4F2065-9C7F-897E-FFB3-BAE3BF9787F0}"/>
          </ac:picMkLst>
        </pc:picChg>
        <pc:picChg chg="add mod">
          <ac:chgData name="Ibrahim NIANG" userId="acdf7ece8d0764a7" providerId="LiveId" clId="{9306A5DC-73E1-41DC-AB9D-C76880EBBF4E}" dt="2024-10-29T12:34:29.868" v="1114" actId="1076"/>
          <ac:picMkLst>
            <pc:docMk/>
            <pc:sldMk cId="350110426" sldId="549"/>
            <ac:picMk id="14340" creationId="{EA3C1C50-76B4-82C1-D2E1-56BD61BA142F}"/>
          </ac:picMkLst>
        </pc:picChg>
        <pc:picChg chg="add mod">
          <ac:chgData name="Ibrahim NIANG" userId="acdf7ece8d0764a7" providerId="LiveId" clId="{9306A5DC-73E1-41DC-AB9D-C76880EBBF4E}" dt="2024-10-29T12:34:39.478" v="1116" actId="1076"/>
          <ac:picMkLst>
            <pc:docMk/>
            <pc:sldMk cId="350110426" sldId="549"/>
            <ac:picMk id="14342" creationId="{686F61A4-66F8-17DD-3C36-4B92532796AE}"/>
          </ac:picMkLst>
        </pc:picChg>
      </pc:sldChg>
      <pc:sldChg chg="addSp delSp modSp add mod">
        <pc:chgData name="Ibrahim NIANG" userId="acdf7ece8d0764a7" providerId="LiveId" clId="{9306A5DC-73E1-41DC-AB9D-C76880EBBF4E}" dt="2024-10-29T12:38:57.969" v="1171" actId="1076"/>
        <pc:sldMkLst>
          <pc:docMk/>
          <pc:sldMk cId="1658903904" sldId="550"/>
        </pc:sldMkLst>
        <pc:spChg chg="del">
          <ac:chgData name="Ibrahim NIANG" userId="acdf7ece8d0764a7" providerId="LiveId" clId="{9306A5DC-73E1-41DC-AB9D-C76880EBBF4E}" dt="2024-10-29T12:34:57.579" v="1123" actId="478"/>
          <ac:spMkLst>
            <pc:docMk/>
            <pc:sldMk cId="1658903904" sldId="550"/>
            <ac:spMk id="4" creationId="{19A48C75-5C8C-263E-A7E8-9D0CF0826E71}"/>
          </ac:spMkLst>
        </pc:spChg>
        <pc:spChg chg="mod">
          <ac:chgData name="Ibrahim NIANG" userId="acdf7ece8d0764a7" providerId="LiveId" clId="{9306A5DC-73E1-41DC-AB9D-C76880EBBF4E}" dt="2024-10-29T12:37:13.903" v="1160" actId="1076"/>
          <ac:spMkLst>
            <pc:docMk/>
            <pc:sldMk cId="1658903904" sldId="550"/>
            <ac:spMk id="7" creationId="{62D9CEB4-F079-27A5-7351-D59D38CD903C}"/>
          </ac:spMkLst>
        </pc:spChg>
        <pc:spChg chg="add del">
          <ac:chgData name="Ibrahim NIANG" userId="acdf7ece8d0764a7" providerId="LiveId" clId="{9306A5DC-73E1-41DC-AB9D-C76880EBBF4E}" dt="2024-10-29T12:38:01.516" v="1163" actId="22"/>
          <ac:spMkLst>
            <pc:docMk/>
            <pc:sldMk cId="1658903904" sldId="550"/>
            <ac:spMk id="9" creationId="{F78A4C1D-A0CF-8243-FF0A-7F5056ADCE21}"/>
          </ac:spMkLst>
        </pc:spChg>
        <pc:picChg chg="add mod">
          <ac:chgData name="Ibrahim NIANG" userId="acdf7ece8d0764a7" providerId="LiveId" clId="{9306A5DC-73E1-41DC-AB9D-C76880EBBF4E}" dt="2024-10-29T12:38:21.840" v="1167" actId="1076"/>
          <ac:picMkLst>
            <pc:docMk/>
            <pc:sldMk cId="1658903904" sldId="550"/>
            <ac:picMk id="12" creationId="{2F8B0C94-B3EA-966A-AEB0-EF393FE34D0D}"/>
          </ac:picMkLst>
        </pc:picChg>
        <pc:picChg chg="add mod">
          <ac:chgData name="Ibrahim NIANG" userId="acdf7ece8d0764a7" providerId="LiveId" clId="{9306A5DC-73E1-41DC-AB9D-C76880EBBF4E}" dt="2024-10-29T12:38:57.969" v="1171" actId="1076"/>
          <ac:picMkLst>
            <pc:docMk/>
            <pc:sldMk cId="1658903904" sldId="550"/>
            <ac:picMk id="15362" creationId="{0B119188-60F1-BA18-EF35-E9655BDC5441}"/>
          </ac:picMkLst>
        </pc:picChg>
      </pc:sldChg>
      <pc:sldChg chg="addSp delSp modSp add mod">
        <pc:chgData name="Ibrahim NIANG" userId="acdf7ece8d0764a7" providerId="LiveId" clId="{9306A5DC-73E1-41DC-AB9D-C76880EBBF4E}" dt="2024-10-29T12:42:00.450" v="1229" actId="20577"/>
        <pc:sldMkLst>
          <pc:docMk/>
          <pc:sldMk cId="840544288" sldId="551"/>
        </pc:sldMkLst>
        <pc:spChg chg="add mod">
          <ac:chgData name="Ibrahim NIANG" userId="acdf7ece8d0764a7" providerId="LiveId" clId="{9306A5DC-73E1-41DC-AB9D-C76880EBBF4E}" dt="2024-10-29T12:41:52.673" v="1227" actId="1076"/>
          <ac:spMkLst>
            <pc:docMk/>
            <pc:sldMk cId="840544288" sldId="551"/>
            <ac:spMk id="4" creationId="{509E147C-2DE3-BBD2-F076-8C9914A89B1D}"/>
          </ac:spMkLst>
        </pc:spChg>
        <pc:spChg chg="del mod">
          <ac:chgData name="Ibrahim NIANG" userId="acdf7ece8d0764a7" providerId="LiveId" clId="{9306A5DC-73E1-41DC-AB9D-C76880EBBF4E}" dt="2024-10-29T12:41:40.129" v="1226" actId="478"/>
          <ac:spMkLst>
            <pc:docMk/>
            <pc:sldMk cId="840544288" sldId="551"/>
            <ac:spMk id="7" creationId="{E7FE99AB-4F95-FE55-8A75-D9AB4E2AE9A2}"/>
          </ac:spMkLst>
        </pc:spChg>
        <pc:spChg chg="mod">
          <ac:chgData name="Ibrahim NIANG" userId="acdf7ece8d0764a7" providerId="LiveId" clId="{9306A5DC-73E1-41DC-AB9D-C76880EBBF4E}" dt="2024-10-29T12:42:00.450" v="1229" actId="20577"/>
          <ac:spMkLst>
            <pc:docMk/>
            <pc:sldMk cId="840544288" sldId="551"/>
            <ac:spMk id="11" creationId="{1B032DA9-2439-2B88-67BB-F4D03A0CAAEB}"/>
          </ac:spMkLst>
        </pc:spChg>
        <pc:picChg chg="del">
          <ac:chgData name="Ibrahim NIANG" userId="acdf7ece8d0764a7" providerId="LiveId" clId="{9306A5DC-73E1-41DC-AB9D-C76880EBBF4E}" dt="2024-10-29T12:41:38.476" v="1224" actId="478"/>
          <ac:picMkLst>
            <pc:docMk/>
            <pc:sldMk cId="840544288" sldId="551"/>
            <ac:picMk id="12" creationId="{7F5270EF-5065-0EDD-C8D2-9656784C7F1A}"/>
          </ac:picMkLst>
        </pc:picChg>
        <pc:picChg chg="del">
          <ac:chgData name="Ibrahim NIANG" userId="acdf7ece8d0764a7" providerId="LiveId" clId="{9306A5DC-73E1-41DC-AB9D-C76880EBBF4E}" dt="2024-10-29T12:41:38.897" v="1225" actId="478"/>
          <ac:picMkLst>
            <pc:docMk/>
            <pc:sldMk cId="840544288" sldId="551"/>
            <ac:picMk id="15362" creationId="{C1D4DA86-AAF3-F57B-36DE-D662423C97A2}"/>
          </ac:picMkLst>
        </pc:picChg>
      </pc:sldChg>
      <pc:sldChg chg="addSp delSp modSp add mod">
        <pc:chgData name="Ibrahim NIANG" userId="acdf7ece8d0764a7" providerId="LiveId" clId="{9306A5DC-73E1-41DC-AB9D-C76880EBBF4E}" dt="2024-10-29T12:44:17.443" v="1255" actId="1076"/>
        <pc:sldMkLst>
          <pc:docMk/>
          <pc:sldMk cId="1910478981" sldId="552"/>
        </pc:sldMkLst>
        <pc:spChg chg="del">
          <ac:chgData name="Ibrahim NIANG" userId="acdf7ece8d0764a7" providerId="LiveId" clId="{9306A5DC-73E1-41DC-AB9D-C76880EBBF4E}" dt="2024-10-29T12:42:21.969" v="1232" actId="478"/>
          <ac:spMkLst>
            <pc:docMk/>
            <pc:sldMk cId="1910478981" sldId="552"/>
            <ac:spMk id="4" creationId="{6BFD0A72-6EFE-A9D2-5185-692DFBB20383}"/>
          </ac:spMkLst>
        </pc:spChg>
        <pc:spChg chg="add mod">
          <ac:chgData name="Ibrahim NIANG" userId="acdf7ece8d0764a7" providerId="LiveId" clId="{9306A5DC-73E1-41DC-AB9D-C76880EBBF4E}" dt="2024-10-29T12:42:56.248" v="1248" actId="1076"/>
          <ac:spMkLst>
            <pc:docMk/>
            <pc:sldMk cId="1910478981" sldId="552"/>
            <ac:spMk id="7" creationId="{F30670F3-0248-C792-5467-8CD0B05C55D6}"/>
          </ac:spMkLst>
        </pc:spChg>
        <pc:picChg chg="add mod">
          <ac:chgData name="Ibrahim NIANG" userId="acdf7ece8d0764a7" providerId="LiveId" clId="{9306A5DC-73E1-41DC-AB9D-C76880EBBF4E}" dt="2024-10-29T12:44:16.564" v="1254" actId="1076"/>
          <ac:picMkLst>
            <pc:docMk/>
            <pc:sldMk cId="1910478981" sldId="552"/>
            <ac:picMk id="16386" creationId="{E0623E63-565A-1DF1-D245-744DF6DD263E}"/>
          </ac:picMkLst>
        </pc:picChg>
        <pc:picChg chg="add mod">
          <ac:chgData name="Ibrahim NIANG" userId="acdf7ece8d0764a7" providerId="LiveId" clId="{9306A5DC-73E1-41DC-AB9D-C76880EBBF4E}" dt="2024-10-29T12:44:17.443" v="1255" actId="1076"/>
          <ac:picMkLst>
            <pc:docMk/>
            <pc:sldMk cId="1910478981" sldId="552"/>
            <ac:picMk id="16388" creationId="{C5181B7B-F5F0-FEBB-F7AE-413560E505DE}"/>
          </ac:picMkLst>
        </pc:picChg>
      </pc:sldChg>
      <pc:sldChg chg="addSp delSp modSp add mod">
        <pc:chgData name="Ibrahim NIANG" userId="acdf7ece8d0764a7" providerId="LiveId" clId="{9306A5DC-73E1-41DC-AB9D-C76880EBBF4E}" dt="2024-11-05T18:08:18.316" v="1344"/>
        <pc:sldMkLst>
          <pc:docMk/>
          <pc:sldMk cId="2104246072" sldId="553"/>
        </pc:sldMkLst>
        <pc:spChg chg="mod">
          <ac:chgData name="Ibrahim NIANG" userId="acdf7ece8d0764a7" providerId="LiveId" clId="{9306A5DC-73E1-41DC-AB9D-C76880EBBF4E}" dt="2024-11-05T18:07:10.537" v="1274" actId="20577"/>
          <ac:spMkLst>
            <pc:docMk/>
            <pc:sldMk cId="2104246072" sldId="553"/>
            <ac:spMk id="3" creationId="{23FEA535-4F37-57A4-46DF-5A7AFB69C186}"/>
          </ac:spMkLst>
        </pc:spChg>
        <pc:spChg chg="add mod">
          <ac:chgData name="Ibrahim NIANG" userId="acdf7ece8d0764a7" providerId="LiveId" clId="{9306A5DC-73E1-41DC-AB9D-C76880EBBF4E}" dt="2024-11-05T18:08:18.316" v="1344"/>
          <ac:spMkLst>
            <pc:docMk/>
            <pc:sldMk cId="2104246072" sldId="553"/>
            <ac:spMk id="4" creationId="{99571A70-5248-D9F1-97CB-137747DFDE65}"/>
          </ac:spMkLst>
        </pc:spChg>
        <pc:spChg chg="del">
          <ac:chgData name="Ibrahim NIANG" userId="acdf7ece8d0764a7" providerId="LiveId" clId="{9306A5DC-73E1-41DC-AB9D-C76880EBBF4E}" dt="2024-11-05T18:08:17.335" v="1343" actId="478"/>
          <ac:spMkLst>
            <pc:docMk/>
            <pc:sldMk cId="2104246072" sldId="553"/>
            <ac:spMk id="11" creationId="{A91DA1B1-97B0-90D7-93AE-E6B0CC3119B7}"/>
          </ac:spMkLst>
        </pc:spChg>
      </pc:sldChg>
      <pc:sldChg chg="new del">
        <pc:chgData name="Ibrahim NIANG" userId="acdf7ece8d0764a7" providerId="LiveId" clId="{9306A5DC-73E1-41DC-AB9D-C76880EBBF4E}" dt="2024-11-05T18:07:17.161" v="1276" actId="680"/>
        <pc:sldMkLst>
          <pc:docMk/>
          <pc:sldMk cId="757748138" sldId="554"/>
        </pc:sldMkLst>
      </pc:sldChg>
      <pc:sldChg chg="addSp delSp modSp add mod">
        <pc:chgData name="Ibrahim NIANG" userId="acdf7ece8d0764a7" providerId="LiveId" clId="{9306A5DC-73E1-41DC-AB9D-C76880EBBF4E}" dt="2024-11-05T18:08:22.344" v="1346"/>
        <pc:sldMkLst>
          <pc:docMk/>
          <pc:sldMk cId="3244769883" sldId="554"/>
        </pc:sldMkLst>
        <pc:spChg chg="mod">
          <ac:chgData name="Ibrahim NIANG" userId="acdf7ece8d0764a7" providerId="LiveId" clId="{9306A5DC-73E1-41DC-AB9D-C76880EBBF4E}" dt="2024-11-05T18:07:24.672" v="1286" actId="20577"/>
          <ac:spMkLst>
            <pc:docMk/>
            <pc:sldMk cId="3244769883" sldId="554"/>
            <ac:spMk id="3" creationId="{5A57ADF1-84EE-8A81-F1D1-30140DBD421B}"/>
          </ac:spMkLst>
        </pc:spChg>
        <pc:spChg chg="add mod">
          <ac:chgData name="Ibrahim NIANG" userId="acdf7ece8d0764a7" providerId="LiveId" clId="{9306A5DC-73E1-41DC-AB9D-C76880EBBF4E}" dt="2024-11-05T18:08:22.344" v="1346"/>
          <ac:spMkLst>
            <pc:docMk/>
            <pc:sldMk cId="3244769883" sldId="554"/>
            <ac:spMk id="4" creationId="{FE79C089-DC0D-E5F1-15AF-8DABF9B05BC2}"/>
          </ac:spMkLst>
        </pc:spChg>
        <pc:spChg chg="del">
          <ac:chgData name="Ibrahim NIANG" userId="acdf7ece8d0764a7" providerId="LiveId" clId="{9306A5DC-73E1-41DC-AB9D-C76880EBBF4E}" dt="2024-11-05T18:08:21.344" v="1345" actId="478"/>
          <ac:spMkLst>
            <pc:docMk/>
            <pc:sldMk cId="3244769883" sldId="554"/>
            <ac:spMk id="11" creationId="{AF917CDB-88CF-CC75-514D-DE961D22D3FD}"/>
          </ac:spMkLst>
        </pc:spChg>
      </pc:sldChg>
      <pc:sldChg chg="addSp delSp modSp add mod">
        <pc:chgData name="Ibrahim NIANG" userId="acdf7ece8d0764a7" providerId="LiveId" clId="{9306A5DC-73E1-41DC-AB9D-C76880EBBF4E}" dt="2024-11-05T18:08:28.939" v="1348"/>
        <pc:sldMkLst>
          <pc:docMk/>
          <pc:sldMk cId="2364556023" sldId="555"/>
        </pc:sldMkLst>
        <pc:spChg chg="mod">
          <ac:chgData name="Ibrahim NIANG" userId="acdf7ece8d0764a7" providerId="LiveId" clId="{9306A5DC-73E1-41DC-AB9D-C76880EBBF4E}" dt="2024-11-05T18:07:41.228" v="1306" actId="20577"/>
          <ac:spMkLst>
            <pc:docMk/>
            <pc:sldMk cId="2364556023" sldId="555"/>
            <ac:spMk id="3" creationId="{3154A44E-45D8-6E08-DF9E-A99C58B22595}"/>
          </ac:spMkLst>
        </pc:spChg>
        <pc:spChg chg="add mod">
          <ac:chgData name="Ibrahim NIANG" userId="acdf7ece8d0764a7" providerId="LiveId" clId="{9306A5DC-73E1-41DC-AB9D-C76880EBBF4E}" dt="2024-11-05T18:08:28.939" v="1348"/>
          <ac:spMkLst>
            <pc:docMk/>
            <pc:sldMk cId="2364556023" sldId="555"/>
            <ac:spMk id="4" creationId="{D54C0420-4E4D-E6C6-F637-E03222BF46EB}"/>
          </ac:spMkLst>
        </pc:spChg>
        <pc:spChg chg="del">
          <ac:chgData name="Ibrahim NIANG" userId="acdf7ece8d0764a7" providerId="LiveId" clId="{9306A5DC-73E1-41DC-AB9D-C76880EBBF4E}" dt="2024-11-05T18:08:27.968" v="1347" actId="478"/>
          <ac:spMkLst>
            <pc:docMk/>
            <pc:sldMk cId="2364556023" sldId="555"/>
            <ac:spMk id="11" creationId="{9B221733-6702-3E8D-7E25-201DC4B287B4}"/>
          </ac:spMkLst>
        </pc:spChg>
      </pc:sldChg>
      <pc:sldChg chg="addSp delSp modSp add mod">
        <pc:chgData name="Ibrahim NIANG" userId="acdf7ece8d0764a7" providerId="LiveId" clId="{9306A5DC-73E1-41DC-AB9D-C76880EBBF4E}" dt="2024-11-05T18:22:49.586" v="1477" actId="1076"/>
        <pc:sldMkLst>
          <pc:docMk/>
          <pc:sldMk cId="1766580762" sldId="556"/>
        </pc:sldMkLst>
        <pc:spChg chg="add del mod">
          <ac:chgData name="Ibrahim NIANG" userId="acdf7ece8d0764a7" providerId="LiveId" clId="{9306A5DC-73E1-41DC-AB9D-C76880EBBF4E}" dt="2024-11-05T18:17:37.624" v="1460" actId="21"/>
          <ac:spMkLst>
            <pc:docMk/>
            <pc:sldMk cId="1766580762" sldId="556"/>
            <ac:spMk id="7" creationId="{2CAFDDFF-3A1F-EBE0-DB69-6ED39E16C045}"/>
          </ac:spMkLst>
        </pc:spChg>
        <pc:spChg chg="mod">
          <ac:chgData name="Ibrahim NIANG" userId="acdf7ece8d0764a7" providerId="LiveId" clId="{9306A5DC-73E1-41DC-AB9D-C76880EBBF4E}" dt="2024-11-05T18:13:02.023" v="1449" actId="20577"/>
          <ac:spMkLst>
            <pc:docMk/>
            <pc:sldMk cId="1766580762" sldId="556"/>
            <ac:spMk id="11" creationId="{F7B26568-746B-9EB0-100B-94498B5B5023}"/>
          </ac:spMkLst>
        </pc:spChg>
        <pc:spChg chg="add mod">
          <ac:chgData name="Ibrahim NIANG" userId="acdf7ece8d0764a7" providerId="LiveId" clId="{9306A5DC-73E1-41DC-AB9D-C76880EBBF4E}" dt="2024-11-05T18:22:18.068" v="1474" actId="1076"/>
          <ac:spMkLst>
            <pc:docMk/>
            <pc:sldMk cId="1766580762" sldId="556"/>
            <ac:spMk id="13" creationId="{9EF933D6-C297-C5C0-2E22-F3E000E09400}"/>
          </ac:spMkLst>
        </pc:spChg>
        <pc:picChg chg="add del mod">
          <ac:chgData name="Ibrahim NIANG" userId="acdf7ece8d0764a7" providerId="LiveId" clId="{9306A5DC-73E1-41DC-AB9D-C76880EBBF4E}" dt="2024-11-05T18:17:37.624" v="1460" actId="21"/>
          <ac:picMkLst>
            <pc:docMk/>
            <pc:sldMk cId="1766580762" sldId="556"/>
            <ac:picMk id="10" creationId="{59CB2366-A1A0-D221-D745-7B1DC620EECC}"/>
          </ac:picMkLst>
        </pc:picChg>
        <pc:picChg chg="add mod">
          <ac:chgData name="Ibrahim NIANG" userId="acdf7ece8d0764a7" providerId="LiveId" clId="{9306A5DC-73E1-41DC-AB9D-C76880EBBF4E}" dt="2024-11-05T18:22:49.586" v="1477" actId="1076"/>
          <ac:picMkLst>
            <pc:docMk/>
            <pc:sldMk cId="1766580762" sldId="556"/>
            <ac:picMk id="15" creationId="{893CD09C-773F-58EA-C2BB-419479BE4D72}"/>
          </ac:picMkLst>
        </pc:picChg>
      </pc:sldChg>
      <pc:sldChg chg="modSp add mod">
        <pc:chgData name="Ibrahim NIANG" userId="acdf7ece8d0764a7" providerId="LiveId" clId="{9306A5DC-73E1-41DC-AB9D-C76880EBBF4E}" dt="2024-11-05T18:09:01.637" v="1372" actId="20577"/>
        <pc:sldMkLst>
          <pc:docMk/>
          <pc:sldMk cId="1033359560" sldId="557"/>
        </pc:sldMkLst>
        <pc:spChg chg="mod">
          <ac:chgData name="Ibrahim NIANG" userId="acdf7ece8d0764a7" providerId="LiveId" clId="{9306A5DC-73E1-41DC-AB9D-C76880EBBF4E}" dt="2024-11-05T18:09:01.637" v="1372" actId="20577"/>
          <ac:spMkLst>
            <pc:docMk/>
            <pc:sldMk cId="1033359560" sldId="557"/>
            <ac:spMk id="11" creationId="{216BCF8F-6499-30AD-ACED-66E058A4DDB7}"/>
          </ac:spMkLst>
        </pc:spChg>
      </pc:sldChg>
      <pc:sldChg chg="addSp delSp modSp add mod">
        <pc:chgData name="Ibrahim NIANG" userId="acdf7ece8d0764a7" providerId="LiveId" clId="{9306A5DC-73E1-41DC-AB9D-C76880EBBF4E}" dt="2024-11-05T18:12:40.776" v="1438" actId="20577"/>
        <pc:sldMkLst>
          <pc:docMk/>
          <pc:sldMk cId="4174677024" sldId="558"/>
        </pc:sldMkLst>
        <pc:spChg chg="del">
          <ac:chgData name="Ibrahim NIANG" userId="acdf7ece8d0764a7" providerId="LiveId" clId="{9306A5DC-73E1-41DC-AB9D-C76880EBBF4E}" dt="2024-11-05T18:09:56.327" v="1386" actId="478"/>
          <ac:spMkLst>
            <pc:docMk/>
            <pc:sldMk cId="4174677024" sldId="558"/>
            <ac:spMk id="4" creationId="{9C419C86-869C-FDD3-A831-EC11FEC6DC15}"/>
          </ac:spMkLst>
        </pc:spChg>
        <pc:spChg chg="add mod">
          <ac:chgData name="Ibrahim NIANG" userId="acdf7ece8d0764a7" providerId="LiveId" clId="{9306A5DC-73E1-41DC-AB9D-C76880EBBF4E}" dt="2024-11-05T18:12:40.776" v="1438" actId="20577"/>
          <ac:spMkLst>
            <pc:docMk/>
            <pc:sldMk cId="4174677024" sldId="558"/>
            <ac:spMk id="7" creationId="{C7A7CC5C-E2AE-6F91-5174-D32C9BBA258C}"/>
          </ac:spMkLst>
        </pc:spChg>
      </pc:sldChg>
      <pc:sldChg chg="addSp delSp modSp add mod">
        <pc:chgData name="Ibrahim NIANG" userId="acdf7ece8d0764a7" providerId="LiveId" clId="{9306A5DC-73E1-41DC-AB9D-C76880EBBF4E}" dt="2024-11-05T18:09:18.241" v="1377"/>
        <pc:sldMkLst>
          <pc:docMk/>
          <pc:sldMk cId="667452722" sldId="559"/>
        </pc:sldMkLst>
        <pc:spChg chg="del mod">
          <ac:chgData name="Ibrahim NIANG" userId="acdf7ece8d0764a7" providerId="LiveId" clId="{9306A5DC-73E1-41DC-AB9D-C76880EBBF4E}" dt="2024-11-05T18:09:17.062" v="1376" actId="478"/>
          <ac:spMkLst>
            <pc:docMk/>
            <pc:sldMk cId="667452722" sldId="559"/>
            <ac:spMk id="4" creationId="{A0454FCD-DEF4-D0A0-6E70-9775B985135E}"/>
          </ac:spMkLst>
        </pc:spChg>
        <pc:spChg chg="add mod">
          <ac:chgData name="Ibrahim NIANG" userId="acdf7ece8d0764a7" providerId="LiveId" clId="{9306A5DC-73E1-41DC-AB9D-C76880EBBF4E}" dt="2024-11-05T18:09:18.241" v="1377"/>
          <ac:spMkLst>
            <pc:docMk/>
            <pc:sldMk cId="667452722" sldId="559"/>
            <ac:spMk id="7" creationId="{A9E4D707-95F8-0421-9E21-E236912404D3}"/>
          </ac:spMkLst>
        </pc:spChg>
      </pc:sldChg>
      <pc:sldChg chg="addSp delSp modSp add mod">
        <pc:chgData name="Ibrahim NIANG" userId="acdf7ece8d0764a7" providerId="LiveId" clId="{9306A5DC-73E1-41DC-AB9D-C76880EBBF4E}" dt="2024-11-05T18:09:31.627" v="1381"/>
        <pc:sldMkLst>
          <pc:docMk/>
          <pc:sldMk cId="3970048665" sldId="560"/>
        </pc:sldMkLst>
        <pc:spChg chg="del">
          <ac:chgData name="Ibrahim NIANG" userId="acdf7ece8d0764a7" providerId="LiveId" clId="{9306A5DC-73E1-41DC-AB9D-C76880EBBF4E}" dt="2024-11-05T18:09:30.743" v="1380" actId="478"/>
          <ac:spMkLst>
            <pc:docMk/>
            <pc:sldMk cId="3970048665" sldId="560"/>
            <ac:spMk id="4" creationId="{43154C73-D7FE-0E28-C15B-899742CADDD8}"/>
          </ac:spMkLst>
        </pc:spChg>
        <pc:spChg chg="add mod">
          <ac:chgData name="Ibrahim NIANG" userId="acdf7ece8d0764a7" providerId="LiveId" clId="{9306A5DC-73E1-41DC-AB9D-C76880EBBF4E}" dt="2024-11-05T18:09:31.627" v="1381"/>
          <ac:spMkLst>
            <pc:docMk/>
            <pc:sldMk cId="3970048665" sldId="560"/>
            <ac:spMk id="7" creationId="{B8AD5B72-C503-CA40-71BC-38740802ACE2}"/>
          </ac:spMkLst>
        </pc:spChg>
      </pc:sldChg>
      <pc:sldChg chg="addSp delSp modSp add mod">
        <pc:chgData name="Ibrahim NIANG" userId="acdf7ece8d0764a7" providerId="LiveId" clId="{9306A5DC-73E1-41DC-AB9D-C76880EBBF4E}" dt="2024-11-05T18:19:25.254" v="1471" actId="1076"/>
        <pc:sldMkLst>
          <pc:docMk/>
          <pc:sldMk cId="3128149916" sldId="561"/>
        </pc:sldMkLst>
        <pc:spChg chg="del">
          <ac:chgData name="Ibrahim NIANG" userId="acdf7ece8d0764a7" providerId="LiveId" clId="{9306A5DC-73E1-41DC-AB9D-C76880EBBF4E}" dt="2024-11-05T18:10:07.406" v="1388" actId="478"/>
          <ac:spMkLst>
            <pc:docMk/>
            <pc:sldMk cId="3128149916" sldId="561"/>
            <ac:spMk id="4" creationId="{B77251F3-8389-B130-B85D-587C1CBFB687}"/>
          </ac:spMkLst>
        </pc:spChg>
        <pc:spChg chg="add mod">
          <ac:chgData name="Ibrahim NIANG" userId="acdf7ece8d0764a7" providerId="LiveId" clId="{9306A5DC-73E1-41DC-AB9D-C76880EBBF4E}" dt="2024-11-05T18:10:08.263" v="1389"/>
          <ac:spMkLst>
            <pc:docMk/>
            <pc:sldMk cId="3128149916" sldId="561"/>
            <ac:spMk id="7" creationId="{E3CB581C-A8D6-F6DB-C77E-D8C66FF8F28F}"/>
          </ac:spMkLst>
        </pc:spChg>
        <pc:spChg chg="add mod">
          <ac:chgData name="Ibrahim NIANG" userId="acdf7ece8d0764a7" providerId="LiveId" clId="{9306A5DC-73E1-41DC-AB9D-C76880EBBF4E}" dt="2024-11-05T18:18:54.631" v="1466" actId="1076"/>
          <ac:spMkLst>
            <pc:docMk/>
            <pc:sldMk cId="3128149916" sldId="561"/>
            <ac:spMk id="12" creationId="{08BE614D-E14D-9F2D-A43C-D5D19643356A}"/>
          </ac:spMkLst>
        </pc:spChg>
        <pc:spChg chg="add mod">
          <ac:chgData name="Ibrahim NIANG" userId="acdf7ece8d0764a7" providerId="LiveId" clId="{9306A5DC-73E1-41DC-AB9D-C76880EBBF4E}" dt="2024-11-05T18:19:25.254" v="1471" actId="1076"/>
          <ac:spMkLst>
            <pc:docMk/>
            <pc:sldMk cId="3128149916" sldId="561"/>
            <ac:spMk id="14" creationId="{685B64CB-800B-6A5B-EB40-63AC8EEDEFCD}"/>
          </ac:spMkLst>
        </pc:spChg>
        <pc:picChg chg="add mod">
          <ac:chgData name="Ibrahim NIANG" userId="acdf7ece8d0764a7" providerId="LiveId" clId="{9306A5DC-73E1-41DC-AB9D-C76880EBBF4E}" dt="2024-11-05T18:19:13.198" v="1467" actId="1076"/>
          <ac:picMkLst>
            <pc:docMk/>
            <pc:sldMk cId="3128149916" sldId="561"/>
            <ac:picMk id="10" creationId="{8324BE7A-B854-9353-B224-AFCA6397834A}"/>
          </ac:picMkLst>
        </pc:picChg>
      </pc:sldChg>
      <pc:sldChg chg="addSp delSp modSp add mod ord">
        <pc:chgData name="Ibrahim NIANG" userId="acdf7ece8d0764a7" providerId="LiveId" clId="{9306A5DC-73E1-41DC-AB9D-C76880EBBF4E}" dt="2024-11-05T18:12:10.661" v="1417" actId="20577"/>
        <pc:sldMkLst>
          <pc:docMk/>
          <pc:sldMk cId="143433085" sldId="562"/>
        </pc:sldMkLst>
        <pc:spChg chg="del">
          <ac:chgData name="Ibrahim NIANG" userId="acdf7ece8d0764a7" providerId="LiveId" clId="{9306A5DC-73E1-41DC-AB9D-C76880EBBF4E}" dt="2024-11-05T18:10:15.623" v="1390" actId="478"/>
          <ac:spMkLst>
            <pc:docMk/>
            <pc:sldMk cId="143433085" sldId="562"/>
            <ac:spMk id="4" creationId="{4045A5A2-0756-3C46-FD1A-AEE469FB6756}"/>
          </ac:spMkLst>
        </pc:spChg>
        <pc:spChg chg="add mod">
          <ac:chgData name="Ibrahim NIANG" userId="acdf7ece8d0764a7" providerId="LiveId" clId="{9306A5DC-73E1-41DC-AB9D-C76880EBBF4E}" dt="2024-11-05T18:12:10.661" v="1417" actId="20577"/>
          <ac:spMkLst>
            <pc:docMk/>
            <pc:sldMk cId="143433085" sldId="562"/>
            <ac:spMk id="7" creationId="{3A4FFBCA-8853-4B7E-CFD0-7948F6F8AF68}"/>
          </ac:spMkLst>
        </pc:spChg>
      </pc:sldChg>
      <pc:sldChg chg="addSp delSp modSp add mod">
        <pc:chgData name="Ibrahim NIANG" userId="acdf7ece8d0764a7" providerId="LiveId" clId="{9306A5DC-73E1-41DC-AB9D-C76880EBBF4E}" dt="2024-11-05T18:09:41.099" v="1385"/>
        <pc:sldMkLst>
          <pc:docMk/>
          <pc:sldMk cId="74138148" sldId="563"/>
        </pc:sldMkLst>
        <pc:spChg chg="del">
          <ac:chgData name="Ibrahim NIANG" userId="acdf7ece8d0764a7" providerId="LiveId" clId="{9306A5DC-73E1-41DC-AB9D-C76880EBBF4E}" dt="2024-11-05T18:09:39.920" v="1384" actId="478"/>
          <ac:spMkLst>
            <pc:docMk/>
            <pc:sldMk cId="74138148" sldId="563"/>
            <ac:spMk id="4" creationId="{36FD9B72-E4A2-8C09-72DB-5AE1FFEDADAA}"/>
          </ac:spMkLst>
        </pc:spChg>
        <pc:spChg chg="add mod">
          <ac:chgData name="Ibrahim NIANG" userId="acdf7ece8d0764a7" providerId="LiveId" clId="{9306A5DC-73E1-41DC-AB9D-C76880EBBF4E}" dt="2024-11-05T18:09:41.099" v="1385"/>
          <ac:spMkLst>
            <pc:docMk/>
            <pc:sldMk cId="74138148" sldId="563"/>
            <ac:spMk id="7" creationId="{F7D8FC82-F720-3E69-09E9-63CD21BD4209}"/>
          </ac:spMkLst>
        </pc:spChg>
      </pc:sldChg>
      <pc:sldChg chg="add">
        <pc:chgData name="Ibrahim NIANG" userId="acdf7ece8d0764a7" providerId="LiveId" clId="{9306A5DC-73E1-41DC-AB9D-C76880EBBF4E}" dt="2024-11-05T18:11:42.731" v="1392" actId="2890"/>
        <pc:sldMkLst>
          <pc:docMk/>
          <pc:sldMk cId="2971887564" sldId="564"/>
        </pc:sldMkLst>
      </pc:sldChg>
      <pc:sldChg chg="modSp add mod">
        <pc:chgData name="Ibrahim NIANG" userId="acdf7ece8d0764a7" providerId="LiveId" clId="{9306A5DC-73E1-41DC-AB9D-C76880EBBF4E}" dt="2024-11-05T18:11:54.913" v="1403" actId="20577"/>
        <pc:sldMkLst>
          <pc:docMk/>
          <pc:sldMk cId="2432346136" sldId="565"/>
        </pc:sldMkLst>
        <pc:spChg chg="mod">
          <ac:chgData name="Ibrahim NIANG" userId="acdf7ece8d0764a7" providerId="LiveId" clId="{9306A5DC-73E1-41DC-AB9D-C76880EBBF4E}" dt="2024-11-05T18:11:54.913" v="1403" actId="20577"/>
          <ac:spMkLst>
            <pc:docMk/>
            <pc:sldMk cId="2432346136" sldId="565"/>
            <ac:spMk id="7" creationId="{BBBA266B-BD9C-CFCF-9DB6-40B8477A2E0A}"/>
          </ac:spMkLst>
        </pc:spChg>
      </pc:sldChg>
      <pc:sldChg chg="modSp add mod">
        <pc:chgData name="Ibrahim NIANG" userId="acdf7ece8d0764a7" providerId="LiveId" clId="{9306A5DC-73E1-41DC-AB9D-C76880EBBF4E}" dt="2024-11-05T18:12:25.358" v="1425" actId="20577"/>
        <pc:sldMkLst>
          <pc:docMk/>
          <pc:sldMk cId="2257937470" sldId="566"/>
        </pc:sldMkLst>
        <pc:spChg chg="mod">
          <ac:chgData name="Ibrahim NIANG" userId="acdf7ece8d0764a7" providerId="LiveId" clId="{9306A5DC-73E1-41DC-AB9D-C76880EBBF4E}" dt="2024-11-05T18:12:25.358" v="1425" actId="20577"/>
          <ac:spMkLst>
            <pc:docMk/>
            <pc:sldMk cId="2257937470" sldId="566"/>
            <ac:spMk id="7" creationId="{84FCCC57-B63C-22E9-7D6B-EC7A57A450C9}"/>
          </ac:spMkLst>
        </pc:spChg>
      </pc:sldChg>
      <pc:sldChg chg="addSp modSp add mod">
        <pc:chgData name="Ibrahim NIANG" userId="acdf7ece8d0764a7" providerId="LiveId" clId="{9306A5DC-73E1-41DC-AB9D-C76880EBBF4E}" dt="2024-11-05T18:17:41.266" v="1461"/>
        <pc:sldMkLst>
          <pc:docMk/>
          <pc:sldMk cId="1371932112" sldId="567"/>
        </pc:sldMkLst>
        <pc:spChg chg="add mod">
          <ac:chgData name="Ibrahim NIANG" userId="acdf7ece8d0764a7" providerId="LiveId" clId="{9306A5DC-73E1-41DC-AB9D-C76880EBBF4E}" dt="2024-11-05T18:17:32.358" v="1459" actId="1076"/>
          <ac:spMkLst>
            <pc:docMk/>
            <pc:sldMk cId="1371932112" sldId="567"/>
            <ac:spMk id="9" creationId="{E312BFEB-00B1-4245-F4F6-188DD9051C42}"/>
          </ac:spMkLst>
        </pc:spChg>
        <pc:spChg chg="add mod">
          <ac:chgData name="Ibrahim NIANG" userId="acdf7ece8d0764a7" providerId="LiveId" clId="{9306A5DC-73E1-41DC-AB9D-C76880EBBF4E}" dt="2024-11-05T18:17:41.266" v="1461"/>
          <ac:spMkLst>
            <pc:docMk/>
            <pc:sldMk cId="1371932112" sldId="567"/>
            <ac:spMk id="10" creationId="{2CAFDDFF-3A1F-EBE0-DB69-6ED39E16C045}"/>
          </ac:spMkLst>
        </pc:spChg>
        <pc:picChg chg="add mod">
          <ac:chgData name="Ibrahim NIANG" userId="acdf7ece8d0764a7" providerId="LiveId" clId="{9306A5DC-73E1-41DC-AB9D-C76880EBBF4E}" dt="2024-11-05T18:17:41.266" v="1461"/>
          <ac:picMkLst>
            <pc:docMk/>
            <pc:sldMk cId="1371932112" sldId="567"/>
            <ac:picMk id="11" creationId="{59CB2366-A1A0-D221-D745-7B1DC620EECC}"/>
          </ac:picMkLst>
        </pc:picChg>
      </pc:sldChg>
      <pc:sldChg chg="add">
        <pc:chgData name="Ibrahim NIANG" userId="acdf7ece8d0764a7" providerId="LiveId" clId="{9306A5DC-73E1-41DC-AB9D-C76880EBBF4E}" dt="2024-11-05T18:12:50.582" v="1439" actId="2890"/>
        <pc:sldMkLst>
          <pc:docMk/>
          <pc:sldMk cId="2662994852" sldId="568"/>
        </pc:sldMkLst>
      </pc:sldChg>
    </pc:docChg>
  </pc:docChgLst>
  <pc:docChgLst>
    <pc:chgData name="Ibrahim NIANG" userId="acdf7ece8d0764a7" providerId="LiveId" clId="{63196C20-4CAE-471C-998D-F57DCFDD09B2}"/>
    <pc:docChg chg="delSld modSld">
      <pc:chgData name="Ibrahim NIANG" userId="acdf7ece8d0764a7" providerId="LiveId" clId="{63196C20-4CAE-471C-998D-F57DCFDD09B2}" dt="2024-11-09T09:34:06.607" v="20" actId="2696"/>
      <pc:docMkLst>
        <pc:docMk/>
      </pc:docMkLst>
      <pc:sldChg chg="del">
        <pc:chgData name="Ibrahim NIANG" userId="acdf7ece8d0764a7" providerId="LiveId" clId="{63196C20-4CAE-471C-998D-F57DCFDD09B2}" dt="2024-11-09T09:33:37.508" v="16" actId="47"/>
        <pc:sldMkLst>
          <pc:docMk/>
          <pc:sldMk cId="3026545837" sldId="540"/>
        </pc:sldMkLst>
      </pc:sldChg>
      <pc:sldChg chg="modSp del mod">
        <pc:chgData name="Ibrahim NIANG" userId="acdf7ece8d0764a7" providerId="LiveId" clId="{63196C20-4CAE-471C-998D-F57DCFDD09B2}" dt="2024-11-09T09:34:06.607" v="20" actId="2696"/>
        <pc:sldMkLst>
          <pc:docMk/>
          <pc:sldMk cId="2162645583" sldId="544"/>
        </pc:sldMkLst>
        <pc:spChg chg="mod">
          <ac:chgData name="Ibrahim NIANG" userId="acdf7ece8d0764a7" providerId="LiveId" clId="{63196C20-4CAE-471C-998D-F57DCFDD09B2}" dt="2024-11-09T09:33:48.416" v="17" actId="1076"/>
          <ac:spMkLst>
            <pc:docMk/>
            <pc:sldMk cId="2162645583" sldId="544"/>
            <ac:spMk id="10" creationId="{3FDD9383-9E18-7CED-076D-B3EADCEC57BE}"/>
          </ac:spMkLst>
        </pc:spChg>
      </pc:sldChg>
      <pc:sldChg chg="addSp modSp">
        <pc:chgData name="Ibrahim NIANG" userId="acdf7ece8d0764a7" providerId="LiveId" clId="{63196C20-4CAE-471C-998D-F57DCFDD09B2}" dt="2024-11-09T09:34:01.862" v="19" actId="14100"/>
        <pc:sldMkLst>
          <pc:docMk/>
          <pc:sldMk cId="840544288" sldId="551"/>
        </pc:sldMkLst>
        <pc:picChg chg="add mod">
          <ac:chgData name="Ibrahim NIANG" userId="acdf7ece8d0764a7" providerId="LiveId" clId="{63196C20-4CAE-471C-998D-F57DCFDD09B2}" dt="2024-11-09T09:34:01.862" v="19" actId="14100"/>
          <ac:picMkLst>
            <pc:docMk/>
            <pc:sldMk cId="840544288" sldId="551"/>
            <ac:picMk id="3" creationId="{B294178C-97D3-ED63-EEDB-F5731F233B0A}"/>
          </ac:picMkLst>
        </pc:picChg>
      </pc:sldChg>
      <pc:sldChg chg="del">
        <pc:chgData name="Ibrahim NIANG" userId="acdf7ece8d0764a7" providerId="LiveId" clId="{63196C20-4CAE-471C-998D-F57DCFDD09B2}" dt="2024-11-09T09:33:36.473" v="12" actId="47"/>
        <pc:sldMkLst>
          <pc:docMk/>
          <pc:sldMk cId="2104246072" sldId="553"/>
        </pc:sldMkLst>
      </pc:sldChg>
      <pc:sldChg chg="del">
        <pc:chgData name="Ibrahim NIANG" userId="acdf7ece8d0764a7" providerId="LiveId" clId="{63196C20-4CAE-471C-998D-F57DCFDD09B2}" dt="2024-11-09T09:33:35.393" v="8" actId="47"/>
        <pc:sldMkLst>
          <pc:docMk/>
          <pc:sldMk cId="3244769883" sldId="554"/>
        </pc:sldMkLst>
      </pc:sldChg>
      <pc:sldChg chg="del">
        <pc:chgData name="Ibrahim NIANG" userId="acdf7ece8d0764a7" providerId="LiveId" clId="{63196C20-4CAE-471C-998D-F57DCFDD09B2}" dt="2024-11-09T09:33:34.352" v="4" actId="47"/>
        <pc:sldMkLst>
          <pc:docMk/>
          <pc:sldMk cId="2364556023" sldId="555"/>
        </pc:sldMkLst>
      </pc:sldChg>
      <pc:sldChg chg="del">
        <pc:chgData name="Ibrahim NIANG" userId="acdf7ece8d0764a7" providerId="LiveId" clId="{63196C20-4CAE-471C-998D-F57DCFDD09B2}" dt="2024-11-09T09:33:37.223" v="15" actId="47"/>
        <pc:sldMkLst>
          <pc:docMk/>
          <pc:sldMk cId="1766580762" sldId="556"/>
        </pc:sldMkLst>
      </pc:sldChg>
      <pc:sldChg chg="del">
        <pc:chgData name="Ibrahim NIANG" userId="acdf7ece8d0764a7" providerId="LiveId" clId="{63196C20-4CAE-471C-998D-F57DCFDD09B2}" dt="2024-11-09T09:33:36.695" v="13" actId="47"/>
        <pc:sldMkLst>
          <pc:docMk/>
          <pc:sldMk cId="1033359560" sldId="557"/>
        </pc:sldMkLst>
      </pc:sldChg>
      <pc:sldChg chg="del">
        <pc:chgData name="Ibrahim NIANG" userId="acdf7ece8d0764a7" providerId="LiveId" clId="{63196C20-4CAE-471C-998D-F57DCFDD09B2}" dt="2024-11-09T09:33:36.218" v="11" actId="47"/>
        <pc:sldMkLst>
          <pc:docMk/>
          <pc:sldMk cId="4174677024" sldId="558"/>
        </pc:sldMkLst>
      </pc:sldChg>
      <pc:sldChg chg="del">
        <pc:chgData name="Ibrahim NIANG" userId="acdf7ece8d0764a7" providerId="LiveId" clId="{63196C20-4CAE-471C-998D-F57DCFDD09B2}" dt="2024-11-09T09:33:35.670" v="9" actId="47"/>
        <pc:sldMkLst>
          <pc:docMk/>
          <pc:sldMk cId="667452722" sldId="559"/>
        </pc:sldMkLst>
      </pc:sldChg>
      <pc:sldChg chg="del">
        <pc:chgData name="Ibrahim NIANG" userId="acdf7ece8d0764a7" providerId="LiveId" clId="{63196C20-4CAE-471C-998D-F57DCFDD09B2}" dt="2024-11-09T09:33:34.612" v="5" actId="47"/>
        <pc:sldMkLst>
          <pc:docMk/>
          <pc:sldMk cId="3970048665" sldId="560"/>
        </pc:sldMkLst>
      </pc:sldChg>
      <pc:sldChg chg="del">
        <pc:chgData name="Ibrahim NIANG" userId="acdf7ece8d0764a7" providerId="LiveId" clId="{63196C20-4CAE-471C-998D-F57DCFDD09B2}" dt="2024-11-09T09:33:35.075" v="7" actId="47"/>
        <pc:sldMkLst>
          <pc:docMk/>
          <pc:sldMk cId="3128149916" sldId="561"/>
        </pc:sldMkLst>
      </pc:sldChg>
      <pc:sldChg chg="del">
        <pc:chgData name="Ibrahim NIANG" userId="acdf7ece8d0764a7" providerId="LiveId" clId="{63196C20-4CAE-471C-998D-F57DCFDD09B2}" dt="2024-11-09T09:33:33.858" v="2" actId="47"/>
        <pc:sldMkLst>
          <pc:docMk/>
          <pc:sldMk cId="143433085" sldId="562"/>
        </pc:sldMkLst>
      </pc:sldChg>
      <pc:sldChg chg="del">
        <pc:chgData name="Ibrahim NIANG" userId="acdf7ece8d0764a7" providerId="LiveId" clId="{63196C20-4CAE-471C-998D-F57DCFDD09B2}" dt="2024-11-09T09:33:33.171" v="0" actId="47"/>
        <pc:sldMkLst>
          <pc:docMk/>
          <pc:sldMk cId="74138148" sldId="563"/>
        </pc:sldMkLst>
      </pc:sldChg>
      <pc:sldChg chg="del">
        <pc:chgData name="Ibrahim NIANG" userId="acdf7ece8d0764a7" providerId="LiveId" clId="{63196C20-4CAE-471C-998D-F57DCFDD09B2}" dt="2024-11-09T09:33:33.534" v="1" actId="47"/>
        <pc:sldMkLst>
          <pc:docMk/>
          <pc:sldMk cId="2971887564" sldId="564"/>
        </pc:sldMkLst>
      </pc:sldChg>
      <pc:sldChg chg="del">
        <pc:chgData name="Ibrahim NIANG" userId="acdf7ece8d0764a7" providerId="LiveId" clId="{63196C20-4CAE-471C-998D-F57DCFDD09B2}" dt="2024-11-09T09:33:34.108" v="3" actId="47"/>
        <pc:sldMkLst>
          <pc:docMk/>
          <pc:sldMk cId="2432346136" sldId="565"/>
        </pc:sldMkLst>
      </pc:sldChg>
      <pc:sldChg chg="del">
        <pc:chgData name="Ibrahim NIANG" userId="acdf7ece8d0764a7" providerId="LiveId" clId="{63196C20-4CAE-471C-998D-F57DCFDD09B2}" dt="2024-11-09T09:33:34.851" v="6" actId="47"/>
        <pc:sldMkLst>
          <pc:docMk/>
          <pc:sldMk cId="2257937470" sldId="566"/>
        </pc:sldMkLst>
      </pc:sldChg>
      <pc:sldChg chg="del">
        <pc:chgData name="Ibrahim NIANG" userId="acdf7ece8d0764a7" providerId="LiveId" clId="{63196C20-4CAE-471C-998D-F57DCFDD09B2}" dt="2024-11-09T09:33:35.924" v="10" actId="47"/>
        <pc:sldMkLst>
          <pc:docMk/>
          <pc:sldMk cId="1371932112" sldId="567"/>
        </pc:sldMkLst>
      </pc:sldChg>
      <pc:sldChg chg="del">
        <pc:chgData name="Ibrahim NIANG" userId="acdf7ece8d0764a7" providerId="LiveId" clId="{63196C20-4CAE-471C-998D-F57DCFDD09B2}" dt="2024-11-09T09:33:36.955" v="14" actId="47"/>
        <pc:sldMkLst>
          <pc:docMk/>
          <pc:sldMk cId="2662994852" sldId="5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A6A41A-E474-45C6-B8C8-CD92FE1F6E72}" type="datetimeFigureOut">
              <a:rPr lang="fr-FR" smtClean="0"/>
              <a:t>09/11/2024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59BFA7-AEB1-46E1-95C6-0A4E045A83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9162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435546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921134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948440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91871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A36ED692-02FD-786C-34DA-7D5165F03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AC732C1F-D6EA-8E83-C6B0-B54014B563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6333974C-1767-3254-8784-D575904C1E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747691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6815A139-A633-BE46-025C-A4E7E88DF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6BE386CA-D037-E183-4E10-9A608C51E9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7FBDAC48-E3D1-21EB-24E0-088FF9E5CB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242849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8ACA6A84-60F5-107A-32B8-5BB126754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B2753AD1-F292-E400-7CF9-43457715DB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8A008A25-0B5A-B0D3-286F-BD11BF300F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432530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60B0DE77-D094-14EE-FA21-C9E7BA5FD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8C39EB02-E00D-67F9-6652-2E5377B4EE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5AA071DC-16D3-29E1-5375-9148BFEEE2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642391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E90E7771-6374-C828-9DBC-574C3034D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7BAA494F-CF2A-29CB-8DCB-1FC4CD7333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F23F8BC9-26D3-A055-3B97-D98687CDF9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873648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A44CC1C7-F780-5A07-69C8-528238BA3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A72F5FFA-218E-82EF-0ED3-FCDE4CC8A4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992C1057-9BF5-3DA9-3C95-F80A8AFA42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768776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F1E7EF92-5F40-A93C-6FF2-C53D9FBA8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4280F5CE-7B04-A182-7368-D604CA17D9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6216A172-BCE3-44D1-3EAD-A10936ED85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338105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BF32ECE8-BF55-2012-99E8-406D70461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921432BF-9268-E444-38B2-1F30563323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4105F8B2-ABD6-B2AD-B8D2-3B882FFFD5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439112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319451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446334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1AB0527F-8834-161B-92E1-5A766E27A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3025ED49-C580-DBBD-03A5-84AEDF34BE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https://fr.slideshare.net/slideshow/ciment-45908172/45908172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E030B832-AF46-9823-B735-95995C4C9B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624360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4EB36F8A-7BC3-B106-BEFE-4AD8550BF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6CBBE720-7F9A-B5F0-B9E3-FD0A471A79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https://fr.slideshare.net/slideshow/ciment-45908172/45908172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58174247-07E9-2551-6B3C-FA3FAA5F7C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086739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BF1196B4-569C-97A5-7E8B-012EED653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5DD68E57-9B79-2A21-1421-9168E3C2D0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https://fr.slideshare.net/slideshow/ciment-45908172/45908172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1B0F6A4B-A314-F3B7-FEF5-641EE0E2BF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510385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720D4531-D44E-9A1A-47D2-1EFF56FEE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0C9C3E08-2BDB-3581-029F-2282B2AE44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https://fr.slideshare.net/slideshow/ciment-45908172/45908172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3CD2FDDA-B8A5-CDA9-13D0-40C86F334B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53878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7A5C6DD0-AD16-5FCB-25D9-436B85F43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C74A970D-E562-5F90-D412-3C9037AC8F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https://fr.slideshare.net/slideshow/ciment-45908172/45908172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55968A14-DB71-94FF-64EA-C8E9DD81A0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759172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CD766CEA-05E9-E936-1D4D-6AB38CCCE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FA30A14A-D9AA-43ED-B154-354C47AB8E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https://fr.slideshare.net/slideshow/ciment-45908172/45908172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5330427F-542C-8B86-2D64-A2A73D0788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964100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EE7B9CA8-B1E9-EC43-980B-B06FF8DC7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78BA5C94-306F-491E-4B40-31E09BD33B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https://fr.slideshare.net/slideshow/ciment-45908172/45908172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5FD0C68A-8DD7-E398-FE7F-A82682C9C2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545500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2FA0FD3B-4626-8235-B9D1-DB5DBD036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007C7A08-4D85-2CDD-537F-1CF85D1C24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https://fr.slideshare.net/slideshow/ciment-45908172/45908172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3E0C0E8A-9D8B-B271-985B-7BE630A487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403536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C974C6D1-8B23-544A-D324-D594CD3FD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B5726325-364C-BABA-11B4-D91079251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https://fr.slideshare.net/slideshow/ciment-45908172/45908172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4F83B046-C23F-5B0C-2366-09C30633B7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924804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A0D981CA-3C8B-86CF-93DF-62048DBF8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528E8B58-76D5-C81F-E233-F551C8C220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https://fr.slideshare.net/slideshow/ciment-45908172/45908172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8BCF1D07-8556-90DA-63A8-EB39FDF625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6459624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B9296B68-A00D-98AD-F7CD-2CFE31DC3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5747E038-2A52-9467-2877-3D20D1BC91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https://fr.slideshare.net/slideshow/ciment-45908172/45908172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5B319926-9D91-D9BE-5540-537FB3622A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092765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682B5C10-28F1-2539-CCF3-A898D6553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BE23C6C7-D7CE-AB35-D50B-4EC650432A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https://fr.slideshare.net/slideshow/ciment-45908172/45908172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46295E0B-A63C-5A51-9139-FD0333EC9C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56870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7BFAC8-01C6-DDFE-7AD9-D51E88AB59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7926AE4-0989-6D93-5212-3B6B500F55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224D8D7-0E44-6D98-9BAB-C39850269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DD19F-4FBF-41BE-9A63-40E08548A8C1}" type="datetimeFigureOut">
              <a:rPr lang="fr-FR" smtClean="0"/>
              <a:t>09/11/2024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5F266F6-3CE9-2D9F-E2F1-200DA6378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6E8D0B0-FA2C-3B96-D308-9B167FF0D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FC013-ABEF-4E8E-B052-0837BC87C0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1017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1AC386-C0F1-A7EE-402F-3542D265E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E9B418F-A590-A998-F438-A4B642833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010B037-EE9D-05D0-62DB-B1BCD79CC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DD19F-4FBF-41BE-9A63-40E08548A8C1}" type="datetimeFigureOut">
              <a:rPr lang="fr-FR" smtClean="0"/>
              <a:t>09/11/2024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9350357-54C9-CBE6-F596-8A74F8A55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C75C5B0-663B-B9DE-D923-04A8BCE21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FC013-ABEF-4E8E-B052-0837BC87C0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1099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D44368-DE65-6018-DD1F-3276B2E5C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B84D76B-0399-36B9-AE79-0AE1438C7D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B2516D4-6EC9-8B37-F396-46B38C399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DD19F-4FBF-41BE-9A63-40E08548A8C1}" type="datetimeFigureOut">
              <a:rPr lang="fr-FR" smtClean="0"/>
              <a:t>09/11/2024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2F26B1A-1F04-A0E6-DCBC-2A98F233D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3BD8076-07B3-CA08-227B-7EDF1A7FB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FC013-ABEF-4E8E-B052-0837BC87C0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4803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9FB330-B3E9-69D1-F398-205F402BC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D27B9E-0D65-F14A-8C6B-1393237FD5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32D80E1-59F2-9B3D-0E0A-BF54FA64B6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60EEA06-42AC-C430-F8DC-F21F99116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DD19F-4FBF-41BE-9A63-40E08548A8C1}" type="datetimeFigureOut">
              <a:rPr lang="fr-FR" smtClean="0"/>
              <a:t>09/11/2024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D2E85DE-0C88-1840-0723-FE234B3CC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CEED3B3-F0DD-5A5F-53CC-710BC59EC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FC013-ABEF-4E8E-B052-0837BC87C0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1443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F122D6-BA45-FF7F-83F6-87E53C7C2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5687FB5-8BC8-6F5C-5751-7DE07137F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7981036-D578-7932-5637-B8FC6E7E35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3A6104B-6B45-7847-6E29-994D6259D6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76D8DE9-1C49-A19F-E264-3CDA502A9A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F543275-CEF7-4987-FF9A-3E781C450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DD19F-4FBF-41BE-9A63-40E08548A8C1}" type="datetimeFigureOut">
              <a:rPr lang="fr-FR" smtClean="0"/>
              <a:t>09/11/2024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129ACD6-77DF-9A81-C821-1DE715128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60AB7B2-7988-A936-1524-697D537FB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FC013-ABEF-4E8E-B052-0837BC87C0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5490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95101B-E107-5DA7-8716-2F93B729A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1DA8659-AED6-AC37-9246-8C2CD980A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DD19F-4FBF-41BE-9A63-40E08548A8C1}" type="datetimeFigureOut">
              <a:rPr lang="fr-FR" smtClean="0"/>
              <a:t>09/11/2024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F4D881D-67B5-0C65-7EBB-2FF7F7755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8CBBDA2-9003-5B37-443B-DEB0004FF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FC013-ABEF-4E8E-B052-0837BC87C0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5527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17485FA-CEC6-5A76-0A74-4129E0724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DD19F-4FBF-41BE-9A63-40E08548A8C1}" type="datetimeFigureOut">
              <a:rPr lang="fr-FR" smtClean="0"/>
              <a:t>09/11/2024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3DCD263-229E-EB01-2058-90A8158EA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0D77854-7ECB-EB89-B6E7-0BC4F68E9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FC013-ABEF-4E8E-B052-0837BC87C0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5809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DDF276-4FC6-B0BE-7873-811C2C7C7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C0193A9-A81B-E55C-22B8-9290B49A9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1CEC672-74C6-DC9B-E841-4C44DD4606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A6A1C16-D309-7953-CD51-693228126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DD19F-4FBF-41BE-9A63-40E08548A8C1}" type="datetimeFigureOut">
              <a:rPr lang="fr-FR" smtClean="0"/>
              <a:t>09/11/2024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83B1DD3-CA3E-E12F-E358-79BBF18B0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B0EB12C-EF2B-8778-85A7-2C6334448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FC013-ABEF-4E8E-B052-0837BC87C0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5750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29116B-C318-1AC1-C283-61476C45C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1445E29-474B-C398-EE46-37DC7BBAFF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53B91DC-9686-7B70-E215-C9305EA0E1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57D4624-0481-DAC7-A141-5AAFF7C58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DD19F-4FBF-41BE-9A63-40E08548A8C1}" type="datetimeFigureOut">
              <a:rPr lang="fr-FR" smtClean="0"/>
              <a:t>09/11/2024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40B8159-D4EB-42CC-76CF-D32BCBD2F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8608ED8-BB98-99AC-0D56-EB9E81413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FC013-ABEF-4E8E-B052-0837BC87C0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4680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FAD81D-878D-4EBF-DC2B-8B7372AB2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BCA3DE4-68F4-0262-3932-C15BCBBDEC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F5F33FC-9F2C-D856-51D4-FB58EFC4A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DD19F-4FBF-41BE-9A63-40E08548A8C1}" type="datetimeFigureOut">
              <a:rPr lang="fr-FR" smtClean="0"/>
              <a:t>09/11/2024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B92B05C-A66E-66DA-859C-449E83372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B927F36-D7B8-3220-A6A4-09F1DD72B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FC013-ABEF-4E8E-B052-0837BC87C0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1644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BE8CE0A-DC84-99BB-00BA-B1DFCC3002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16A9A37-CD15-3181-1FDB-90C3AED248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A410E90-B832-AE3C-A227-B82BD9C5E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DD19F-4FBF-41BE-9A63-40E08548A8C1}" type="datetimeFigureOut">
              <a:rPr lang="fr-FR" smtClean="0"/>
              <a:t>09/11/2024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2115CE0-E57D-4349-7966-44E7607FA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8E349FE-7479-EEE3-95E3-A440CFB19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FC013-ABEF-4E8E-B052-0837BC87C0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109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FF0DB43-E73C-D4F3-31ED-89A417753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06D8405-D718-FC87-F78D-2BE5C425D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D6AB7CA-08C7-9727-D4AF-10C6428320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DDD19F-4FBF-41BE-9A63-40E08548A8C1}" type="datetimeFigureOut">
              <a:rPr lang="fr-FR" smtClean="0"/>
              <a:t>09/11/2024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9A58312-DD79-D39A-C62A-53F9448888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B6DF597-3BF5-8BAB-0DD0-36BC08E30C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CFC013-ABEF-4E8E-B052-0837BC87C0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7476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www.youtube.com/watch?v=_F2ntiKdSug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1.jp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jpeg"/><Relationship Id="rId11" Type="http://schemas.openxmlformats.org/officeDocument/2006/relationships/image" Target="../media/image12.jpeg"/><Relationship Id="rId5" Type="http://schemas.openxmlformats.org/officeDocument/2006/relationships/image" Target="../media/image6.jpeg"/><Relationship Id="rId10" Type="http://schemas.openxmlformats.org/officeDocument/2006/relationships/image" Target="../media/image11.jpeg"/><Relationship Id="rId4" Type="http://schemas.openxmlformats.org/officeDocument/2006/relationships/image" Target="../media/image2.jpeg"/><Relationship Id="rId9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jpeg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png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microsoft.com/office/2007/relationships/hdphoto" Target="../media/hdphoto1.wdp"/><Relationship Id="rId5" Type="http://schemas.openxmlformats.org/officeDocument/2006/relationships/image" Target="../media/image18.png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microsoft.com/office/2007/relationships/hdphoto" Target="../media/hdphoto2.wdp"/><Relationship Id="rId5" Type="http://schemas.openxmlformats.org/officeDocument/2006/relationships/image" Target="../media/image19.png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www.youtube.com/watch?v=go7SKXAIZ5Q" TargetMode="External"/><Relationship Id="rId5" Type="http://schemas.openxmlformats.org/officeDocument/2006/relationships/image" Target="../media/image2.jpeg"/><Relationship Id="rId4" Type="http://schemas.openxmlformats.org/officeDocument/2006/relationships/image" Target="../media/image1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www.youtube.com/watch?v=go7SKXAIZ5Q" TargetMode="External"/><Relationship Id="rId5" Type="http://schemas.openxmlformats.org/officeDocument/2006/relationships/image" Target="../media/image2.jpeg"/><Relationship Id="rId4" Type="http://schemas.openxmlformats.org/officeDocument/2006/relationships/image" Target="../media/image1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www.youtube.com/watch?v=go7SKXAIZ5Q" TargetMode="External"/><Relationship Id="rId5" Type="http://schemas.openxmlformats.org/officeDocument/2006/relationships/image" Target="../media/image2.jpeg"/><Relationship Id="rId4" Type="http://schemas.openxmlformats.org/officeDocument/2006/relationships/image" Target="../media/image1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jpeg"/><Relationship Id="rId4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jpeg"/><Relationship Id="rId5" Type="http://schemas.openxmlformats.org/officeDocument/2006/relationships/image" Target="../media/image27.png"/><Relationship Id="rId4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microsoft.com/office/2007/relationships/hdphoto" Target="../media/hdphoto3.wdp"/><Relationship Id="rId5" Type="http://schemas.openxmlformats.org/officeDocument/2006/relationships/image" Target="../media/image29.png"/><Relationship Id="rId4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1.png"/><Relationship Id="rId4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eg"/><Relationship Id="rId3" Type="http://schemas.openxmlformats.org/officeDocument/2006/relationships/image" Target="../media/image1.jpg"/><Relationship Id="rId7" Type="http://schemas.openxmlformats.org/officeDocument/2006/relationships/image" Target="../media/image3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3.jpeg"/><Relationship Id="rId5" Type="http://schemas.openxmlformats.org/officeDocument/2006/relationships/image" Target="../media/image32.jpeg"/><Relationship Id="rId4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7.jpeg"/><Relationship Id="rId5" Type="http://schemas.openxmlformats.org/officeDocument/2006/relationships/image" Target="../media/image36.jpeg"/><Relationship Id="rId4" Type="http://schemas.openxmlformats.org/officeDocument/2006/relationships/image" Target="../media/image2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40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9.jpeg"/><Relationship Id="rId5" Type="http://schemas.openxmlformats.org/officeDocument/2006/relationships/image" Target="../media/image38.jpeg"/><Relationship Id="rId4" Type="http://schemas.openxmlformats.org/officeDocument/2006/relationships/image" Target="../media/image2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2.jpeg"/><Relationship Id="rId5" Type="http://schemas.openxmlformats.org/officeDocument/2006/relationships/image" Target="../media/image41.png"/><Relationship Id="rId4" Type="http://schemas.openxmlformats.org/officeDocument/2006/relationships/image" Target="../media/image2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3.jpeg"/><Relationship Id="rId4" Type="http://schemas.openxmlformats.org/officeDocument/2006/relationships/image" Target="../media/image2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4.jpeg"/><Relationship Id="rId5" Type="http://schemas.openxmlformats.org/officeDocument/2006/relationships/image" Target="../media/image4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6EE7AD9E-88CB-AC12-0ED3-3E921AB1F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7916" y="1"/>
            <a:ext cx="1516108" cy="136565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8A8DF2B9-A7E7-5801-AD87-D4883697B765}"/>
              </a:ext>
            </a:extLst>
          </p:cNvPr>
          <p:cNvSpPr txBox="1"/>
          <p:nvPr/>
        </p:nvSpPr>
        <p:spPr>
          <a:xfrm>
            <a:off x="0" y="3221601"/>
            <a:ext cx="550025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</a:rPr>
              <a:t>C3 : Matériaux de construction « modernes » </a:t>
            </a:r>
          </a:p>
        </p:txBody>
      </p:sp>
      <p:pic>
        <p:nvPicPr>
          <p:cNvPr id="3" name="officeArt object">
            <a:extLst>
              <a:ext uri="{FF2B5EF4-FFF2-40B4-BE49-F238E27FC236}">
                <a16:creationId xmlns:a16="http://schemas.microsoft.com/office/drawing/2014/main" id="{ED24C6EC-D325-7281-D36E-382EF45096C0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194872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726492D-A9EC-D6C6-E26D-F6BD9EDC921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212850B-BAEC-FFF4-C778-2248F3C43D3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</a:t>
            </a:fld>
            <a:endParaRPr lang="fr-FR"/>
          </a:p>
        </p:txBody>
      </p:sp>
      <p:pic>
        <p:nvPicPr>
          <p:cNvPr id="2" name="Picture 2" descr="Quelles sont les différences entre le mortier et le béton ? - Anco">
            <a:extLst>
              <a:ext uri="{FF2B5EF4-FFF2-40B4-BE49-F238E27FC236}">
                <a16:creationId xmlns:a16="http://schemas.microsoft.com/office/drawing/2014/main" id="{79F830CA-A909-1022-32C4-815B95C164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4838" y="1880807"/>
            <a:ext cx="4318962" cy="2874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8747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8F604D1-FE06-45DF-A1B6-4B0AB0EFB09B}"/>
              </a:ext>
            </a:extLst>
          </p:cNvPr>
          <p:cNvSpPr/>
          <p:nvPr/>
        </p:nvSpPr>
        <p:spPr>
          <a:xfrm>
            <a:off x="4661999" y="136525"/>
            <a:ext cx="4245073" cy="13950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accent1"/>
              </a:buClr>
              <a:buSzPct val="47000"/>
            </a:pPr>
            <a:r>
              <a:rPr lang="fr-FR" sz="40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Plan</a:t>
            </a:r>
          </a:p>
          <a:p>
            <a:pPr>
              <a:lnSpc>
                <a:spcPct val="150000"/>
              </a:lnSpc>
            </a:pPr>
            <a:endParaRPr lang="fr-FR" sz="18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E1A7C04-7ACE-1CD8-AA15-44C2906069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0877" y="116060"/>
            <a:ext cx="1090163" cy="98197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9936702-4E8E-BA51-7DA2-8775F51DB9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432E38D-A66F-409A-FD5F-C20A242ACFD6}"/>
              </a:ext>
            </a:extLst>
          </p:cNvPr>
          <p:cNvSpPr txBox="1"/>
          <p:nvPr/>
        </p:nvSpPr>
        <p:spPr>
          <a:xfrm>
            <a:off x="2516038" y="6398308"/>
            <a:ext cx="6094562" cy="429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Clr>
                <a:schemeClr val="accent1"/>
              </a:buClr>
              <a:buSzPct val="47000"/>
            </a:pPr>
            <a:r>
              <a:rPr lang="en-US" sz="1600" i="1" dirty="0">
                <a:solidFill>
                  <a:srgbClr val="1F3864"/>
                </a:solidFill>
                <a:latin typeface="Proxima Nova"/>
                <a:ea typeface="Calibri"/>
                <a:cs typeface="Calibri"/>
              </a:rPr>
              <a:t>Ibrahim Niang</a:t>
            </a:r>
            <a:r>
              <a:rPr lang="en-US" sz="1600" b="1" dirty="0">
                <a:solidFill>
                  <a:srgbClr val="1F3864"/>
                </a:solidFill>
                <a:latin typeface="Proxima Nova"/>
                <a:ea typeface="Calibri"/>
                <a:cs typeface="Calibri"/>
              </a:rPr>
              <a:t> </a:t>
            </a:r>
            <a:endParaRPr lang="fr-FR" sz="1600" b="1" dirty="0">
              <a:solidFill>
                <a:srgbClr val="1F3864"/>
              </a:solidFill>
              <a:latin typeface="Proxima Nova"/>
              <a:ea typeface="Calibri"/>
              <a:cs typeface="Calibri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244EEA1-5138-20D9-409A-7D780C09D319}"/>
              </a:ext>
            </a:extLst>
          </p:cNvPr>
          <p:cNvSpPr txBox="1"/>
          <p:nvPr/>
        </p:nvSpPr>
        <p:spPr>
          <a:xfrm>
            <a:off x="263442" y="2302180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fontAlgn="ctr">
              <a:lnSpc>
                <a:spcPct val="150000"/>
              </a:lnSpc>
              <a:buClr>
                <a:srgbClr val="1F3864"/>
              </a:buClr>
              <a:buSzPct val="49000"/>
              <a:buFont typeface="+mj-lt"/>
              <a:buAutoNum type="romanUcPeriod"/>
            </a:pPr>
            <a:r>
              <a:rPr lang="fr-FR" sz="28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</a:rPr>
              <a:t>Liant hydraulique (ciment)</a:t>
            </a:r>
          </a:p>
          <a:p>
            <a:pPr marL="571500" indent="-571500" fontAlgn="ctr">
              <a:lnSpc>
                <a:spcPct val="150000"/>
              </a:lnSpc>
              <a:buClr>
                <a:srgbClr val="1F3864"/>
              </a:buClr>
              <a:buSzPct val="49000"/>
              <a:buFont typeface="+mj-lt"/>
              <a:buAutoNum type="romanUcPeriod"/>
            </a:pPr>
            <a:r>
              <a:rPr lang="fr-FR" sz="28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</a:rPr>
              <a:t>Granulats</a:t>
            </a:r>
          </a:p>
          <a:p>
            <a:pPr marL="571500" indent="-571500" fontAlgn="ctr">
              <a:lnSpc>
                <a:spcPct val="150000"/>
              </a:lnSpc>
              <a:buClr>
                <a:srgbClr val="1F3864"/>
              </a:buClr>
              <a:buSzPct val="49000"/>
              <a:buFont typeface="+mj-lt"/>
              <a:buAutoNum type="romanUcPeriod"/>
            </a:pPr>
            <a:r>
              <a:rPr lang="fr-FR" sz="28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</a:rPr>
              <a:t>Béton</a:t>
            </a:r>
          </a:p>
        </p:txBody>
      </p:sp>
      <p:pic>
        <p:nvPicPr>
          <p:cNvPr id="3" name="officeArt object">
            <a:extLst>
              <a:ext uri="{FF2B5EF4-FFF2-40B4-BE49-F238E27FC236}">
                <a16:creationId xmlns:a16="http://schemas.microsoft.com/office/drawing/2014/main" id="{B1CFDCA3-4759-25E1-88A5-2F67C8914F09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194872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pic>
        <p:nvPicPr>
          <p:cNvPr id="1026" name="Picture 2" descr="Quelles sont les différences entre le mortier et le béton ? - Anco">
            <a:extLst>
              <a:ext uri="{FF2B5EF4-FFF2-40B4-BE49-F238E27FC236}">
                <a16:creationId xmlns:a16="http://schemas.microsoft.com/office/drawing/2014/main" id="{E60D98C1-BE59-3C03-D03D-2661A4D85B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4838" y="1880807"/>
            <a:ext cx="4318962" cy="2874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5838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13FCDF2C-E21E-C051-1BF5-5D104FB0BA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3</a:t>
            </a:fld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BAFBF7-29E1-AA7E-2DFE-6D43BCAE4C7F}"/>
              </a:ext>
            </a:extLst>
          </p:cNvPr>
          <p:cNvSpPr/>
          <p:nvPr/>
        </p:nvSpPr>
        <p:spPr>
          <a:xfrm>
            <a:off x="4452862" y="872807"/>
            <a:ext cx="328628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Matériau composite</a:t>
            </a:r>
            <a:endParaRPr lang="fr-FR" sz="5400" b="0" cap="none" spc="0" dirty="0">
              <a:ln w="0"/>
              <a:solidFill>
                <a:srgbClr val="1F3864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91DC180-B757-F695-9C9B-65971A2B80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id="{D82F49A0-C424-EE75-81BC-03185979C725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1EE4263-1DF9-7159-2AF8-877626212C9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B4FE476-3008-A772-7AF3-A4AFF04EA6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4755" y="1462231"/>
            <a:ext cx="6344381" cy="478402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740D677-3673-1F6C-84B4-3ECAFE760D0A}"/>
              </a:ext>
            </a:extLst>
          </p:cNvPr>
          <p:cNvSpPr/>
          <p:nvPr/>
        </p:nvSpPr>
        <p:spPr>
          <a:xfrm>
            <a:off x="-63745" y="-107207"/>
            <a:ext cx="4245073" cy="1336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Liant hydraulique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4245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13FCDF2C-E21E-C051-1BF5-5D104FB0BA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4</a:t>
            </a:fld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BAFBF7-29E1-AA7E-2DFE-6D43BCAE4C7F}"/>
              </a:ext>
            </a:extLst>
          </p:cNvPr>
          <p:cNvSpPr/>
          <p:nvPr/>
        </p:nvSpPr>
        <p:spPr>
          <a:xfrm>
            <a:off x="4520224" y="872807"/>
            <a:ext cx="315156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4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Fabrication du ciment </a:t>
            </a:r>
            <a:endParaRPr lang="fr-FR" sz="4800" b="0" cap="none" spc="0" dirty="0">
              <a:ln w="0"/>
              <a:solidFill>
                <a:srgbClr val="1F3864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91DC180-B757-F695-9C9B-65971A2B80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id="{D82F49A0-C424-EE75-81BC-03185979C725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1EE4263-1DF9-7159-2AF8-877626212C9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9F1793A-67E9-F76A-7D2C-A499BCD129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3462" y="1413813"/>
            <a:ext cx="6387407" cy="4535297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77688C81-0179-6B14-013E-1BE93CD2C5B5}"/>
              </a:ext>
            </a:extLst>
          </p:cNvPr>
          <p:cNvSpPr txBox="1"/>
          <p:nvPr/>
        </p:nvSpPr>
        <p:spPr>
          <a:xfrm>
            <a:off x="705628" y="3582015"/>
            <a:ext cx="35692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hlinkClick r:id="rId6"/>
              </a:rPr>
              <a:t>https://www.youtube.com/watch?v=_F2ntiKdSug</a:t>
            </a:r>
            <a:endParaRPr lang="fr-FR" sz="1200" dirty="0"/>
          </a:p>
          <a:p>
            <a:endParaRPr lang="fr-FR" sz="1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B5E041-2AA6-ACFC-2668-8351AC36F8D2}"/>
              </a:ext>
            </a:extLst>
          </p:cNvPr>
          <p:cNvSpPr/>
          <p:nvPr/>
        </p:nvSpPr>
        <p:spPr>
          <a:xfrm>
            <a:off x="-63745" y="-107207"/>
            <a:ext cx="4245073" cy="1336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Liant hydraulique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5863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58CEBF48-5D02-C1E4-A6C0-D9523A2B3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FC3C3D5C-CAD1-CBC0-465C-9238BDB7C1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5</a:t>
            </a:fld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B46F5F-4E8D-77CB-72DD-5E1DE2975F63}"/>
              </a:ext>
            </a:extLst>
          </p:cNvPr>
          <p:cNvSpPr/>
          <p:nvPr/>
        </p:nvSpPr>
        <p:spPr>
          <a:xfrm>
            <a:off x="3526153" y="790605"/>
            <a:ext cx="4836196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4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Composition des ciments courants</a:t>
            </a:r>
            <a:endParaRPr lang="fr-FR" sz="4800" b="0" cap="none" spc="0" dirty="0">
              <a:ln w="0"/>
              <a:solidFill>
                <a:srgbClr val="1F3864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31623A3-95FC-5A24-FCBC-9FE8CC7108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id="{2319A949-996E-AD58-863A-3D9E83D83907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00B2FC1-B48D-FDCE-638A-EF4B2E4AED7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/>
              <a:t>Dr. Ibrahim Niang</a:t>
            </a:r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FF61264-12EE-DF98-FF84-8FD110BB5C1F}"/>
              </a:ext>
            </a:extLst>
          </p:cNvPr>
          <p:cNvSpPr txBox="1"/>
          <p:nvPr/>
        </p:nvSpPr>
        <p:spPr>
          <a:xfrm>
            <a:off x="277423" y="1697436"/>
            <a:ext cx="572192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dirty="0"/>
              <a:t>Le ciment Portland (CEM I) est le ciment de base, composé uniquement de clinker (K). Pour les autres types de ciment, des ajouts de composés principaux (teneur ≥ 6 %) sont inclus, tandis que les composés secondaires, comme le gypse, ou des additifs (&lt; 0,5 %) sont également ajoutés. Parmi les composés principaux, on retrouve 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fr-FR" dirty="0"/>
              <a:t>Le calcaire (L ou LL),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fr-FR" dirty="0"/>
              <a:t>Les laitiers de haut fourneau (S),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fr-FR" dirty="0"/>
              <a:t>Les fumées de silice (D),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fr-FR" dirty="0"/>
              <a:t>Les pouzzolanes naturelles (P ou Q),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fr-FR" dirty="0"/>
              <a:t>Les cendres volantes siliceuses (V),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fr-FR" dirty="0"/>
              <a:t>Les cendres volantes calciques (W),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fr-FR" dirty="0"/>
              <a:t>Le schiste calciné (T).</a:t>
            </a:r>
          </a:p>
        </p:txBody>
      </p:sp>
      <p:pic>
        <p:nvPicPr>
          <p:cNvPr id="1026" name="Picture 2" descr="Qu'est-ce que le calcaire ? - Définition">
            <a:extLst>
              <a:ext uri="{FF2B5EF4-FFF2-40B4-BE49-F238E27FC236}">
                <a16:creationId xmlns:a16="http://schemas.microsoft.com/office/drawing/2014/main" id="{25895FDC-8DE4-D29A-A31B-5FB08B8E2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116" y="1804436"/>
            <a:ext cx="1689284" cy="1126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D6F45B76-E74C-C3BD-54E9-0E7052AB9E66}"/>
              </a:ext>
            </a:extLst>
          </p:cNvPr>
          <p:cNvSpPr txBox="1"/>
          <p:nvPr/>
        </p:nvSpPr>
        <p:spPr>
          <a:xfrm>
            <a:off x="6792279" y="2930625"/>
            <a:ext cx="11048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dirty="0"/>
              <a:t>Calcaire (L ou LL)  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FD84E2C9-BA89-42F9-FFC9-14C28A3AA432}"/>
              </a:ext>
            </a:extLst>
          </p:cNvPr>
          <p:cNvSpPr txBox="1"/>
          <p:nvPr/>
        </p:nvSpPr>
        <p:spPr>
          <a:xfrm>
            <a:off x="8946329" y="3016385"/>
            <a:ext cx="31833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/>
              <a:t>laitiers de haut fourneau(S) 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65BE8A16-EF79-9D4F-FEA7-21373374F5FD}"/>
              </a:ext>
            </a:extLst>
          </p:cNvPr>
          <p:cNvSpPr txBox="1"/>
          <p:nvPr/>
        </p:nvSpPr>
        <p:spPr>
          <a:xfrm>
            <a:off x="6382765" y="4474210"/>
            <a:ext cx="26244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1600" dirty="0"/>
              <a:t>fumées de silice (D)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7AAB4E93-EEEC-CB23-FC6C-4F47126DD404}"/>
              </a:ext>
            </a:extLst>
          </p:cNvPr>
          <p:cNvSpPr txBox="1"/>
          <p:nvPr/>
        </p:nvSpPr>
        <p:spPr>
          <a:xfrm>
            <a:off x="9199748" y="4474210"/>
            <a:ext cx="31446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dirty="0"/>
              <a:t>pouzzolanes naturelles (P ou Q)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FC327560-9EC9-D52C-7F71-CF79E3447F40}"/>
              </a:ext>
            </a:extLst>
          </p:cNvPr>
          <p:cNvSpPr txBox="1"/>
          <p:nvPr/>
        </p:nvSpPr>
        <p:spPr>
          <a:xfrm>
            <a:off x="6109733" y="6148165"/>
            <a:ext cx="35747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dirty="0"/>
              <a:t>cendres volantes siliceuses (V)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04235D2F-3853-5CA8-F8B2-C961D39ECA86}"/>
              </a:ext>
            </a:extLst>
          </p:cNvPr>
          <p:cNvSpPr txBox="1"/>
          <p:nvPr/>
        </p:nvSpPr>
        <p:spPr>
          <a:xfrm>
            <a:off x="9119755" y="6171188"/>
            <a:ext cx="30099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dirty="0"/>
              <a:t>cendres volantes calciques (W) </a:t>
            </a:r>
          </a:p>
        </p:txBody>
      </p:sp>
      <p:pic>
        <p:nvPicPr>
          <p:cNvPr id="1028" name="Picture 4" descr="Les cendres volantes - ACPresse">
            <a:extLst>
              <a:ext uri="{FF2B5EF4-FFF2-40B4-BE49-F238E27FC236}">
                <a16:creationId xmlns:a16="http://schemas.microsoft.com/office/drawing/2014/main" id="{4B4F70E3-92AA-CF1E-ED49-84392334C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1811" y="4982570"/>
            <a:ext cx="1692361" cy="1126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es cendres volantes - ACPresse">
            <a:extLst>
              <a:ext uri="{FF2B5EF4-FFF2-40B4-BE49-F238E27FC236}">
                <a16:creationId xmlns:a16="http://schemas.microsoft.com/office/drawing/2014/main" id="{D337E211-370F-B897-2296-86DF5DB01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5783" y="4895550"/>
            <a:ext cx="1677803" cy="1116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umée de silice">
            <a:extLst>
              <a:ext uri="{FF2B5EF4-FFF2-40B4-BE49-F238E27FC236}">
                <a16:creationId xmlns:a16="http://schemas.microsoft.com/office/drawing/2014/main" id="{12AA472A-4BCB-B8DC-9FBE-C334A25E3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116" y="3546713"/>
            <a:ext cx="1689284" cy="945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Laitier de haut fourneau Banque de photographies et d'images à haute  résolution - Alamy">
            <a:extLst>
              <a:ext uri="{FF2B5EF4-FFF2-40B4-BE49-F238E27FC236}">
                <a16:creationId xmlns:a16="http://schemas.microsoft.com/office/drawing/2014/main" id="{FE3E822F-A14C-8AAC-AC5B-D81A145BFC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924"/>
          <a:stretch/>
        </p:blipFill>
        <p:spPr bwMode="auto">
          <a:xfrm>
            <a:off x="9440173" y="1752096"/>
            <a:ext cx="1999424" cy="1271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Définition | Pouzzolane">
            <a:extLst>
              <a:ext uri="{FF2B5EF4-FFF2-40B4-BE49-F238E27FC236}">
                <a16:creationId xmlns:a16="http://schemas.microsoft.com/office/drawing/2014/main" id="{B5EEB38A-EB26-DDEF-5AC4-87AB4F2EF5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7094" y="3354939"/>
            <a:ext cx="1845582" cy="1228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Schiste — Wikipédia">
            <a:extLst>
              <a:ext uri="{FF2B5EF4-FFF2-40B4-BE49-F238E27FC236}">
                <a16:creationId xmlns:a16="http://schemas.microsoft.com/office/drawing/2014/main" id="{1985BB98-6477-2255-D162-263F44D81C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1817" y="4615063"/>
            <a:ext cx="1873791" cy="1533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ZoneTexte 24">
            <a:extLst>
              <a:ext uri="{FF2B5EF4-FFF2-40B4-BE49-F238E27FC236}">
                <a16:creationId xmlns:a16="http://schemas.microsoft.com/office/drawing/2014/main" id="{DF07CD6F-229D-2049-DD24-CE559C09F0D9}"/>
              </a:ext>
            </a:extLst>
          </p:cNvPr>
          <p:cNvSpPr txBox="1"/>
          <p:nvPr/>
        </p:nvSpPr>
        <p:spPr>
          <a:xfrm>
            <a:off x="4174962" y="6126575"/>
            <a:ext cx="17580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schiste calciné </a:t>
            </a:r>
            <a:endParaRPr lang="fr-FR" sz="16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9BA9EE5-8BFE-A370-62E2-5A48D089DF50}"/>
              </a:ext>
            </a:extLst>
          </p:cNvPr>
          <p:cNvSpPr/>
          <p:nvPr/>
        </p:nvSpPr>
        <p:spPr>
          <a:xfrm>
            <a:off x="-63745" y="-107207"/>
            <a:ext cx="4245073" cy="1336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Liant hydraulique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959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C2E90378-C548-40BB-FFDC-23E8C8518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15E56619-0BFC-01EE-17CD-57625BF8CA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6</a:t>
            </a:fld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16FE75-1CDC-FF42-CAD4-8AF71C03D81E}"/>
              </a:ext>
            </a:extLst>
          </p:cNvPr>
          <p:cNvSpPr/>
          <p:nvPr/>
        </p:nvSpPr>
        <p:spPr>
          <a:xfrm>
            <a:off x="3526153" y="790605"/>
            <a:ext cx="4836196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4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Composition des ciments courants</a:t>
            </a:r>
            <a:endParaRPr lang="fr-FR" sz="4800" b="0" cap="none" spc="0" dirty="0">
              <a:ln w="0"/>
              <a:solidFill>
                <a:srgbClr val="1F3864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AA99A13-D1F9-1C69-8D20-10FE1B5ACA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id="{B0FDEAAB-8813-A252-C0B4-B63A959ADF0C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120BF67-A454-9D42-3E95-5F02DBB26FC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/>
              <a:t>Dr. Ibrahim Niang</a:t>
            </a:r>
            <a:endParaRPr lang="fr-FR" dirty="0"/>
          </a:p>
        </p:txBody>
      </p:sp>
      <p:pic>
        <p:nvPicPr>
          <p:cNvPr id="2050" name="Picture 2" descr="CIMENTS - Génie Civil">
            <a:extLst>
              <a:ext uri="{FF2B5EF4-FFF2-40B4-BE49-F238E27FC236}">
                <a16:creationId xmlns:a16="http://schemas.microsoft.com/office/drawing/2014/main" id="{CD450441-840F-74A8-EFA6-C236AE45C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7390" y="1506125"/>
            <a:ext cx="7505700" cy="462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F4A8FD2-EBD9-83D3-4A9D-D6D3DE95483E}"/>
              </a:ext>
            </a:extLst>
          </p:cNvPr>
          <p:cNvSpPr/>
          <p:nvPr/>
        </p:nvSpPr>
        <p:spPr>
          <a:xfrm>
            <a:off x="-63745" y="-107207"/>
            <a:ext cx="4245073" cy="1336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Liant hydraulique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58365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BAAA6DB9-7714-DE28-65A1-BB77DBB07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99125E4-1106-466F-D99A-D0994417E5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7</a:t>
            </a:fld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418905-43A8-3CCE-EF2A-C5C58324E853}"/>
              </a:ext>
            </a:extLst>
          </p:cNvPr>
          <p:cNvSpPr/>
          <p:nvPr/>
        </p:nvSpPr>
        <p:spPr>
          <a:xfrm>
            <a:off x="3526153" y="790605"/>
            <a:ext cx="4836196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4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Composition des ciments courants</a:t>
            </a:r>
            <a:endParaRPr lang="fr-FR" sz="4800" b="0" cap="none" spc="0" dirty="0">
              <a:ln w="0"/>
              <a:solidFill>
                <a:srgbClr val="1F3864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1CBF259-5E18-192F-5A7B-5A22136CD7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id="{8BF16D84-DCAD-40C7-2D34-A7CEFE5F6B04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48940C3-A718-674F-24EC-9CAA68DC705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/>
              <a:t>Dr. Ibrahim Niang</a:t>
            </a: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40CA107-534F-C571-395A-26006F2523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4138" y="1718469"/>
            <a:ext cx="9472246" cy="423323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08A87D7-608F-5758-D9F5-9FB047C0A8CE}"/>
              </a:ext>
            </a:extLst>
          </p:cNvPr>
          <p:cNvSpPr/>
          <p:nvPr/>
        </p:nvSpPr>
        <p:spPr>
          <a:xfrm>
            <a:off x="-63745" y="-107207"/>
            <a:ext cx="4245073" cy="1336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Liant hydraulique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14814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92293969-934B-C9D6-4A32-166D65E38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8939F69-FC70-9C91-CDAA-1E0202F3DA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8</a:t>
            </a:fld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CF6C7E-210D-CF2C-B932-CE8C16412C65}"/>
              </a:ext>
            </a:extLst>
          </p:cNvPr>
          <p:cNvSpPr/>
          <p:nvPr/>
        </p:nvSpPr>
        <p:spPr>
          <a:xfrm>
            <a:off x="3084406" y="956879"/>
            <a:ext cx="602318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4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Classe de résistances des ciments courants</a:t>
            </a:r>
            <a:endParaRPr lang="fr-FR" sz="4800" b="0" cap="none" spc="0" dirty="0">
              <a:ln w="0"/>
              <a:solidFill>
                <a:srgbClr val="1F3864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6CA1CAB-82B4-54F6-7EA6-C4CC5D005F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id="{14751DEF-8885-EC27-AFE8-B942EB655A24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9452277-E5C6-25F8-FB6D-222A90336AA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/>
              <a:t>Dr. Ibrahim Niang</a:t>
            </a: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7BFE617-BEAA-DB7D-142C-B5B4FE05B9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0580" y="2532810"/>
            <a:ext cx="7167318" cy="2489304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F9114A09-3DBC-7557-635D-280F50810B07}"/>
              </a:ext>
            </a:extLst>
          </p:cNvPr>
          <p:cNvSpPr txBox="1"/>
          <p:nvPr/>
        </p:nvSpPr>
        <p:spPr>
          <a:xfrm>
            <a:off x="-1" y="2207802"/>
            <a:ext cx="464058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La norme NF EN 196-1 détermine la résistance mécanique du ciment.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La résistance est mesurée par des essais de compression sur des éprouvettes de mortier.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Elle augmente avec le temps après le début de la prise.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Mesures de résistance à 2, 7, et 28 jours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RC2 (résistance à 2 jours)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RC7 (résistance à 7 jours)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RC28 (résistance courante à 28 jours).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4E35A49-EAB4-F804-2CCC-B9E8911E1B9E}"/>
              </a:ext>
            </a:extLst>
          </p:cNvPr>
          <p:cNvSpPr/>
          <p:nvPr/>
        </p:nvSpPr>
        <p:spPr>
          <a:xfrm>
            <a:off x="-63745" y="-107207"/>
            <a:ext cx="4245073" cy="1336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Liant hydraulique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28392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B996E8EA-57DD-E92F-A621-7F2E2B241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7C908AC4-1F29-2803-40C3-1A9DA242CA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9</a:t>
            </a:fld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02C793-9078-A3F2-87C7-54A25C484C30}"/>
              </a:ext>
            </a:extLst>
          </p:cNvPr>
          <p:cNvSpPr/>
          <p:nvPr/>
        </p:nvSpPr>
        <p:spPr>
          <a:xfrm>
            <a:off x="4812445" y="956879"/>
            <a:ext cx="2567113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4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Ciments spéciaux</a:t>
            </a:r>
            <a:endParaRPr lang="fr-FR" sz="4800" b="0" cap="none" spc="0" dirty="0">
              <a:ln w="0"/>
              <a:solidFill>
                <a:srgbClr val="1F3864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D40AA06-8CF7-3560-A6C3-9DBBE72BD4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id="{7D1D3B6D-D0A8-1B40-81BC-3BCFCB4D19B3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3FC7405-3D1C-8384-1E07-FB3D44320C6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/>
              <a:t>Dr. Ibrahim Niang</a:t>
            </a:r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95B85AE-2D4D-8ABC-AB1C-4FE5D04F8773}"/>
              </a:ext>
            </a:extLst>
          </p:cNvPr>
          <p:cNvSpPr txBox="1"/>
          <p:nvPr/>
        </p:nvSpPr>
        <p:spPr>
          <a:xfrm>
            <a:off x="-1" y="1706698"/>
            <a:ext cx="591554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les ciments pour travaux en eau de mer (PM) </a:t>
            </a:r>
            <a:r>
              <a:rPr lang="fr-FR" dirty="0"/>
              <a:t>: ils ont une teneur limitée en C3A qui leur confère une meilleure résistance aux agressions par les chlorures,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les ciments pour travaux en eaux sulfatées (ES) </a:t>
            </a:r>
            <a:r>
              <a:rPr lang="fr-FR" dirty="0"/>
              <a:t>: voisins des ciments PM,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les ciments à teneur en sulfures limitée (CP) </a:t>
            </a:r>
            <a:r>
              <a:rPr lang="fr-FR" dirty="0"/>
              <a:t>: destinés à la fabrication de bétons précontraints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9C45D190-7091-1A3C-A700-E22496B90936}"/>
              </a:ext>
            </a:extLst>
          </p:cNvPr>
          <p:cNvSpPr txBox="1"/>
          <p:nvPr/>
        </p:nvSpPr>
        <p:spPr>
          <a:xfrm>
            <a:off x="5915545" y="4298999"/>
            <a:ext cx="611505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Ciment d’aluminate de calcium : </a:t>
            </a:r>
            <a:r>
              <a:rPr lang="fr-FR" dirty="0"/>
              <a:t>Prise rapide, bonne résistance chimique.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Ciment prompt naturel (CPN) </a:t>
            </a:r>
            <a:r>
              <a:rPr lang="fr-FR" dirty="0"/>
              <a:t>: Prise et durcissement très rapides (moins de 30 min).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Ciment à maçonner : </a:t>
            </a:r>
            <a:r>
              <a:rPr lang="fr-FR" dirty="0"/>
              <a:t>Esthétique, utilisé pour enduits, conforme à la norme NF EN 413-1 avec trois classes de résistance (MC 5, MC 12,5, MC 22,5).</a:t>
            </a:r>
          </a:p>
        </p:txBody>
      </p:sp>
      <p:pic>
        <p:nvPicPr>
          <p:cNvPr id="6147" name="Picture 3" descr="Béton MARITIME ET FLUVIAL - sac de 30kg - Gedimat.fr">
            <a:extLst>
              <a:ext uri="{FF2B5EF4-FFF2-40B4-BE49-F238E27FC236}">
                <a16:creationId xmlns:a16="http://schemas.microsoft.com/office/drawing/2014/main" id="{333265E8-924B-FA93-CDDF-E94689425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8953" y="1706697"/>
            <a:ext cx="2031326" cy="2031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1" name="Picture 7" descr="CEMENT SAHEL CEM II 32.5">
            <a:extLst>
              <a:ext uri="{FF2B5EF4-FFF2-40B4-BE49-F238E27FC236}">
                <a16:creationId xmlns:a16="http://schemas.microsoft.com/office/drawing/2014/main" id="{887D491B-5802-9395-0BB2-6294506E60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070" y="3764049"/>
            <a:ext cx="3629025" cy="2762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63659CBB-8474-BC03-F015-CFA9CF3CCEDB}"/>
              </a:ext>
            </a:extLst>
          </p:cNvPr>
          <p:cNvSpPr/>
          <p:nvPr/>
        </p:nvSpPr>
        <p:spPr>
          <a:xfrm>
            <a:off x="-63745" y="-107207"/>
            <a:ext cx="4245073" cy="1336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Liant hydraulique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26263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5E7B337C-9523-2276-6619-E0B76C1A7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B0CE75B-CF3D-6A65-D1E1-BE3E37474D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10</a:t>
            </a:fld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BA1156-B87C-A38F-1DDC-7B1497AB187D}"/>
              </a:ext>
            </a:extLst>
          </p:cNvPr>
          <p:cNvSpPr/>
          <p:nvPr/>
        </p:nvSpPr>
        <p:spPr>
          <a:xfrm>
            <a:off x="4690856" y="755132"/>
            <a:ext cx="189507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sac ciment</a:t>
            </a:r>
            <a:endParaRPr lang="fr-FR" sz="5400" b="0" cap="none" spc="0" dirty="0">
              <a:ln w="0"/>
              <a:solidFill>
                <a:srgbClr val="1F3864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6201872-0BA8-048C-D356-BF3F8A3FFB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id="{F0C3AF5D-1BE6-9DD5-6F54-9A7615198605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F460968-3A32-216B-2760-D3339448774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/>
              <a:t>Dr. Ibrahim Niang</a:t>
            </a:r>
            <a:endParaRPr lang="fr-FR" dirty="0"/>
          </a:p>
        </p:txBody>
      </p:sp>
      <p:pic>
        <p:nvPicPr>
          <p:cNvPr id="3074" name="Picture 2" descr="Les classes de ciments | Ciments Calcia">
            <a:extLst>
              <a:ext uri="{FF2B5EF4-FFF2-40B4-BE49-F238E27FC236}">
                <a16:creationId xmlns:a16="http://schemas.microsoft.com/office/drawing/2014/main" id="{557157EB-0BD5-B6F6-0FDB-DAD300B65F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586" y="1313825"/>
            <a:ext cx="7313612" cy="5224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D7E17E7-26C4-109A-D9E7-B04029DB4450}"/>
              </a:ext>
            </a:extLst>
          </p:cNvPr>
          <p:cNvSpPr/>
          <p:nvPr/>
        </p:nvSpPr>
        <p:spPr>
          <a:xfrm>
            <a:off x="-63745" y="-107207"/>
            <a:ext cx="4245073" cy="1336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Liant hydraulique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64066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740B080E-8EB0-25E3-A51E-D4F7A928F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ADAE089-84F9-C3D4-1596-86558AF772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11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6586479-7F06-550A-0F34-001639B656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id="{ADD4B0E4-749E-3AF3-133D-BB6D7C7B5F07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B185AE1-E34E-4E6A-F4C3-8C5E08C05A8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/>
              <a:t>Dr. Ibrahim Niang</a:t>
            </a:r>
            <a:endParaRPr lang="fr-FR" dirty="0"/>
          </a:p>
        </p:txBody>
      </p:sp>
      <p:pic>
        <p:nvPicPr>
          <p:cNvPr id="4098" name="Picture 2" descr="appelation normative ciment">
            <a:extLst>
              <a:ext uri="{FF2B5EF4-FFF2-40B4-BE49-F238E27FC236}">
                <a16:creationId xmlns:a16="http://schemas.microsoft.com/office/drawing/2014/main" id="{995D92AC-8B7D-1304-392A-82A1AB758C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9266" y="1839707"/>
            <a:ext cx="6710795" cy="4183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F5494B78-C8F8-B38E-2C36-73EC6EDA4FF1}"/>
              </a:ext>
            </a:extLst>
          </p:cNvPr>
          <p:cNvSpPr txBox="1"/>
          <p:nvPr/>
        </p:nvSpPr>
        <p:spPr>
          <a:xfrm>
            <a:off x="2654116" y="75306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4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S</a:t>
            </a:r>
            <a:r>
              <a:rPr kumimoji="0" lang="fr-FR" sz="2400" b="0" i="0" u="none" strike="noStrike" kern="1200" cap="none" spc="0" normalizeH="0" baseline="0" noProof="0" dirty="0" err="1">
                <a:ln w="0"/>
                <a:solidFill>
                  <a:srgbClr val="1F3864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ac</a:t>
            </a:r>
            <a:r>
              <a:rPr kumimoji="0" lang="fr-FR" sz="2400" b="0" i="0" u="none" strike="noStrike" kern="1200" cap="none" spc="0" normalizeH="0" baseline="0" noProof="0" dirty="0">
                <a:ln w="0"/>
                <a:solidFill>
                  <a:srgbClr val="1F3864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ciment</a:t>
            </a:r>
            <a:endParaRPr kumimoji="0" lang="fr-FR" sz="4800" b="0" i="0" u="none" strike="noStrike" kern="1200" cap="none" spc="0" normalizeH="0" baseline="0" noProof="0" dirty="0">
              <a:ln w="0"/>
              <a:solidFill>
                <a:srgbClr val="1F386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D5F33B-36EB-B9F8-497D-19485B46ADFB}"/>
              </a:ext>
            </a:extLst>
          </p:cNvPr>
          <p:cNvSpPr/>
          <p:nvPr/>
        </p:nvSpPr>
        <p:spPr>
          <a:xfrm>
            <a:off x="-63745" y="-107207"/>
            <a:ext cx="4245073" cy="1336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Liant hydraulique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77457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781BD62E-CA4C-53D5-006F-6357EDD84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1E7B8308-C07E-F79A-D586-C23A109214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12</a:t>
            </a:fld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BB5DFF-5920-0FBA-A335-71EFC8FDFB84}"/>
              </a:ext>
            </a:extLst>
          </p:cNvPr>
          <p:cNvSpPr/>
          <p:nvPr/>
        </p:nvSpPr>
        <p:spPr>
          <a:xfrm>
            <a:off x="3526153" y="790605"/>
            <a:ext cx="4836196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4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Composition des ciments courants</a:t>
            </a:r>
            <a:endParaRPr lang="fr-FR" sz="4800" b="0" cap="none" spc="0" dirty="0">
              <a:ln w="0"/>
              <a:solidFill>
                <a:srgbClr val="1F3864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A8E7D0D-DC5F-16CF-53DC-2E5A0DC36E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id="{4FB02355-7649-A616-6712-45067A4E92F6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E736A7A-B669-4986-B2B6-630BDAADEF9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/>
              <a:t>Dr. Ibrahim Niang</a:t>
            </a: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C641D80-D761-0857-1BC1-B69C6AF912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322" y="1891716"/>
            <a:ext cx="10259857" cy="388674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306AC08-7213-2DEC-B6CF-ECAC1A1C1D39}"/>
              </a:ext>
            </a:extLst>
          </p:cNvPr>
          <p:cNvSpPr/>
          <p:nvPr/>
        </p:nvSpPr>
        <p:spPr>
          <a:xfrm>
            <a:off x="-63745" y="-107207"/>
            <a:ext cx="4245073" cy="1336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Liant hydraulique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750491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31B6E18E-02BD-374E-09EE-5FA2BBDF6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41" y="2863832"/>
            <a:ext cx="5128383" cy="1508746"/>
          </a:xfrm>
          <a:prstGeom prst="rect">
            <a:avLst/>
          </a:prstGeo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13FCDF2C-E21E-C051-1BF5-5D104FB0BA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13</a:t>
            </a:fld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BAFBF7-29E1-AA7E-2DFE-6D43BCAE4C7F}"/>
              </a:ext>
            </a:extLst>
          </p:cNvPr>
          <p:cNvSpPr/>
          <p:nvPr/>
        </p:nvSpPr>
        <p:spPr>
          <a:xfrm>
            <a:off x="3863283" y="872807"/>
            <a:ext cx="4465453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4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Prise et durcissement du ciment</a:t>
            </a:r>
            <a:endParaRPr lang="fr-FR" sz="4800" b="0" cap="none" spc="0" dirty="0">
              <a:ln w="0"/>
              <a:solidFill>
                <a:srgbClr val="1F3864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91DC180-B757-F695-9C9B-65971A2B80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id="{D82F49A0-C424-EE75-81BC-03185979C725}"/>
              </a:ext>
            </a:extLst>
          </p:cNvPr>
          <p:cNvPicPr/>
          <p:nvPr/>
        </p:nvPicPr>
        <p:blipFill rotWithShape="1">
          <a:blip r:embed="rId5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1EE4263-1DF9-7159-2AF8-877626212C9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B2C4463-0D44-08AA-240B-9A760622D1A1}"/>
              </a:ext>
            </a:extLst>
          </p:cNvPr>
          <p:cNvSpPr txBox="1"/>
          <p:nvPr/>
        </p:nvSpPr>
        <p:spPr>
          <a:xfrm>
            <a:off x="258318" y="4836076"/>
            <a:ext cx="34998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hlinkClick r:id="rId6"/>
              </a:rPr>
              <a:t>https://www.youtube.com/watch?v=go7SKXAIZ5Q</a:t>
            </a:r>
            <a:endParaRPr lang="fr-FR" sz="1200" dirty="0"/>
          </a:p>
          <a:p>
            <a:endParaRPr lang="fr-FR" sz="1200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5ADAEA96-4C43-AD83-36C2-29C36E5768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9673" y="1921399"/>
            <a:ext cx="5825271" cy="358184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47A13BF-CAAB-1976-84D9-48FCF17653EA}"/>
              </a:ext>
            </a:extLst>
          </p:cNvPr>
          <p:cNvSpPr/>
          <p:nvPr/>
        </p:nvSpPr>
        <p:spPr>
          <a:xfrm>
            <a:off x="-63745" y="-107207"/>
            <a:ext cx="4245073" cy="1336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Liant hydraulique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108538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31B6E18E-02BD-374E-09EE-5FA2BBDF6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41" y="2863832"/>
            <a:ext cx="5128383" cy="1508746"/>
          </a:xfrm>
          <a:prstGeom prst="rect">
            <a:avLst/>
          </a:prstGeo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13FCDF2C-E21E-C051-1BF5-5D104FB0BA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14</a:t>
            </a:fld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BAFBF7-29E1-AA7E-2DFE-6D43BCAE4C7F}"/>
              </a:ext>
            </a:extLst>
          </p:cNvPr>
          <p:cNvSpPr/>
          <p:nvPr/>
        </p:nvSpPr>
        <p:spPr>
          <a:xfrm>
            <a:off x="3863283" y="872807"/>
            <a:ext cx="4465453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4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Prise et durcissement du ciment</a:t>
            </a:r>
            <a:endParaRPr lang="fr-FR" sz="4800" b="0" cap="none" spc="0" dirty="0">
              <a:ln w="0"/>
              <a:solidFill>
                <a:srgbClr val="1F3864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91DC180-B757-F695-9C9B-65971A2B80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id="{D82F49A0-C424-EE75-81BC-03185979C725}"/>
              </a:ext>
            </a:extLst>
          </p:cNvPr>
          <p:cNvPicPr/>
          <p:nvPr/>
        </p:nvPicPr>
        <p:blipFill rotWithShape="1">
          <a:blip r:embed="rId5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1EE4263-1DF9-7159-2AF8-877626212C9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B2C4463-0D44-08AA-240B-9A760622D1A1}"/>
              </a:ext>
            </a:extLst>
          </p:cNvPr>
          <p:cNvSpPr txBox="1"/>
          <p:nvPr/>
        </p:nvSpPr>
        <p:spPr>
          <a:xfrm>
            <a:off x="258318" y="4836076"/>
            <a:ext cx="34998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hlinkClick r:id="rId6"/>
              </a:rPr>
              <a:t>https://www.youtube.com/watch?v=go7SKXAIZ5Q</a:t>
            </a:r>
            <a:endParaRPr lang="fr-FR" sz="1200" dirty="0"/>
          </a:p>
          <a:p>
            <a:endParaRPr lang="fr-FR" sz="1200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EED527BC-2FBD-BC57-8CBF-EE4A3DD6E1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85583" y="1590421"/>
            <a:ext cx="6513576" cy="468163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502B89A-DD84-4C23-BF43-EECA030121AA}"/>
              </a:ext>
            </a:extLst>
          </p:cNvPr>
          <p:cNvSpPr/>
          <p:nvPr/>
        </p:nvSpPr>
        <p:spPr>
          <a:xfrm>
            <a:off x="-63745" y="-107207"/>
            <a:ext cx="4245073" cy="1336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Liant hydraulique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702404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F9FF24DA-E51C-7337-1A95-5B08BC8B0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1E2521C7-A407-D537-1EF0-6332C84F18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41" y="2863832"/>
            <a:ext cx="5128383" cy="1508746"/>
          </a:xfrm>
          <a:prstGeom prst="rect">
            <a:avLst/>
          </a:prstGeo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697ABA8-2AAA-EA88-6BF0-8ABC495EDF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15</a:t>
            </a:fld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40BCCB-BCDF-E555-F1E4-36715B11405E}"/>
              </a:ext>
            </a:extLst>
          </p:cNvPr>
          <p:cNvSpPr/>
          <p:nvPr/>
        </p:nvSpPr>
        <p:spPr>
          <a:xfrm>
            <a:off x="3863283" y="872807"/>
            <a:ext cx="4465453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4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Prise et durcissement du ciment</a:t>
            </a:r>
            <a:endParaRPr lang="fr-FR" sz="4800" b="0" cap="none" spc="0" dirty="0">
              <a:ln w="0"/>
              <a:solidFill>
                <a:srgbClr val="1F3864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867FE60-CAA4-EBA2-AD5C-C6F3480F82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id="{51BD1AEA-F517-8918-5743-9CD033FA2674}"/>
              </a:ext>
            </a:extLst>
          </p:cNvPr>
          <p:cNvPicPr/>
          <p:nvPr/>
        </p:nvPicPr>
        <p:blipFill rotWithShape="1">
          <a:blip r:embed="rId5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4AFA546-D022-6D48-AE31-26D0DBB2CFF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ED4EDD3-5D7D-56D2-A2AC-EDD143F13FC2}"/>
              </a:ext>
            </a:extLst>
          </p:cNvPr>
          <p:cNvSpPr txBox="1"/>
          <p:nvPr/>
        </p:nvSpPr>
        <p:spPr>
          <a:xfrm>
            <a:off x="258318" y="4836076"/>
            <a:ext cx="34998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hlinkClick r:id="rId6"/>
              </a:rPr>
              <a:t>https://www.youtube.com/watch?v=go7SKXAIZ5Q</a:t>
            </a:r>
            <a:endParaRPr lang="fr-FR" sz="1200" dirty="0"/>
          </a:p>
          <a:p>
            <a:endParaRPr lang="fr-FR" sz="1200" dirty="0"/>
          </a:p>
        </p:txBody>
      </p:sp>
      <p:pic>
        <p:nvPicPr>
          <p:cNvPr id="7170" name="Picture 2" descr="Ciment | PPT | Téléchargement Gratuit">
            <a:extLst>
              <a:ext uri="{FF2B5EF4-FFF2-40B4-BE49-F238E27FC236}">
                <a16:creationId xmlns:a16="http://schemas.microsoft.com/office/drawing/2014/main" id="{CF0BF3CA-06B1-9E91-9A9C-E3E6D9DB8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1459" y="2066989"/>
            <a:ext cx="4844718" cy="3618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A1F0FA2-0F7A-56B0-4A03-E30C86FE906A}"/>
              </a:ext>
            </a:extLst>
          </p:cNvPr>
          <p:cNvSpPr/>
          <p:nvPr/>
        </p:nvSpPr>
        <p:spPr>
          <a:xfrm>
            <a:off x="-63745" y="-107207"/>
            <a:ext cx="4245073" cy="1336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Liant hydraulique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238607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3FA1A388-7543-C015-35A9-0EB96C66C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05C1354-5D7E-07EF-5B36-634FE272D3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16</a:t>
            </a:fld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797185-F605-025D-C317-99A2D0EAE42D}"/>
              </a:ext>
            </a:extLst>
          </p:cNvPr>
          <p:cNvSpPr/>
          <p:nvPr/>
        </p:nvSpPr>
        <p:spPr>
          <a:xfrm>
            <a:off x="5469065" y="982905"/>
            <a:ext cx="1253869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Chaux </a:t>
            </a:r>
            <a:endParaRPr lang="fr-FR" sz="5400" b="0" cap="none" spc="0" dirty="0">
              <a:ln w="0"/>
              <a:solidFill>
                <a:srgbClr val="1F3864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4935B42-39D2-7BD6-D0E7-B1FF281121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id="{3D20D886-5594-CBA0-0131-CDFD379B1C74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443CB6C-60CC-433E-6969-ACB39CA1D11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49FE4B6-01D3-72B4-BE76-4E4E240DA276}"/>
              </a:ext>
            </a:extLst>
          </p:cNvPr>
          <p:cNvSpPr txBox="1"/>
          <p:nvPr/>
        </p:nvSpPr>
        <p:spPr>
          <a:xfrm>
            <a:off x="129638" y="2583527"/>
            <a:ext cx="564551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La chaux, connue depuis la préhistoire, était obtenue par chauffage de pierres calcaires. Utilisée comme liant en Mésopotamie et par les Égyptiens, Grecs et Romains, elle servait aussi à stabiliser les sols. En Afrique, elle était couramment employée pour enduire et protéger les murs en terre crue. Très répandue dans la construction et d'autres secteurs, sa production a chuté en France au XXe siècle avec la montée du ciment, qui l’a surpassée dès 1926.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5AEE6E-1408-1E9D-0462-A611CD7998D3}"/>
              </a:ext>
            </a:extLst>
          </p:cNvPr>
          <p:cNvSpPr/>
          <p:nvPr/>
        </p:nvSpPr>
        <p:spPr>
          <a:xfrm>
            <a:off x="-63745" y="-107207"/>
            <a:ext cx="4245073" cy="1336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Liant hydraulique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pic>
        <p:nvPicPr>
          <p:cNvPr id="8194" name="Picture 2" descr="La chaux vive pour un jardin plus écologique | STIGA">
            <a:extLst>
              <a:ext uri="{FF2B5EF4-FFF2-40B4-BE49-F238E27FC236}">
                <a16:creationId xmlns:a16="http://schemas.microsoft.com/office/drawing/2014/main" id="{75E9D6F9-10BD-1C53-21A5-EA921D0B9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0912" y="2583527"/>
            <a:ext cx="3885048" cy="2585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3518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B8E58F82-27AE-311C-2768-C7DFF70F3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07A8D0E1-01EC-87D7-6CFD-B77917ABBD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17</a:t>
            </a:fld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63064D-99E8-E923-E7CD-5B56FD37A29C}"/>
              </a:ext>
            </a:extLst>
          </p:cNvPr>
          <p:cNvSpPr/>
          <p:nvPr/>
        </p:nvSpPr>
        <p:spPr>
          <a:xfrm>
            <a:off x="4572412" y="982905"/>
            <a:ext cx="304718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Production chaux  </a:t>
            </a:r>
            <a:endParaRPr lang="fr-FR" sz="5400" b="0" cap="none" spc="0" dirty="0">
              <a:ln w="0"/>
              <a:solidFill>
                <a:srgbClr val="1F3864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0208932-0949-489A-6885-41CBD5A20E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id="{D36363B9-76A5-E4BB-8B3B-BDAF94167055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F5079B2-868B-8DE8-1542-3D47B406636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E1A1C449-E72E-EC97-1190-65EA6B64A0F8}"/>
              </a:ext>
            </a:extLst>
          </p:cNvPr>
          <p:cNvSpPr txBox="1"/>
          <p:nvPr/>
        </p:nvSpPr>
        <p:spPr>
          <a:xfrm>
            <a:off x="129638" y="2583527"/>
            <a:ext cx="564551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La chaux, connue depuis la préhistoire, était obtenue par chauffage de pierres calcaires. Utilisée comme liant en Mésopotamie et par les Égyptiens, Grecs et Romains, elle servait aussi à stabiliser les sols. En Afrique, elle était couramment employée pour enduire et protéger les murs en terre crue. Très répandue dans la construction et d'autres secteurs, sa production a chuté en France au XXe siècle avec la montée du ciment, qui l’a surpassée dès 1926.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CE3244-F10A-103C-45EB-4D784010C520}"/>
              </a:ext>
            </a:extLst>
          </p:cNvPr>
          <p:cNvSpPr/>
          <p:nvPr/>
        </p:nvSpPr>
        <p:spPr>
          <a:xfrm>
            <a:off x="-63745" y="-107207"/>
            <a:ext cx="4245073" cy="1336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Liant hydraulique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pic>
        <p:nvPicPr>
          <p:cNvPr id="9218" name="Picture 2" descr="Qu'est-ce que la chaux ? | Graymont">
            <a:extLst>
              <a:ext uri="{FF2B5EF4-FFF2-40B4-BE49-F238E27FC236}">
                <a16:creationId xmlns:a16="http://schemas.microsoft.com/office/drawing/2014/main" id="{8C31B11B-48E0-D375-9C64-00E215847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341" y="2226797"/>
            <a:ext cx="6042436" cy="3177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03029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2B9BC3AE-3B4C-B6AC-4877-27E50B777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7352BAB-AB94-5B51-81E9-35A1A5FF72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18</a:t>
            </a:fld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C4E08E-6D2F-95D5-E4A6-67066430EA2C}"/>
              </a:ext>
            </a:extLst>
          </p:cNvPr>
          <p:cNvSpPr/>
          <p:nvPr/>
        </p:nvSpPr>
        <p:spPr>
          <a:xfrm>
            <a:off x="3482373" y="982905"/>
            <a:ext cx="522726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Production de la chaux aérienne </a:t>
            </a:r>
            <a:endParaRPr lang="fr-FR" sz="5400" b="0" cap="none" spc="0" dirty="0">
              <a:ln w="0"/>
              <a:solidFill>
                <a:srgbClr val="1F3864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152B470-3F06-70BE-6588-C8A1B13966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id="{DE8A8730-D765-0F69-C751-CB0068E5529D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BBBAA2A-1509-9DC1-7693-AD4FB071B9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E19201-4C75-4D57-E287-2A567D60D1D0}"/>
              </a:ext>
            </a:extLst>
          </p:cNvPr>
          <p:cNvSpPr/>
          <p:nvPr/>
        </p:nvSpPr>
        <p:spPr>
          <a:xfrm>
            <a:off x="62345" y="-146880"/>
            <a:ext cx="4245073" cy="1336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Liant hydraulique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31E2AD0-4770-6E36-F55B-24BB2F62F56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237"/>
          <a:stretch/>
        </p:blipFill>
        <p:spPr>
          <a:xfrm>
            <a:off x="3372905" y="1984390"/>
            <a:ext cx="4114800" cy="3594765"/>
          </a:xfrm>
          <a:prstGeom prst="rect">
            <a:avLst/>
          </a:prstGeom>
        </p:spPr>
      </p:pic>
      <p:pic>
        <p:nvPicPr>
          <p:cNvPr id="10242" name="Picture 2" descr="Four à chaux — Wikipédia">
            <a:extLst>
              <a:ext uri="{FF2B5EF4-FFF2-40B4-BE49-F238E27FC236}">
                <a16:creationId xmlns:a16="http://schemas.microsoft.com/office/drawing/2014/main" id="{CA9A4A42-B529-4336-CEB3-B352BC472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957" y="2073017"/>
            <a:ext cx="3154150" cy="3557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43D0D53F-0787-880A-9393-3DEFE95AC56F}"/>
              </a:ext>
            </a:extLst>
          </p:cNvPr>
          <p:cNvSpPr txBox="1"/>
          <p:nvPr/>
        </p:nvSpPr>
        <p:spPr>
          <a:xfrm>
            <a:off x="7487705" y="2012057"/>
            <a:ext cx="455633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dirty="0"/>
              <a:t>Le processus de production de la chaux comprend :</a:t>
            </a:r>
          </a:p>
          <a:p>
            <a:pPr>
              <a:buFont typeface="+mj-lt"/>
              <a:buAutoNum type="arabicPeriod"/>
            </a:pPr>
            <a:r>
              <a:rPr lang="fr-FR" sz="1600" b="1" dirty="0"/>
              <a:t>Extraction</a:t>
            </a:r>
            <a:r>
              <a:rPr lang="fr-FR" sz="1600" dirty="0"/>
              <a:t> : Le calcaire est extrait de carrières.</a:t>
            </a:r>
          </a:p>
          <a:p>
            <a:pPr>
              <a:buFont typeface="+mj-lt"/>
              <a:buAutoNum type="arabicPeriod"/>
            </a:pPr>
            <a:r>
              <a:rPr lang="fr-FR" sz="1600" b="1" dirty="0"/>
              <a:t>Concassage</a:t>
            </a:r>
            <a:r>
              <a:rPr lang="fr-FR" sz="1600" dirty="0"/>
              <a:t> : Le calcaire est broyé en morceaux plus petits.</a:t>
            </a:r>
          </a:p>
          <a:p>
            <a:pPr>
              <a:buFont typeface="+mj-lt"/>
              <a:buAutoNum type="arabicPeriod"/>
            </a:pPr>
            <a:r>
              <a:rPr lang="fr-FR" sz="1600" b="1" dirty="0"/>
              <a:t>Cuisson</a:t>
            </a:r>
            <a:r>
              <a:rPr lang="fr-FR" sz="1600" dirty="0"/>
              <a:t> : Chauffé à 900-1 000°C, le calcaire se décompose en chaux vive (</a:t>
            </a:r>
            <a:r>
              <a:rPr lang="fr-FR" sz="1600" dirty="0" err="1"/>
              <a:t>CaO</a:t>
            </a:r>
            <a:r>
              <a:rPr lang="fr-FR" sz="1600" dirty="0"/>
              <a:t>) et CO₂.</a:t>
            </a:r>
          </a:p>
          <a:p>
            <a:r>
              <a:rPr lang="fr-FR" sz="1600" dirty="0"/>
              <a:t>                      CaCO3 → </a:t>
            </a:r>
            <a:r>
              <a:rPr lang="fr-FR" sz="1600" dirty="0" err="1"/>
              <a:t>CaO</a:t>
            </a:r>
            <a:r>
              <a:rPr lang="fr-FR" sz="1600" dirty="0"/>
              <a:t> + CO2</a:t>
            </a:r>
          </a:p>
          <a:p>
            <a:r>
              <a:rPr lang="fr-FR" sz="1600" b="1" dirty="0"/>
              <a:t>4. Extinction</a:t>
            </a:r>
            <a:r>
              <a:rPr lang="fr-FR" sz="1600" dirty="0"/>
              <a:t> (facultatif) : De l'eau est ajoutée à la chaux vive pour obtenir de la chaux éteinte (Ca(OH)₂).</a:t>
            </a:r>
          </a:p>
          <a:p>
            <a:r>
              <a:rPr lang="pt-BR" sz="1600" dirty="0"/>
              <a:t>                      CaO + H2O → Ca(OH)2</a:t>
            </a:r>
            <a:endParaRPr lang="fr-FR" sz="1600" dirty="0"/>
          </a:p>
          <a:p>
            <a:r>
              <a:rPr lang="fr-FR" sz="1600" b="1" dirty="0"/>
              <a:t>5. Stockage</a:t>
            </a:r>
            <a:r>
              <a:rPr lang="fr-FR" sz="1600" dirty="0"/>
              <a:t> : La chaux est ensuite stockée et distribuée pour ses divers usages.</a:t>
            </a:r>
          </a:p>
        </p:txBody>
      </p:sp>
    </p:spTree>
    <p:extLst>
      <p:ext uri="{BB962C8B-B14F-4D97-AF65-F5344CB8AC3E}">
        <p14:creationId xmlns:p14="http://schemas.microsoft.com/office/powerpoint/2010/main" val="1136356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25A5A947-DD7E-4E70-C211-E9F276C47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E293A5C-F1D0-9E15-97F4-A55255FED3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19</a:t>
            </a:fld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968050-FB11-C428-8234-9839BB8BFF55}"/>
              </a:ext>
            </a:extLst>
          </p:cNvPr>
          <p:cNvSpPr/>
          <p:nvPr/>
        </p:nvSpPr>
        <p:spPr>
          <a:xfrm>
            <a:off x="4729765" y="982905"/>
            <a:ext cx="273247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4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Chaux hydraulique </a:t>
            </a:r>
            <a:endParaRPr lang="fr-FR" sz="2400" b="0" cap="none" spc="0" dirty="0">
              <a:ln w="0"/>
              <a:solidFill>
                <a:srgbClr val="1F3864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1BC3699-B48B-7DF8-3E56-4E0620DAD9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id="{B453149C-2045-90FD-4844-39D6E6C9BA1E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DD2B539-2AC8-A7C1-A409-45F604866EE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DFFD010-8E70-0623-42BC-ECFFB1CBEEFA}"/>
              </a:ext>
            </a:extLst>
          </p:cNvPr>
          <p:cNvSpPr/>
          <p:nvPr/>
        </p:nvSpPr>
        <p:spPr>
          <a:xfrm>
            <a:off x="62345" y="-146880"/>
            <a:ext cx="4245073" cy="1336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Liant hydraulique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E2D3B7B-2862-E448-1BFE-04678D6BEB1C}"/>
              </a:ext>
            </a:extLst>
          </p:cNvPr>
          <p:cNvSpPr txBox="1"/>
          <p:nvPr/>
        </p:nvSpPr>
        <p:spPr>
          <a:xfrm>
            <a:off x="-40324" y="2164434"/>
            <a:ext cx="499037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/>
              <a:t>La chaux devient hydraulique si la matière première </a:t>
            </a:r>
            <a:r>
              <a:rPr lang="fr-FR" sz="1600" b="1" dirty="0"/>
              <a:t>contient suffisamment de silice</a:t>
            </a:r>
            <a:r>
              <a:rPr lang="fr-FR" sz="1600" dirty="0"/>
              <a:t>.</a:t>
            </a:r>
          </a:p>
          <a:p>
            <a:pPr algn="ctr"/>
            <a:r>
              <a:rPr lang="fr-FR" sz="1600" dirty="0"/>
              <a:t>Elle peut également inclure de </a:t>
            </a:r>
            <a:r>
              <a:rPr lang="fr-FR" sz="1600" b="1" dirty="0"/>
              <a:t>l'alumine et de l'oxyde de fer.</a:t>
            </a:r>
          </a:p>
          <a:p>
            <a:pPr algn="ctr"/>
            <a:r>
              <a:rPr lang="fr-FR" sz="1600" dirty="0"/>
              <a:t>L'argile, un mélange de </a:t>
            </a:r>
            <a:r>
              <a:rPr lang="fr-FR" sz="1600" b="1" dirty="0"/>
              <a:t>silice et d'alumine</a:t>
            </a:r>
            <a:r>
              <a:rPr lang="fr-FR" sz="1600" dirty="0"/>
              <a:t>, est un composant clé des chaux hydrauliques.</a:t>
            </a:r>
          </a:p>
          <a:p>
            <a:pPr algn="ctr"/>
            <a:r>
              <a:rPr lang="fr-FR" sz="1600" dirty="0"/>
              <a:t>Les </a:t>
            </a:r>
            <a:r>
              <a:rPr lang="fr-FR" sz="1600" b="1" dirty="0"/>
              <a:t>chaux hydrauliques </a:t>
            </a:r>
            <a:r>
              <a:rPr lang="fr-FR" sz="1600" dirty="0"/>
              <a:t>sont donc constituées de </a:t>
            </a:r>
            <a:r>
              <a:rPr lang="fr-FR" sz="1600" b="1" dirty="0"/>
              <a:t>calcaire et d'argile.</a:t>
            </a:r>
          </a:p>
          <a:p>
            <a:pPr algn="ctr"/>
            <a:endParaRPr lang="fr-FR" sz="160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E2DC359-F188-2CFC-4133-0D0830156C86}"/>
              </a:ext>
            </a:extLst>
          </p:cNvPr>
          <p:cNvSpPr txBox="1"/>
          <p:nvPr/>
        </p:nvSpPr>
        <p:spPr>
          <a:xfrm>
            <a:off x="286574" y="4527874"/>
            <a:ext cx="433658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/>
              <a:t>Louis Vicat a défini un </a:t>
            </a:r>
            <a:r>
              <a:rPr lang="fr-FR" sz="1600" b="1" dirty="0"/>
              <a:t>indice d'argilosité (i), </a:t>
            </a:r>
            <a:r>
              <a:rPr lang="fr-FR" sz="1600" dirty="0"/>
              <a:t>correspondant au rapport des masses de matières argileuses sur celle de la chaux vive.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7BD39DD4-460F-9CFE-2227-C3958EB01B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2565" y="5469104"/>
            <a:ext cx="2719622" cy="830996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FB3ADF9F-F9F2-96AC-73DE-1BC896D57A0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5330"/>
          <a:stretch/>
        </p:blipFill>
        <p:spPr>
          <a:xfrm>
            <a:off x="5000021" y="2614671"/>
            <a:ext cx="6980512" cy="1913203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3EBAA434-5A82-CF8A-B7E4-A403DFF2D9A6}"/>
              </a:ext>
            </a:extLst>
          </p:cNvPr>
          <p:cNvSpPr txBox="1"/>
          <p:nvPr/>
        </p:nvSpPr>
        <p:spPr>
          <a:xfrm>
            <a:off x="6372378" y="4652475"/>
            <a:ext cx="4114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dirty="0"/>
              <a:t>Indices de Vicat des chaux hydrauliques</a:t>
            </a:r>
          </a:p>
        </p:txBody>
      </p:sp>
    </p:spTree>
    <p:extLst>
      <p:ext uri="{BB962C8B-B14F-4D97-AF65-F5344CB8AC3E}">
        <p14:creationId xmlns:p14="http://schemas.microsoft.com/office/powerpoint/2010/main" val="22127811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69FE121B-0FC2-052D-465E-9D99E941E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96FF6259-E9E8-79F7-DC10-979AD6EAC6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20</a:t>
            </a:fld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6BA2F2-D765-2AB3-DA5D-0CC8597D0E41}"/>
              </a:ext>
            </a:extLst>
          </p:cNvPr>
          <p:cNvSpPr/>
          <p:nvPr/>
        </p:nvSpPr>
        <p:spPr>
          <a:xfrm>
            <a:off x="3444806" y="982905"/>
            <a:ext cx="5302414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4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Produits de chaux pour la construction</a:t>
            </a:r>
          </a:p>
          <a:p>
            <a:pPr algn="ctr"/>
            <a:r>
              <a:rPr lang="fr-FR" sz="2400" b="0" cap="none" spc="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(NF EN 459-1)</a:t>
            </a:r>
            <a:endParaRPr lang="fr-FR" sz="2400" b="0" cap="none" spc="0" dirty="0">
              <a:ln w="0"/>
              <a:solidFill>
                <a:srgbClr val="1F3864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E0A9F7A-6083-E1A1-3C1F-4BBBFFC0AC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id="{A1E8EDF4-0411-F08F-340C-2FB33D99E8F8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10EBC0E-63B2-87B0-F3B9-ECD22F4FA92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DB0D9A1-1B2C-FA33-422C-120F0BE6C08F}"/>
              </a:ext>
            </a:extLst>
          </p:cNvPr>
          <p:cNvSpPr/>
          <p:nvPr/>
        </p:nvSpPr>
        <p:spPr>
          <a:xfrm>
            <a:off x="62345" y="-146880"/>
            <a:ext cx="4245073" cy="1336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Liant hydraulique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4BCD69F-2C71-55FD-D3A7-084072D5C664}"/>
              </a:ext>
            </a:extLst>
          </p:cNvPr>
          <p:cNvSpPr txBox="1"/>
          <p:nvPr/>
        </p:nvSpPr>
        <p:spPr>
          <a:xfrm>
            <a:off x="62345" y="2684742"/>
            <a:ext cx="6033655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Les </a:t>
            </a:r>
            <a:r>
              <a:rPr lang="fr-FR" sz="1600" b="1" dirty="0"/>
              <a:t>chaux hydrauliques naturelles (NHL) </a:t>
            </a:r>
            <a:r>
              <a:rPr lang="fr-FR" sz="1600" dirty="0"/>
              <a:t>sont issues de pierres contenant des </a:t>
            </a:r>
            <a:r>
              <a:rPr lang="fr-FR" sz="1600" b="1" dirty="0"/>
              <a:t>argiles</a:t>
            </a:r>
            <a:r>
              <a:rPr lang="fr-FR" sz="1600" dirty="0"/>
              <a:t>, avec une résistance minimale de </a:t>
            </a:r>
            <a:r>
              <a:rPr lang="fr-FR" sz="1600" b="1" dirty="0"/>
              <a:t>2 MPa après 28 jours.</a:t>
            </a:r>
          </a:p>
          <a:p>
            <a:endParaRPr lang="fr-F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Les </a:t>
            </a:r>
            <a:r>
              <a:rPr lang="fr-FR" sz="1600" b="1" dirty="0"/>
              <a:t>chaux hydrauliques naturelles </a:t>
            </a:r>
            <a:r>
              <a:rPr lang="fr-FR" sz="1600" dirty="0"/>
              <a:t>avec ajouts </a:t>
            </a:r>
            <a:r>
              <a:rPr lang="fr-FR" sz="1600" b="1" dirty="0"/>
              <a:t>(NHL-Z) </a:t>
            </a:r>
            <a:r>
              <a:rPr lang="fr-FR" sz="1600" dirty="0"/>
              <a:t>incluent jusqu'à </a:t>
            </a:r>
            <a:r>
              <a:rPr lang="fr-FR" sz="1600" b="1" dirty="0"/>
              <a:t>20 % d'argiles </a:t>
            </a:r>
            <a:r>
              <a:rPr lang="fr-FR" sz="1600" dirty="0"/>
              <a:t>ajoutées, avec une résistance de</a:t>
            </a:r>
            <a:r>
              <a:rPr lang="fr-FR" sz="1600" b="1" dirty="0"/>
              <a:t> 3,5 MPa</a:t>
            </a:r>
            <a:r>
              <a:rPr lang="fr-FR" sz="1600" dirty="0"/>
              <a:t>.</a:t>
            </a:r>
          </a:p>
          <a:p>
            <a:endParaRPr lang="fr-F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Les </a:t>
            </a:r>
            <a:r>
              <a:rPr lang="fr-FR" sz="1600" b="1" dirty="0"/>
              <a:t>chaux hydrauliques (HL), </a:t>
            </a:r>
            <a:r>
              <a:rPr lang="fr-FR" sz="1600" dirty="0"/>
              <a:t>fabriquées à partir de mélanges spécifiques, offrent une résistance minimale de 5 MPa après 28 jours.</a:t>
            </a:r>
          </a:p>
        </p:txBody>
      </p:sp>
      <p:pic>
        <p:nvPicPr>
          <p:cNvPr id="11267" name="Picture 3" descr="Découvrez la Chaux Hydraulique Naturelle NHL 3.5 | Secil">
            <a:extLst>
              <a:ext uri="{FF2B5EF4-FFF2-40B4-BE49-F238E27FC236}">
                <a16:creationId xmlns:a16="http://schemas.microsoft.com/office/drawing/2014/main" id="{582D73AF-DF29-7480-4E5E-7ADBA6FFB2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92" t="7161" r="17506" b="12808"/>
          <a:stretch/>
        </p:blipFill>
        <p:spPr bwMode="auto">
          <a:xfrm>
            <a:off x="8153400" y="2223744"/>
            <a:ext cx="2601344" cy="3107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78959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5D8F79AA-8EEE-BFF6-234C-6EBBF1322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DD987A25-CFEF-BB3F-F8F0-F9F26C6AA3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21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F3BF97A-C4AE-3786-2FFF-D25F977740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id="{5C28928D-13E2-B0A2-E6D9-F3DE53A8A935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BA0A851-2CF5-B674-C8A5-78226FB0940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B51312-0634-C5B0-68E5-72DDD15246A6}"/>
              </a:ext>
            </a:extLst>
          </p:cNvPr>
          <p:cNvSpPr/>
          <p:nvPr/>
        </p:nvSpPr>
        <p:spPr>
          <a:xfrm>
            <a:off x="62345" y="-146880"/>
            <a:ext cx="4245073" cy="1336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Liant hydraulique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206CF7F-5314-EA05-2B47-11E9C5ED22DC}"/>
              </a:ext>
            </a:extLst>
          </p:cNvPr>
          <p:cNvSpPr txBox="1"/>
          <p:nvPr/>
        </p:nvSpPr>
        <p:spPr>
          <a:xfrm>
            <a:off x="228601" y="2356046"/>
            <a:ext cx="517758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/>
              <a:t>Indice de résistance</a:t>
            </a:r>
            <a:r>
              <a:rPr lang="fr-FR" sz="1600" dirty="0"/>
              <a:t> :</a:t>
            </a:r>
            <a:br>
              <a:rPr lang="fr-FR" sz="1600" dirty="0"/>
            </a:br>
            <a:r>
              <a:rPr lang="fr-FR" sz="1600" dirty="0"/>
              <a:t>Il est exprimé en valeurs telles que </a:t>
            </a:r>
            <a:r>
              <a:rPr lang="fr-FR" sz="1600" b="1" dirty="0"/>
              <a:t>2, 3.5, ou 5 MPa </a:t>
            </a:r>
            <a:r>
              <a:rPr lang="fr-FR" sz="1600" dirty="0"/>
              <a:t>et indique la résistance minimale à la compression après 28 jours de durcissement. </a:t>
            </a:r>
          </a:p>
          <a:p>
            <a:r>
              <a:rPr lang="fr-FR" sz="1600" dirty="0"/>
              <a:t>Par exemple, NHL 3.5 signifie une chaux hydraulique naturelle avec une résistance minimale de 3.5 MPa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6031571-23B5-5193-6951-73B763A6369A}"/>
              </a:ext>
            </a:extLst>
          </p:cNvPr>
          <p:cNvSpPr txBox="1"/>
          <p:nvPr/>
        </p:nvSpPr>
        <p:spPr>
          <a:xfrm>
            <a:off x="228601" y="4467850"/>
            <a:ext cx="61040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/>
              <a:t>Classe hydraulique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/>
              <a:t>NHL 2</a:t>
            </a:r>
            <a:r>
              <a:rPr lang="fr-FR" sz="1600" dirty="0"/>
              <a:t> : Chaux hydraulique ordinaire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/>
              <a:t>NHL 3.5</a:t>
            </a:r>
            <a:r>
              <a:rPr lang="fr-FR" sz="1600" dirty="0"/>
              <a:t> : Chaux hydraulique modérée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/>
              <a:t>NHL 5</a:t>
            </a:r>
            <a:r>
              <a:rPr lang="fr-FR" sz="1600" dirty="0"/>
              <a:t> : Chaux éminemment hydraulique</a:t>
            </a:r>
          </a:p>
        </p:txBody>
      </p:sp>
      <p:pic>
        <p:nvPicPr>
          <p:cNvPr id="12290" name="Picture 2" descr="Qu'est-ce qu'un enduit à la chaux?">
            <a:extLst>
              <a:ext uri="{FF2B5EF4-FFF2-40B4-BE49-F238E27FC236}">
                <a16:creationId xmlns:a16="http://schemas.microsoft.com/office/drawing/2014/main" id="{2BC66CBE-5406-EF54-C78A-8F87BEE8FF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2374374"/>
            <a:ext cx="3524250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CDC7B394-4548-6566-38C6-3FF415BCA838}"/>
              </a:ext>
            </a:extLst>
          </p:cNvPr>
          <p:cNvSpPr txBox="1"/>
          <p:nvPr/>
        </p:nvSpPr>
        <p:spPr>
          <a:xfrm>
            <a:off x="6991982" y="3665340"/>
            <a:ext cx="970285" cy="351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/>
              <a:t>Enduits</a:t>
            </a:r>
          </a:p>
        </p:txBody>
      </p:sp>
      <p:pic>
        <p:nvPicPr>
          <p:cNvPr id="12294" name="Picture 6" descr="Weber liant chaux coloré - Sac 15 Kg - IDF MATERIAUX">
            <a:extLst>
              <a:ext uri="{FF2B5EF4-FFF2-40B4-BE49-F238E27FC236}">
                <a16:creationId xmlns:a16="http://schemas.microsoft.com/office/drawing/2014/main" id="{DBADD0BE-1FE0-A617-109A-F318E52B4C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8059" y="2283864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4" name="Picture 2" descr="Peinture à la Chaux disponible en 50 Couleurs | Ornaretti">
            <a:extLst>
              <a:ext uri="{FF2B5EF4-FFF2-40B4-BE49-F238E27FC236}">
                <a16:creationId xmlns:a16="http://schemas.microsoft.com/office/drawing/2014/main" id="{C41E2215-92B0-51DF-B856-D43F6F94B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2621" y="4015258"/>
            <a:ext cx="1952625" cy="234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Enduit fin à la chaux aérienne | Kenzaï Matériaux Écologiques">
            <a:extLst>
              <a:ext uri="{FF2B5EF4-FFF2-40B4-BE49-F238E27FC236}">
                <a16:creationId xmlns:a16="http://schemas.microsoft.com/office/drawing/2014/main" id="{9251389C-79C0-EF76-496C-E402A5EE98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8059" y="4462441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11661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733C6DA0-2944-59C3-197F-4840B3C42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D80F10CA-BA10-D52E-8989-17A0092BAB9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22</a:t>
            </a:fld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B9B43C-4497-3FD6-1D22-46A64E081B89}"/>
              </a:ext>
            </a:extLst>
          </p:cNvPr>
          <p:cNvSpPr/>
          <p:nvPr/>
        </p:nvSpPr>
        <p:spPr>
          <a:xfrm>
            <a:off x="4688412" y="975398"/>
            <a:ext cx="346498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4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Plâtre (repère historique)</a:t>
            </a:r>
            <a:endParaRPr lang="fr-FR" sz="2400" b="0" cap="none" spc="0" dirty="0">
              <a:ln w="0"/>
              <a:solidFill>
                <a:srgbClr val="1F3864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A123650-3A82-88D9-A33F-6A9991AFE5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id="{D08F9D31-D0FE-F918-DEBD-581B98070031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560D73F-A5CF-C972-E419-F9949F0C364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303A11-1B65-E0AA-7393-4135D7BB9400}"/>
              </a:ext>
            </a:extLst>
          </p:cNvPr>
          <p:cNvSpPr/>
          <p:nvPr/>
        </p:nvSpPr>
        <p:spPr>
          <a:xfrm>
            <a:off x="62345" y="-146880"/>
            <a:ext cx="4245073" cy="1336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Liant hydraulique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EB5F4B2-FBC6-4B19-ECAA-845E0E18B96C}"/>
              </a:ext>
            </a:extLst>
          </p:cNvPr>
          <p:cNvSpPr txBox="1"/>
          <p:nvPr/>
        </p:nvSpPr>
        <p:spPr>
          <a:xfrm>
            <a:off x="185856" y="2604045"/>
            <a:ext cx="455859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1600" dirty="0"/>
              <a:t>Le plâtre, utilisé depuis </a:t>
            </a:r>
            <a:r>
              <a:rPr lang="fr-FR" sz="1600" b="1" dirty="0"/>
              <a:t>l'Antiquité en Égypte et en Mésopotamie </a:t>
            </a:r>
            <a:r>
              <a:rPr lang="fr-FR" sz="1600" dirty="0"/>
              <a:t>pour </a:t>
            </a:r>
            <a:r>
              <a:rPr lang="fr-FR" sz="1600" b="1" dirty="0"/>
              <a:t>enduire et décorer</a:t>
            </a:r>
            <a:r>
              <a:rPr lang="fr-FR" sz="1600" dirty="0"/>
              <a:t>, a également servi aux Grecs et Romains pour les </a:t>
            </a:r>
            <a:r>
              <a:rPr lang="fr-FR" sz="1600" b="1" dirty="0"/>
              <a:t>ornements architecturaux</a:t>
            </a:r>
            <a:r>
              <a:rPr lang="fr-FR" sz="1600" dirty="0"/>
              <a:t>. Il a continué à être employé au </a:t>
            </a:r>
            <a:r>
              <a:rPr lang="fr-FR" sz="1600" b="1" dirty="0"/>
              <a:t>Moyen Âge et à la Renaissance dans les édifices religieux et civils</a:t>
            </a:r>
            <a:r>
              <a:rPr lang="fr-FR" sz="1600" dirty="0"/>
              <a:t>. Industrialisé au XVIIIe siècle, notamment en France, il est aujourd'hui incontournable pour </a:t>
            </a:r>
            <a:r>
              <a:rPr lang="fr-FR" sz="1600" b="1" dirty="0"/>
              <a:t>les finitions intérieures grâce à ses qualités esthétiques et ignifuges.</a:t>
            </a:r>
          </a:p>
        </p:txBody>
      </p:sp>
      <p:pic>
        <p:nvPicPr>
          <p:cNvPr id="12298" name="Picture 10" descr="Le plâtre | Passerelles">
            <a:extLst>
              <a:ext uri="{FF2B5EF4-FFF2-40B4-BE49-F238E27FC236}">
                <a16:creationId xmlns:a16="http://schemas.microsoft.com/office/drawing/2014/main" id="{B151CA50-1A44-669D-21C0-6C9C1A7C9D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4428" y="2327382"/>
            <a:ext cx="3031158" cy="3031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00" name="Picture 12" descr="Histoire du métier de plâtrier | Passerelles">
            <a:extLst>
              <a:ext uri="{FF2B5EF4-FFF2-40B4-BE49-F238E27FC236}">
                <a16:creationId xmlns:a16="http://schemas.microsoft.com/office/drawing/2014/main" id="{E496B447-181C-25D5-D26D-B898DFD75E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3426" y="2794889"/>
            <a:ext cx="3637547" cy="1818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21632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8A516B96-3A65-71DD-4F7D-9A8503772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F3104F2D-94C9-6C1A-A0A1-FB95181252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23</a:t>
            </a:fld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4F0ED9-2288-24D5-A4D1-DC1A76F5EAA7}"/>
              </a:ext>
            </a:extLst>
          </p:cNvPr>
          <p:cNvSpPr/>
          <p:nvPr/>
        </p:nvSpPr>
        <p:spPr>
          <a:xfrm>
            <a:off x="5101284" y="975398"/>
            <a:ext cx="263924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4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Plâtre (fabrication)</a:t>
            </a:r>
            <a:endParaRPr lang="fr-FR" sz="2400" b="0" cap="none" spc="0" dirty="0">
              <a:ln w="0"/>
              <a:solidFill>
                <a:srgbClr val="1F3864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FBEFC9B-D1FF-C3A0-C05F-8841E01D6E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id="{46504B22-684A-61FC-ACCE-0A74F4BD9CC5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76058E1-BDB5-3560-1FA4-42C2280EED5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D9A23F-7750-B071-6D9E-105FC059AEDD}"/>
              </a:ext>
            </a:extLst>
          </p:cNvPr>
          <p:cNvSpPr/>
          <p:nvPr/>
        </p:nvSpPr>
        <p:spPr>
          <a:xfrm>
            <a:off x="62345" y="-146880"/>
            <a:ext cx="4245073" cy="1336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Liant hydraulique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42F0D5D-0D27-A017-DCD0-480387174953}"/>
              </a:ext>
            </a:extLst>
          </p:cNvPr>
          <p:cNvSpPr txBox="1"/>
          <p:nvPr/>
        </p:nvSpPr>
        <p:spPr>
          <a:xfrm>
            <a:off x="316888" y="1757219"/>
            <a:ext cx="610402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sz="1600" dirty="0"/>
          </a:p>
          <a:p>
            <a:pPr>
              <a:buFont typeface="+mj-lt"/>
              <a:buAutoNum type="arabicPeriod"/>
            </a:pPr>
            <a:r>
              <a:rPr lang="fr-FR" sz="1600" b="1" dirty="0"/>
              <a:t>Extraction du gypse</a:t>
            </a:r>
            <a:r>
              <a:rPr lang="fr-FR" sz="1600" dirty="0"/>
              <a:t>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Le gypse (CaSO4, 2 H2O) naturel est extrait de carrières à ciel ouvert ou de galeries souterraines.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Dans le cas du gypse synthétique, il est récupéré comme sous-produit du traitement industriel des fumées ou de la fabrication d'acides minéraux.</a:t>
            </a:r>
          </a:p>
          <a:p>
            <a:pPr lvl="1"/>
            <a:endParaRPr lang="fr-FR" sz="1600" dirty="0"/>
          </a:p>
          <a:p>
            <a:pPr lvl="1"/>
            <a:endParaRPr lang="fr-FR" sz="1600" dirty="0"/>
          </a:p>
          <a:p>
            <a:pPr>
              <a:buFont typeface="+mj-lt"/>
              <a:buAutoNum type="arabicPeriod"/>
            </a:pPr>
            <a:r>
              <a:rPr lang="fr-FR" sz="1600" b="1" dirty="0"/>
              <a:t>Concassage et calibrage</a:t>
            </a:r>
            <a:r>
              <a:rPr lang="fr-FR" sz="1600" dirty="0"/>
              <a:t>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Le gypse est concassé en morceaux plus petits, puis calibré et tamisé pour obtenir une granulométrie uniforme.</a:t>
            </a:r>
          </a:p>
          <a:p>
            <a:pPr lvl="1"/>
            <a:endParaRPr lang="fr-FR" sz="1600" dirty="0"/>
          </a:p>
          <a:p>
            <a:pPr lvl="1"/>
            <a:endParaRPr lang="fr-FR" sz="1600" dirty="0"/>
          </a:p>
          <a:p>
            <a:pPr>
              <a:buFont typeface="+mj-lt"/>
              <a:buAutoNum type="arabicPeriod"/>
            </a:pPr>
            <a:r>
              <a:rPr lang="fr-FR" sz="1600" b="1" dirty="0"/>
              <a:t>Séchage et compactage</a:t>
            </a:r>
            <a:r>
              <a:rPr lang="fr-FR" sz="1600" dirty="0"/>
              <a:t> (pour le gypse synthétique)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La boue extraite des fumées industrielles est séchée et compactée en petits cailloux de taille millimétrique, similaires au gypse naturel.</a:t>
            </a:r>
          </a:p>
        </p:txBody>
      </p:sp>
      <p:pic>
        <p:nvPicPr>
          <p:cNvPr id="14338" name="Picture 2" descr="Définition | Gypse">
            <a:extLst>
              <a:ext uri="{FF2B5EF4-FFF2-40B4-BE49-F238E27FC236}">
                <a16:creationId xmlns:a16="http://schemas.microsoft.com/office/drawing/2014/main" id="{0C4F2065-9C7F-897E-FFB3-BAE3BF9787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750" y="5042917"/>
            <a:ext cx="2242602" cy="149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 descr="Carriere gypse - GexplOre">
            <a:extLst>
              <a:ext uri="{FF2B5EF4-FFF2-40B4-BE49-F238E27FC236}">
                <a16:creationId xmlns:a16="http://schemas.microsoft.com/office/drawing/2014/main" id="{EA3C1C50-76B4-82C1-D2E1-56BD61BA14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3449" y="2235108"/>
            <a:ext cx="2242602" cy="1679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2" name="Picture 6" descr="Carrières de gypse souterraine – ARCHIPHOTOS">
            <a:extLst>
              <a:ext uri="{FF2B5EF4-FFF2-40B4-BE49-F238E27FC236}">
                <a16:creationId xmlns:a16="http://schemas.microsoft.com/office/drawing/2014/main" id="{686F61A4-66F8-17DD-3C36-4B92532796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0675" y="2632713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1104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3606E678-1149-5D19-44F0-D0E948A15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6DE0E8E-4DCF-AF91-271A-70A2DF0667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24</a:t>
            </a:fld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EF609C-D4AC-9025-47D7-3B074787B70F}"/>
              </a:ext>
            </a:extLst>
          </p:cNvPr>
          <p:cNvSpPr/>
          <p:nvPr/>
        </p:nvSpPr>
        <p:spPr>
          <a:xfrm>
            <a:off x="5101284" y="975398"/>
            <a:ext cx="263924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4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Plâtre (fabrication)</a:t>
            </a:r>
            <a:endParaRPr lang="fr-FR" sz="2400" b="0" cap="none" spc="0" dirty="0">
              <a:ln w="0"/>
              <a:solidFill>
                <a:srgbClr val="1F3864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90736EA-F32D-5711-51D6-1DBE5F9965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id="{E19D1DC9-327A-0BAD-BCF3-9E29B7233919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5DFF352-0FB1-C561-C292-1177D6D770A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4B4401B-A0E8-24FD-EAE9-4D3FC9FA5E77}"/>
              </a:ext>
            </a:extLst>
          </p:cNvPr>
          <p:cNvSpPr/>
          <p:nvPr/>
        </p:nvSpPr>
        <p:spPr>
          <a:xfrm>
            <a:off x="62345" y="-146880"/>
            <a:ext cx="4245073" cy="1336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Liant hydraulique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2D9CEB4-F079-27A5-7351-D59D38CD903C}"/>
              </a:ext>
            </a:extLst>
          </p:cNvPr>
          <p:cNvSpPr txBox="1"/>
          <p:nvPr/>
        </p:nvSpPr>
        <p:spPr>
          <a:xfrm>
            <a:off x="316888" y="1633668"/>
            <a:ext cx="610402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sz="1600" dirty="0"/>
          </a:p>
          <a:p>
            <a:r>
              <a:rPr lang="fr-FR" sz="1600" b="1" dirty="0"/>
              <a:t>4. Cuisson</a:t>
            </a:r>
            <a:r>
              <a:rPr lang="fr-FR" sz="1600" dirty="0"/>
              <a:t>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Le gypse concassé est cuit dans un four à une température d'environ 150°C. Ce processus, appelé calcination, permet de retirer une partie de l'eau contenue dans le gypse (</a:t>
            </a:r>
            <a:r>
              <a:rPr lang="fr-FR" sz="1600" dirty="0" err="1"/>
              <a:t>CaSO</a:t>
            </a:r>
            <a:r>
              <a:rPr lang="fr-FR" sz="1600" dirty="0"/>
              <a:t>₄, 2H₂O), transformant celui-ci en plâtre (</a:t>
            </a:r>
            <a:r>
              <a:rPr lang="fr-FR" sz="1600" dirty="0" err="1"/>
              <a:t>CaSO</a:t>
            </a:r>
            <a:r>
              <a:rPr lang="fr-FR" sz="1600" dirty="0"/>
              <a:t>₄, ½H₂O).</a:t>
            </a:r>
          </a:p>
          <a:p>
            <a:pPr lvl="1"/>
            <a:endParaRPr lang="fr-FR" sz="1600" dirty="0"/>
          </a:p>
          <a:p>
            <a:r>
              <a:rPr lang="fr-FR" sz="1600" b="1" dirty="0"/>
              <a:t>5. Broyage</a:t>
            </a:r>
            <a:r>
              <a:rPr lang="fr-FR" sz="1600" dirty="0"/>
              <a:t>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Le gypse cuit est broyé finement pour obtenir la poudre de plâtre.</a:t>
            </a:r>
          </a:p>
          <a:p>
            <a:pPr lvl="1"/>
            <a:endParaRPr lang="fr-FR" sz="1600" dirty="0"/>
          </a:p>
          <a:p>
            <a:r>
              <a:rPr lang="fr-FR" sz="1600" b="1" dirty="0"/>
              <a:t>6. Conditionnement</a:t>
            </a:r>
            <a:r>
              <a:rPr lang="fr-FR" sz="1600" dirty="0"/>
              <a:t>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Le plâtre est ensuite conditionné en sacs ou d'autres formes d'emballage pour être distribué et utilisé dans la construction.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2F8B0C94-B3EA-966A-AEB0-EF393FE34D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8653" y="2557982"/>
            <a:ext cx="4682607" cy="461665"/>
          </a:xfrm>
          <a:prstGeom prst="rect">
            <a:avLst/>
          </a:prstGeom>
        </p:spPr>
      </p:pic>
      <p:pic>
        <p:nvPicPr>
          <p:cNvPr id="15362" name="Picture 2" descr="Définition | Plâtre">
            <a:extLst>
              <a:ext uri="{FF2B5EF4-FFF2-40B4-BE49-F238E27FC236}">
                <a16:creationId xmlns:a16="http://schemas.microsoft.com/office/drawing/2014/main" id="{0B119188-60F1-BA18-EF35-E9655BDC54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5225" y="3239171"/>
            <a:ext cx="24669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89039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B1B85A1F-D1C2-4392-5E0B-2A44F331D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05F40C0F-7566-40D0-CFDC-341838A32C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25</a:t>
            </a:fld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032DA9-2439-2B88-67BB-F4D03A0CAAEB}"/>
              </a:ext>
            </a:extLst>
          </p:cNvPr>
          <p:cNvSpPr/>
          <p:nvPr/>
        </p:nvSpPr>
        <p:spPr>
          <a:xfrm>
            <a:off x="5137453" y="975398"/>
            <a:ext cx="256692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4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Plâtre (propriétés)</a:t>
            </a:r>
            <a:endParaRPr lang="fr-FR" sz="2400" b="0" cap="none" spc="0" dirty="0">
              <a:ln w="0"/>
              <a:solidFill>
                <a:srgbClr val="1F3864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8B24250-1DC5-6CB8-FFE1-ADCEA886B8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id="{16BDE925-0320-8BFE-B4E7-B4FAE88DC979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878A65D-0C81-2EE5-1205-1B50BA75663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D41A08-32C2-C017-7210-07391374BEB4}"/>
              </a:ext>
            </a:extLst>
          </p:cNvPr>
          <p:cNvSpPr/>
          <p:nvPr/>
        </p:nvSpPr>
        <p:spPr>
          <a:xfrm>
            <a:off x="62345" y="-146880"/>
            <a:ext cx="4245073" cy="1336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Liant hydraulique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09E147C-2DE3-BBD2-F076-8C9914A89B1D}"/>
              </a:ext>
            </a:extLst>
          </p:cNvPr>
          <p:cNvSpPr txBox="1"/>
          <p:nvPr/>
        </p:nvSpPr>
        <p:spPr>
          <a:xfrm>
            <a:off x="62345" y="1911547"/>
            <a:ext cx="550620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Propriétés du plâtre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Léger</a:t>
            </a:r>
            <a:r>
              <a:rPr lang="fr-FR" dirty="0"/>
              <a:t> : Facile à manipuler et à appliquer.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Adhérence</a:t>
            </a:r>
            <a:r>
              <a:rPr lang="fr-FR" dirty="0"/>
              <a:t> : Bonne adhésion à différents supports (murs, plafonds, briques).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Temps de prise rapide</a:t>
            </a:r>
            <a:r>
              <a:rPr lang="fr-FR" dirty="0"/>
              <a:t> : Sèche rapidement, permettant un travail efficace.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Ignifuge</a:t>
            </a:r>
            <a:r>
              <a:rPr lang="fr-FR" dirty="0"/>
              <a:t> : Résistant au feu, idéal pour la protection incendie.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Isolant thermique et acoustique</a:t>
            </a:r>
            <a:r>
              <a:rPr lang="fr-FR" dirty="0"/>
              <a:t> : Offre une isolation modérée contre la chaleur et le bruit.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Malléable</a:t>
            </a:r>
            <a:r>
              <a:rPr lang="fr-FR" dirty="0"/>
              <a:t> : Facile à modeler pour créer des formes et des moulures.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Régulateur d'humidité</a:t>
            </a:r>
            <a:r>
              <a:rPr lang="fr-FR" dirty="0"/>
              <a:t> : Absorbe et libère l'humidité, régulant l'environnement intérieur.</a:t>
            </a:r>
          </a:p>
        </p:txBody>
      </p:sp>
      <p:pic>
        <p:nvPicPr>
          <p:cNvPr id="3" name="Picture 2" descr="Les ouvrages décoratifs en plâtre peuvent faire peau neuve – Guide du  patrimoine et de la rénovation de qualité">
            <a:extLst>
              <a:ext uri="{FF2B5EF4-FFF2-40B4-BE49-F238E27FC236}">
                <a16:creationId xmlns:a16="http://schemas.microsoft.com/office/drawing/2014/main" id="{B294178C-97D3-ED63-EEDB-F5731F233B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5587" y="2075780"/>
            <a:ext cx="3842215" cy="2394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05442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6EEE7682-8023-9ADC-ADEA-EDE11C12E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C87EE36-C2BB-49DC-17E3-AAC81D1142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26</a:t>
            </a:fld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D5A686E-561A-A6AA-7D70-898E44E863CC}"/>
              </a:ext>
            </a:extLst>
          </p:cNvPr>
          <p:cNvSpPr/>
          <p:nvPr/>
        </p:nvSpPr>
        <p:spPr>
          <a:xfrm>
            <a:off x="4120989" y="975398"/>
            <a:ext cx="459985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4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Plâtre (propriétés et applications)</a:t>
            </a:r>
            <a:endParaRPr lang="fr-FR" sz="2400" b="0" cap="none" spc="0" dirty="0">
              <a:ln w="0"/>
              <a:solidFill>
                <a:srgbClr val="1F3864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66CE080-17B1-6EEB-103E-49B00F2763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id="{F20EE61C-F539-FDEC-D53F-02754E5130A0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2174908-644C-3868-9164-F44112B5E6D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0D8CF9-36B5-DC75-B129-ECA9BEAA2203}"/>
              </a:ext>
            </a:extLst>
          </p:cNvPr>
          <p:cNvSpPr/>
          <p:nvPr/>
        </p:nvSpPr>
        <p:spPr>
          <a:xfrm>
            <a:off x="62345" y="-146880"/>
            <a:ext cx="4245073" cy="1336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Liant hydraulique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30670F3-0248-C792-5467-8CD0B05C55D6}"/>
              </a:ext>
            </a:extLst>
          </p:cNvPr>
          <p:cNvSpPr txBox="1"/>
          <p:nvPr/>
        </p:nvSpPr>
        <p:spPr>
          <a:xfrm>
            <a:off x="188557" y="2312239"/>
            <a:ext cx="6104020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/>
              <a:t>Applications du plâtre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/>
              <a:t>Revêtements muraux et plafonds</a:t>
            </a:r>
            <a:r>
              <a:rPr lang="fr-FR" sz="1600" dirty="0"/>
              <a:t> : Enduits lisses pour murs et plafonds intérieurs.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/>
              <a:t>Cloisons sèches</a:t>
            </a:r>
            <a:r>
              <a:rPr lang="fr-FR" sz="1600" dirty="0"/>
              <a:t> : Utilisé dans les plaques de plâtre (placoplatre) pour les cloisons et faux-plafonds.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/>
              <a:t>Moulures et ornements</a:t>
            </a:r>
            <a:r>
              <a:rPr lang="fr-FR" sz="1600" dirty="0"/>
              <a:t> : Création de corniches, rosaces, et décorations architecturales.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/>
              <a:t>Protection incendie</a:t>
            </a:r>
            <a:r>
              <a:rPr lang="fr-FR" sz="1600" dirty="0"/>
              <a:t> : Utilisé dans les structures nécessitant une résistance au feu.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/>
              <a:t>Rénovation de bâtiments historiques</a:t>
            </a:r>
            <a:r>
              <a:rPr lang="fr-FR" sz="1600" dirty="0"/>
              <a:t> : Employé dans la restauration des moulures et décorations anciennes.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/>
              <a:t>Travaux de finition</a:t>
            </a:r>
            <a:r>
              <a:rPr lang="fr-FR" sz="1600" dirty="0"/>
              <a:t> : Pour lisser les surfaces, combler les fissures et préparer les murs.</a:t>
            </a:r>
          </a:p>
        </p:txBody>
      </p:sp>
      <p:pic>
        <p:nvPicPr>
          <p:cNvPr id="16386" name="Picture 2" descr="Les ouvrages décoratifs en plâtre peuvent faire peau neuve – Guide du  patrimoine et de la rénovation de qualité">
            <a:extLst>
              <a:ext uri="{FF2B5EF4-FFF2-40B4-BE49-F238E27FC236}">
                <a16:creationId xmlns:a16="http://schemas.microsoft.com/office/drawing/2014/main" id="{E0623E63-565A-1DF1-D245-744DF6DD26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2702" y="2075780"/>
            <a:ext cx="2705100" cy="168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8" name="Picture 4" descr="comment et pourquoi utiliser le placoplâtre isolant ?">
            <a:extLst>
              <a:ext uri="{FF2B5EF4-FFF2-40B4-BE49-F238E27FC236}">
                <a16:creationId xmlns:a16="http://schemas.microsoft.com/office/drawing/2014/main" id="{C5181B7B-F5F0-FEBB-F7AE-413560E505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7666" y="4187287"/>
            <a:ext cx="3355549" cy="223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047898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</TotalTime>
  <Words>1800</Words>
  <Application>Microsoft Office PowerPoint</Application>
  <PresentationFormat>Grand écran</PresentationFormat>
  <Paragraphs>214</Paragraphs>
  <Slides>26</Slides>
  <Notes>26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Arial</vt:lpstr>
      <vt:lpstr>Proxima Nova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Ibrahim NIANG</dc:creator>
  <cp:lastModifiedBy>Ibrahim NIANG</cp:lastModifiedBy>
  <cp:revision>1</cp:revision>
  <dcterms:created xsi:type="dcterms:W3CDTF">2024-10-23T11:22:43Z</dcterms:created>
  <dcterms:modified xsi:type="dcterms:W3CDTF">2024-11-09T09:34:10Z</dcterms:modified>
</cp:coreProperties>
</file>