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5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2"/>
  </p:notesMasterIdLst>
  <p:sldIdLst>
    <p:sldId id="459" r:id="rId2"/>
    <p:sldId id="518" r:id="rId3"/>
    <p:sldId id="526" r:id="rId4"/>
    <p:sldId id="570" r:id="rId5"/>
    <p:sldId id="575" r:id="rId6"/>
    <p:sldId id="577" r:id="rId7"/>
    <p:sldId id="576" r:id="rId8"/>
    <p:sldId id="578" r:id="rId9"/>
    <p:sldId id="574" r:id="rId10"/>
    <p:sldId id="597" r:id="rId11"/>
    <p:sldId id="580" r:id="rId12"/>
    <p:sldId id="582" r:id="rId13"/>
    <p:sldId id="581" r:id="rId14"/>
    <p:sldId id="585" r:id="rId15"/>
    <p:sldId id="587" r:id="rId16"/>
    <p:sldId id="606" r:id="rId17"/>
    <p:sldId id="593" r:id="rId18"/>
    <p:sldId id="586" r:id="rId19"/>
    <p:sldId id="588" r:id="rId20"/>
    <p:sldId id="595" r:id="rId21"/>
    <p:sldId id="594" r:id="rId22"/>
    <p:sldId id="589" r:id="rId23"/>
    <p:sldId id="592" r:id="rId24"/>
    <p:sldId id="596" r:id="rId25"/>
    <p:sldId id="599" r:id="rId26"/>
    <p:sldId id="613" r:id="rId27"/>
    <p:sldId id="615" r:id="rId28"/>
    <p:sldId id="598" r:id="rId29"/>
    <p:sldId id="603" r:id="rId30"/>
    <p:sldId id="601" r:id="rId31"/>
    <p:sldId id="616" r:id="rId32"/>
    <p:sldId id="617" r:id="rId33"/>
    <p:sldId id="618" r:id="rId34"/>
    <p:sldId id="619" r:id="rId35"/>
    <p:sldId id="620" r:id="rId36"/>
    <p:sldId id="621" r:id="rId37"/>
    <p:sldId id="602" r:id="rId38"/>
    <p:sldId id="600" r:id="rId39"/>
    <p:sldId id="623" r:id="rId40"/>
    <p:sldId id="624" r:id="rId41"/>
    <p:sldId id="626" r:id="rId42"/>
    <p:sldId id="625" r:id="rId43"/>
    <p:sldId id="627" r:id="rId44"/>
    <p:sldId id="630" r:id="rId45"/>
    <p:sldId id="632" r:id="rId46"/>
    <p:sldId id="633" r:id="rId47"/>
    <p:sldId id="634" r:id="rId48"/>
    <p:sldId id="635" r:id="rId49"/>
    <p:sldId id="636" r:id="rId50"/>
    <p:sldId id="637" r:id="rId51"/>
  </p:sldIdLst>
  <p:sldSz cx="12192000" cy="6858000"/>
  <p:notesSz cx="6858000" cy="9144000"/>
  <p:embeddedFontLst>
    <p:embeddedFont>
      <p:font typeface="Ebrima" panose="02000000000000000000" pitchFamily="2" charset="0"/>
      <p:regular r:id="rId53"/>
      <p:bold r:id="rId54"/>
    </p:embeddedFont>
    <p:embeddedFont>
      <p:font typeface="Proxima Nova"/>
      <p:regular r:id="rId55"/>
      <p:bold r:id="rId56"/>
      <p:italic r:id="rId57"/>
      <p:boldItalic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Section par défaut" id="{19C03FE7-2DDF-4451-9F54-E7C4449DFD46}">
          <p14:sldIdLst>
            <p14:sldId id="459"/>
          </p14:sldIdLst>
        </p14:section>
        <p14:section name="Section sans titre" id="{73F86085-DFFB-4C4A-BC9E-4C80A1D0915E}">
          <p14:sldIdLst>
            <p14:sldId id="518"/>
            <p14:sldId id="526"/>
            <p14:sldId id="570"/>
            <p14:sldId id="575"/>
            <p14:sldId id="577"/>
            <p14:sldId id="576"/>
            <p14:sldId id="578"/>
            <p14:sldId id="574"/>
            <p14:sldId id="597"/>
            <p14:sldId id="580"/>
            <p14:sldId id="582"/>
            <p14:sldId id="581"/>
            <p14:sldId id="585"/>
            <p14:sldId id="587"/>
            <p14:sldId id="606"/>
            <p14:sldId id="593"/>
            <p14:sldId id="586"/>
            <p14:sldId id="588"/>
            <p14:sldId id="595"/>
            <p14:sldId id="594"/>
            <p14:sldId id="589"/>
            <p14:sldId id="592"/>
            <p14:sldId id="596"/>
            <p14:sldId id="599"/>
            <p14:sldId id="613"/>
            <p14:sldId id="615"/>
            <p14:sldId id="598"/>
            <p14:sldId id="603"/>
            <p14:sldId id="601"/>
            <p14:sldId id="616"/>
            <p14:sldId id="617"/>
            <p14:sldId id="618"/>
            <p14:sldId id="619"/>
            <p14:sldId id="620"/>
            <p14:sldId id="621"/>
            <p14:sldId id="602"/>
            <p14:sldId id="600"/>
            <p14:sldId id="623"/>
            <p14:sldId id="624"/>
            <p14:sldId id="626"/>
            <p14:sldId id="625"/>
            <p14:sldId id="627"/>
            <p14:sldId id="630"/>
            <p14:sldId id="632"/>
            <p14:sldId id="633"/>
            <p14:sldId id="634"/>
            <p14:sldId id="635"/>
            <p14:sldId id="636"/>
            <p14:sldId id="637"/>
          </p14:sldIdLst>
        </p14:section>
      </p14:sectionLst>
    </p:ex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6" roundtripDataSignature="AMtx7mhmnu1iXxB1jkaK0twIFGpR/11/L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all, Rahmatoulaye (Senegal)" initials="FR(" lastIdx="2" clrIdx="0">
    <p:extLst>
      <p:ext uri="{19B8F6BF-5375-455C-9EA6-DF929625EA0E}">
        <p15:presenceInfo xmlns:p15="http://schemas.microsoft.com/office/powerpoint/2012/main" userId="S::Rahmatoulaye.Fall@britishcouncil.org::fe85efdb-8f9c-42ab-a7df-b56b25de3b9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3864"/>
    <a:srgbClr val="CB0AD0"/>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13" autoAdjust="0"/>
    <p:restoredTop sz="95510" autoAdjust="0"/>
  </p:normalViewPr>
  <p:slideViewPr>
    <p:cSldViewPr snapToGrid="0">
      <p:cViewPr>
        <p:scale>
          <a:sx n="100" d="100"/>
          <a:sy n="100" d="100"/>
        </p:scale>
        <p:origin x="762"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3.fntdata"/><Relationship Id="rId89" Type="http://schemas.openxmlformats.org/officeDocument/2006/relationships/viewProps" Target="viewProps.xml"/><Relationship Id="rId7" Type="http://schemas.openxmlformats.org/officeDocument/2006/relationships/slide" Target="slides/slide6.xml"/><Relationship Id="rId92"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1.fntdata"/><Relationship Id="rId58" Type="http://schemas.openxmlformats.org/officeDocument/2006/relationships/font" Target="fonts/font6.fntdata"/><Relationship Id="rId87" Type="http://schemas.openxmlformats.org/officeDocument/2006/relationships/commentAuthors" Target="commentAuthors.xml"/><Relationship Id="rId5" Type="http://schemas.openxmlformats.org/officeDocument/2006/relationships/slide" Target="slides/slide4.xml"/><Relationship Id="rId90"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2.fntdata"/><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86"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brahim NIANG" userId="acdf7ece8d0764a7" providerId="LiveId" clId="{B93D0BF1-E916-483E-8C63-63D3166BC467}"/>
    <pc:docChg chg="undo custSel addSld delSld modSection">
      <pc:chgData name="Ibrahim NIANG" userId="acdf7ece8d0764a7" providerId="LiveId" clId="{B93D0BF1-E916-483E-8C63-63D3166BC467}" dt="2024-11-09T09:31:20.106" v="26" actId="47"/>
      <pc:docMkLst>
        <pc:docMk/>
      </pc:docMkLst>
      <pc:sldChg chg="del">
        <pc:chgData name="Ibrahim NIANG" userId="acdf7ece8d0764a7" providerId="LiveId" clId="{B93D0BF1-E916-483E-8C63-63D3166BC467}" dt="2024-11-09T09:30:39.577" v="14" actId="47"/>
        <pc:sldMkLst>
          <pc:docMk/>
          <pc:sldMk cId="4264824525" sldId="461"/>
        </pc:sldMkLst>
      </pc:sldChg>
      <pc:sldChg chg="del">
        <pc:chgData name="Ibrahim NIANG" userId="acdf7ece8d0764a7" providerId="LiveId" clId="{B93D0BF1-E916-483E-8C63-63D3166BC467}" dt="2024-11-09T09:30:35.359" v="10" actId="47"/>
        <pc:sldMkLst>
          <pc:docMk/>
          <pc:sldMk cId="3077187225" sldId="466"/>
        </pc:sldMkLst>
      </pc:sldChg>
      <pc:sldChg chg="del">
        <pc:chgData name="Ibrahim NIANG" userId="acdf7ece8d0764a7" providerId="LiveId" clId="{B93D0BF1-E916-483E-8C63-63D3166BC467}" dt="2024-11-09T09:30:34.052" v="9" actId="47"/>
        <pc:sldMkLst>
          <pc:docMk/>
          <pc:sldMk cId="3940293876" sldId="467"/>
        </pc:sldMkLst>
      </pc:sldChg>
      <pc:sldChg chg="del">
        <pc:chgData name="Ibrahim NIANG" userId="acdf7ece8d0764a7" providerId="LiveId" clId="{B93D0BF1-E916-483E-8C63-63D3166BC467}" dt="2024-11-09T09:30:36.526" v="11" actId="47"/>
        <pc:sldMkLst>
          <pc:docMk/>
          <pc:sldMk cId="436806112" sldId="468"/>
        </pc:sldMkLst>
      </pc:sldChg>
      <pc:sldChg chg="del">
        <pc:chgData name="Ibrahim NIANG" userId="acdf7ece8d0764a7" providerId="LiveId" clId="{B93D0BF1-E916-483E-8C63-63D3166BC467}" dt="2024-11-09T09:30:38.587" v="13" actId="47"/>
        <pc:sldMkLst>
          <pc:docMk/>
          <pc:sldMk cId="104715665" sldId="469"/>
        </pc:sldMkLst>
      </pc:sldChg>
      <pc:sldChg chg="del">
        <pc:chgData name="Ibrahim NIANG" userId="acdf7ece8d0764a7" providerId="LiveId" clId="{B93D0BF1-E916-483E-8C63-63D3166BC467}" dt="2024-11-09T09:30:37.590" v="12" actId="47"/>
        <pc:sldMkLst>
          <pc:docMk/>
          <pc:sldMk cId="1754883451" sldId="470"/>
        </pc:sldMkLst>
      </pc:sldChg>
      <pc:sldChg chg="del">
        <pc:chgData name="Ibrahim NIANG" userId="acdf7ece8d0764a7" providerId="LiveId" clId="{B93D0BF1-E916-483E-8C63-63D3166BC467}" dt="2024-11-09T09:31:15.213" v="24" actId="47"/>
        <pc:sldMkLst>
          <pc:docMk/>
          <pc:sldMk cId="2993740286" sldId="579"/>
        </pc:sldMkLst>
      </pc:sldChg>
      <pc:sldChg chg="add del">
        <pc:chgData name="Ibrahim NIANG" userId="acdf7ece8d0764a7" providerId="LiveId" clId="{B93D0BF1-E916-483E-8C63-63D3166BC467}" dt="2024-11-09T09:31:20.106" v="26" actId="47"/>
        <pc:sldMkLst>
          <pc:docMk/>
          <pc:sldMk cId="1940299089" sldId="583"/>
        </pc:sldMkLst>
      </pc:sldChg>
      <pc:sldChg chg="del">
        <pc:chgData name="Ibrahim NIANG" userId="acdf7ece8d0764a7" providerId="LiveId" clId="{B93D0BF1-E916-483E-8C63-63D3166BC467}" dt="2024-11-09T09:31:16.943" v="25" actId="47"/>
        <pc:sldMkLst>
          <pc:docMk/>
          <pc:sldMk cId="2081450237" sldId="584"/>
        </pc:sldMkLst>
      </pc:sldChg>
      <pc:sldChg chg="del">
        <pc:chgData name="Ibrahim NIANG" userId="acdf7ece8d0764a7" providerId="LiveId" clId="{B93D0BF1-E916-483E-8C63-63D3166BC467}" dt="2024-11-09T09:31:07.709" v="22" actId="47"/>
        <pc:sldMkLst>
          <pc:docMk/>
          <pc:sldMk cId="4022255262" sldId="604"/>
        </pc:sldMkLst>
      </pc:sldChg>
      <pc:sldChg chg="del">
        <pc:chgData name="Ibrahim NIANG" userId="acdf7ece8d0764a7" providerId="LiveId" clId="{B93D0BF1-E916-483E-8C63-63D3166BC467}" dt="2024-11-09T09:31:01.915" v="21" actId="47"/>
        <pc:sldMkLst>
          <pc:docMk/>
          <pc:sldMk cId="3870650788" sldId="607"/>
        </pc:sldMkLst>
      </pc:sldChg>
      <pc:sldChg chg="del">
        <pc:chgData name="Ibrahim NIANG" userId="acdf7ece8d0764a7" providerId="LiveId" clId="{B93D0BF1-E916-483E-8C63-63D3166BC467}" dt="2024-11-09T09:31:09.039" v="23" actId="47"/>
        <pc:sldMkLst>
          <pc:docMk/>
          <pc:sldMk cId="3234994921" sldId="608"/>
        </pc:sldMkLst>
      </pc:sldChg>
      <pc:sldChg chg="add del">
        <pc:chgData name="Ibrahim NIANG" userId="acdf7ece8d0764a7" providerId="LiveId" clId="{B93D0BF1-E916-483E-8C63-63D3166BC467}" dt="2024-11-09T09:30:59.546" v="20" actId="47"/>
        <pc:sldMkLst>
          <pc:docMk/>
          <pc:sldMk cId="3719701961" sldId="609"/>
        </pc:sldMkLst>
      </pc:sldChg>
      <pc:sldChg chg="add del">
        <pc:chgData name="Ibrahim NIANG" userId="acdf7ece8d0764a7" providerId="LiveId" clId="{B93D0BF1-E916-483E-8C63-63D3166BC467}" dt="2024-11-09T09:30:57.806" v="19" actId="47"/>
        <pc:sldMkLst>
          <pc:docMk/>
          <pc:sldMk cId="2203081202" sldId="610"/>
        </pc:sldMkLst>
      </pc:sldChg>
      <pc:sldChg chg="del">
        <pc:chgData name="Ibrahim NIANG" userId="acdf7ece8d0764a7" providerId="LiveId" clId="{B93D0BF1-E916-483E-8C63-63D3166BC467}" dt="2024-11-09T09:30:52.217" v="18" actId="47"/>
        <pc:sldMkLst>
          <pc:docMk/>
          <pc:sldMk cId="1104672601" sldId="611"/>
        </pc:sldMkLst>
      </pc:sldChg>
      <pc:sldChg chg="del">
        <pc:chgData name="Ibrahim NIANG" userId="acdf7ece8d0764a7" providerId="LiveId" clId="{B93D0BF1-E916-483E-8C63-63D3166BC467}" dt="2024-11-09T09:30:50.915" v="17" actId="47"/>
        <pc:sldMkLst>
          <pc:docMk/>
          <pc:sldMk cId="2861439014" sldId="612"/>
        </pc:sldMkLst>
      </pc:sldChg>
      <pc:sldChg chg="del">
        <pc:chgData name="Ibrahim NIANG" userId="acdf7ece8d0764a7" providerId="LiveId" clId="{B93D0BF1-E916-483E-8C63-63D3166BC467}" dt="2024-11-09T09:30:44.314" v="16" actId="47"/>
        <pc:sldMkLst>
          <pc:docMk/>
          <pc:sldMk cId="292517307" sldId="614"/>
        </pc:sldMkLst>
      </pc:sldChg>
      <pc:sldChg chg="del">
        <pc:chgData name="Ibrahim NIANG" userId="acdf7ece8d0764a7" providerId="LiveId" clId="{B93D0BF1-E916-483E-8C63-63D3166BC467}" dt="2024-11-09T09:30:09.770" v="8" actId="47"/>
        <pc:sldMkLst>
          <pc:docMk/>
          <pc:sldMk cId="2992418880" sldId="622"/>
        </pc:sldMkLst>
      </pc:sldChg>
      <pc:sldChg chg="del">
        <pc:chgData name="Ibrahim NIANG" userId="acdf7ece8d0764a7" providerId="LiveId" clId="{B93D0BF1-E916-483E-8C63-63D3166BC467}" dt="2024-11-09T09:30:08.525" v="7" actId="47"/>
        <pc:sldMkLst>
          <pc:docMk/>
          <pc:sldMk cId="3198601816" sldId="628"/>
        </pc:sldMkLst>
      </pc:sldChg>
      <pc:sldChg chg="del">
        <pc:chgData name="Ibrahim NIANG" userId="acdf7ece8d0764a7" providerId="LiveId" clId="{B93D0BF1-E916-483E-8C63-63D3166BC467}" dt="2024-11-09T09:30:07.106" v="6" actId="47"/>
        <pc:sldMkLst>
          <pc:docMk/>
          <pc:sldMk cId="2160591315" sldId="629"/>
        </pc:sldMkLst>
      </pc:sldChg>
      <pc:sldChg chg="del">
        <pc:chgData name="Ibrahim NIANG" userId="acdf7ece8d0764a7" providerId="LiveId" clId="{B93D0BF1-E916-483E-8C63-63D3166BC467}" dt="2024-11-09T09:30:41.990" v="15" actId="47"/>
        <pc:sldMkLst>
          <pc:docMk/>
          <pc:sldMk cId="493985898" sldId="631"/>
        </pc:sldMkLst>
      </pc:sldChg>
    </pc:docChg>
  </pc:docChgLst>
  <pc:docChgLst>
    <pc:chgData name="Ibrahim NIANG" userId="acdf7ece8d0764a7" providerId="LiveId" clId="{0D4CE526-D4D6-4E03-8497-92AD1D0B6A2D}"/>
    <pc:docChg chg="undo custSel addSld delSld modSld sldOrd modSection">
      <pc:chgData name="Ibrahim NIANG" userId="acdf7ece8d0764a7" providerId="LiveId" clId="{0D4CE526-D4D6-4E03-8497-92AD1D0B6A2D}" dt="2024-05-13T10:33:16.593" v="5526" actId="680"/>
      <pc:docMkLst>
        <pc:docMk/>
      </pc:docMkLst>
      <pc:sldChg chg="addSp delSp modSp mod">
        <pc:chgData name="Ibrahim NIANG" userId="acdf7ece8d0764a7" providerId="LiveId" clId="{0D4CE526-D4D6-4E03-8497-92AD1D0B6A2D}" dt="2024-04-29T10:25:28.495" v="137" actId="14100"/>
        <pc:sldMkLst>
          <pc:docMk/>
          <pc:sldMk cId="1838747637" sldId="459"/>
        </pc:sldMkLst>
        <pc:spChg chg="mod">
          <ac:chgData name="Ibrahim NIANG" userId="acdf7ece8d0764a7" providerId="LiveId" clId="{0D4CE526-D4D6-4E03-8497-92AD1D0B6A2D}" dt="2024-04-29T10:22:25.777" v="97" actId="1076"/>
          <ac:spMkLst>
            <pc:docMk/>
            <pc:sldMk cId="1838747637" sldId="459"/>
            <ac:spMk id="10" creationId="{8A8DF2B9-A7E7-5801-AD87-D4883697B765}"/>
          </ac:spMkLst>
        </pc:spChg>
        <pc:picChg chg="add mod">
          <ac:chgData name="Ibrahim NIANG" userId="acdf7ece8d0764a7" providerId="LiveId" clId="{0D4CE526-D4D6-4E03-8497-92AD1D0B6A2D}" dt="2024-04-29T10:25:20.842" v="135" actId="14100"/>
          <ac:picMkLst>
            <pc:docMk/>
            <pc:sldMk cId="1838747637" sldId="459"/>
            <ac:picMk id="2" creationId="{4E137AB8-274A-9417-75DC-9F84F9CB1224}"/>
          </ac:picMkLst>
        </pc:picChg>
        <pc:picChg chg="del">
          <ac:chgData name="Ibrahim NIANG" userId="acdf7ece8d0764a7" providerId="LiveId" clId="{0D4CE526-D4D6-4E03-8497-92AD1D0B6A2D}" dt="2024-04-29T10:19:31.861" v="62" actId="478"/>
          <ac:picMkLst>
            <pc:docMk/>
            <pc:sldMk cId="1838747637" sldId="459"/>
            <ac:picMk id="6" creationId="{F648B84B-AB59-7E1B-4711-0DCAE670197B}"/>
          </ac:picMkLst>
        </pc:picChg>
        <pc:picChg chg="del">
          <ac:chgData name="Ibrahim NIANG" userId="acdf7ece8d0764a7" providerId="LiveId" clId="{0D4CE526-D4D6-4E03-8497-92AD1D0B6A2D}" dt="2024-04-29T10:18:03.342" v="0" actId="478"/>
          <ac:picMkLst>
            <pc:docMk/>
            <pc:sldMk cId="1838747637" sldId="459"/>
            <ac:picMk id="7" creationId="{E52C5A34-22B4-0F9E-A5F3-AEACC6653AEC}"/>
          </ac:picMkLst>
        </pc:picChg>
        <pc:picChg chg="mod">
          <ac:chgData name="Ibrahim NIANG" userId="acdf7ece8d0764a7" providerId="LiveId" clId="{0D4CE526-D4D6-4E03-8497-92AD1D0B6A2D}" dt="2024-04-29T10:25:28.495" v="137" actId="14100"/>
          <ac:picMkLst>
            <pc:docMk/>
            <pc:sldMk cId="1838747637" sldId="459"/>
            <ac:picMk id="8" creationId="{6EE7AD9E-88CB-AC12-0ED3-3E921AB1FEF8}"/>
          </ac:picMkLst>
        </pc:picChg>
        <pc:picChg chg="add del mod">
          <ac:chgData name="Ibrahim NIANG" userId="acdf7ece8d0764a7" providerId="LiveId" clId="{0D4CE526-D4D6-4E03-8497-92AD1D0B6A2D}" dt="2024-04-29T10:19:52.291" v="69" actId="478"/>
          <ac:picMkLst>
            <pc:docMk/>
            <pc:sldMk cId="1838747637" sldId="459"/>
            <ac:picMk id="1026" creationId="{4BC64B20-39BE-F0FB-DBB7-2681CFC67F33}"/>
          </ac:picMkLst>
        </pc:picChg>
        <pc:picChg chg="add del mod">
          <ac:chgData name="Ibrahim NIANG" userId="acdf7ece8d0764a7" providerId="LiveId" clId="{0D4CE526-D4D6-4E03-8497-92AD1D0B6A2D}" dt="2024-04-29T10:19:56.100" v="72" actId="478"/>
          <ac:picMkLst>
            <pc:docMk/>
            <pc:sldMk cId="1838747637" sldId="459"/>
            <ac:picMk id="1028" creationId="{2C7A578F-D458-CF3E-B42C-953E7A4EA6B7}"/>
          </ac:picMkLst>
        </pc:picChg>
        <pc:picChg chg="add del mod">
          <ac:chgData name="Ibrahim NIANG" userId="acdf7ece8d0764a7" providerId="LiveId" clId="{0D4CE526-D4D6-4E03-8497-92AD1D0B6A2D}" dt="2024-04-29T10:20:09.937" v="75" actId="478"/>
          <ac:picMkLst>
            <pc:docMk/>
            <pc:sldMk cId="1838747637" sldId="459"/>
            <ac:picMk id="1030" creationId="{D20C2398-29C3-8DD2-B3F2-A016F1A38673}"/>
          </ac:picMkLst>
        </pc:picChg>
        <pc:picChg chg="add del mod">
          <ac:chgData name="Ibrahim NIANG" userId="acdf7ece8d0764a7" providerId="LiveId" clId="{0D4CE526-D4D6-4E03-8497-92AD1D0B6A2D}" dt="2024-04-29T10:20:37.894" v="80" actId="478"/>
          <ac:picMkLst>
            <pc:docMk/>
            <pc:sldMk cId="1838747637" sldId="459"/>
            <ac:picMk id="1032" creationId="{F23D43E5-598D-F58E-05AA-443E1DA90B0F}"/>
          </ac:picMkLst>
        </pc:picChg>
        <pc:picChg chg="add del mod">
          <ac:chgData name="Ibrahim NIANG" userId="acdf7ece8d0764a7" providerId="LiveId" clId="{0D4CE526-D4D6-4E03-8497-92AD1D0B6A2D}" dt="2024-04-29T10:22:12.607" v="91" actId="478"/>
          <ac:picMkLst>
            <pc:docMk/>
            <pc:sldMk cId="1838747637" sldId="459"/>
            <ac:picMk id="1034" creationId="{9F2A0CEF-795F-F5F9-3BC4-9C002CCE1A1E}"/>
          </ac:picMkLst>
        </pc:picChg>
        <pc:picChg chg="add mod">
          <ac:chgData name="Ibrahim NIANG" userId="acdf7ece8d0764a7" providerId="LiveId" clId="{0D4CE526-D4D6-4E03-8497-92AD1D0B6A2D}" dt="2024-04-29T10:22:22.372" v="96" actId="1076"/>
          <ac:picMkLst>
            <pc:docMk/>
            <pc:sldMk cId="1838747637" sldId="459"/>
            <ac:picMk id="1036" creationId="{82F4B8DE-8888-F768-0889-F7C277B951F5}"/>
          </ac:picMkLst>
        </pc:picChg>
      </pc:sldChg>
      <pc:sldChg chg="del">
        <pc:chgData name="Ibrahim NIANG" userId="acdf7ece8d0764a7" providerId="LiveId" clId="{0D4CE526-D4D6-4E03-8497-92AD1D0B6A2D}" dt="2024-05-08T09:32:28.080" v="2556" actId="47"/>
        <pc:sldMkLst>
          <pc:docMk/>
          <pc:sldMk cId="1904845670" sldId="460"/>
        </pc:sldMkLst>
      </pc:sldChg>
      <pc:sldChg chg="addSp delSp modSp mod ord">
        <pc:chgData name="Ibrahim NIANG" userId="acdf7ece8d0764a7" providerId="LiveId" clId="{0D4CE526-D4D6-4E03-8497-92AD1D0B6A2D}" dt="2024-05-10T09:01:59.596" v="4836"/>
        <pc:sldMkLst>
          <pc:docMk/>
          <pc:sldMk cId="4264824525" sldId="461"/>
        </pc:sldMkLst>
        <pc:spChg chg="add del mod">
          <ac:chgData name="Ibrahim NIANG" userId="acdf7ece8d0764a7" providerId="LiveId" clId="{0D4CE526-D4D6-4E03-8497-92AD1D0B6A2D}" dt="2024-05-08T09:33:54.432" v="2584" actId="478"/>
          <ac:spMkLst>
            <pc:docMk/>
            <pc:sldMk cId="4264824525" sldId="461"/>
            <ac:spMk id="3" creationId="{9D0F7789-DE6D-B5A4-4011-88BA7AB9D61A}"/>
          </ac:spMkLst>
        </pc:spChg>
        <pc:spChg chg="add mod">
          <ac:chgData name="Ibrahim NIANG" userId="acdf7ece8d0764a7" providerId="LiveId" clId="{0D4CE526-D4D6-4E03-8497-92AD1D0B6A2D}" dt="2024-05-08T09:32:48.089" v="2569" actId="20577"/>
          <ac:spMkLst>
            <pc:docMk/>
            <pc:sldMk cId="4264824525" sldId="461"/>
            <ac:spMk id="7" creationId="{0C8B6190-4F0E-EEF0-451C-B83A204C1A99}"/>
          </ac:spMkLst>
        </pc:spChg>
        <pc:spChg chg="del">
          <ac:chgData name="Ibrahim NIANG" userId="acdf7ece8d0764a7" providerId="LiveId" clId="{0D4CE526-D4D6-4E03-8497-92AD1D0B6A2D}" dt="2024-05-08T09:32:32.498" v="2557" actId="478"/>
          <ac:spMkLst>
            <pc:docMk/>
            <pc:sldMk cId="4264824525" sldId="461"/>
            <ac:spMk id="9" creationId="{C1622E47-AA21-4A85-9DCF-15115BD98966}"/>
          </ac:spMkLst>
        </pc:spChg>
        <pc:spChg chg="add mod">
          <ac:chgData name="Ibrahim NIANG" userId="acdf7ece8d0764a7" providerId="LiveId" clId="{0D4CE526-D4D6-4E03-8497-92AD1D0B6A2D}" dt="2024-05-08T09:33:55.399" v="2585"/>
          <ac:spMkLst>
            <pc:docMk/>
            <pc:sldMk cId="4264824525" sldId="461"/>
            <ac:spMk id="11" creationId="{31CD17E5-E476-91DF-F8AE-611477E5895F}"/>
          </ac:spMkLst>
        </pc:spChg>
      </pc:sldChg>
      <pc:sldChg chg="addSp delSp modSp del mod modNotesTx">
        <pc:chgData name="Ibrahim NIANG" userId="acdf7ece8d0764a7" providerId="LiveId" clId="{0D4CE526-D4D6-4E03-8497-92AD1D0B6A2D}" dt="2024-05-08T09:48:36.083" v="2770" actId="2696"/>
        <pc:sldMkLst>
          <pc:docMk/>
          <pc:sldMk cId="507363981" sldId="463"/>
        </pc:sldMkLst>
        <pc:spChg chg="add del mod">
          <ac:chgData name="Ibrahim NIANG" userId="acdf7ece8d0764a7" providerId="LiveId" clId="{0D4CE526-D4D6-4E03-8497-92AD1D0B6A2D}" dt="2024-05-08T09:33:49.372" v="2582" actId="478"/>
          <ac:spMkLst>
            <pc:docMk/>
            <pc:sldMk cId="507363981" sldId="463"/>
            <ac:spMk id="3" creationId="{5FEA4998-3784-1D0F-F827-2EEC1AFEC5E6}"/>
          </ac:spMkLst>
        </pc:spChg>
        <pc:spChg chg="del">
          <ac:chgData name="Ibrahim NIANG" userId="acdf7ece8d0764a7" providerId="LiveId" clId="{0D4CE526-D4D6-4E03-8497-92AD1D0B6A2D}" dt="2024-05-08T09:43:16.262" v="2674" actId="478"/>
          <ac:spMkLst>
            <pc:docMk/>
            <pc:sldMk cId="507363981" sldId="463"/>
            <ac:spMk id="6" creationId="{08E3C7D2-0624-E0A0-EEE9-AAFBF4EC9CB1}"/>
          </ac:spMkLst>
        </pc:spChg>
        <pc:spChg chg="del">
          <ac:chgData name="Ibrahim NIANG" userId="acdf7ece8d0764a7" providerId="LiveId" clId="{0D4CE526-D4D6-4E03-8497-92AD1D0B6A2D}" dt="2024-05-08T09:32:23.188" v="2554" actId="478"/>
          <ac:spMkLst>
            <pc:docMk/>
            <pc:sldMk cId="507363981" sldId="463"/>
            <ac:spMk id="9" creationId="{C1622E47-AA21-4A85-9DCF-15115BD98966}"/>
          </ac:spMkLst>
        </pc:spChg>
        <pc:spChg chg="add mod">
          <ac:chgData name="Ibrahim NIANG" userId="acdf7ece8d0764a7" providerId="LiveId" clId="{0D4CE526-D4D6-4E03-8497-92AD1D0B6A2D}" dt="2024-05-08T09:33:50.385" v="2583"/>
          <ac:spMkLst>
            <pc:docMk/>
            <pc:sldMk cId="507363981" sldId="463"/>
            <ac:spMk id="10" creationId="{4DD54E06-0169-321D-9C64-7EA884C3D6F8}"/>
          </ac:spMkLst>
        </pc:spChg>
        <pc:picChg chg="del">
          <ac:chgData name="Ibrahim NIANG" userId="acdf7ece8d0764a7" providerId="LiveId" clId="{0D4CE526-D4D6-4E03-8497-92AD1D0B6A2D}" dt="2024-05-08T09:37:51.088" v="2605" actId="478"/>
          <ac:picMkLst>
            <pc:docMk/>
            <pc:sldMk cId="507363981" sldId="463"/>
            <ac:picMk id="13" creationId="{3394F91C-A0F3-38CB-1673-D269AD7EF0F6}"/>
          </ac:picMkLst>
        </pc:picChg>
        <pc:picChg chg="del">
          <ac:chgData name="Ibrahim NIANG" userId="acdf7ece8d0764a7" providerId="LiveId" clId="{0D4CE526-D4D6-4E03-8497-92AD1D0B6A2D}" dt="2024-05-08T09:43:17.058" v="2675" actId="478"/>
          <ac:picMkLst>
            <pc:docMk/>
            <pc:sldMk cId="507363981" sldId="463"/>
            <ac:picMk id="20" creationId="{31707C70-F0DF-3187-8299-51414AE48355}"/>
          </ac:picMkLst>
        </pc:picChg>
        <pc:picChg chg="del">
          <ac:chgData name="Ibrahim NIANG" userId="acdf7ece8d0764a7" providerId="LiveId" clId="{0D4CE526-D4D6-4E03-8497-92AD1D0B6A2D}" dt="2024-05-08T09:43:17.399" v="2676" actId="478"/>
          <ac:picMkLst>
            <pc:docMk/>
            <pc:sldMk cId="507363981" sldId="463"/>
            <ac:picMk id="22" creationId="{C3AACD8E-FE99-8340-BEDC-60AA80EFEF40}"/>
          </ac:picMkLst>
        </pc:picChg>
        <pc:picChg chg="del">
          <ac:chgData name="Ibrahim NIANG" userId="acdf7ece8d0764a7" providerId="LiveId" clId="{0D4CE526-D4D6-4E03-8497-92AD1D0B6A2D}" dt="2024-05-08T09:43:18.033" v="2677" actId="478"/>
          <ac:picMkLst>
            <pc:docMk/>
            <pc:sldMk cId="507363981" sldId="463"/>
            <ac:picMk id="24" creationId="{0D89EFEA-6654-542F-094F-B7ED16016AB4}"/>
          </ac:picMkLst>
        </pc:picChg>
        <pc:picChg chg="del">
          <ac:chgData name="Ibrahim NIANG" userId="acdf7ece8d0764a7" providerId="LiveId" clId="{0D4CE526-D4D6-4E03-8497-92AD1D0B6A2D}" dt="2024-05-08T09:43:18.353" v="2678" actId="478"/>
          <ac:picMkLst>
            <pc:docMk/>
            <pc:sldMk cId="507363981" sldId="463"/>
            <ac:picMk id="26" creationId="{E951A3EF-CBDF-FE00-AC79-AE2D537C23DB}"/>
          </ac:picMkLst>
        </pc:picChg>
        <pc:picChg chg="add del mod">
          <ac:chgData name="Ibrahim NIANG" userId="acdf7ece8d0764a7" providerId="LiveId" clId="{0D4CE526-D4D6-4E03-8497-92AD1D0B6A2D}" dt="2024-05-08T09:37:57.820" v="2608" actId="478"/>
          <ac:picMkLst>
            <pc:docMk/>
            <pc:sldMk cId="507363981" sldId="463"/>
            <ac:picMk id="1026" creationId="{693A13F5-CEA1-9F7B-0A0E-8A444D2FC517}"/>
          </ac:picMkLst>
        </pc:picChg>
        <pc:picChg chg="add del mod">
          <ac:chgData name="Ibrahim NIANG" userId="acdf7ece8d0764a7" providerId="LiveId" clId="{0D4CE526-D4D6-4E03-8497-92AD1D0B6A2D}" dt="2024-05-08T09:38:24.907" v="2611" actId="478"/>
          <ac:picMkLst>
            <pc:docMk/>
            <pc:sldMk cId="507363981" sldId="463"/>
            <ac:picMk id="1028" creationId="{3337ACD0-0E1F-4788-A68F-E202315C5461}"/>
          </ac:picMkLst>
        </pc:picChg>
        <pc:picChg chg="add del mod">
          <ac:chgData name="Ibrahim NIANG" userId="acdf7ece8d0764a7" providerId="LiveId" clId="{0D4CE526-D4D6-4E03-8497-92AD1D0B6A2D}" dt="2024-05-08T09:47:01.618" v="2685" actId="478"/>
          <ac:picMkLst>
            <pc:docMk/>
            <pc:sldMk cId="507363981" sldId="463"/>
            <ac:picMk id="1030" creationId="{3D68FC57-791C-8505-DF26-D4F5C87451F7}"/>
          </ac:picMkLst>
        </pc:picChg>
        <pc:picChg chg="add mod">
          <ac:chgData name="Ibrahim NIANG" userId="acdf7ece8d0764a7" providerId="LiveId" clId="{0D4CE526-D4D6-4E03-8497-92AD1D0B6A2D}" dt="2024-05-08T09:44:50.741" v="2682" actId="1076"/>
          <ac:picMkLst>
            <pc:docMk/>
            <pc:sldMk cId="507363981" sldId="463"/>
            <ac:picMk id="1032" creationId="{D3279C0E-3795-0EF8-E689-074D861E266A}"/>
          </ac:picMkLst>
        </pc:picChg>
        <pc:picChg chg="add">
          <ac:chgData name="Ibrahim NIANG" userId="acdf7ece8d0764a7" providerId="LiveId" clId="{0D4CE526-D4D6-4E03-8497-92AD1D0B6A2D}" dt="2024-05-08T09:47:02.814" v="2686"/>
          <ac:picMkLst>
            <pc:docMk/>
            <pc:sldMk cId="507363981" sldId="463"/>
            <ac:picMk id="1034" creationId="{C413BD2D-5224-F772-2BC3-86ACB5A3D687}"/>
          </ac:picMkLst>
        </pc:picChg>
      </pc:sldChg>
      <pc:sldChg chg="addSp delSp modSp mod">
        <pc:chgData name="Ibrahim NIANG" userId="acdf7ece8d0764a7" providerId="LiveId" clId="{0D4CE526-D4D6-4E03-8497-92AD1D0B6A2D}" dt="2024-05-08T09:34:15.858" v="2593"/>
        <pc:sldMkLst>
          <pc:docMk/>
          <pc:sldMk cId="3077187225" sldId="466"/>
        </pc:sldMkLst>
        <pc:spChg chg="add del mod">
          <ac:chgData name="Ibrahim NIANG" userId="acdf7ece8d0764a7" providerId="LiveId" clId="{0D4CE526-D4D6-4E03-8497-92AD1D0B6A2D}" dt="2024-05-08T09:34:14.411" v="2592" actId="478"/>
          <ac:spMkLst>
            <pc:docMk/>
            <pc:sldMk cId="3077187225" sldId="466"/>
            <ac:spMk id="3" creationId="{2D2E50D7-7B00-B16E-5375-9BC80ECF629D}"/>
          </ac:spMkLst>
        </pc:spChg>
        <pc:spChg chg="add mod">
          <ac:chgData name="Ibrahim NIANG" userId="acdf7ece8d0764a7" providerId="LiveId" clId="{0D4CE526-D4D6-4E03-8497-92AD1D0B6A2D}" dt="2024-05-08T09:34:15.858" v="2593"/>
          <ac:spMkLst>
            <pc:docMk/>
            <pc:sldMk cId="3077187225" sldId="466"/>
            <ac:spMk id="8" creationId="{CC51DE63-1B2C-A62E-909E-2B22FB670AEB}"/>
          </ac:spMkLst>
        </pc:spChg>
        <pc:spChg chg="del">
          <ac:chgData name="Ibrahim NIANG" userId="acdf7ece8d0764a7" providerId="LiveId" clId="{0D4CE526-D4D6-4E03-8497-92AD1D0B6A2D}" dt="2024-05-08T09:33:14.306" v="2576" actId="478"/>
          <ac:spMkLst>
            <pc:docMk/>
            <pc:sldMk cId="3077187225" sldId="466"/>
            <ac:spMk id="9" creationId="{C1622E47-AA21-4A85-9DCF-15115BD98966}"/>
          </ac:spMkLst>
        </pc:spChg>
      </pc:sldChg>
      <pc:sldChg chg="addSp delSp modSp mod">
        <pc:chgData name="Ibrahim NIANG" userId="acdf7ece8d0764a7" providerId="LiveId" clId="{0D4CE526-D4D6-4E03-8497-92AD1D0B6A2D}" dt="2024-05-08T09:34:22.310" v="2595"/>
        <pc:sldMkLst>
          <pc:docMk/>
          <pc:sldMk cId="3940293876" sldId="467"/>
        </pc:sldMkLst>
        <pc:spChg chg="add del mod">
          <ac:chgData name="Ibrahim NIANG" userId="acdf7ece8d0764a7" providerId="LiveId" clId="{0D4CE526-D4D6-4E03-8497-92AD1D0B6A2D}" dt="2024-05-08T09:34:21.257" v="2594" actId="478"/>
          <ac:spMkLst>
            <pc:docMk/>
            <pc:sldMk cId="3940293876" sldId="467"/>
            <ac:spMk id="3" creationId="{EB66E846-E4B0-EA64-8D71-F985A8A0BBEB}"/>
          </ac:spMkLst>
        </pc:spChg>
        <pc:spChg chg="add mod">
          <ac:chgData name="Ibrahim NIANG" userId="acdf7ece8d0764a7" providerId="LiveId" clId="{0D4CE526-D4D6-4E03-8497-92AD1D0B6A2D}" dt="2024-05-08T09:34:22.310" v="2595"/>
          <ac:spMkLst>
            <pc:docMk/>
            <pc:sldMk cId="3940293876" sldId="467"/>
            <ac:spMk id="7" creationId="{683FDFD2-AD84-DB9A-B3AA-BAB1AAD8C6D6}"/>
          </ac:spMkLst>
        </pc:spChg>
        <pc:spChg chg="del">
          <ac:chgData name="Ibrahim NIANG" userId="acdf7ece8d0764a7" providerId="LiveId" clId="{0D4CE526-D4D6-4E03-8497-92AD1D0B6A2D}" dt="2024-05-08T09:33:19.710" v="2578" actId="478"/>
          <ac:spMkLst>
            <pc:docMk/>
            <pc:sldMk cId="3940293876" sldId="467"/>
            <ac:spMk id="9" creationId="{C1622E47-AA21-4A85-9DCF-15115BD98966}"/>
          </ac:spMkLst>
        </pc:spChg>
      </pc:sldChg>
      <pc:sldChg chg="addSp delSp modSp mod">
        <pc:chgData name="Ibrahim NIANG" userId="acdf7ece8d0764a7" providerId="LiveId" clId="{0D4CE526-D4D6-4E03-8497-92AD1D0B6A2D}" dt="2024-05-08T09:34:10.368" v="2591"/>
        <pc:sldMkLst>
          <pc:docMk/>
          <pc:sldMk cId="436806112" sldId="468"/>
        </pc:sldMkLst>
        <pc:spChg chg="add del mod">
          <ac:chgData name="Ibrahim NIANG" userId="acdf7ece8d0764a7" providerId="LiveId" clId="{0D4CE526-D4D6-4E03-8497-92AD1D0B6A2D}" dt="2024-05-08T09:34:08.990" v="2590" actId="478"/>
          <ac:spMkLst>
            <pc:docMk/>
            <pc:sldMk cId="436806112" sldId="468"/>
            <ac:spMk id="3" creationId="{0EB6A000-8D5C-AB74-D391-5ED08A1AB9A5}"/>
          </ac:spMkLst>
        </pc:spChg>
        <pc:spChg chg="add mod">
          <ac:chgData name="Ibrahim NIANG" userId="acdf7ece8d0764a7" providerId="LiveId" clId="{0D4CE526-D4D6-4E03-8497-92AD1D0B6A2D}" dt="2024-05-08T09:34:10.368" v="2591"/>
          <ac:spMkLst>
            <pc:docMk/>
            <pc:sldMk cId="436806112" sldId="468"/>
            <ac:spMk id="6" creationId="{DC843A9C-B863-D23E-248D-C9EF6BF41F6F}"/>
          </ac:spMkLst>
        </pc:spChg>
        <pc:spChg chg="del">
          <ac:chgData name="Ibrahim NIANG" userId="acdf7ece8d0764a7" providerId="LiveId" clId="{0D4CE526-D4D6-4E03-8497-92AD1D0B6A2D}" dt="2024-05-08T09:33:09.328" v="2574" actId="478"/>
          <ac:spMkLst>
            <pc:docMk/>
            <pc:sldMk cId="436806112" sldId="468"/>
            <ac:spMk id="9" creationId="{C1622E47-AA21-4A85-9DCF-15115BD98966}"/>
          </ac:spMkLst>
        </pc:spChg>
      </pc:sldChg>
      <pc:sldChg chg="addSp delSp modSp mod">
        <pc:chgData name="Ibrahim NIANG" userId="acdf7ece8d0764a7" providerId="LiveId" clId="{0D4CE526-D4D6-4E03-8497-92AD1D0B6A2D}" dt="2024-05-08T09:34:00.742" v="2587"/>
        <pc:sldMkLst>
          <pc:docMk/>
          <pc:sldMk cId="104715665" sldId="469"/>
        </pc:sldMkLst>
        <pc:spChg chg="add del mod">
          <ac:chgData name="Ibrahim NIANG" userId="acdf7ece8d0764a7" providerId="LiveId" clId="{0D4CE526-D4D6-4E03-8497-92AD1D0B6A2D}" dt="2024-05-08T09:33:59.822" v="2586" actId="478"/>
          <ac:spMkLst>
            <pc:docMk/>
            <pc:sldMk cId="104715665" sldId="469"/>
            <ac:spMk id="3" creationId="{D8550436-5A89-793A-9437-F87E66628A91}"/>
          </ac:spMkLst>
        </pc:spChg>
        <pc:spChg chg="add mod">
          <ac:chgData name="Ibrahim NIANG" userId="acdf7ece8d0764a7" providerId="LiveId" clId="{0D4CE526-D4D6-4E03-8497-92AD1D0B6A2D}" dt="2024-05-08T09:34:00.742" v="2587"/>
          <ac:spMkLst>
            <pc:docMk/>
            <pc:sldMk cId="104715665" sldId="469"/>
            <ac:spMk id="8" creationId="{9011D792-0C36-9A4E-D0A5-C81147111F76}"/>
          </ac:spMkLst>
        </pc:spChg>
        <pc:spChg chg="del">
          <ac:chgData name="Ibrahim NIANG" userId="acdf7ece8d0764a7" providerId="LiveId" clId="{0D4CE526-D4D6-4E03-8497-92AD1D0B6A2D}" dt="2024-05-08T09:32:57.546" v="2570" actId="478"/>
          <ac:spMkLst>
            <pc:docMk/>
            <pc:sldMk cId="104715665" sldId="469"/>
            <ac:spMk id="9" creationId="{C1622E47-AA21-4A85-9DCF-15115BD98966}"/>
          </ac:spMkLst>
        </pc:spChg>
      </pc:sldChg>
      <pc:sldChg chg="addSp delSp modSp mod">
        <pc:chgData name="Ibrahim NIANG" userId="acdf7ece8d0764a7" providerId="LiveId" clId="{0D4CE526-D4D6-4E03-8497-92AD1D0B6A2D}" dt="2024-05-08T09:34:04.671" v="2589"/>
        <pc:sldMkLst>
          <pc:docMk/>
          <pc:sldMk cId="1754883451" sldId="470"/>
        </pc:sldMkLst>
        <pc:spChg chg="add del mod">
          <ac:chgData name="Ibrahim NIANG" userId="acdf7ece8d0764a7" providerId="LiveId" clId="{0D4CE526-D4D6-4E03-8497-92AD1D0B6A2D}" dt="2024-05-08T09:34:03.762" v="2588" actId="478"/>
          <ac:spMkLst>
            <pc:docMk/>
            <pc:sldMk cId="1754883451" sldId="470"/>
            <ac:spMk id="3" creationId="{D2DEC5AD-9C19-DDFC-EA2B-392774C7C559}"/>
          </ac:spMkLst>
        </pc:spChg>
        <pc:spChg chg="add mod">
          <ac:chgData name="Ibrahim NIANG" userId="acdf7ece8d0764a7" providerId="LiveId" clId="{0D4CE526-D4D6-4E03-8497-92AD1D0B6A2D}" dt="2024-05-08T09:34:04.671" v="2589"/>
          <ac:spMkLst>
            <pc:docMk/>
            <pc:sldMk cId="1754883451" sldId="470"/>
            <ac:spMk id="8" creationId="{9266158F-2EAD-5682-6E23-6CDF50DF22BA}"/>
          </ac:spMkLst>
        </pc:spChg>
        <pc:spChg chg="del">
          <ac:chgData name="Ibrahim NIANG" userId="acdf7ece8d0764a7" providerId="LiveId" clId="{0D4CE526-D4D6-4E03-8497-92AD1D0B6A2D}" dt="2024-05-08T09:33:03.285" v="2572" actId="478"/>
          <ac:spMkLst>
            <pc:docMk/>
            <pc:sldMk cId="1754883451" sldId="470"/>
            <ac:spMk id="9" creationId="{C1622E47-AA21-4A85-9DCF-15115BD98966}"/>
          </ac:spMkLst>
        </pc:spChg>
      </pc:sldChg>
      <pc:sldChg chg="addSp delSp modSp mod">
        <pc:chgData name="Ibrahim NIANG" userId="acdf7ece8d0764a7" providerId="LiveId" clId="{0D4CE526-D4D6-4E03-8497-92AD1D0B6A2D}" dt="2024-05-08T09:27:51.700" v="2498" actId="20577"/>
        <pc:sldMkLst>
          <pc:docMk/>
          <pc:sldMk cId="3535838964" sldId="518"/>
        </pc:sldMkLst>
        <pc:spChg chg="mod">
          <ac:chgData name="Ibrahim NIANG" userId="acdf7ece8d0764a7" providerId="LiveId" clId="{0D4CE526-D4D6-4E03-8497-92AD1D0B6A2D}" dt="2024-04-29T10:24:41.949" v="130" actId="1076"/>
          <ac:spMkLst>
            <pc:docMk/>
            <pc:sldMk cId="3535838964" sldId="518"/>
            <ac:spMk id="5" creationId="{2432E38D-A66F-409A-FD5F-C20A242ACFD6}"/>
          </ac:spMkLst>
        </pc:spChg>
        <pc:spChg chg="add mod">
          <ac:chgData name="Ibrahim NIANG" userId="acdf7ece8d0764a7" providerId="LiveId" clId="{0D4CE526-D4D6-4E03-8497-92AD1D0B6A2D}" dt="2024-05-08T09:27:51.700" v="2498" actId="20577"/>
          <ac:spMkLst>
            <pc:docMk/>
            <pc:sldMk cId="3535838964" sldId="518"/>
            <ac:spMk id="10" creationId="{8244EEA1-5138-20D9-409A-7D780C09D319}"/>
          </ac:spMkLst>
        </pc:spChg>
        <pc:spChg chg="del">
          <ac:chgData name="Ibrahim NIANG" userId="acdf7ece8d0764a7" providerId="LiveId" clId="{0D4CE526-D4D6-4E03-8497-92AD1D0B6A2D}" dt="2024-04-29T10:23:43.553" v="108" actId="478"/>
          <ac:spMkLst>
            <pc:docMk/>
            <pc:sldMk cId="3535838964" sldId="518"/>
            <ac:spMk id="13" creationId="{15CAF604-157B-F3E5-8419-A2CFC8610C93}"/>
          </ac:spMkLst>
        </pc:spChg>
        <pc:picChg chg="add mod">
          <ac:chgData name="Ibrahim NIANG" userId="acdf7ece8d0764a7" providerId="LiveId" clId="{0D4CE526-D4D6-4E03-8497-92AD1D0B6A2D}" dt="2024-04-29T10:24:49.152" v="131" actId="1076"/>
          <ac:picMkLst>
            <pc:docMk/>
            <pc:sldMk cId="3535838964" sldId="518"/>
            <ac:picMk id="3" creationId="{6A07121D-1EBD-9107-0B51-045FBE639326}"/>
          </ac:picMkLst>
        </pc:picChg>
        <pc:picChg chg="del">
          <ac:chgData name="Ibrahim NIANG" userId="acdf7ece8d0764a7" providerId="LiveId" clId="{0D4CE526-D4D6-4E03-8497-92AD1D0B6A2D}" dt="2024-04-29T10:23:47.217" v="109" actId="478"/>
          <ac:picMkLst>
            <pc:docMk/>
            <pc:sldMk cId="3535838964" sldId="518"/>
            <ac:picMk id="7" creationId="{166E4092-FEC5-4F3D-307C-812FC94C402C}"/>
          </ac:picMkLst>
        </pc:picChg>
        <pc:picChg chg="del">
          <ac:chgData name="Ibrahim NIANG" userId="acdf7ece8d0764a7" providerId="LiveId" clId="{0D4CE526-D4D6-4E03-8497-92AD1D0B6A2D}" dt="2024-04-29T10:22:32.251" v="98" actId="478"/>
          <ac:picMkLst>
            <pc:docMk/>
            <pc:sldMk cId="3535838964" sldId="518"/>
            <ac:picMk id="9" creationId="{917D33DD-9A8A-D35F-FD4C-C67EBB29C82B}"/>
          </ac:picMkLst>
        </pc:picChg>
        <pc:picChg chg="add mod">
          <ac:chgData name="Ibrahim NIANG" userId="acdf7ece8d0764a7" providerId="LiveId" clId="{0D4CE526-D4D6-4E03-8497-92AD1D0B6A2D}" dt="2024-04-29T10:25:37.593" v="140" actId="14100"/>
          <ac:picMkLst>
            <pc:docMk/>
            <pc:sldMk cId="3535838964" sldId="518"/>
            <ac:picMk id="11" creationId="{3F3419C9-6941-5E23-910E-5F55DA1C4DB7}"/>
          </ac:picMkLst>
        </pc:picChg>
      </pc:sldChg>
      <pc:sldChg chg="del">
        <pc:chgData name="Ibrahim NIANG" userId="acdf7ece8d0764a7" providerId="LiveId" clId="{0D4CE526-D4D6-4E03-8497-92AD1D0B6A2D}" dt="2024-04-29T10:18:11.033" v="1" actId="47"/>
        <pc:sldMkLst>
          <pc:docMk/>
          <pc:sldMk cId="110375603" sldId="525"/>
        </pc:sldMkLst>
      </pc:sldChg>
      <pc:sldChg chg="addSp delSp modSp mod">
        <pc:chgData name="Ibrahim NIANG" userId="acdf7ece8d0764a7" providerId="LiveId" clId="{0D4CE526-D4D6-4E03-8497-92AD1D0B6A2D}" dt="2024-04-29T11:06:49.255" v="559"/>
        <pc:sldMkLst>
          <pc:docMk/>
          <pc:sldMk cId="154245759" sldId="526"/>
        </pc:sldMkLst>
        <pc:spChg chg="del">
          <ac:chgData name="Ibrahim NIANG" userId="acdf7ece8d0764a7" providerId="LiveId" clId="{0D4CE526-D4D6-4E03-8497-92AD1D0B6A2D}" dt="2024-04-29T10:25:07.312" v="132" actId="478"/>
          <ac:spMkLst>
            <pc:docMk/>
            <pc:sldMk cId="154245759" sldId="526"/>
            <ac:spMk id="3" creationId="{E90F1604-8A3E-086C-C86F-71F02F5F1E4F}"/>
          </ac:spMkLst>
        </pc:spChg>
        <pc:spChg chg="add mod">
          <ac:chgData name="Ibrahim NIANG" userId="acdf7ece8d0764a7" providerId="LiveId" clId="{0D4CE526-D4D6-4E03-8497-92AD1D0B6A2D}" dt="2024-04-29T10:25:08.495" v="133"/>
          <ac:spMkLst>
            <pc:docMk/>
            <pc:sldMk cId="154245759" sldId="526"/>
            <ac:spMk id="4" creationId="{E2D39D85-5E0D-2D90-70BA-BFBE367A61E6}"/>
          </ac:spMkLst>
        </pc:spChg>
        <pc:spChg chg="del">
          <ac:chgData name="Ibrahim NIANG" userId="acdf7ece8d0764a7" providerId="LiveId" clId="{0D4CE526-D4D6-4E03-8497-92AD1D0B6A2D}" dt="2024-04-29T10:31:38.815" v="178" actId="478"/>
          <ac:spMkLst>
            <pc:docMk/>
            <pc:sldMk cId="154245759" sldId="526"/>
            <ac:spMk id="6" creationId="{9D3E5E8B-F05B-7584-F5E0-C3016EE8C55B}"/>
          </ac:spMkLst>
        </pc:spChg>
        <pc:spChg chg="del">
          <ac:chgData name="Ibrahim NIANG" userId="acdf7ece8d0764a7" providerId="LiveId" clId="{0D4CE526-D4D6-4E03-8497-92AD1D0B6A2D}" dt="2024-04-29T10:28:08.132" v="166" actId="478"/>
          <ac:spMkLst>
            <pc:docMk/>
            <pc:sldMk cId="154245759" sldId="526"/>
            <ac:spMk id="8" creationId="{48F604D1-FE06-45DF-A1B6-4B0AB0EFB09B}"/>
          </ac:spMkLst>
        </pc:spChg>
        <pc:spChg chg="del">
          <ac:chgData name="Ibrahim NIANG" userId="acdf7ece8d0764a7" providerId="LiveId" clId="{0D4CE526-D4D6-4E03-8497-92AD1D0B6A2D}" dt="2024-04-29T10:31:56.090" v="184" actId="478"/>
          <ac:spMkLst>
            <pc:docMk/>
            <pc:sldMk cId="154245759" sldId="526"/>
            <ac:spMk id="9" creationId="{1EB5DD97-6290-55BF-A28C-074090F772AF}"/>
          </ac:spMkLst>
        </pc:spChg>
        <pc:spChg chg="del mod">
          <ac:chgData name="Ibrahim NIANG" userId="acdf7ece8d0764a7" providerId="LiveId" clId="{0D4CE526-D4D6-4E03-8497-92AD1D0B6A2D}" dt="2024-04-29T10:30:58.007" v="171" actId="478"/>
          <ac:spMkLst>
            <pc:docMk/>
            <pc:sldMk cId="154245759" sldId="526"/>
            <ac:spMk id="10" creationId="{C8A2DA1F-C564-9A14-D34F-7164B909E7FE}"/>
          </ac:spMkLst>
        </pc:spChg>
        <pc:spChg chg="mod">
          <ac:chgData name="Ibrahim NIANG" userId="acdf7ece8d0764a7" providerId="LiveId" clId="{0D4CE526-D4D6-4E03-8497-92AD1D0B6A2D}" dt="2024-04-29T11:06:49.255" v="559"/>
          <ac:spMkLst>
            <pc:docMk/>
            <pc:sldMk cId="154245759" sldId="526"/>
            <ac:spMk id="11" creationId="{20BAFBF7-29E1-AA7E-2DFE-6D43BCAE4C7F}"/>
          </ac:spMkLst>
        </pc:spChg>
        <pc:spChg chg="add mod">
          <ac:chgData name="Ibrahim NIANG" userId="acdf7ece8d0764a7" providerId="LiveId" clId="{0D4CE526-D4D6-4E03-8497-92AD1D0B6A2D}" dt="2024-04-29T10:40:31.148" v="367" actId="20577"/>
          <ac:spMkLst>
            <pc:docMk/>
            <pc:sldMk cId="154245759" sldId="526"/>
            <ac:spMk id="15" creationId="{8C473BAB-00E7-7A67-E1EF-03A263917669}"/>
          </ac:spMkLst>
        </pc:spChg>
        <pc:spChg chg="del">
          <ac:chgData name="Ibrahim NIANG" userId="acdf7ece8d0764a7" providerId="LiveId" clId="{0D4CE526-D4D6-4E03-8497-92AD1D0B6A2D}" dt="2024-04-29T10:27:58.679" v="163" actId="478"/>
          <ac:spMkLst>
            <pc:docMk/>
            <pc:sldMk cId="154245759" sldId="526"/>
            <ac:spMk id="16" creationId="{B04123A8-DEA0-C8F3-01E7-6B04B0AA2577}"/>
          </ac:spMkLst>
        </pc:spChg>
        <pc:spChg chg="del">
          <ac:chgData name="Ibrahim NIANG" userId="acdf7ece8d0764a7" providerId="LiveId" clId="{0D4CE526-D4D6-4E03-8497-92AD1D0B6A2D}" dt="2024-04-29T10:31:41.890" v="180" actId="478"/>
          <ac:spMkLst>
            <pc:docMk/>
            <pc:sldMk cId="154245759" sldId="526"/>
            <ac:spMk id="18" creationId="{2B4BF0B1-122C-7D0E-F043-AFBF650066C2}"/>
          </ac:spMkLst>
        </pc:spChg>
        <pc:spChg chg="del">
          <ac:chgData name="Ibrahim NIANG" userId="acdf7ece8d0764a7" providerId="LiveId" clId="{0D4CE526-D4D6-4E03-8497-92AD1D0B6A2D}" dt="2024-04-29T10:31:43.950" v="182" actId="478"/>
          <ac:spMkLst>
            <pc:docMk/>
            <pc:sldMk cId="154245759" sldId="526"/>
            <ac:spMk id="21" creationId="{1F5BD7CC-B599-B7DB-D2D8-962193D6CE02}"/>
          </ac:spMkLst>
        </pc:spChg>
        <pc:spChg chg="del">
          <ac:chgData name="Ibrahim NIANG" userId="acdf7ece8d0764a7" providerId="LiveId" clId="{0D4CE526-D4D6-4E03-8497-92AD1D0B6A2D}" dt="2024-04-29T10:31:43.234" v="181" actId="478"/>
          <ac:spMkLst>
            <pc:docMk/>
            <pc:sldMk cId="154245759" sldId="526"/>
            <ac:spMk id="25" creationId="{11862E40-77BF-32CD-DFD9-CD6B44753E23}"/>
          </ac:spMkLst>
        </pc:spChg>
        <pc:spChg chg="del">
          <ac:chgData name="Ibrahim NIANG" userId="acdf7ece8d0764a7" providerId="LiveId" clId="{0D4CE526-D4D6-4E03-8497-92AD1D0B6A2D}" dt="2024-04-29T10:31:40.293" v="179" actId="478"/>
          <ac:spMkLst>
            <pc:docMk/>
            <pc:sldMk cId="154245759" sldId="526"/>
            <ac:spMk id="37" creationId="{656F5C94-5B3A-FC63-AE4F-BBB2E6214A18}"/>
          </ac:spMkLst>
        </pc:spChg>
        <pc:picChg chg="mod">
          <ac:chgData name="Ibrahim NIANG" userId="acdf7ece8d0764a7" providerId="LiveId" clId="{0D4CE526-D4D6-4E03-8497-92AD1D0B6A2D}" dt="2024-04-29T10:27:20.554" v="144" actId="1076"/>
          <ac:picMkLst>
            <pc:docMk/>
            <pc:sldMk cId="154245759" sldId="526"/>
            <ac:picMk id="5" creationId="{D91DC180-B757-F695-9C9B-65971A2B80BA}"/>
          </ac:picMkLst>
        </pc:picChg>
        <pc:picChg chg="del">
          <ac:chgData name="Ibrahim NIANG" userId="acdf7ece8d0764a7" providerId="LiveId" clId="{0D4CE526-D4D6-4E03-8497-92AD1D0B6A2D}" dt="2024-04-29T10:25:41.243" v="141" actId="478"/>
          <ac:picMkLst>
            <pc:docMk/>
            <pc:sldMk cId="154245759" sldId="526"/>
            <ac:picMk id="7" creationId="{467D73B0-BE7A-DA53-5D00-130ACCFB6527}"/>
          </ac:picMkLst>
        </pc:picChg>
        <pc:picChg chg="add mod">
          <ac:chgData name="Ibrahim NIANG" userId="acdf7ece8d0764a7" providerId="LiveId" clId="{0D4CE526-D4D6-4E03-8497-92AD1D0B6A2D}" dt="2024-04-29T10:27:18.479" v="143" actId="1076"/>
          <ac:picMkLst>
            <pc:docMk/>
            <pc:sldMk cId="154245759" sldId="526"/>
            <ac:picMk id="13" creationId="{D4B55EC0-4433-7BB9-8957-26E3E6332FA8}"/>
          </ac:picMkLst>
        </pc:picChg>
        <pc:picChg chg="add mod">
          <ac:chgData name="Ibrahim NIANG" userId="acdf7ece8d0764a7" providerId="LiveId" clId="{0D4CE526-D4D6-4E03-8497-92AD1D0B6A2D}" dt="2024-04-29T10:41:29.440" v="377" actId="1076"/>
          <ac:picMkLst>
            <pc:docMk/>
            <pc:sldMk cId="154245759" sldId="526"/>
            <ac:picMk id="2050" creationId="{42C25F36-AAF4-9D05-0C2B-B1B05F7B1595}"/>
          </ac:picMkLst>
        </pc:picChg>
        <pc:picChg chg="add mod">
          <ac:chgData name="Ibrahim NIANG" userId="acdf7ece8d0764a7" providerId="LiveId" clId="{0D4CE526-D4D6-4E03-8497-92AD1D0B6A2D}" dt="2024-04-29T10:41:41.950" v="380" actId="1076"/>
          <ac:picMkLst>
            <pc:docMk/>
            <pc:sldMk cId="154245759" sldId="526"/>
            <ac:picMk id="2052" creationId="{9DBFCC5C-1807-6151-49EC-0C07E0548136}"/>
          </ac:picMkLst>
        </pc:picChg>
        <pc:picChg chg="add mod">
          <ac:chgData name="Ibrahim NIANG" userId="acdf7ece8d0764a7" providerId="LiveId" clId="{0D4CE526-D4D6-4E03-8497-92AD1D0B6A2D}" dt="2024-04-29T10:41:44.767" v="381" actId="1076"/>
          <ac:picMkLst>
            <pc:docMk/>
            <pc:sldMk cId="154245759" sldId="526"/>
            <ac:picMk id="2054" creationId="{43D48C67-8BBB-15F0-5438-6049F915BC67}"/>
          </ac:picMkLst>
        </pc:picChg>
      </pc:sldChg>
      <pc:sldChg chg="del">
        <pc:chgData name="Ibrahim NIANG" userId="acdf7ece8d0764a7" providerId="LiveId" clId="{0D4CE526-D4D6-4E03-8497-92AD1D0B6A2D}" dt="2024-04-29T12:22:54.798" v="1006" actId="47"/>
        <pc:sldMkLst>
          <pc:docMk/>
          <pc:sldMk cId="650460063" sldId="549"/>
        </pc:sldMkLst>
      </pc:sldChg>
      <pc:sldChg chg="del">
        <pc:chgData name="Ibrahim NIANG" userId="acdf7ece8d0764a7" providerId="LiveId" clId="{0D4CE526-D4D6-4E03-8497-92AD1D0B6A2D}" dt="2024-04-29T12:23:10.027" v="1015" actId="47"/>
        <pc:sldMkLst>
          <pc:docMk/>
          <pc:sldMk cId="2781927210" sldId="554"/>
        </pc:sldMkLst>
      </pc:sldChg>
      <pc:sldChg chg="addSp delSp modSp del mod ord">
        <pc:chgData name="Ibrahim NIANG" userId="acdf7ece8d0764a7" providerId="LiveId" clId="{0D4CE526-D4D6-4E03-8497-92AD1D0B6A2D}" dt="2024-05-01T15:40:11.248" v="2031" actId="47"/>
        <pc:sldMkLst>
          <pc:docMk/>
          <pc:sldMk cId="888364488" sldId="555"/>
        </pc:sldMkLst>
        <pc:spChg chg="add mod">
          <ac:chgData name="Ibrahim NIANG" userId="acdf7ece8d0764a7" providerId="LiveId" clId="{0D4CE526-D4D6-4E03-8497-92AD1D0B6A2D}" dt="2024-05-01T15:37:22.841" v="2015"/>
          <ac:spMkLst>
            <pc:docMk/>
            <pc:sldMk cId="888364488" sldId="555"/>
            <ac:spMk id="2" creationId="{42094886-D234-8268-C661-971DB7690B8D}"/>
          </ac:spMkLst>
        </pc:spChg>
        <pc:spChg chg="del mod">
          <ac:chgData name="Ibrahim NIANG" userId="acdf7ece8d0764a7" providerId="LiveId" clId="{0D4CE526-D4D6-4E03-8497-92AD1D0B6A2D}" dt="2024-05-01T15:37:21.793" v="2014" actId="478"/>
          <ac:spMkLst>
            <pc:docMk/>
            <pc:sldMk cId="888364488" sldId="555"/>
            <ac:spMk id="3" creationId="{E90F1604-8A3E-086C-C86F-71F02F5F1E4F}"/>
          </ac:spMkLst>
        </pc:spChg>
        <pc:spChg chg="del">
          <ac:chgData name="Ibrahim NIANG" userId="acdf7ece8d0764a7" providerId="LiveId" clId="{0D4CE526-D4D6-4E03-8497-92AD1D0B6A2D}" dt="2024-05-01T15:37:43.584" v="2017" actId="478"/>
          <ac:spMkLst>
            <pc:docMk/>
            <pc:sldMk cId="888364488" sldId="555"/>
            <ac:spMk id="9" creationId="{1EB5DD97-6290-55BF-A28C-074090F772AF}"/>
          </ac:spMkLst>
        </pc:spChg>
        <pc:spChg chg="add mod">
          <ac:chgData name="Ibrahim NIANG" userId="acdf7ece8d0764a7" providerId="LiveId" clId="{0D4CE526-D4D6-4E03-8497-92AD1D0B6A2D}" dt="2024-05-01T15:37:44.492" v="2018"/>
          <ac:spMkLst>
            <pc:docMk/>
            <pc:sldMk cId="888364488" sldId="555"/>
            <ac:spMk id="10" creationId="{1B3CC1C6-8359-A344-3F98-4373C0CB1877}"/>
          </ac:spMkLst>
        </pc:spChg>
        <pc:picChg chg="del">
          <ac:chgData name="Ibrahim NIANG" userId="acdf7ece8d0764a7" providerId="LiveId" clId="{0D4CE526-D4D6-4E03-8497-92AD1D0B6A2D}" dt="2024-05-01T15:37:19.671" v="2013" actId="478"/>
          <ac:picMkLst>
            <pc:docMk/>
            <pc:sldMk cId="888364488" sldId="555"/>
            <ac:picMk id="6" creationId="{E8CCCF80-8EF8-CBFB-2BBA-AACFFA9371BB}"/>
          </ac:picMkLst>
        </pc:picChg>
        <pc:picChg chg="add mod">
          <ac:chgData name="Ibrahim NIANG" userId="acdf7ece8d0764a7" providerId="LiveId" clId="{0D4CE526-D4D6-4E03-8497-92AD1D0B6A2D}" dt="2024-05-01T15:37:31.024" v="2016"/>
          <ac:picMkLst>
            <pc:docMk/>
            <pc:sldMk cId="888364488" sldId="555"/>
            <ac:picMk id="8" creationId="{BDC9C43D-589F-9032-B283-DB3E72970763}"/>
          </ac:picMkLst>
        </pc:picChg>
      </pc:sldChg>
      <pc:sldChg chg="del">
        <pc:chgData name="Ibrahim NIANG" userId="acdf7ece8d0764a7" providerId="LiveId" clId="{0D4CE526-D4D6-4E03-8497-92AD1D0B6A2D}" dt="2024-04-29T12:23:07.628" v="1013" actId="47"/>
        <pc:sldMkLst>
          <pc:docMk/>
          <pc:sldMk cId="3418194170" sldId="557"/>
        </pc:sldMkLst>
      </pc:sldChg>
      <pc:sldChg chg="del">
        <pc:chgData name="Ibrahim NIANG" userId="acdf7ece8d0764a7" providerId="LiveId" clId="{0D4CE526-D4D6-4E03-8497-92AD1D0B6A2D}" dt="2024-04-29T12:22:59.191" v="1007" actId="47"/>
        <pc:sldMkLst>
          <pc:docMk/>
          <pc:sldMk cId="2452039431" sldId="559"/>
        </pc:sldMkLst>
      </pc:sldChg>
      <pc:sldChg chg="del">
        <pc:chgData name="Ibrahim NIANG" userId="acdf7ece8d0764a7" providerId="LiveId" clId="{0D4CE526-D4D6-4E03-8497-92AD1D0B6A2D}" dt="2024-04-29T12:23:03.406" v="1010" actId="47"/>
        <pc:sldMkLst>
          <pc:docMk/>
          <pc:sldMk cId="3973830060" sldId="560"/>
        </pc:sldMkLst>
      </pc:sldChg>
      <pc:sldChg chg="del">
        <pc:chgData name="Ibrahim NIANG" userId="acdf7ece8d0764a7" providerId="LiveId" clId="{0D4CE526-D4D6-4E03-8497-92AD1D0B6A2D}" dt="2024-04-29T12:23:01.628" v="1009" actId="47"/>
        <pc:sldMkLst>
          <pc:docMk/>
          <pc:sldMk cId="1957764110" sldId="561"/>
        </pc:sldMkLst>
      </pc:sldChg>
      <pc:sldChg chg="del">
        <pc:chgData name="Ibrahim NIANG" userId="acdf7ece8d0764a7" providerId="LiveId" clId="{0D4CE526-D4D6-4E03-8497-92AD1D0B6A2D}" dt="2024-04-29T12:23:00.413" v="1008" actId="47"/>
        <pc:sldMkLst>
          <pc:docMk/>
          <pc:sldMk cId="3803087753" sldId="562"/>
        </pc:sldMkLst>
      </pc:sldChg>
      <pc:sldChg chg="del">
        <pc:chgData name="Ibrahim NIANG" userId="acdf7ece8d0764a7" providerId="LiveId" clId="{0D4CE526-D4D6-4E03-8497-92AD1D0B6A2D}" dt="2024-05-01T15:36:39.810" v="2009" actId="47"/>
        <pc:sldMkLst>
          <pc:docMk/>
          <pc:sldMk cId="1800755904" sldId="563"/>
        </pc:sldMkLst>
      </pc:sldChg>
      <pc:sldChg chg="del">
        <pc:chgData name="Ibrahim NIANG" userId="acdf7ece8d0764a7" providerId="LiveId" clId="{0D4CE526-D4D6-4E03-8497-92AD1D0B6A2D}" dt="2024-04-29T12:23:05.225" v="1011" actId="47"/>
        <pc:sldMkLst>
          <pc:docMk/>
          <pc:sldMk cId="918091547" sldId="567"/>
        </pc:sldMkLst>
      </pc:sldChg>
      <pc:sldChg chg="del">
        <pc:chgData name="Ibrahim NIANG" userId="acdf7ece8d0764a7" providerId="LiveId" clId="{0D4CE526-D4D6-4E03-8497-92AD1D0B6A2D}" dt="2024-04-29T12:23:08.780" v="1014" actId="47"/>
        <pc:sldMkLst>
          <pc:docMk/>
          <pc:sldMk cId="2640073957" sldId="568"/>
        </pc:sldMkLst>
      </pc:sldChg>
      <pc:sldChg chg="del">
        <pc:chgData name="Ibrahim NIANG" userId="acdf7ece8d0764a7" providerId="LiveId" clId="{0D4CE526-D4D6-4E03-8497-92AD1D0B6A2D}" dt="2024-04-29T12:23:06.284" v="1012" actId="47"/>
        <pc:sldMkLst>
          <pc:docMk/>
          <pc:sldMk cId="3720712694" sldId="569"/>
        </pc:sldMkLst>
      </pc:sldChg>
      <pc:sldChg chg="modSp del mod">
        <pc:chgData name="Ibrahim NIANG" userId="acdf7ece8d0764a7" providerId="LiveId" clId="{0D4CE526-D4D6-4E03-8497-92AD1D0B6A2D}" dt="2024-04-29T10:25:14.963" v="134" actId="47"/>
        <pc:sldMkLst>
          <pc:docMk/>
          <pc:sldMk cId="155801221" sldId="570"/>
        </pc:sldMkLst>
        <pc:spChg chg="mod">
          <ac:chgData name="Ibrahim NIANG" userId="acdf7ece8d0764a7" providerId="LiveId" clId="{0D4CE526-D4D6-4E03-8497-92AD1D0B6A2D}" dt="2024-04-29T10:24:27.184" v="129" actId="20577"/>
          <ac:spMkLst>
            <pc:docMk/>
            <pc:sldMk cId="155801221" sldId="570"/>
            <ac:spMk id="14" creationId="{75008D31-796D-7648-0E58-011A6AF4A915}"/>
          </ac:spMkLst>
        </pc:spChg>
      </pc:sldChg>
      <pc:sldChg chg="add del">
        <pc:chgData name="Ibrahim NIANG" userId="acdf7ece8d0764a7" providerId="LiveId" clId="{0D4CE526-D4D6-4E03-8497-92AD1D0B6A2D}" dt="2024-04-29T10:32:08.113" v="187" actId="47"/>
        <pc:sldMkLst>
          <pc:docMk/>
          <pc:sldMk cId="2425647901" sldId="570"/>
        </pc:sldMkLst>
      </pc:sldChg>
      <pc:sldChg chg="addSp delSp modSp add mod">
        <pc:chgData name="Ibrahim NIANG" userId="acdf7ece8d0764a7" providerId="LiveId" clId="{0D4CE526-D4D6-4E03-8497-92AD1D0B6A2D}" dt="2024-04-29T10:45:49.272" v="414" actId="207"/>
        <pc:sldMkLst>
          <pc:docMk/>
          <pc:sldMk cId="2949851552" sldId="570"/>
        </pc:sldMkLst>
        <pc:spChg chg="add mod">
          <ac:chgData name="Ibrahim NIANG" userId="acdf7ece8d0764a7" providerId="LiveId" clId="{0D4CE526-D4D6-4E03-8497-92AD1D0B6A2D}" dt="2024-04-29T10:45:14.327" v="405" actId="1076"/>
          <ac:spMkLst>
            <pc:docMk/>
            <pc:sldMk cId="2949851552" sldId="570"/>
            <ac:spMk id="6" creationId="{CAEF0E0D-E571-B687-D76D-B6EDBCB62D13}"/>
          </ac:spMkLst>
        </pc:spChg>
        <pc:spChg chg="mod">
          <ac:chgData name="Ibrahim NIANG" userId="acdf7ece8d0764a7" providerId="LiveId" clId="{0D4CE526-D4D6-4E03-8497-92AD1D0B6A2D}" dt="2024-04-29T10:45:49.272" v="414" actId="207"/>
          <ac:spMkLst>
            <pc:docMk/>
            <pc:sldMk cId="2949851552" sldId="570"/>
            <ac:spMk id="11" creationId="{20BAFBF7-29E1-AA7E-2DFE-6D43BCAE4C7F}"/>
          </ac:spMkLst>
        </pc:spChg>
        <pc:spChg chg="del mod">
          <ac:chgData name="Ibrahim NIANG" userId="acdf7ece8d0764a7" providerId="LiveId" clId="{0D4CE526-D4D6-4E03-8497-92AD1D0B6A2D}" dt="2024-04-29T10:36:02.920" v="269" actId="478"/>
          <ac:spMkLst>
            <pc:docMk/>
            <pc:sldMk cId="2949851552" sldId="570"/>
            <ac:spMk id="15" creationId="{8C473BAB-00E7-7A67-E1EF-03A263917669}"/>
          </ac:spMkLst>
        </pc:spChg>
        <pc:picChg chg="add mod">
          <ac:chgData name="Ibrahim NIANG" userId="acdf7ece8d0764a7" providerId="LiveId" clId="{0D4CE526-D4D6-4E03-8497-92AD1D0B6A2D}" dt="2024-04-29T10:45:17.569" v="407" actId="1076"/>
          <ac:picMkLst>
            <pc:docMk/>
            <pc:sldMk cId="2949851552" sldId="570"/>
            <ac:picMk id="4098" creationId="{7AE2EB48-AE5B-ADBE-36D8-628F8022DA9F}"/>
          </ac:picMkLst>
        </pc:picChg>
        <pc:picChg chg="add mod">
          <ac:chgData name="Ibrahim NIANG" userId="acdf7ece8d0764a7" providerId="LiveId" clId="{0D4CE526-D4D6-4E03-8497-92AD1D0B6A2D}" dt="2024-04-29T10:45:20.552" v="409" actId="1076"/>
          <ac:picMkLst>
            <pc:docMk/>
            <pc:sldMk cId="2949851552" sldId="570"/>
            <ac:picMk id="4100" creationId="{FD0CE620-F417-6364-21EB-83E6901F83E6}"/>
          </ac:picMkLst>
        </pc:picChg>
        <pc:picChg chg="add mod">
          <ac:chgData name="Ibrahim NIANG" userId="acdf7ece8d0764a7" providerId="LiveId" clId="{0D4CE526-D4D6-4E03-8497-92AD1D0B6A2D}" dt="2024-04-29T10:45:24.418" v="411" actId="1076"/>
          <ac:picMkLst>
            <pc:docMk/>
            <pc:sldMk cId="2949851552" sldId="570"/>
            <ac:picMk id="4102" creationId="{DF7D2C76-9BA4-AB51-3E72-56EB4356153D}"/>
          </ac:picMkLst>
        </pc:picChg>
        <pc:picChg chg="add mod">
          <ac:chgData name="Ibrahim NIANG" userId="acdf7ece8d0764a7" providerId="LiveId" clId="{0D4CE526-D4D6-4E03-8497-92AD1D0B6A2D}" dt="2024-04-29T10:45:22.232" v="410" actId="1076"/>
          <ac:picMkLst>
            <pc:docMk/>
            <pc:sldMk cId="2949851552" sldId="570"/>
            <ac:picMk id="4104" creationId="{C4BE4679-A85E-C006-6FA6-0788E5B9D51F}"/>
          </ac:picMkLst>
        </pc:picChg>
        <pc:picChg chg="add mod">
          <ac:chgData name="Ibrahim NIANG" userId="acdf7ece8d0764a7" providerId="LiveId" clId="{0D4CE526-D4D6-4E03-8497-92AD1D0B6A2D}" dt="2024-04-29T10:45:26.140" v="412" actId="1076"/>
          <ac:picMkLst>
            <pc:docMk/>
            <pc:sldMk cId="2949851552" sldId="570"/>
            <ac:picMk id="4106" creationId="{77BF745C-9E5E-0C0B-3926-2CDD5C515FD6}"/>
          </ac:picMkLst>
        </pc:picChg>
      </pc:sldChg>
      <pc:sldChg chg="add del">
        <pc:chgData name="Ibrahim NIANG" userId="acdf7ece8d0764a7" providerId="LiveId" clId="{0D4CE526-D4D6-4E03-8497-92AD1D0B6A2D}" dt="2024-04-29T10:32:05.575" v="185" actId="47"/>
        <pc:sldMkLst>
          <pc:docMk/>
          <pc:sldMk cId="1614722826" sldId="571"/>
        </pc:sldMkLst>
      </pc:sldChg>
      <pc:sldChg chg="add del">
        <pc:chgData name="Ibrahim NIANG" userId="acdf7ece8d0764a7" providerId="LiveId" clId="{0D4CE526-D4D6-4E03-8497-92AD1D0B6A2D}" dt="2024-04-29T10:36:19.564" v="275" actId="47"/>
        <pc:sldMkLst>
          <pc:docMk/>
          <pc:sldMk cId="3803851484" sldId="571"/>
        </pc:sldMkLst>
      </pc:sldChg>
      <pc:sldChg chg="add del">
        <pc:chgData name="Ibrahim NIANG" userId="acdf7ece8d0764a7" providerId="LiveId" clId="{0D4CE526-D4D6-4E03-8497-92AD1D0B6A2D}" dt="2024-04-29T10:57:10.939" v="491" actId="47"/>
        <pc:sldMkLst>
          <pc:docMk/>
          <pc:sldMk cId="1484100160" sldId="572"/>
        </pc:sldMkLst>
      </pc:sldChg>
      <pc:sldChg chg="add del">
        <pc:chgData name="Ibrahim NIANG" userId="acdf7ece8d0764a7" providerId="LiveId" clId="{0D4CE526-D4D6-4E03-8497-92AD1D0B6A2D}" dt="2024-04-29T10:32:07.139" v="186" actId="47"/>
        <pc:sldMkLst>
          <pc:docMk/>
          <pc:sldMk cId="2763659967" sldId="572"/>
        </pc:sldMkLst>
      </pc:sldChg>
      <pc:sldChg chg="add del">
        <pc:chgData name="Ibrahim NIANG" userId="acdf7ece8d0764a7" providerId="LiveId" clId="{0D4CE526-D4D6-4E03-8497-92AD1D0B6A2D}" dt="2024-04-29T10:38:35.639" v="330" actId="47"/>
        <pc:sldMkLst>
          <pc:docMk/>
          <pc:sldMk cId="4257918470" sldId="573"/>
        </pc:sldMkLst>
      </pc:sldChg>
      <pc:sldChg chg="addSp delSp modSp add mod ord modNotesTx">
        <pc:chgData name="Ibrahim NIANG" userId="acdf7ece8d0764a7" providerId="LiveId" clId="{0D4CE526-D4D6-4E03-8497-92AD1D0B6A2D}" dt="2024-04-29T11:54:32.767" v="836" actId="1076"/>
        <pc:sldMkLst>
          <pc:docMk/>
          <pc:sldMk cId="1538004275" sldId="574"/>
        </pc:sldMkLst>
        <pc:spChg chg="del">
          <ac:chgData name="Ibrahim NIANG" userId="acdf7ece8d0764a7" providerId="LiveId" clId="{0D4CE526-D4D6-4E03-8497-92AD1D0B6A2D}" dt="2024-04-29T10:38:04.826" v="322" actId="478"/>
          <ac:spMkLst>
            <pc:docMk/>
            <pc:sldMk cId="1538004275" sldId="574"/>
            <ac:spMk id="6" creationId="{CAEF0E0D-E571-B687-D76D-B6EDBCB62D13}"/>
          </ac:spMkLst>
        </pc:spChg>
        <pc:spChg chg="add mod">
          <ac:chgData name="Ibrahim NIANG" userId="acdf7ece8d0764a7" providerId="LiveId" clId="{0D4CE526-D4D6-4E03-8497-92AD1D0B6A2D}" dt="2024-04-29T11:54:32.767" v="836" actId="1076"/>
          <ac:spMkLst>
            <pc:docMk/>
            <pc:sldMk cId="1538004275" sldId="574"/>
            <ac:spMk id="7" creationId="{C30FF006-9BF1-0F56-E0C3-09F90A9B613F}"/>
          </ac:spMkLst>
        </pc:spChg>
        <pc:spChg chg="mod">
          <ac:chgData name="Ibrahim NIANG" userId="acdf7ece8d0764a7" providerId="LiveId" clId="{0D4CE526-D4D6-4E03-8497-92AD1D0B6A2D}" dt="2024-04-29T11:06:24.864" v="554"/>
          <ac:spMkLst>
            <pc:docMk/>
            <pc:sldMk cId="1538004275" sldId="574"/>
            <ac:spMk id="11" creationId="{20BAFBF7-29E1-AA7E-2DFE-6D43BCAE4C7F}"/>
          </ac:spMkLst>
        </pc:spChg>
        <pc:picChg chg="add mod">
          <ac:chgData name="Ibrahim NIANG" userId="acdf7ece8d0764a7" providerId="LiveId" clId="{0D4CE526-D4D6-4E03-8497-92AD1D0B6A2D}" dt="2024-04-29T11:04:27.404" v="544" actId="1076"/>
          <ac:picMkLst>
            <pc:docMk/>
            <pc:sldMk cId="1538004275" sldId="574"/>
            <ac:picMk id="5122" creationId="{479A1ED9-77A2-9EF3-0D19-E273DF713F86}"/>
          </ac:picMkLst>
        </pc:picChg>
        <pc:picChg chg="add mod">
          <ac:chgData name="Ibrahim NIANG" userId="acdf7ece8d0764a7" providerId="LiveId" clId="{0D4CE526-D4D6-4E03-8497-92AD1D0B6A2D}" dt="2024-04-29T11:04:29.920" v="546" actId="1076"/>
          <ac:picMkLst>
            <pc:docMk/>
            <pc:sldMk cId="1538004275" sldId="574"/>
            <ac:picMk id="5124" creationId="{4C000704-C407-3AEB-CCA2-CE6674758017}"/>
          </ac:picMkLst>
        </pc:picChg>
        <pc:picChg chg="add del mod">
          <ac:chgData name="Ibrahim NIANG" userId="acdf7ece8d0764a7" providerId="LiveId" clId="{0D4CE526-D4D6-4E03-8497-92AD1D0B6A2D}" dt="2024-04-29T11:00:25.729" v="503" actId="478"/>
          <ac:picMkLst>
            <pc:docMk/>
            <pc:sldMk cId="1538004275" sldId="574"/>
            <ac:picMk id="5126" creationId="{810EE43F-F64E-0112-D881-F45E35966A46}"/>
          </ac:picMkLst>
        </pc:picChg>
        <pc:picChg chg="add mod">
          <ac:chgData name="Ibrahim NIANG" userId="acdf7ece8d0764a7" providerId="LiveId" clId="{0D4CE526-D4D6-4E03-8497-92AD1D0B6A2D}" dt="2024-04-29T11:04:28.383" v="545" actId="1076"/>
          <ac:picMkLst>
            <pc:docMk/>
            <pc:sldMk cId="1538004275" sldId="574"/>
            <ac:picMk id="5128" creationId="{D3A975B3-F707-1F81-579C-10BD80133173}"/>
          </ac:picMkLst>
        </pc:picChg>
        <pc:picChg chg="add del mod">
          <ac:chgData name="Ibrahim NIANG" userId="acdf7ece8d0764a7" providerId="LiveId" clId="{0D4CE526-D4D6-4E03-8497-92AD1D0B6A2D}" dt="2024-04-29T11:00:32.134" v="507" actId="478"/>
          <ac:picMkLst>
            <pc:docMk/>
            <pc:sldMk cId="1538004275" sldId="574"/>
            <ac:picMk id="5130" creationId="{70314AFA-8377-2902-4C83-483A5344586E}"/>
          </ac:picMkLst>
        </pc:picChg>
        <pc:picChg chg="add del mod">
          <ac:chgData name="Ibrahim NIANG" userId="acdf7ece8d0764a7" providerId="LiveId" clId="{0D4CE526-D4D6-4E03-8497-92AD1D0B6A2D}" dt="2024-04-29T11:03:01.401" v="533" actId="478"/>
          <ac:picMkLst>
            <pc:docMk/>
            <pc:sldMk cId="1538004275" sldId="574"/>
            <ac:picMk id="5132" creationId="{26A0F5FD-2BD0-D285-920E-540728D583DA}"/>
          </ac:picMkLst>
        </pc:picChg>
        <pc:picChg chg="add mod">
          <ac:chgData name="Ibrahim NIANG" userId="acdf7ece8d0764a7" providerId="LiveId" clId="{0D4CE526-D4D6-4E03-8497-92AD1D0B6A2D}" dt="2024-04-29T11:04:32.325" v="547" actId="1076"/>
          <ac:picMkLst>
            <pc:docMk/>
            <pc:sldMk cId="1538004275" sldId="574"/>
            <ac:picMk id="5134" creationId="{8439F993-D64B-A19E-03C8-8F83AEDB6677}"/>
          </ac:picMkLst>
        </pc:picChg>
      </pc:sldChg>
      <pc:sldChg chg="addSp delSp modSp add mod">
        <pc:chgData name="Ibrahim NIANG" userId="acdf7ece8d0764a7" providerId="LiveId" clId="{0D4CE526-D4D6-4E03-8497-92AD1D0B6A2D}" dt="2024-04-29T11:06:40.513" v="558"/>
        <pc:sldMkLst>
          <pc:docMk/>
          <pc:sldMk cId="712961083" sldId="575"/>
        </pc:sldMkLst>
        <pc:spChg chg="mod">
          <ac:chgData name="Ibrahim NIANG" userId="acdf7ece8d0764a7" providerId="LiveId" clId="{0D4CE526-D4D6-4E03-8497-92AD1D0B6A2D}" dt="2024-04-29T11:06:40.513" v="558"/>
          <ac:spMkLst>
            <pc:docMk/>
            <pc:sldMk cId="712961083" sldId="575"/>
            <ac:spMk id="11" creationId="{20BAFBF7-29E1-AA7E-2DFE-6D43BCAE4C7F}"/>
          </ac:spMkLst>
        </pc:spChg>
        <pc:picChg chg="del">
          <ac:chgData name="Ibrahim NIANG" userId="acdf7ece8d0764a7" providerId="LiveId" clId="{0D4CE526-D4D6-4E03-8497-92AD1D0B6A2D}" dt="2024-04-29T10:53:59.964" v="435" actId="478"/>
          <ac:picMkLst>
            <pc:docMk/>
            <pc:sldMk cId="712961083" sldId="575"/>
            <ac:picMk id="5122" creationId="{479A1ED9-77A2-9EF3-0D19-E273DF713F86}"/>
          </ac:picMkLst>
        </pc:picChg>
        <pc:picChg chg="del">
          <ac:chgData name="Ibrahim NIANG" userId="acdf7ece8d0764a7" providerId="LiveId" clId="{0D4CE526-D4D6-4E03-8497-92AD1D0B6A2D}" dt="2024-04-29T10:54:01.572" v="437" actId="478"/>
          <ac:picMkLst>
            <pc:docMk/>
            <pc:sldMk cId="712961083" sldId="575"/>
            <ac:picMk id="5124" creationId="{4C000704-C407-3AEB-CCA2-CE6674758017}"/>
          </ac:picMkLst>
        </pc:picChg>
        <pc:picChg chg="del">
          <ac:chgData name="Ibrahim NIANG" userId="acdf7ece8d0764a7" providerId="LiveId" clId="{0D4CE526-D4D6-4E03-8497-92AD1D0B6A2D}" dt="2024-04-29T10:54:01.017" v="436" actId="478"/>
          <ac:picMkLst>
            <pc:docMk/>
            <pc:sldMk cId="712961083" sldId="575"/>
            <ac:picMk id="5126" creationId="{810EE43F-F64E-0112-D881-F45E35966A46}"/>
          </ac:picMkLst>
        </pc:picChg>
        <pc:picChg chg="del">
          <ac:chgData name="Ibrahim NIANG" userId="acdf7ece8d0764a7" providerId="LiveId" clId="{0D4CE526-D4D6-4E03-8497-92AD1D0B6A2D}" dt="2024-04-29T10:53:59.415" v="434" actId="478"/>
          <ac:picMkLst>
            <pc:docMk/>
            <pc:sldMk cId="712961083" sldId="575"/>
            <ac:picMk id="5128" creationId="{D3A975B3-F707-1F81-579C-10BD80133173}"/>
          </ac:picMkLst>
        </pc:picChg>
        <pc:picChg chg="add del mod">
          <ac:chgData name="Ibrahim NIANG" userId="acdf7ece8d0764a7" providerId="LiveId" clId="{0D4CE526-D4D6-4E03-8497-92AD1D0B6A2D}" dt="2024-04-29T10:56:23.755" v="480" actId="478"/>
          <ac:picMkLst>
            <pc:docMk/>
            <pc:sldMk cId="712961083" sldId="575"/>
            <ac:picMk id="6146" creationId="{A06FF176-9794-E336-FC44-507A5280952C}"/>
          </ac:picMkLst>
        </pc:picChg>
        <pc:picChg chg="add del mod">
          <ac:chgData name="Ibrahim NIANG" userId="acdf7ece8d0764a7" providerId="LiveId" clId="{0D4CE526-D4D6-4E03-8497-92AD1D0B6A2D}" dt="2024-04-29T10:55:48.521" v="469" actId="478"/>
          <ac:picMkLst>
            <pc:docMk/>
            <pc:sldMk cId="712961083" sldId="575"/>
            <ac:picMk id="6148" creationId="{9965315D-0933-5C2E-BCA0-65CBD8CDBC62}"/>
          </ac:picMkLst>
        </pc:picChg>
        <pc:picChg chg="add del mod">
          <ac:chgData name="Ibrahim NIANG" userId="acdf7ece8d0764a7" providerId="LiveId" clId="{0D4CE526-D4D6-4E03-8497-92AD1D0B6A2D}" dt="2024-04-29T10:56:24.149" v="481" actId="478"/>
          <ac:picMkLst>
            <pc:docMk/>
            <pc:sldMk cId="712961083" sldId="575"/>
            <ac:picMk id="6150" creationId="{08A8685D-6A58-EBB2-AF52-328700F550A1}"/>
          </ac:picMkLst>
        </pc:picChg>
        <pc:picChg chg="add mod">
          <ac:chgData name="Ibrahim NIANG" userId="acdf7ece8d0764a7" providerId="LiveId" clId="{0D4CE526-D4D6-4E03-8497-92AD1D0B6A2D}" dt="2024-04-29T10:57:01.443" v="488" actId="1076"/>
          <ac:picMkLst>
            <pc:docMk/>
            <pc:sldMk cId="712961083" sldId="575"/>
            <ac:picMk id="6152" creationId="{F5404BEF-4D01-881D-1E4A-D1C341B6BD0E}"/>
          </ac:picMkLst>
        </pc:picChg>
        <pc:picChg chg="add del mod">
          <ac:chgData name="Ibrahim NIANG" userId="acdf7ece8d0764a7" providerId="LiveId" clId="{0D4CE526-D4D6-4E03-8497-92AD1D0B6A2D}" dt="2024-04-29T10:56:59.685" v="487" actId="478"/>
          <ac:picMkLst>
            <pc:docMk/>
            <pc:sldMk cId="712961083" sldId="575"/>
            <ac:picMk id="6154" creationId="{B1F07AA4-2E21-4F2F-8458-954CA240975B}"/>
          </ac:picMkLst>
        </pc:picChg>
        <pc:picChg chg="add mod">
          <ac:chgData name="Ibrahim NIANG" userId="acdf7ece8d0764a7" providerId="LiveId" clId="{0D4CE526-D4D6-4E03-8497-92AD1D0B6A2D}" dt="2024-04-29T10:59:33.532" v="502" actId="1076"/>
          <ac:picMkLst>
            <pc:docMk/>
            <pc:sldMk cId="712961083" sldId="575"/>
            <ac:picMk id="6156" creationId="{999F9089-FF58-6BB7-650F-9667B0FFDB05}"/>
          </ac:picMkLst>
        </pc:picChg>
        <pc:picChg chg="add del">
          <ac:chgData name="Ibrahim NIANG" userId="acdf7ece8d0764a7" providerId="LiveId" clId="{0D4CE526-D4D6-4E03-8497-92AD1D0B6A2D}" dt="2024-04-29T10:59:27.395" v="501" actId="478"/>
          <ac:picMkLst>
            <pc:docMk/>
            <pc:sldMk cId="712961083" sldId="575"/>
            <ac:picMk id="6158" creationId="{30CD172E-424A-9642-F314-103DE9D8A862}"/>
          </ac:picMkLst>
        </pc:picChg>
      </pc:sldChg>
      <pc:sldChg chg="modSp add mod">
        <pc:chgData name="Ibrahim NIANG" userId="acdf7ece8d0764a7" providerId="LiveId" clId="{0D4CE526-D4D6-4E03-8497-92AD1D0B6A2D}" dt="2024-04-29T11:06:33.463" v="556"/>
        <pc:sldMkLst>
          <pc:docMk/>
          <pc:sldMk cId="1610213560" sldId="576"/>
        </pc:sldMkLst>
        <pc:spChg chg="mod">
          <ac:chgData name="Ibrahim NIANG" userId="acdf7ece8d0764a7" providerId="LiveId" clId="{0D4CE526-D4D6-4E03-8497-92AD1D0B6A2D}" dt="2024-04-29T11:06:33.463" v="556"/>
          <ac:spMkLst>
            <pc:docMk/>
            <pc:sldMk cId="1610213560" sldId="576"/>
            <ac:spMk id="11" creationId="{20BAFBF7-29E1-AA7E-2DFE-6D43BCAE4C7F}"/>
          </ac:spMkLst>
        </pc:spChg>
      </pc:sldChg>
      <pc:sldChg chg="delSp modSp add mod">
        <pc:chgData name="Ibrahim NIANG" userId="acdf7ece8d0764a7" providerId="LiveId" clId="{0D4CE526-D4D6-4E03-8497-92AD1D0B6A2D}" dt="2024-04-29T11:46:41.496" v="823" actId="1076"/>
        <pc:sldMkLst>
          <pc:docMk/>
          <pc:sldMk cId="2212745164" sldId="577"/>
        </pc:sldMkLst>
        <pc:spChg chg="mod">
          <ac:chgData name="Ibrahim NIANG" userId="acdf7ece8d0764a7" providerId="LiveId" clId="{0D4CE526-D4D6-4E03-8497-92AD1D0B6A2D}" dt="2024-04-29T11:46:29.287" v="818" actId="1076"/>
          <ac:spMkLst>
            <pc:docMk/>
            <pc:sldMk cId="2212745164" sldId="577"/>
            <ac:spMk id="7" creationId="{C30FF006-9BF1-0F56-E0C3-09F90A9B613F}"/>
          </ac:spMkLst>
        </pc:spChg>
        <pc:spChg chg="mod">
          <ac:chgData name="Ibrahim NIANG" userId="acdf7ece8d0764a7" providerId="LiveId" clId="{0D4CE526-D4D6-4E03-8497-92AD1D0B6A2D}" dt="2024-04-29T11:06:37.097" v="557"/>
          <ac:spMkLst>
            <pc:docMk/>
            <pc:sldMk cId="2212745164" sldId="577"/>
            <ac:spMk id="11" creationId="{20BAFBF7-29E1-AA7E-2DFE-6D43BCAE4C7F}"/>
          </ac:spMkLst>
        </pc:spChg>
        <pc:picChg chg="del">
          <ac:chgData name="Ibrahim NIANG" userId="acdf7ece8d0764a7" providerId="LiveId" clId="{0D4CE526-D4D6-4E03-8497-92AD1D0B6A2D}" dt="2024-04-29T10:59:16.034" v="498" actId="478"/>
          <ac:picMkLst>
            <pc:docMk/>
            <pc:sldMk cId="2212745164" sldId="577"/>
            <ac:picMk id="6152" creationId="{F5404BEF-4D01-881D-1E4A-D1C341B6BD0E}"/>
          </ac:picMkLst>
        </pc:picChg>
        <pc:picChg chg="del">
          <ac:chgData name="Ibrahim NIANG" userId="acdf7ece8d0764a7" providerId="LiveId" clId="{0D4CE526-D4D6-4E03-8497-92AD1D0B6A2D}" dt="2024-04-29T10:59:15.004" v="497" actId="478"/>
          <ac:picMkLst>
            <pc:docMk/>
            <pc:sldMk cId="2212745164" sldId="577"/>
            <ac:picMk id="6156" creationId="{999F9089-FF58-6BB7-650F-9667B0FFDB05}"/>
          </ac:picMkLst>
        </pc:picChg>
        <pc:picChg chg="mod">
          <ac:chgData name="Ibrahim NIANG" userId="acdf7ece8d0764a7" providerId="LiveId" clId="{0D4CE526-D4D6-4E03-8497-92AD1D0B6A2D}" dt="2024-04-29T11:46:41.496" v="823" actId="1076"/>
          <ac:picMkLst>
            <pc:docMk/>
            <pc:sldMk cId="2212745164" sldId="577"/>
            <ac:picMk id="6158" creationId="{30CD172E-424A-9642-F314-103DE9D8A862}"/>
          </ac:picMkLst>
        </pc:picChg>
      </pc:sldChg>
      <pc:sldChg chg="addSp delSp modSp add mod ord">
        <pc:chgData name="Ibrahim NIANG" userId="acdf7ece8d0764a7" providerId="LiveId" clId="{0D4CE526-D4D6-4E03-8497-92AD1D0B6A2D}" dt="2024-04-29T11:06:28.706" v="555"/>
        <pc:sldMkLst>
          <pc:docMk/>
          <pc:sldMk cId="3663098046" sldId="578"/>
        </pc:sldMkLst>
        <pc:spChg chg="mod">
          <ac:chgData name="Ibrahim NIANG" userId="acdf7ece8d0764a7" providerId="LiveId" clId="{0D4CE526-D4D6-4E03-8497-92AD1D0B6A2D}" dt="2024-04-29T11:06:28.706" v="555"/>
          <ac:spMkLst>
            <pc:docMk/>
            <pc:sldMk cId="3663098046" sldId="578"/>
            <ac:spMk id="11" creationId="{20BAFBF7-29E1-AA7E-2DFE-6D43BCAE4C7F}"/>
          </ac:spMkLst>
        </pc:spChg>
        <pc:picChg chg="del">
          <ac:chgData name="Ibrahim NIANG" userId="acdf7ece8d0764a7" providerId="LiveId" clId="{0D4CE526-D4D6-4E03-8497-92AD1D0B6A2D}" dt="2024-04-29T11:02:26.363" v="520" actId="478"/>
          <ac:picMkLst>
            <pc:docMk/>
            <pc:sldMk cId="3663098046" sldId="578"/>
            <ac:picMk id="5122" creationId="{479A1ED9-77A2-9EF3-0D19-E273DF713F86}"/>
          </ac:picMkLst>
        </pc:picChg>
        <pc:picChg chg="del">
          <ac:chgData name="Ibrahim NIANG" userId="acdf7ece8d0764a7" providerId="LiveId" clId="{0D4CE526-D4D6-4E03-8497-92AD1D0B6A2D}" dt="2024-04-29T11:02:24.624" v="518" actId="478"/>
          <ac:picMkLst>
            <pc:docMk/>
            <pc:sldMk cId="3663098046" sldId="578"/>
            <ac:picMk id="5124" creationId="{4C000704-C407-3AEB-CCA2-CE6674758017}"/>
          </ac:picMkLst>
        </pc:picChg>
        <pc:picChg chg="del">
          <ac:chgData name="Ibrahim NIANG" userId="acdf7ece8d0764a7" providerId="LiveId" clId="{0D4CE526-D4D6-4E03-8497-92AD1D0B6A2D}" dt="2024-04-29T11:02:25.144" v="519" actId="478"/>
          <ac:picMkLst>
            <pc:docMk/>
            <pc:sldMk cId="3663098046" sldId="578"/>
            <ac:picMk id="5128" creationId="{D3A975B3-F707-1F81-579C-10BD80133173}"/>
          </ac:picMkLst>
        </pc:picChg>
        <pc:picChg chg="mod">
          <ac:chgData name="Ibrahim NIANG" userId="acdf7ece8d0764a7" providerId="LiveId" clId="{0D4CE526-D4D6-4E03-8497-92AD1D0B6A2D}" dt="2024-04-29T11:02:52.982" v="530" actId="167"/>
          <ac:picMkLst>
            <pc:docMk/>
            <pc:sldMk cId="3663098046" sldId="578"/>
            <ac:picMk id="5132" creationId="{26A0F5FD-2BD0-D285-920E-540728D583DA}"/>
          </ac:picMkLst>
        </pc:picChg>
        <pc:picChg chg="add mod">
          <ac:chgData name="Ibrahim NIANG" userId="acdf7ece8d0764a7" providerId="LiveId" clId="{0D4CE526-D4D6-4E03-8497-92AD1D0B6A2D}" dt="2024-04-29T11:02:50.619" v="529" actId="1076"/>
          <ac:picMkLst>
            <pc:docMk/>
            <pc:sldMk cId="3663098046" sldId="578"/>
            <ac:picMk id="7170" creationId="{2DF68428-35D7-59A3-B68F-7E303334110C}"/>
          </ac:picMkLst>
        </pc:picChg>
      </pc:sldChg>
      <pc:sldChg chg="addSp delSp modSp add mod ord modNotesTx">
        <pc:chgData name="Ibrahim NIANG" userId="acdf7ece8d0764a7" providerId="LiveId" clId="{0D4CE526-D4D6-4E03-8497-92AD1D0B6A2D}" dt="2024-04-29T12:28:00.784" v="1030" actId="1076"/>
        <pc:sldMkLst>
          <pc:docMk/>
          <pc:sldMk cId="2993740286" sldId="579"/>
        </pc:sldMkLst>
        <pc:spChg chg="mod">
          <ac:chgData name="Ibrahim NIANG" userId="acdf7ece8d0764a7" providerId="LiveId" clId="{0D4CE526-D4D6-4E03-8497-92AD1D0B6A2D}" dt="2024-04-29T11:07:29.790" v="584" actId="11"/>
          <ac:spMkLst>
            <pc:docMk/>
            <pc:sldMk cId="2993740286" sldId="579"/>
            <ac:spMk id="4" creationId="{E2D39D85-5E0D-2D90-70BA-BFBE367A61E6}"/>
          </ac:spMkLst>
        </pc:spChg>
        <pc:spChg chg="del mod">
          <ac:chgData name="Ibrahim NIANG" userId="acdf7ece8d0764a7" providerId="LiveId" clId="{0D4CE526-D4D6-4E03-8497-92AD1D0B6A2D}" dt="2024-04-29T11:54:06.175" v="830" actId="478"/>
          <ac:spMkLst>
            <pc:docMk/>
            <pc:sldMk cId="2993740286" sldId="579"/>
            <ac:spMk id="7" creationId="{C30FF006-9BF1-0F56-E0C3-09F90A9B613F}"/>
          </ac:spMkLst>
        </pc:spChg>
        <pc:spChg chg="add del">
          <ac:chgData name="Ibrahim NIANG" userId="acdf7ece8d0764a7" providerId="LiveId" clId="{0D4CE526-D4D6-4E03-8497-92AD1D0B6A2D}" dt="2024-04-29T11:49:45.190" v="829" actId="478"/>
          <ac:spMkLst>
            <pc:docMk/>
            <pc:sldMk cId="2993740286" sldId="579"/>
            <ac:spMk id="9" creationId="{990FC4CC-EA98-AB5D-35EB-0B25E4FE7F2F}"/>
          </ac:spMkLst>
        </pc:spChg>
        <pc:spChg chg="mod">
          <ac:chgData name="Ibrahim NIANG" userId="acdf7ece8d0764a7" providerId="LiveId" clId="{0D4CE526-D4D6-4E03-8497-92AD1D0B6A2D}" dt="2024-04-29T12:19:36.916" v="996" actId="1076"/>
          <ac:spMkLst>
            <pc:docMk/>
            <pc:sldMk cId="2993740286" sldId="579"/>
            <ac:spMk id="11" creationId="{20BAFBF7-29E1-AA7E-2DFE-6D43BCAE4C7F}"/>
          </ac:spMkLst>
        </pc:spChg>
        <pc:spChg chg="add mod">
          <ac:chgData name="Ibrahim NIANG" userId="acdf7ece8d0764a7" providerId="LiveId" clId="{0D4CE526-D4D6-4E03-8497-92AD1D0B6A2D}" dt="2024-04-29T12:28:00.784" v="1030" actId="1076"/>
          <ac:spMkLst>
            <pc:docMk/>
            <pc:sldMk cId="2993740286" sldId="579"/>
            <ac:spMk id="14" creationId="{21E5BF6A-1E2E-6FC0-A726-551BC88BD050}"/>
          </ac:spMkLst>
        </pc:spChg>
        <pc:picChg chg="add del mod">
          <ac:chgData name="Ibrahim NIANG" userId="acdf7ece8d0764a7" providerId="LiveId" clId="{0D4CE526-D4D6-4E03-8497-92AD1D0B6A2D}" dt="2024-04-29T12:15:05.805" v="897" actId="478"/>
          <ac:picMkLst>
            <pc:docMk/>
            <pc:sldMk cId="2993740286" sldId="579"/>
            <ac:picMk id="6" creationId="{6213819F-20A7-A96B-7B24-66CF61C2941B}"/>
          </ac:picMkLst>
        </pc:picChg>
        <pc:picChg chg="del">
          <ac:chgData name="Ibrahim NIANG" userId="acdf7ece8d0764a7" providerId="LiveId" clId="{0D4CE526-D4D6-4E03-8497-92AD1D0B6A2D}" dt="2024-04-29T11:14:03.289" v="587" actId="478"/>
          <ac:picMkLst>
            <pc:docMk/>
            <pc:sldMk cId="2993740286" sldId="579"/>
            <ac:picMk id="5122" creationId="{479A1ED9-77A2-9EF3-0D19-E273DF713F86}"/>
          </ac:picMkLst>
        </pc:picChg>
        <pc:picChg chg="del">
          <ac:chgData name="Ibrahim NIANG" userId="acdf7ece8d0764a7" providerId="LiveId" clId="{0D4CE526-D4D6-4E03-8497-92AD1D0B6A2D}" dt="2024-04-29T11:14:02.835" v="586" actId="478"/>
          <ac:picMkLst>
            <pc:docMk/>
            <pc:sldMk cId="2993740286" sldId="579"/>
            <ac:picMk id="5124" creationId="{4C000704-C407-3AEB-CCA2-CE6674758017}"/>
          </ac:picMkLst>
        </pc:picChg>
        <pc:picChg chg="del">
          <ac:chgData name="Ibrahim NIANG" userId="acdf7ece8d0764a7" providerId="LiveId" clId="{0D4CE526-D4D6-4E03-8497-92AD1D0B6A2D}" dt="2024-04-29T11:14:02.169" v="585" actId="478"/>
          <ac:picMkLst>
            <pc:docMk/>
            <pc:sldMk cId="2993740286" sldId="579"/>
            <ac:picMk id="5128" creationId="{D3A975B3-F707-1F81-579C-10BD80133173}"/>
          </ac:picMkLst>
        </pc:picChg>
        <pc:picChg chg="del">
          <ac:chgData name="Ibrahim NIANG" userId="acdf7ece8d0764a7" providerId="LiveId" clId="{0D4CE526-D4D6-4E03-8497-92AD1D0B6A2D}" dt="2024-04-29T11:14:03.771" v="588" actId="478"/>
          <ac:picMkLst>
            <pc:docMk/>
            <pc:sldMk cId="2993740286" sldId="579"/>
            <ac:picMk id="5134" creationId="{8439F993-D64B-A19E-03C8-8F83AEDB6677}"/>
          </ac:picMkLst>
        </pc:picChg>
        <pc:picChg chg="add del mod">
          <ac:chgData name="Ibrahim NIANG" userId="acdf7ece8d0764a7" providerId="LiveId" clId="{0D4CE526-D4D6-4E03-8497-92AD1D0B6A2D}" dt="2024-04-29T11:14:18.751" v="592" actId="478"/>
          <ac:picMkLst>
            <pc:docMk/>
            <pc:sldMk cId="2993740286" sldId="579"/>
            <ac:picMk id="8194" creationId="{99C388F6-DAE9-EF90-2E79-DD45CAF31271}"/>
          </ac:picMkLst>
        </pc:picChg>
        <pc:picChg chg="add del mod">
          <ac:chgData name="Ibrahim NIANG" userId="acdf7ece8d0764a7" providerId="LiveId" clId="{0D4CE526-D4D6-4E03-8497-92AD1D0B6A2D}" dt="2024-04-29T12:18:40.160" v="977" actId="478"/>
          <ac:picMkLst>
            <pc:docMk/>
            <pc:sldMk cId="2993740286" sldId="579"/>
            <ac:picMk id="8196" creationId="{2DDB774C-4E37-74DA-2C8F-688EE347C694}"/>
          </ac:picMkLst>
        </pc:picChg>
        <pc:picChg chg="add mod">
          <ac:chgData name="Ibrahim NIANG" userId="acdf7ece8d0764a7" providerId="LiveId" clId="{0D4CE526-D4D6-4E03-8497-92AD1D0B6A2D}" dt="2024-04-29T12:19:28.317" v="994" actId="1076"/>
          <ac:picMkLst>
            <pc:docMk/>
            <pc:sldMk cId="2993740286" sldId="579"/>
            <ac:picMk id="8198" creationId="{253BF44F-5418-F6EE-0F2E-CC9ECE22418F}"/>
          </ac:picMkLst>
        </pc:picChg>
        <pc:picChg chg="add del mod">
          <ac:chgData name="Ibrahim NIANG" userId="acdf7ece8d0764a7" providerId="LiveId" clId="{0D4CE526-D4D6-4E03-8497-92AD1D0B6A2D}" dt="2024-04-29T12:18:26.339" v="968" actId="478"/>
          <ac:picMkLst>
            <pc:docMk/>
            <pc:sldMk cId="2993740286" sldId="579"/>
            <ac:picMk id="8200" creationId="{A93BB071-C87E-FB3A-B8F9-9DE927148DC9}"/>
          </ac:picMkLst>
        </pc:picChg>
        <pc:picChg chg="add mod">
          <ac:chgData name="Ibrahim NIANG" userId="acdf7ece8d0764a7" providerId="LiveId" clId="{0D4CE526-D4D6-4E03-8497-92AD1D0B6A2D}" dt="2024-04-29T12:21:23.491" v="1005" actId="1076"/>
          <ac:picMkLst>
            <pc:docMk/>
            <pc:sldMk cId="2993740286" sldId="579"/>
            <ac:picMk id="8202" creationId="{D1620239-CD1A-4C90-48E1-1D7FB3267E9A}"/>
          </ac:picMkLst>
        </pc:picChg>
        <pc:picChg chg="add mod">
          <ac:chgData name="Ibrahim NIANG" userId="acdf7ece8d0764a7" providerId="LiveId" clId="{0D4CE526-D4D6-4E03-8497-92AD1D0B6A2D}" dt="2024-04-29T12:19:24.956" v="992" actId="1076"/>
          <ac:picMkLst>
            <pc:docMk/>
            <pc:sldMk cId="2993740286" sldId="579"/>
            <ac:picMk id="8204" creationId="{2313ACEE-7E62-3B4F-4ACB-8038275BB1FA}"/>
          </ac:picMkLst>
        </pc:picChg>
        <pc:picChg chg="add mod">
          <ac:chgData name="Ibrahim NIANG" userId="acdf7ece8d0764a7" providerId="LiveId" clId="{0D4CE526-D4D6-4E03-8497-92AD1D0B6A2D}" dt="2024-04-29T12:21:19.559" v="1002" actId="1076"/>
          <ac:picMkLst>
            <pc:docMk/>
            <pc:sldMk cId="2993740286" sldId="579"/>
            <ac:picMk id="8206" creationId="{87ADFDC4-34EC-CDAD-99DE-E26C9BF76C1C}"/>
          </ac:picMkLst>
        </pc:picChg>
      </pc:sldChg>
      <pc:sldChg chg="addSp delSp modSp add mod ord modNotesTx">
        <pc:chgData name="Ibrahim NIANG" userId="acdf7ece8d0764a7" providerId="LiveId" clId="{0D4CE526-D4D6-4E03-8497-92AD1D0B6A2D}" dt="2024-05-02T10:41:47.142" v="2353" actId="1076"/>
        <pc:sldMkLst>
          <pc:docMk/>
          <pc:sldMk cId="2319644818" sldId="580"/>
        </pc:sldMkLst>
        <pc:spChg chg="del mod">
          <ac:chgData name="Ibrahim NIANG" userId="acdf7ece8d0764a7" providerId="LiveId" clId="{0D4CE526-D4D6-4E03-8497-92AD1D0B6A2D}" dt="2024-04-29T11:32:48.735" v="686" actId="478"/>
          <ac:spMkLst>
            <pc:docMk/>
            <pc:sldMk cId="2319644818" sldId="580"/>
            <ac:spMk id="7" creationId="{C30FF006-9BF1-0F56-E0C3-09F90A9B613F}"/>
          </ac:spMkLst>
        </pc:spChg>
        <pc:spChg chg="add mod">
          <ac:chgData name="Ibrahim NIANG" userId="acdf7ece8d0764a7" providerId="LiveId" clId="{0D4CE526-D4D6-4E03-8497-92AD1D0B6A2D}" dt="2024-04-29T11:47:01.793" v="824" actId="207"/>
          <ac:spMkLst>
            <pc:docMk/>
            <pc:sldMk cId="2319644818" sldId="580"/>
            <ac:spMk id="8" creationId="{4AC91EBC-0AC8-D3AC-27C6-7F822B921B66}"/>
          </ac:spMkLst>
        </pc:spChg>
        <pc:spChg chg="add mod">
          <ac:chgData name="Ibrahim NIANG" userId="acdf7ece8d0764a7" providerId="LiveId" clId="{0D4CE526-D4D6-4E03-8497-92AD1D0B6A2D}" dt="2024-04-29T11:34:53.320" v="737" actId="1076"/>
          <ac:spMkLst>
            <pc:docMk/>
            <pc:sldMk cId="2319644818" sldId="580"/>
            <ac:spMk id="10" creationId="{B483B894-E9D5-ABCB-5275-9137E53989A0}"/>
          </ac:spMkLst>
        </pc:spChg>
        <pc:spChg chg="mod">
          <ac:chgData name="Ibrahim NIANG" userId="acdf7ece8d0764a7" providerId="LiveId" clId="{0D4CE526-D4D6-4E03-8497-92AD1D0B6A2D}" dt="2024-05-02T10:41:45.732" v="2352" actId="1076"/>
          <ac:spMkLst>
            <pc:docMk/>
            <pc:sldMk cId="2319644818" sldId="580"/>
            <ac:spMk id="11" creationId="{20BAFBF7-29E1-AA7E-2DFE-6D43BCAE4C7F}"/>
          </ac:spMkLst>
        </pc:spChg>
        <pc:spChg chg="add mod">
          <ac:chgData name="Ibrahim NIANG" userId="acdf7ece8d0764a7" providerId="LiveId" clId="{0D4CE526-D4D6-4E03-8497-92AD1D0B6A2D}" dt="2024-05-02T10:41:47.142" v="2353" actId="1076"/>
          <ac:spMkLst>
            <pc:docMk/>
            <pc:sldMk cId="2319644818" sldId="580"/>
            <ac:spMk id="15" creationId="{785E1395-194F-F3B8-47FA-EB98B3D5B6DF}"/>
          </ac:spMkLst>
        </pc:spChg>
        <pc:picChg chg="del">
          <ac:chgData name="Ibrahim NIANG" userId="acdf7ece8d0764a7" providerId="LiveId" clId="{0D4CE526-D4D6-4E03-8497-92AD1D0B6A2D}" dt="2024-04-29T11:18:45.683" v="631" actId="478"/>
          <ac:picMkLst>
            <pc:docMk/>
            <pc:sldMk cId="2319644818" sldId="580"/>
            <ac:picMk id="6" creationId="{6213819F-20A7-A96B-7B24-66CF61C2941B}"/>
          </ac:picMkLst>
        </pc:picChg>
        <pc:picChg chg="add mod">
          <ac:chgData name="Ibrahim NIANG" userId="acdf7ece8d0764a7" providerId="LiveId" clId="{0D4CE526-D4D6-4E03-8497-92AD1D0B6A2D}" dt="2024-04-29T11:39:38.018" v="744" actId="167"/>
          <ac:picMkLst>
            <pc:docMk/>
            <pc:sldMk cId="2319644818" sldId="580"/>
            <ac:picMk id="9218" creationId="{025B3446-6398-7B24-9496-1F0DECA5C30F}"/>
          </ac:picMkLst>
        </pc:picChg>
        <pc:picChg chg="add mod">
          <ac:chgData name="Ibrahim NIANG" userId="acdf7ece8d0764a7" providerId="LiveId" clId="{0D4CE526-D4D6-4E03-8497-92AD1D0B6A2D}" dt="2024-04-29T11:35:01.606" v="741" actId="1076"/>
          <ac:picMkLst>
            <pc:docMk/>
            <pc:sldMk cId="2319644818" sldId="580"/>
            <ac:picMk id="9220" creationId="{56E65D08-4732-AA4C-9E07-37A36D6F07E2}"/>
          </ac:picMkLst>
        </pc:picChg>
      </pc:sldChg>
      <pc:sldChg chg="addSp delSp modSp add mod modNotesTx">
        <pc:chgData name="Ibrahim NIANG" userId="acdf7ece8d0764a7" providerId="LiveId" clId="{0D4CE526-D4D6-4E03-8497-92AD1D0B6A2D}" dt="2024-05-02T10:43:17.748" v="2449" actId="313"/>
        <pc:sldMkLst>
          <pc:docMk/>
          <pc:sldMk cId="1713667859" sldId="581"/>
        </pc:sldMkLst>
        <pc:spChg chg="add mod">
          <ac:chgData name="Ibrahim NIANG" userId="acdf7ece8d0764a7" providerId="LiveId" clId="{0D4CE526-D4D6-4E03-8497-92AD1D0B6A2D}" dt="2024-05-02T10:43:17.748" v="2449" actId="313"/>
          <ac:spMkLst>
            <pc:docMk/>
            <pc:sldMk cId="1713667859" sldId="581"/>
            <ac:spMk id="6" creationId="{EEED8493-CE7E-027B-D3AE-1B22BFB0CBF8}"/>
          </ac:spMkLst>
        </pc:spChg>
        <pc:spChg chg="del">
          <ac:chgData name="Ibrahim NIANG" userId="acdf7ece8d0764a7" providerId="LiveId" clId="{0D4CE526-D4D6-4E03-8497-92AD1D0B6A2D}" dt="2024-04-29T11:46:12.889" v="813" actId="478"/>
          <ac:spMkLst>
            <pc:docMk/>
            <pc:sldMk cId="1713667859" sldId="581"/>
            <ac:spMk id="7" creationId="{C30FF006-9BF1-0F56-E0C3-09F90A9B613F}"/>
          </ac:spMkLst>
        </pc:spChg>
        <pc:spChg chg="mod">
          <ac:chgData name="Ibrahim NIANG" userId="acdf7ece8d0764a7" providerId="LiveId" clId="{0D4CE526-D4D6-4E03-8497-92AD1D0B6A2D}" dt="2024-04-29T11:41:37.525" v="789" actId="20577"/>
          <ac:spMkLst>
            <pc:docMk/>
            <pc:sldMk cId="1713667859" sldId="581"/>
            <ac:spMk id="11" creationId="{20BAFBF7-29E1-AA7E-2DFE-6D43BCAE4C7F}"/>
          </ac:spMkLst>
        </pc:spChg>
        <pc:spChg chg="add mod">
          <ac:chgData name="Ibrahim NIANG" userId="acdf7ece8d0764a7" providerId="LiveId" clId="{0D4CE526-D4D6-4E03-8497-92AD1D0B6A2D}" dt="2024-04-29T11:54:26.935" v="835" actId="1076"/>
          <ac:spMkLst>
            <pc:docMk/>
            <pc:sldMk cId="1713667859" sldId="581"/>
            <ac:spMk id="14" creationId="{166B4A4E-DE88-B37D-D942-74DED873961D}"/>
          </ac:spMkLst>
        </pc:spChg>
        <pc:picChg chg="add del mod">
          <ac:chgData name="Ibrahim NIANG" userId="acdf7ece8d0764a7" providerId="LiveId" clId="{0D4CE526-D4D6-4E03-8497-92AD1D0B6A2D}" dt="2024-04-29T11:24:49.588" v="660" actId="478"/>
          <ac:picMkLst>
            <pc:docMk/>
            <pc:sldMk cId="1713667859" sldId="581"/>
            <ac:picMk id="6" creationId="{717F8109-6D44-D28C-0DD4-01CB8822EF6E}"/>
          </ac:picMkLst>
        </pc:picChg>
        <pc:picChg chg="add del mod">
          <ac:chgData name="Ibrahim NIANG" userId="acdf7ece8d0764a7" providerId="LiveId" clId="{0D4CE526-D4D6-4E03-8497-92AD1D0B6A2D}" dt="2024-04-29T11:41:39.837" v="790" actId="478"/>
          <ac:picMkLst>
            <pc:docMk/>
            <pc:sldMk cId="1713667859" sldId="581"/>
            <ac:picMk id="9" creationId="{4066F736-7C40-6C34-A76C-718C94A8C7B4}"/>
          </ac:picMkLst>
        </pc:picChg>
        <pc:picChg chg="del">
          <ac:chgData name="Ibrahim NIANG" userId="acdf7ece8d0764a7" providerId="LiveId" clId="{0D4CE526-D4D6-4E03-8497-92AD1D0B6A2D}" dt="2024-04-29T11:21:05.554" v="648" actId="478"/>
          <ac:picMkLst>
            <pc:docMk/>
            <pc:sldMk cId="1713667859" sldId="581"/>
            <ac:picMk id="9218" creationId="{025B3446-6398-7B24-9496-1F0DECA5C30F}"/>
          </ac:picMkLst>
        </pc:picChg>
        <pc:picChg chg="add del mod">
          <ac:chgData name="Ibrahim NIANG" userId="acdf7ece8d0764a7" providerId="LiveId" clId="{0D4CE526-D4D6-4E03-8497-92AD1D0B6A2D}" dt="2024-04-29T11:21:20.987" v="655" actId="478"/>
          <ac:picMkLst>
            <pc:docMk/>
            <pc:sldMk cId="1713667859" sldId="581"/>
            <ac:picMk id="10242" creationId="{73F8EB45-1624-893C-FAF0-E430901A474B}"/>
          </ac:picMkLst>
        </pc:picChg>
        <pc:picChg chg="add mod">
          <ac:chgData name="Ibrahim NIANG" userId="acdf7ece8d0764a7" providerId="LiveId" clId="{0D4CE526-D4D6-4E03-8497-92AD1D0B6A2D}" dt="2024-04-29T11:47:33.607" v="827" actId="1076"/>
          <ac:picMkLst>
            <pc:docMk/>
            <pc:sldMk cId="1713667859" sldId="581"/>
            <ac:picMk id="10244" creationId="{EFEE691C-9405-5796-25F9-EAB9AB441D7C}"/>
          </ac:picMkLst>
        </pc:picChg>
      </pc:sldChg>
      <pc:sldChg chg="addSp delSp modSp add mod modNotesTx">
        <pc:chgData name="Ibrahim NIANG" userId="acdf7ece8d0764a7" providerId="LiveId" clId="{0D4CE526-D4D6-4E03-8497-92AD1D0B6A2D}" dt="2024-04-29T12:06:21.035" v="895" actId="20577"/>
        <pc:sldMkLst>
          <pc:docMk/>
          <pc:sldMk cId="1506449970" sldId="582"/>
        </pc:sldMkLst>
        <pc:spChg chg="del">
          <ac:chgData name="Ibrahim NIANG" userId="acdf7ece8d0764a7" providerId="LiveId" clId="{0D4CE526-D4D6-4E03-8497-92AD1D0B6A2D}" dt="2024-04-29T12:05:26.438" v="845" actId="478"/>
          <ac:spMkLst>
            <pc:docMk/>
            <pc:sldMk cId="1506449970" sldId="582"/>
            <ac:spMk id="8" creationId="{4AC91EBC-0AC8-D3AC-27C6-7F822B921B66}"/>
          </ac:spMkLst>
        </pc:spChg>
        <pc:spChg chg="del">
          <ac:chgData name="Ibrahim NIANG" userId="acdf7ece8d0764a7" providerId="LiveId" clId="{0D4CE526-D4D6-4E03-8497-92AD1D0B6A2D}" dt="2024-04-29T12:06:05.618" v="891" actId="478"/>
          <ac:spMkLst>
            <pc:docMk/>
            <pc:sldMk cId="1506449970" sldId="582"/>
            <ac:spMk id="10" creationId="{B483B894-E9D5-ABCB-5275-9137E53989A0}"/>
          </ac:spMkLst>
        </pc:spChg>
        <pc:spChg chg="mod">
          <ac:chgData name="Ibrahim NIANG" userId="acdf7ece8d0764a7" providerId="LiveId" clId="{0D4CE526-D4D6-4E03-8497-92AD1D0B6A2D}" dt="2024-04-29T12:05:45.466" v="884" actId="1076"/>
          <ac:spMkLst>
            <pc:docMk/>
            <pc:sldMk cId="1506449970" sldId="582"/>
            <ac:spMk id="11" creationId="{20BAFBF7-29E1-AA7E-2DFE-6D43BCAE4C7F}"/>
          </ac:spMkLst>
        </pc:spChg>
        <pc:spChg chg="del">
          <ac:chgData name="Ibrahim NIANG" userId="acdf7ece8d0764a7" providerId="LiveId" clId="{0D4CE526-D4D6-4E03-8497-92AD1D0B6A2D}" dt="2024-04-29T12:05:29.028" v="848" actId="478"/>
          <ac:spMkLst>
            <pc:docMk/>
            <pc:sldMk cId="1506449970" sldId="582"/>
            <ac:spMk id="15" creationId="{785E1395-194F-F3B8-47FA-EB98B3D5B6DF}"/>
          </ac:spMkLst>
        </pc:spChg>
        <pc:picChg chg="del">
          <ac:chgData name="Ibrahim NIANG" userId="acdf7ece8d0764a7" providerId="LiveId" clId="{0D4CE526-D4D6-4E03-8497-92AD1D0B6A2D}" dt="2024-04-29T12:05:27.721" v="847" actId="478"/>
          <ac:picMkLst>
            <pc:docMk/>
            <pc:sldMk cId="1506449970" sldId="582"/>
            <ac:picMk id="9218" creationId="{025B3446-6398-7B24-9496-1F0DECA5C30F}"/>
          </ac:picMkLst>
        </pc:picChg>
        <pc:picChg chg="del">
          <ac:chgData name="Ibrahim NIANG" userId="acdf7ece8d0764a7" providerId="LiveId" clId="{0D4CE526-D4D6-4E03-8497-92AD1D0B6A2D}" dt="2024-04-29T12:05:27.022" v="846" actId="478"/>
          <ac:picMkLst>
            <pc:docMk/>
            <pc:sldMk cId="1506449970" sldId="582"/>
            <ac:picMk id="9220" creationId="{56E65D08-4732-AA4C-9E07-37A36D6F07E2}"/>
          </ac:picMkLst>
        </pc:picChg>
        <pc:picChg chg="add mod">
          <ac:chgData name="Ibrahim NIANG" userId="acdf7ece8d0764a7" providerId="LiveId" clId="{0D4CE526-D4D6-4E03-8497-92AD1D0B6A2D}" dt="2024-04-29T12:06:00.156" v="890" actId="1076"/>
          <ac:picMkLst>
            <pc:docMk/>
            <pc:sldMk cId="1506449970" sldId="582"/>
            <ac:picMk id="11266" creationId="{D88870B7-F8D9-3DC1-71A9-2A618D045602}"/>
          </ac:picMkLst>
        </pc:picChg>
      </pc:sldChg>
      <pc:sldChg chg="addSp modSp add mod">
        <pc:chgData name="Ibrahim NIANG" userId="acdf7ece8d0764a7" providerId="LiveId" clId="{0D4CE526-D4D6-4E03-8497-92AD1D0B6A2D}" dt="2024-04-29T12:29:02.588" v="1038" actId="1076"/>
        <pc:sldMkLst>
          <pc:docMk/>
          <pc:sldMk cId="1940299089" sldId="583"/>
        </pc:sldMkLst>
        <pc:spChg chg="add mod">
          <ac:chgData name="Ibrahim NIANG" userId="acdf7ece8d0764a7" providerId="LiveId" clId="{0D4CE526-D4D6-4E03-8497-92AD1D0B6A2D}" dt="2024-04-29T12:29:02.588" v="1038" actId="1076"/>
          <ac:spMkLst>
            <pc:docMk/>
            <pc:sldMk cId="1940299089" sldId="583"/>
            <ac:spMk id="7" creationId="{327255BA-7BBD-888C-9419-C83BA51445E4}"/>
          </ac:spMkLst>
        </pc:spChg>
        <pc:spChg chg="mod">
          <ac:chgData name="Ibrahim NIANG" userId="acdf7ece8d0764a7" providerId="LiveId" clId="{0D4CE526-D4D6-4E03-8497-92AD1D0B6A2D}" dt="2024-04-29T12:27:55.785" v="1029" actId="1076"/>
          <ac:spMkLst>
            <pc:docMk/>
            <pc:sldMk cId="1940299089" sldId="583"/>
            <ac:spMk id="14" creationId="{21E5BF6A-1E2E-6FC0-A726-551BC88BD050}"/>
          </ac:spMkLst>
        </pc:spChg>
      </pc:sldChg>
      <pc:sldChg chg="addSp delSp modSp add mod">
        <pc:chgData name="Ibrahim NIANG" userId="acdf7ece8d0764a7" providerId="LiveId" clId="{0D4CE526-D4D6-4E03-8497-92AD1D0B6A2D}" dt="2024-04-29T12:17:53.550" v="967" actId="1076"/>
        <pc:sldMkLst>
          <pc:docMk/>
          <pc:sldMk cId="2081450237" sldId="584"/>
        </pc:sldMkLst>
        <pc:spChg chg="add mod">
          <ac:chgData name="Ibrahim NIANG" userId="acdf7ece8d0764a7" providerId="LiveId" clId="{0D4CE526-D4D6-4E03-8497-92AD1D0B6A2D}" dt="2024-04-29T12:17:47.887" v="964" actId="404"/>
          <ac:spMkLst>
            <pc:docMk/>
            <pc:sldMk cId="2081450237" sldId="584"/>
            <ac:spMk id="3" creationId="{F56B66AA-812D-3CA2-47F0-75657607FD58}"/>
          </ac:spMkLst>
        </pc:spChg>
        <pc:picChg chg="del">
          <ac:chgData name="Ibrahim NIANG" userId="acdf7ece8d0764a7" providerId="LiveId" clId="{0D4CE526-D4D6-4E03-8497-92AD1D0B6A2D}" dt="2024-04-29T12:17:35.595" v="960" actId="478"/>
          <ac:picMkLst>
            <pc:docMk/>
            <pc:sldMk cId="2081450237" sldId="584"/>
            <ac:picMk id="8196" creationId="{2DDB774C-4E37-74DA-2C8F-688EE347C694}"/>
          </ac:picMkLst>
        </pc:picChg>
        <pc:picChg chg="del">
          <ac:chgData name="Ibrahim NIANG" userId="acdf7ece8d0764a7" providerId="LiveId" clId="{0D4CE526-D4D6-4E03-8497-92AD1D0B6A2D}" dt="2024-04-29T12:17:38.404" v="961" actId="478"/>
          <ac:picMkLst>
            <pc:docMk/>
            <pc:sldMk cId="2081450237" sldId="584"/>
            <ac:picMk id="8198" creationId="{253BF44F-5418-F6EE-0F2E-CC9ECE22418F}"/>
          </ac:picMkLst>
        </pc:picChg>
        <pc:picChg chg="del">
          <ac:chgData name="Ibrahim NIANG" userId="acdf7ece8d0764a7" providerId="LiveId" clId="{0D4CE526-D4D6-4E03-8497-92AD1D0B6A2D}" dt="2024-04-29T12:17:01.618" v="953" actId="478"/>
          <ac:picMkLst>
            <pc:docMk/>
            <pc:sldMk cId="2081450237" sldId="584"/>
            <ac:picMk id="8200" creationId="{A93BB071-C87E-FB3A-B8F9-9DE927148DC9}"/>
          </ac:picMkLst>
        </pc:picChg>
        <pc:picChg chg="add mod">
          <ac:chgData name="Ibrahim NIANG" userId="acdf7ece8d0764a7" providerId="LiveId" clId="{0D4CE526-D4D6-4E03-8497-92AD1D0B6A2D}" dt="2024-04-29T12:17:53.550" v="967" actId="1076"/>
          <ac:picMkLst>
            <pc:docMk/>
            <pc:sldMk cId="2081450237" sldId="584"/>
            <ac:picMk id="12290" creationId="{3A54DC3B-6D50-6235-E5C8-CF7AB7D574E4}"/>
          </ac:picMkLst>
        </pc:picChg>
      </pc:sldChg>
      <pc:sldChg chg="addSp delSp modSp add mod">
        <pc:chgData name="Ibrahim NIANG" userId="acdf7ece8d0764a7" providerId="LiveId" clId="{0D4CE526-D4D6-4E03-8497-92AD1D0B6A2D}" dt="2024-05-01T15:40:28.394" v="2032" actId="11"/>
        <pc:sldMkLst>
          <pc:docMk/>
          <pc:sldMk cId="1944618213" sldId="585"/>
        </pc:sldMkLst>
        <pc:spChg chg="mod">
          <ac:chgData name="Ibrahim NIANG" userId="acdf7ece8d0764a7" providerId="LiveId" clId="{0D4CE526-D4D6-4E03-8497-92AD1D0B6A2D}" dt="2024-05-01T15:40:28.394" v="2032" actId="11"/>
          <ac:spMkLst>
            <pc:docMk/>
            <pc:sldMk cId="1944618213" sldId="585"/>
            <ac:spMk id="4" creationId="{E2D39D85-5E0D-2D90-70BA-BFBE367A61E6}"/>
          </ac:spMkLst>
        </pc:spChg>
        <pc:spChg chg="add mod">
          <ac:chgData name="Ibrahim NIANG" userId="acdf7ece8d0764a7" providerId="LiveId" clId="{0D4CE526-D4D6-4E03-8497-92AD1D0B6A2D}" dt="2024-04-29T14:49:34.560" v="1186" actId="1076"/>
          <ac:spMkLst>
            <pc:docMk/>
            <pc:sldMk cId="1944618213" sldId="585"/>
            <ac:spMk id="6" creationId="{C01814EC-D38D-0E59-9A80-73A3EFBB2B5E}"/>
          </ac:spMkLst>
        </pc:spChg>
        <pc:spChg chg="add del">
          <ac:chgData name="Ibrahim NIANG" userId="acdf7ece8d0764a7" providerId="LiveId" clId="{0D4CE526-D4D6-4E03-8497-92AD1D0B6A2D}" dt="2024-04-29T12:38:51.885" v="1079" actId="22"/>
          <ac:spMkLst>
            <pc:docMk/>
            <pc:sldMk cId="1944618213" sldId="585"/>
            <ac:spMk id="8" creationId="{FD3D20A5-8CED-A970-0403-E1BD34FA31AB}"/>
          </ac:spMkLst>
        </pc:spChg>
        <pc:spChg chg="add mod">
          <ac:chgData name="Ibrahim NIANG" userId="acdf7ece8d0764a7" providerId="LiveId" clId="{0D4CE526-D4D6-4E03-8497-92AD1D0B6A2D}" dt="2024-04-29T15:09:30.614" v="1474" actId="2711"/>
          <ac:spMkLst>
            <pc:docMk/>
            <pc:sldMk cId="1944618213" sldId="585"/>
            <ac:spMk id="10" creationId="{B8886614-7C63-E37D-90D6-39CEA93AF44F}"/>
          </ac:spMkLst>
        </pc:spChg>
        <pc:spChg chg="mod">
          <ac:chgData name="Ibrahim NIANG" userId="acdf7ece8d0764a7" providerId="LiveId" clId="{0D4CE526-D4D6-4E03-8497-92AD1D0B6A2D}" dt="2024-04-29T12:37:04.637" v="1074" actId="20577"/>
          <ac:spMkLst>
            <pc:docMk/>
            <pc:sldMk cId="1944618213" sldId="585"/>
            <ac:spMk id="11" creationId="{20BAFBF7-29E1-AA7E-2DFE-6D43BCAE4C7F}"/>
          </ac:spMkLst>
        </pc:spChg>
        <pc:spChg chg="del mod">
          <ac:chgData name="Ibrahim NIANG" userId="acdf7ece8d0764a7" providerId="LiveId" clId="{0D4CE526-D4D6-4E03-8497-92AD1D0B6A2D}" dt="2024-04-29T12:38:47.871" v="1077"/>
          <ac:spMkLst>
            <pc:docMk/>
            <pc:sldMk cId="1944618213" sldId="585"/>
            <ac:spMk id="14" creationId="{166B4A4E-DE88-B37D-D942-74DED873961D}"/>
          </ac:spMkLst>
        </pc:spChg>
        <pc:spChg chg="add mod">
          <ac:chgData name="Ibrahim NIANG" userId="acdf7ece8d0764a7" providerId="LiveId" clId="{0D4CE526-D4D6-4E03-8497-92AD1D0B6A2D}" dt="2024-04-29T12:44:32.698" v="1135" actId="20577"/>
          <ac:spMkLst>
            <pc:docMk/>
            <pc:sldMk cId="1944618213" sldId="585"/>
            <ac:spMk id="16" creationId="{C5535B12-98B8-E887-3EB9-DC14E604D93B}"/>
          </ac:spMkLst>
        </pc:spChg>
        <pc:spChg chg="add mod">
          <ac:chgData name="Ibrahim NIANG" userId="acdf7ece8d0764a7" providerId="LiveId" clId="{0D4CE526-D4D6-4E03-8497-92AD1D0B6A2D}" dt="2024-04-29T14:48:35.224" v="1181" actId="1076"/>
          <ac:spMkLst>
            <pc:docMk/>
            <pc:sldMk cId="1944618213" sldId="585"/>
            <ac:spMk id="18" creationId="{D931EBD9-F89B-E9AC-9161-442E95A8F39F}"/>
          </ac:spMkLst>
        </pc:spChg>
        <pc:picChg chg="del">
          <ac:chgData name="Ibrahim NIANG" userId="acdf7ece8d0764a7" providerId="LiveId" clId="{0D4CE526-D4D6-4E03-8497-92AD1D0B6A2D}" dt="2024-04-29T12:26:10.763" v="1026" actId="478"/>
          <ac:picMkLst>
            <pc:docMk/>
            <pc:sldMk cId="1944618213" sldId="585"/>
            <ac:picMk id="10244" creationId="{EFEE691C-9405-5796-25F9-EAB9AB441D7C}"/>
          </ac:picMkLst>
        </pc:picChg>
        <pc:picChg chg="add mod">
          <ac:chgData name="Ibrahim NIANG" userId="acdf7ece8d0764a7" providerId="LiveId" clId="{0D4CE526-D4D6-4E03-8497-92AD1D0B6A2D}" dt="2024-04-29T12:42:33.446" v="1119" actId="1076"/>
          <ac:picMkLst>
            <pc:docMk/>
            <pc:sldMk cId="1944618213" sldId="585"/>
            <ac:picMk id="13314" creationId="{3DF25014-B70F-2B0F-D7EC-8179D89228D8}"/>
          </ac:picMkLst>
        </pc:picChg>
        <pc:picChg chg="add mod">
          <ac:chgData name="Ibrahim NIANG" userId="acdf7ece8d0764a7" providerId="LiveId" clId="{0D4CE526-D4D6-4E03-8497-92AD1D0B6A2D}" dt="2024-04-29T12:43:43.787" v="1126" actId="1076"/>
          <ac:picMkLst>
            <pc:docMk/>
            <pc:sldMk cId="1944618213" sldId="585"/>
            <ac:picMk id="13316" creationId="{2376A390-9920-41BA-E169-1A07D6CB520E}"/>
          </ac:picMkLst>
        </pc:picChg>
        <pc:picChg chg="add mod">
          <ac:chgData name="Ibrahim NIANG" userId="acdf7ece8d0764a7" providerId="LiveId" clId="{0D4CE526-D4D6-4E03-8497-92AD1D0B6A2D}" dt="2024-04-29T14:49:24.884" v="1183" actId="1076"/>
          <ac:picMkLst>
            <pc:docMk/>
            <pc:sldMk cId="1944618213" sldId="585"/>
            <ac:picMk id="13318" creationId="{AFB613D8-0813-257F-7A52-E26F54E1E26F}"/>
          </ac:picMkLst>
        </pc:picChg>
        <pc:picChg chg="add mod">
          <ac:chgData name="Ibrahim NIANG" userId="acdf7ece8d0764a7" providerId="LiveId" clId="{0D4CE526-D4D6-4E03-8497-92AD1D0B6A2D}" dt="2024-04-29T14:49:31.048" v="1185" actId="14100"/>
          <ac:picMkLst>
            <pc:docMk/>
            <pc:sldMk cId="1944618213" sldId="585"/>
            <ac:picMk id="13320" creationId="{C1A3D1D2-1DA7-C43B-742A-1B9FA9A24623}"/>
          </ac:picMkLst>
        </pc:picChg>
      </pc:sldChg>
      <pc:sldChg chg="addSp delSp modSp add mod">
        <pc:chgData name="Ibrahim NIANG" userId="acdf7ece8d0764a7" providerId="LiveId" clId="{0D4CE526-D4D6-4E03-8497-92AD1D0B6A2D}" dt="2024-05-01T15:40:41.562" v="2036"/>
        <pc:sldMkLst>
          <pc:docMk/>
          <pc:sldMk cId="2368573921" sldId="586"/>
        </pc:sldMkLst>
        <pc:spChg chg="add mod">
          <ac:chgData name="Ibrahim NIANG" userId="acdf7ece8d0764a7" providerId="LiveId" clId="{0D4CE526-D4D6-4E03-8497-92AD1D0B6A2D}" dt="2024-04-29T15:18:00.400" v="1657" actId="20577"/>
          <ac:spMkLst>
            <pc:docMk/>
            <pc:sldMk cId="2368573921" sldId="586"/>
            <ac:spMk id="3" creationId="{DD9FC6C7-F8F1-49E5-29AC-B2239260E3D7}"/>
          </ac:spMkLst>
        </pc:spChg>
        <pc:spChg chg="del">
          <ac:chgData name="Ibrahim NIANG" userId="acdf7ece8d0764a7" providerId="LiveId" clId="{0D4CE526-D4D6-4E03-8497-92AD1D0B6A2D}" dt="2024-05-01T15:40:40.533" v="2035" actId="478"/>
          <ac:spMkLst>
            <pc:docMk/>
            <pc:sldMk cId="2368573921" sldId="586"/>
            <ac:spMk id="4" creationId="{E2D39D85-5E0D-2D90-70BA-BFBE367A61E6}"/>
          </ac:spMkLst>
        </pc:spChg>
        <pc:spChg chg="add mod">
          <ac:chgData name="Ibrahim NIANG" userId="acdf7ece8d0764a7" providerId="LiveId" clId="{0D4CE526-D4D6-4E03-8497-92AD1D0B6A2D}" dt="2024-05-01T15:40:41.562" v="2036"/>
          <ac:spMkLst>
            <pc:docMk/>
            <pc:sldMk cId="2368573921" sldId="586"/>
            <ac:spMk id="6" creationId="{87891718-1E70-8482-0F20-56EE7CB34039}"/>
          </ac:spMkLst>
        </pc:spChg>
        <pc:spChg chg="del">
          <ac:chgData name="Ibrahim NIANG" userId="acdf7ece8d0764a7" providerId="LiveId" clId="{0D4CE526-D4D6-4E03-8497-92AD1D0B6A2D}" dt="2024-04-29T12:30:43.910" v="1048" actId="478"/>
          <ac:spMkLst>
            <pc:docMk/>
            <pc:sldMk cId="2368573921" sldId="586"/>
            <ac:spMk id="6" creationId="{C01814EC-D38D-0E59-9A80-73A3EFBB2B5E}"/>
          </ac:spMkLst>
        </pc:spChg>
        <pc:spChg chg="add del">
          <ac:chgData name="Ibrahim NIANG" userId="acdf7ece8d0764a7" providerId="LiveId" clId="{0D4CE526-D4D6-4E03-8497-92AD1D0B6A2D}" dt="2024-04-29T15:19:23.274" v="1658" actId="478"/>
          <ac:spMkLst>
            <pc:docMk/>
            <pc:sldMk cId="2368573921" sldId="586"/>
            <ac:spMk id="7" creationId="{AD0B9861-F81D-41F2-CE5D-1E235685E180}"/>
          </ac:spMkLst>
        </pc:spChg>
        <pc:spChg chg="add mod">
          <ac:chgData name="Ibrahim NIANG" userId="acdf7ece8d0764a7" providerId="LiveId" clId="{0D4CE526-D4D6-4E03-8497-92AD1D0B6A2D}" dt="2024-04-29T15:19:58.336" v="1667" actId="1076"/>
          <ac:spMkLst>
            <pc:docMk/>
            <pc:sldMk cId="2368573921" sldId="586"/>
            <ac:spMk id="8" creationId="{851C5E0A-2651-1172-DE71-EBE6060B4E4A}"/>
          </ac:spMkLst>
        </pc:spChg>
        <pc:spChg chg="add mod">
          <ac:chgData name="Ibrahim NIANG" userId="acdf7ece8d0764a7" providerId="LiveId" clId="{0D4CE526-D4D6-4E03-8497-92AD1D0B6A2D}" dt="2024-04-29T15:21:19.705" v="1708" actId="1076"/>
          <ac:spMkLst>
            <pc:docMk/>
            <pc:sldMk cId="2368573921" sldId="586"/>
            <ac:spMk id="9" creationId="{8DC55534-9303-878D-9F13-84BD93B8DD9C}"/>
          </ac:spMkLst>
        </pc:spChg>
        <pc:spChg chg="del">
          <ac:chgData name="Ibrahim NIANG" userId="acdf7ece8d0764a7" providerId="LiveId" clId="{0D4CE526-D4D6-4E03-8497-92AD1D0B6A2D}" dt="2024-04-29T15:17:39.843" v="1632" actId="478"/>
          <ac:spMkLst>
            <pc:docMk/>
            <pc:sldMk cId="2368573921" sldId="586"/>
            <ac:spMk id="11" creationId="{20BAFBF7-29E1-AA7E-2DFE-6D43BCAE4C7F}"/>
          </ac:spMkLst>
        </pc:spChg>
        <pc:spChg chg="del">
          <ac:chgData name="Ibrahim NIANG" userId="acdf7ece8d0764a7" providerId="LiveId" clId="{0D4CE526-D4D6-4E03-8497-92AD1D0B6A2D}" dt="2024-04-29T15:19:44.268" v="1661" actId="478"/>
          <ac:spMkLst>
            <pc:docMk/>
            <pc:sldMk cId="2368573921" sldId="586"/>
            <ac:spMk id="14" creationId="{166B4A4E-DE88-B37D-D942-74DED873961D}"/>
          </ac:spMkLst>
        </pc:spChg>
        <pc:picChg chg="add del mod">
          <ac:chgData name="Ibrahim NIANG" userId="acdf7ece8d0764a7" providerId="LiveId" clId="{0D4CE526-D4D6-4E03-8497-92AD1D0B6A2D}" dt="2024-04-29T15:22:23.225" v="1711" actId="478"/>
          <ac:picMkLst>
            <pc:docMk/>
            <pc:sldMk cId="2368573921" sldId="586"/>
            <ac:picMk id="3074" creationId="{2A68494F-C4C4-3BF6-1602-6F19D45EFE44}"/>
          </ac:picMkLst>
        </pc:picChg>
        <pc:picChg chg="add">
          <ac:chgData name="Ibrahim NIANG" userId="acdf7ece8d0764a7" providerId="LiveId" clId="{0D4CE526-D4D6-4E03-8497-92AD1D0B6A2D}" dt="2024-04-29T15:22:14.018" v="1710"/>
          <ac:picMkLst>
            <pc:docMk/>
            <pc:sldMk cId="2368573921" sldId="586"/>
            <ac:picMk id="3076" creationId="{09F15742-E3FD-E49F-86E3-C083C080F67B}"/>
          </ac:picMkLst>
        </pc:picChg>
      </pc:sldChg>
      <pc:sldChg chg="addSp delSp modSp add mod">
        <pc:chgData name="Ibrahim NIANG" userId="acdf7ece8d0764a7" providerId="LiveId" clId="{0D4CE526-D4D6-4E03-8497-92AD1D0B6A2D}" dt="2024-04-29T15:17:22.816" v="1628" actId="20577"/>
        <pc:sldMkLst>
          <pc:docMk/>
          <pc:sldMk cId="3172981904" sldId="587"/>
        </pc:sldMkLst>
        <pc:spChg chg="add mod">
          <ac:chgData name="Ibrahim NIANG" userId="acdf7ece8d0764a7" providerId="LiveId" clId="{0D4CE526-D4D6-4E03-8497-92AD1D0B6A2D}" dt="2024-04-29T14:55:35.216" v="1229" actId="1076"/>
          <ac:spMkLst>
            <pc:docMk/>
            <pc:sldMk cId="3172981904" sldId="587"/>
            <ac:spMk id="6" creationId="{7B316816-94D5-F101-7149-AADA16E1F578}"/>
          </ac:spMkLst>
        </pc:spChg>
        <pc:spChg chg="del">
          <ac:chgData name="Ibrahim NIANG" userId="acdf7ece8d0764a7" providerId="LiveId" clId="{0D4CE526-D4D6-4E03-8497-92AD1D0B6A2D}" dt="2024-04-29T12:30:13.460" v="1045" actId="478"/>
          <ac:spMkLst>
            <pc:docMk/>
            <pc:sldMk cId="3172981904" sldId="587"/>
            <ac:spMk id="6" creationId="{C01814EC-D38D-0E59-9A80-73A3EFBB2B5E}"/>
          </ac:spMkLst>
        </pc:spChg>
        <pc:spChg chg="add del mod">
          <ac:chgData name="Ibrahim NIANG" userId="acdf7ece8d0764a7" providerId="LiveId" clId="{0D4CE526-D4D6-4E03-8497-92AD1D0B6A2D}" dt="2024-04-29T15:02:31.232" v="1417" actId="478"/>
          <ac:spMkLst>
            <pc:docMk/>
            <pc:sldMk cId="3172981904" sldId="587"/>
            <ac:spMk id="7" creationId="{AB8EECD9-9664-FC67-E8D9-D3666C4EF95A}"/>
          </ac:spMkLst>
        </pc:spChg>
        <pc:spChg chg="add mod">
          <ac:chgData name="Ibrahim NIANG" userId="acdf7ece8d0764a7" providerId="LiveId" clId="{0D4CE526-D4D6-4E03-8497-92AD1D0B6A2D}" dt="2024-04-29T14:54:57.478" v="1226" actId="1076"/>
          <ac:spMkLst>
            <pc:docMk/>
            <pc:sldMk cId="3172981904" sldId="587"/>
            <ac:spMk id="8" creationId="{B1C9A4F0-DE1D-7ABD-37C3-B74AD6E0DBE4}"/>
          </ac:spMkLst>
        </pc:spChg>
        <pc:spChg chg="add mod">
          <ac:chgData name="Ibrahim NIANG" userId="acdf7ece8d0764a7" providerId="LiveId" clId="{0D4CE526-D4D6-4E03-8497-92AD1D0B6A2D}" dt="2024-04-29T15:01:08.724" v="1414" actId="313"/>
          <ac:spMkLst>
            <pc:docMk/>
            <pc:sldMk cId="3172981904" sldId="587"/>
            <ac:spMk id="10" creationId="{B1AF610C-001C-8DEC-2B91-77E50A3E0D25}"/>
          </ac:spMkLst>
        </pc:spChg>
        <pc:spChg chg="mod">
          <ac:chgData name="Ibrahim NIANG" userId="acdf7ece8d0764a7" providerId="LiveId" clId="{0D4CE526-D4D6-4E03-8497-92AD1D0B6A2D}" dt="2024-04-29T15:17:22.816" v="1628" actId="20577"/>
          <ac:spMkLst>
            <pc:docMk/>
            <pc:sldMk cId="3172981904" sldId="587"/>
            <ac:spMk id="11" creationId="{20BAFBF7-29E1-AA7E-2DFE-6D43BCAE4C7F}"/>
          </ac:spMkLst>
        </pc:spChg>
        <pc:spChg chg="del mod">
          <ac:chgData name="Ibrahim NIANG" userId="acdf7ece8d0764a7" providerId="LiveId" clId="{0D4CE526-D4D6-4E03-8497-92AD1D0B6A2D}" dt="2024-04-29T14:57:36.396" v="1270" actId="478"/>
          <ac:spMkLst>
            <pc:docMk/>
            <pc:sldMk cId="3172981904" sldId="587"/>
            <ac:spMk id="14" creationId="{166B4A4E-DE88-B37D-D942-74DED873961D}"/>
          </ac:spMkLst>
        </pc:spChg>
        <pc:picChg chg="add mod">
          <ac:chgData name="Ibrahim NIANG" userId="acdf7ece8d0764a7" providerId="LiveId" clId="{0D4CE526-D4D6-4E03-8497-92AD1D0B6A2D}" dt="2024-04-29T14:55:29.904" v="1228" actId="1076"/>
          <ac:picMkLst>
            <pc:docMk/>
            <pc:sldMk cId="3172981904" sldId="587"/>
            <ac:picMk id="3" creationId="{AF84A616-DBCA-F189-2EBB-6725D95D23D7}"/>
          </ac:picMkLst>
        </pc:picChg>
        <pc:picChg chg="add mod">
          <ac:chgData name="Ibrahim NIANG" userId="acdf7ece8d0764a7" providerId="LiveId" clId="{0D4CE526-D4D6-4E03-8497-92AD1D0B6A2D}" dt="2024-04-29T15:02:39.021" v="1423" actId="1076"/>
          <ac:picMkLst>
            <pc:docMk/>
            <pc:sldMk cId="3172981904" sldId="587"/>
            <ac:picMk id="1026" creationId="{48534703-1D87-71AB-4AA9-B332622900D2}"/>
          </ac:picMkLst>
        </pc:picChg>
      </pc:sldChg>
      <pc:sldChg chg="addSp delSp modSp add mod">
        <pc:chgData name="Ibrahim NIANG" userId="acdf7ece8d0764a7" providerId="LiveId" clId="{0D4CE526-D4D6-4E03-8497-92AD1D0B6A2D}" dt="2024-05-01T15:40:48.292" v="2038"/>
        <pc:sldMkLst>
          <pc:docMk/>
          <pc:sldMk cId="687171794" sldId="588"/>
        </pc:sldMkLst>
        <pc:spChg chg="add mod">
          <ac:chgData name="Ibrahim NIANG" userId="acdf7ece8d0764a7" providerId="LiveId" clId="{0D4CE526-D4D6-4E03-8497-92AD1D0B6A2D}" dt="2024-05-01T15:40:48.292" v="2038"/>
          <ac:spMkLst>
            <pc:docMk/>
            <pc:sldMk cId="687171794" sldId="588"/>
            <ac:spMk id="3" creationId="{59246D5E-48E6-7E6D-F2CC-F739678C3EB5}"/>
          </ac:spMkLst>
        </pc:spChg>
        <pc:spChg chg="del">
          <ac:chgData name="Ibrahim NIANG" userId="acdf7ece8d0764a7" providerId="LiveId" clId="{0D4CE526-D4D6-4E03-8497-92AD1D0B6A2D}" dt="2024-05-01T15:40:47.132" v="2037" actId="478"/>
          <ac:spMkLst>
            <pc:docMk/>
            <pc:sldMk cId="687171794" sldId="588"/>
            <ac:spMk id="4" creationId="{E2D39D85-5E0D-2D90-70BA-BFBE367A61E6}"/>
          </ac:spMkLst>
        </pc:spChg>
        <pc:spChg chg="add mod">
          <ac:chgData name="Ibrahim NIANG" userId="acdf7ece8d0764a7" providerId="LiveId" clId="{0D4CE526-D4D6-4E03-8497-92AD1D0B6A2D}" dt="2024-04-29T15:35:13.671" v="1788" actId="1076"/>
          <ac:spMkLst>
            <pc:docMk/>
            <pc:sldMk cId="687171794" sldId="588"/>
            <ac:spMk id="6" creationId="{80883301-92FF-568D-6E9A-6D23EE1141D8}"/>
          </ac:spMkLst>
        </pc:spChg>
        <pc:spChg chg="del">
          <ac:chgData name="Ibrahim NIANG" userId="acdf7ece8d0764a7" providerId="LiveId" clId="{0D4CE526-D4D6-4E03-8497-92AD1D0B6A2D}" dt="2024-04-29T12:30:57.928" v="1050" actId="478"/>
          <ac:spMkLst>
            <pc:docMk/>
            <pc:sldMk cId="687171794" sldId="588"/>
            <ac:spMk id="6" creationId="{C01814EC-D38D-0E59-9A80-73A3EFBB2B5E}"/>
          </ac:spMkLst>
        </pc:spChg>
        <pc:spChg chg="add del mod">
          <ac:chgData name="Ibrahim NIANG" userId="acdf7ece8d0764a7" providerId="LiveId" clId="{0D4CE526-D4D6-4E03-8497-92AD1D0B6A2D}" dt="2024-04-29T15:36:17.875" v="1791" actId="478"/>
          <ac:spMkLst>
            <pc:docMk/>
            <pc:sldMk cId="687171794" sldId="588"/>
            <ac:spMk id="7" creationId="{53308424-EE83-C037-45BF-6DE474BC07BD}"/>
          </ac:spMkLst>
        </pc:spChg>
        <pc:spChg chg="mod">
          <ac:chgData name="Ibrahim NIANG" userId="acdf7ece8d0764a7" providerId="LiveId" clId="{0D4CE526-D4D6-4E03-8497-92AD1D0B6A2D}" dt="2024-04-29T15:25:35.924" v="1721" actId="1076"/>
          <ac:spMkLst>
            <pc:docMk/>
            <pc:sldMk cId="687171794" sldId="588"/>
            <ac:spMk id="11" creationId="{20BAFBF7-29E1-AA7E-2DFE-6D43BCAE4C7F}"/>
          </ac:spMkLst>
        </pc:spChg>
        <pc:spChg chg="del mod">
          <ac:chgData name="Ibrahim NIANG" userId="acdf7ece8d0764a7" providerId="LiveId" clId="{0D4CE526-D4D6-4E03-8497-92AD1D0B6A2D}" dt="2024-04-29T15:26:36.934" v="1725" actId="478"/>
          <ac:spMkLst>
            <pc:docMk/>
            <pc:sldMk cId="687171794" sldId="588"/>
            <ac:spMk id="14" creationId="{166B4A4E-DE88-B37D-D942-74DED873961D}"/>
          </ac:spMkLst>
        </pc:spChg>
        <pc:picChg chg="add mod">
          <ac:chgData name="Ibrahim NIANG" userId="acdf7ece8d0764a7" providerId="LiveId" clId="{0D4CE526-D4D6-4E03-8497-92AD1D0B6A2D}" dt="2024-04-29T15:36:27.820" v="1798" actId="1076"/>
          <ac:picMkLst>
            <pc:docMk/>
            <pc:sldMk cId="687171794" sldId="588"/>
            <ac:picMk id="4098" creationId="{61A4ADE9-C166-7D9A-4391-2AFAB3CADE3B}"/>
          </ac:picMkLst>
        </pc:picChg>
        <pc:picChg chg="add mod">
          <ac:chgData name="Ibrahim NIANG" userId="acdf7ece8d0764a7" providerId="LiveId" clId="{0D4CE526-D4D6-4E03-8497-92AD1D0B6A2D}" dt="2024-04-29T15:35:03.149" v="1785" actId="1076"/>
          <ac:picMkLst>
            <pc:docMk/>
            <pc:sldMk cId="687171794" sldId="588"/>
            <ac:picMk id="4100" creationId="{66983605-C1F5-974C-AF92-1D03833FF308}"/>
          </ac:picMkLst>
        </pc:picChg>
      </pc:sldChg>
      <pc:sldChg chg="addSp delSp modSp add mod">
        <pc:chgData name="Ibrahim NIANG" userId="acdf7ece8d0764a7" providerId="LiveId" clId="{0D4CE526-D4D6-4E03-8497-92AD1D0B6A2D}" dt="2024-05-01T15:41:04.902" v="2044"/>
        <pc:sldMkLst>
          <pc:docMk/>
          <pc:sldMk cId="1565068650" sldId="589"/>
        </pc:sldMkLst>
        <pc:spChg chg="del mod">
          <ac:chgData name="Ibrahim NIANG" userId="acdf7ece8d0764a7" providerId="LiveId" clId="{0D4CE526-D4D6-4E03-8497-92AD1D0B6A2D}" dt="2024-05-01T15:41:03.807" v="2043" actId="478"/>
          <ac:spMkLst>
            <pc:docMk/>
            <pc:sldMk cId="1565068650" sldId="589"/>
            <ac:spMk id="4" creationId="{E2D39D85-5E0D-2D90-70BA-BFBE367A61E6}"/>
          </ac:spMkLst>
        </pc:spChg>
        <pc:spChg chg="del">
          <ac:chgData name="Ibrahim NIANG" userId="acdf7ece8d0764a7" providerId="LiveId" clId="{0D4CE526-D4D6-4E03-8497-92AD1D0B6A2D}" dt="2024-04-29T12:31:08.095" v="1053" actId="478"/>
          <ac:spMkLst>
            <pc:docMk/>
            <pc:sldMk cId="1565068650" sldId="589"/>
            <ac:spMk id="6" creationId="{C01814EC-D38D-0E59-9A80-73A3EFBB2B5E}"/>
          </ac:spMkLst>
        </pc:spChg>
        <pc:spChg chg="add mod">
          <ac:chgData name="Ibrahim NIANG" userId="acdf7ece8d0764a7" providerId="LiveId" clId="{0D4CE526-D4D6-4E03-8497-92AD1D0B6A2D}" dt="2024-05-01T15:33:59.122" v="1971" actId="1076"/>
          <ac:spMkLst>
            <pc:docMk/>
            <pc:sldMk cId="1565068650" sldId="589"/>
            <ac:spMk id="7" creationId="{6C7A46FC-6446-FC8F-9C53-4F0A4A71A878}"/>
          </ac:spMkLst>
        </pc:spChg>
        <pc:spChg chg="add del mod">
          <ac:chgData name="Ibrahim NIANG" userId="acdf7ece8d0764a7" providerId="LiveId" clId="{0D4CE526-D4D6-4E03-8497-92AD1D0B6A2D}" dt="2024-05-01T15:34:38.382" v="1983" actId="478"/>
          <ac:spMkLst>
            <pc:docMk/>
            <pc:sldMk cId="1565068650" sldId="589"/>
            <ac:spMk id="10" creationId="{EB1C49E7-D466-36A4-DC0D-142CB0C1E1F3}"/>
          </ac:spMkLst>
        </pc:spChg>
        <pc:spChg chg="del mod">
          <ac:chgData name="Ibrahim NIANG" userId="acdf7ece8d0764a7" providerId="LiveId" clId="{0D4CE526-D4D6-4E03-8497-92AD1D0B6A2D}" dt="2024-04-29T15:52:54.533" v="1863" actId="478"/>
          <ac:spMkLst>
            <pc:docMk/>
            <pc:sldMk cId="1565068650" sldId="589"/>
            <ac:spMk id="11" creationId="{20BAFBF7-29E1-AA7E-2DFE-6D43BCAE4C7F}"/>
          </ac:spMkLst>
        </pc:spChg>
        <pc:spChg chg="del">
          <ac:chgData name="Ibrahim NIANG" userId="acdf7ece8d0764a7" providerId="LiveId" clId="{0D4CE526-D4D6-4E03-8497-92AD1D0B6A2D}" dt="2024-04-29T15:52:57.492" v="1864" actId="478"/>
          <ac:spMkLst>
            <pc:docMk/>
            <pc:sldMk cId="1565068650" sldId="589"/>
            <ac:spMk id="14" creationId="{166B4A4E-DE88-B37D-D942-74DED873961D}"/>
          </ac:spMkLst>
        </pc:spChg>
        <pc:spChg chg="add mod">
          <ac:chgData name="Ibrahim NIANG" userId="acdf7ece8d0764a7" providerId="LiveId" clId="{0D4CE526-D4D6-4E03-8497-92AD1D0B6A2D}" dt="2024-05-01T15:34:41.881" v="1984" actId="1076"/>
          <ac:spMkLst>
            <pc:docMk/>
            <pc:sldMk cId="1565068650" sldId="589"/>
            <ac:spMk id="14" creationId="{9F6A245E-EE15-32B3-B8C9-E7BE98FC0012}"/>
          </ac:spMkLst>
        </pc:spChg>
        <pc:spChg chg="add mod">
          <ac:chgData name="Ibrahim NIANG" userId="acdf7ece8d0764a7" providerId="LiveId" clId="{0D4CE526-D4D6-4E03-8497-92AD1D0B6A2D}" dt="2024-05-01T15:41:04.902" v="2044"/>
          <ac:spMkLst>
            <pc:docMk/>
            <pc:sldMk cId="1565068650" sldId="589"/>
            <ac:spMk id="15" creationId="{D19E6CDD-40F7-5506-2D32-33CC3E255F0C}"/>
          </ac:spMkLst>
        </pc:spChg>
        <pc:picChg chg="add mod">
          <ac:chgData name="Ibrahim NIANG" userId="acdf7ece8d0764a7" providerId="LiveId" clId="{0D4CE526-D4D6-4E03-8497-92AD1D0B6A2D}" dt="2024-05-01T15:34:42.883" v="1985" actId="1076"/>
          <ac:picMkLst>
            <pc:docMk/>
            <pc:sldMk cId="1565068650" sldId="589"/>
            <ac:picMk id="6" creationId="{95053C34-B2BB-4227-9BC0-C21C8E39194F}"/>
          </ac:picMkLst>
        </pc:picChg>
        <pc:picChg chg="add del mod">
          <ac:chgData name="Ibrahim NIANG" userId="acdf7ece8d0764a7" providerId="LiveId" clId="{0D4CE526-D4D6-4E03-8497-92AD1D0B6A2D}" dt="2024-05-01T15:33:40.470" v="1966" actId="478"/>
          <ac:picMkLst>
            <pc:docMk/>
            <pc:sldMk cId="1565068650" sldId="589"/>
            <ac:picMk id="9" creationId="{5AD36CD9-4CAC-7B33-761D-A9F195E7E1D8}"/>
          </ac:picMkLst>
        </pc:picChg>
      </pc:sldChg>
      <pc:sldChg chg="add del">
        <pc:chgData name="Ibrahim NIANG" userId="acdf7ece8d0764a7" providerId="LiveId" clId="{0D4CE526-D4D6-4E03-8497-92AD1D0B6A2D}" dt="2024-05-01T15:36:42.703" v="2010" actId="47"/>
        <pc:sldMkLst>
          <pc:docMk/>
          <pc:sldMk cId="2750915757" sldId="590"/>
        </pc:sldMkLst>
      </pc:sldChg>
      <pc:sldChg chg="add del">
        <pc:chgData name="Ibrahim NIANG" userId="acdf7ece8d0764a7" providerId="LiveId" clId="{0D4CE526-D4D6-4E03-8497-92AD1D0B6A2D}" dt="2024-05-01T15:33:54.399" v="1970" actId="2696"/>
        <pc:sldMkLst>
          <pc:docMk/>
          <pc:sldMk cId="823869580" sldId="591"/>
        </pc:sldMkLst>
      </pc:sldChg>
      <pc:sldChg chg="addSp delSp modSp add mod">
        <pc:chgData name="Ibrahim NIANG" userId="acdf7ece8d0764a7" providerId="LiveId" clId="{0D4CE526-D4D6-4E03-8497-92AD1D0B6A2D}" dt="2024-05-08T09:28:48.264" v="2503"/>
        <pc:sldMkLst>
          <pc:docMk/>
          <pc:sldMk cId="3413002038" sldId="592"/>
        </pc:sldMkLst>
        <pc:spChg chg="add mod">
          <ac:chgData name="Ibrahim NIANG" userId="acdf7ece8d0764a7" providerId="LiveId" clId="{0D4CE526-D4D6-4E03-8497-92AD1D0B6A2D}" dt="2024-05-08T09:28:48.264" v="2503"/>
          <ac:spMkLst>
            <pc:docMk/>
            <pc:sldMk cId="3413002038" sldId="592"/>
            <ac:spMk id="3" creationId="{6D82212C-CE10-579F-3C99-2713B5BEF614}"/>
          </ac:spMkLst>
        </pc:spChg>
        <pc:spChg chg="del">
          <ac:chgData name="Ibrahim NIANG" userId="acdf7ece8d0764a7" providerId="LiveId" clId="{0D4CE526-D4D6-4E03-8497-92AD1D0B6A2D}" dt="2024-05-08T09:28:46.103" v="2502" actId="478"/>
          <ac:spMkLst>
            <pc:docMk/>
            <pc:sldMk cId="3413002038" sldId="592"/>
            <ac:spMk id="4" creationId="{E2D39D85-5E0D-2D90-70BA-BFBE367A61E6}"/>
          </ac:spMkLst>
        </pc:spChg>
        <pc:spChg chg="add del mod">
          <ac:chgData name="Ibrahim NIANG" userId="acdf7ece8d0764a7" providerId="LiveId" clId="{0D4CE526-D4D6-4E03-8497-92AD1D0B6A2D}" dt="2024-05-01T15:28:30.792" v="1919" actId="478"/>
          <ac:spMkLst>
            <pc:docMk/>
            <pc:sldMk cId="3413002038" sldId="592"/>
            <ac:spMk id="6" creationId="{F7475966-EEE9-0804-55BA-CFE830BDC0EA}"/>
          </ac:spMkLst>
        </pc:spChg>
        <pc:spChg chg="add mod">
          <ac:chgData name="Ibrahim NIANG" userId="acdf7ece8d0764a7" providerId="LiveId" clId="{0D4CE526-D4D6-4E03-8497-92AD1D0B6A2D}" dt="2024-05-01T15:36:17.992" v="2003" actId="1076"/>
          <ac:spMkLst>
            <pc:docMk/>
            <pc:sldMk cId="3413002038" sldId="592"/>
            <ac:spMk id="7" creationId="{3E00F9F6-CB9D-D225-107B-4860C9FFC15E}"/>
          </ac:spMkLst>
        </pc:spChg>
        <pc:spChg chg="del">
          <ac:chgData name="Ibrahim NIANG" userId="acdf7ece8d0764a7" providerId="LiveId" clId="{0D4CE526-D4D6-4E03-8497-92AD1D0B6A2D}" dt="2024-04-29T12:31:40.941" v="1060" actId="478"/>
          <ac:spMkLst>
            <pc:docMk/>
            <pc:sldMk cId="3413002038" sldId="592"/>
            <ac:spMk id="7" creationId="{6C7A46FC-6446-FC8F-9C53-4F0A4A71A878}"/>
          </ac:spMkLst>
        </pc:spChg>
        <pc:spChg chg="add del mod">
          <ac:chgData name="Ibrahim NIANG" userId="acdf7ece8d0764a7" providerId="LiveId" clId="{0D4CE526-D4D6-4E03-8497-92AD1D0B6A2D}" dt="2024-05-01T15:35:56.080" v="1993" actId="478"/>
          <ac:spMkLst>
            <pc:docMk/>
            <pc:sldMk cId="3413002038" sldId="592"/>
            <ac:spMk id="9" creationId="{87FC06F2-98CB-CF9D-68F0-9B9195675D5D}"/>
          </ac:spMkLst>
        </pc:spChg>
        <pc:spChg chg="add del mod">
          <ac:chgData name="Ibrahim NIANG" userId="acdf7ece8d0764a7" providerId="LiveId" clId="{0D4CE526-D4D6-4E03-8497-92AD1D0B6A2D}" dt="2024-05-01T15:36:09.950" v="1999" actId="478"/>
          <ac:spMkLst>
            <pc:docMk/>
            <pc:sldMk cId="3413002038" sldId="592"/>
            <ac:spMk id="10" creationId="{757FE879-064D-2482-C1B0-044168713256}"/>
          </ac:spMkLst>
        </pc:spChg>
        <pc:spChg chg="mod">
          <ac:chgData name="Ibrahim NIANG" userId="acdf7ece8d0764a7" providerId="LiveId" clId="{0D4CE526-D4D6-4E03-8497-92AD1D0B6A2D}" dt="2024-05-01T15:25:08.469" v="1894" actId="20577"/>
          <ac:spMkLst>
            <pc:docMk/>
            <pc:sldMk cId="3413002038" sldId="592"/>
            <ac:spMk id="11" creationId="{20BAFBF7-29E1-AA7E-2DFE-6D43BCAE4C7F}"/>
          </ac:spMkLst>
        </pc:spChg>
        <pc:spChg chg="del">
          <ac:chgData name="Ibrahim NIANG" userId="acdf7ece8d0764a7" providerId="LiveId" clId="{0D4CE526-D4D6-4E03-8497-92AD1D0B6A2D}" dt="2024-05-01T15:25:28.034" v="1896" actId="478"/>
          <ac:spMkLst>
            <pc:docMk/>
            <pc:sldMk cId="3413002038" sldId="592"/>
            <ac:spMk id="14" creationId="{166B4A4E-DE88-B37D-D942-74DED873961D}"/>
          </ac:spMkLst>
        </pc:spChg>
        <pc:picChg chg="del">
          <ac:chgData name="Ibrahim NIANG" userId="acdf7ece8d0764a7" providerId="LiveId" clId="{0D4CE526-D4D6-4E03-8497-92AD1D0B6A2D}" dt="2024-04-29T12:31:39.158" v="1059" actId="478"/>
          <ac:picMkLst>
            <pc:docMk/>
            <pc:sldMk cId="3413002038" sldId="592"/>
            <ac:picMk id="9" creationId="{5AD36CD9-4CAC-7B33-761D-A9F195E7E1D8}"/>
          </ac:picMkLst>
        </pc:picChg>
        <pc:picChg chg="add mod ord">
          <ac:chgData name="Ibrahim NIANG" userId="acdf7ece8d0764a7" providerId="LiveId" clId="{0D4CE526-D4D6-4E03-8497-92AD1D0B6A2D}" dt="2024-05-01T15:36:30.643" v="2008" actId="167"/>
          <ac:picMkLst>
            <pc:docMk/>
            <pc:sldMk cId="3413002038" sldId="592"/>
            <ac:picMk id="15" creationId="{77C21C6C-D8D5-6555-D977-6C2AC0DB1912}"/>
          </ac:picMkLst>
        </pc:picChg>
        <pc:picChg chg="add del mod">
          <ac:chgData name="Ibrahim NIANG" userId="acdf7ece8d0764a7" providerId="LiveId" clId="{0D4CE526-D4D6-4E03-8497-92AD1D0B6A2D}" dt="2024-05-01T15:35:42.551" v="1986" actId="478"/>
          <ac:picMkLst>
            <pc:docMk/>
            <pc:sldMk cId="3413002038" sldId="592"/>
            <ac:picMk id="1026" creationId="{5ED62FF7-D521-BF03-5308-5A9D7BE09441}"/>
          </ac:picMkLst>
        </pc:picChg>
        <pc:picChg chg="add mod">
          <ac:chgData name="Ibrahim NIANG" userId="acdf7ece8d0764a7" providerId="LiveId" clId="{0D4CE526-D4D6-4E03-8497-92AD1D0B6A2D}" dt="2024-05-01T15:32:19.012" v="1960" actId="1076"/>
          <ac:picMkLst>
            <pc:docMk/>
            <pc:sldMk cId="3413002038" sldId="592"/>
            <ac:picMk id="1028" creationId="{7FB98368-F912-17E1-8D6F-36ED01484927}"/>
          </ac:picMkLst>
        </pc:picChg>
        <pc:picChg chg="add mod">
          <ac:chgData name="Ibrahim NIANG" userId="acdf7ece8d0764a7" providerId="LiveId" clId="{0D4CE526-D4D6-4E03-8497-92AD1D0B6A2D}" dt="2024-05-01T15:32:30.284" v="1963" actId="1076"/>
          <ac:picMkLst>
            <pc:docMk/>
            <pc:sldMk cId="3413002038" sldId="592"/>
            <ac:picMk id="1030" creationId="{54511016-F562-96A9-A18B-FB33BC22488F}"/>
          </ac:picMkLst>
        </pc:picChg>
      </pc:sldChg>
      <pc:sldChg chg="addSp delSp modSp add mod">
        <pc:chgData name="Ibrahim NIANG" userId="acdf7ece8d0764a7" providerId="LiveId" clId="{0D4CE526-D4D6-4E03-8497-92AD1D0B6A2D}" dt="2024-05-13T09:45:02.815" v="5524" actId="20577"/>
        <pc:sldMkLst>
          <pc:docMk/>
          <pc:sldMk cId="1528450364" sldId="593"/>
        </pc:sldMkLst>
        <pc:spChg chg="add mod">
          <ac:chgData name="Ibrahim NIANG" userId="acdf7ece8d0764a7" providerId="LiveId" clId="{0D4CE526-D4D6-4E03-8497-92AD1D0B6A2D}" dt="2024-05-01T15:40:35.995" v="2034"/>
          <ac:spMkLst>
            <pc:docMk/>
            <pc:sldMk cId="1528450364" sldId="593"/>
            <ac:spMk id="3" creationId="{879D9303-C404-072F-C3D8-7DAAF44DE7CF}"/>
          </ac:spMkLst>
        </pc:spChg>
        <pc:spChg chg="del">
          <ac:chgData name="Ibrahim NIANG" userId="acdf7ece8d0764a7" providerId="LiveId" clId="{0D4CE526-D4D6-4E03-8497-92AD1D0B6A2D}" dt="2024-05-01T15:40:34.712" v="2033" actId="478"/>
          <ac:spMkLst>
            <pc:docMk/>
            <pc:sldMk cId="1528450364" sldId="593"/>
            <ac:spMk id="4" creationId="{E2D39D85-5E0D-2D90-70BA-BFBE367A61E6}"/>
          </ac:spMkLst>
        </pc:spChg>
        <pc:spChg chg="del">
          <ac:chgData name="Ibrahim NIANG" userId="acdf7ece8d0764a7" providerId="LiveId" clId="{0D4CE526-D4D6-4E03-8497-92AD1D0B6A2D}" dt="2024-04-29T15:03:00.455" v="1425" actId="478"/>
          <ac:spMkLst>
            <pc:docMk/>
            <pc:sldMk cId="1528450364" sldId="593"/>
            <ac:spMk id="6" creationId="{7B316816-94D5-F101-7149-AADA16E1F578}"/>
          </ac:spMkLst>
        </pc:spChg>
        <pc:spChg chg="del mod">
          <ac:chgData name="Ibrahim NIANG" userId="acdf7ece8d0764a7" providerId="LiveId" clId="{0D4CE526-D4D6-4E03-8497-92AD1D0B6A2D}" dt="2024-04-29T15:04:06.896" v="1462" actId="478"/>
          <ac:spMkLst>
            <pc:docMk/>
            <pc:sldMk cId="1528450364" sldId="593"/>
            <ac:spMk id="7" creationId="{AB8EECD9-9664-FC67-E8D9-D3666C4EF95A}"/>
          </ac:spMkLst>
        </pc:spChg>
        <pc:spChg chg="del">
          <ac:chgData name="Ibrahim NIANG" userId="acdf7ece8d0764a7" providerId="LiveId" clId="{0D4CE526-D4D6-4E03-8497-92AD1D0B6A2D}" dt="2024-04-29T15:04:09.580" v="1463" actId="478"/>
          <ac:spMkLst>
            <pc:docMk/>
            <pc:sldMk cId="1528450364" sldId="593"/>
            <ac:spMk id="8" creationId="{B1C9A4F0-DE1D-7ABD-37C3-B74AD6E0DBE4}"/>
          </ac:spMkLst>
        </pc:spChg>
        <pc:spChg chg="mod">
          <ac:chgData name="Ibrahim NIANG" userId="acdf7ece8d0764a7" providerId="LiveId" clId="{0D4CE526-D4D6-4E03-8497-92AD1D0B6A2D}" dt="2024-04-29T15:16:21.973" v="1575" actId="1076"/>
          <ac:spMkLst>
            <pc:docMk/>
            <pc:sldMk cId="1528450364" sldId="593"/>
            <ac:spMk id="10" creationId="{B1AF610C-001C-8DEC-2B91-77E50A3E0D25}"/>
          </ac:spMkLst>
        </pc:spChg>
        <pc:spChg chg="del">
          <ac:chgData name="Ibrahim NIANG" userId="acdf7ece8d0764a7" providerId="LiveId" clId="{0D4CE526-D4D6-4E03-8497-92AD1D0B6A2D}" dt="2024-04-29T15:17:31.053" v="1629" actId="478"/>
          <ac:spMkLst>
            <pc:docMk/>
            <pc:sldMk cId="1528450364" sldId="593"/>
            <ac:spMk id="11" creationId="{20BAFBF7-29E1-AA7E-2DFE-6D43BCAE4C7F}"/>
          </ac:spMkLst>
        </pc:spChg>
        <pc:spChg chg="add mod">
          <ac:chgData name="Ibrahim NIANG" userId="acdf7ece8d0764a7" providerId="LiveId" clId="{0D4CE526-D4D6-4E03-8497-92AD1D0B6A2D}" dt="2024-04-29T15:16:25.610" v="1576" actId="1076"/>
          <ac:spMkLst>
            <pc:docMk/>
            <pc:sldMk cId="1528450364" sldId="593"/>
            <ac:spMk id="14" creationId="{A6424C28-B443-1796-85BB-34730E7F20E3}"/>
          </ac:spMkLst>
        </pc:spChg>
        <pc:spChg chg="add mod">
          <ac:chgData name="Ibrahim NIANG" userId="acdf7ece8d0764a7" providerId="LiveId" clId="{0D4CE526-D4D6-4E03-8497-92AD1D0B6A2D}" dt="2024-04-29T15:12:24.235" v="1526" actId="1076"/>
          <ac:spMkLst>
            <pc:docMk/>
            <pc:sldMk cId="1528450364" sldId="593"/>
            <ac:spMk id="16" creationId="{EBDBE7F0-3097-7253-14F2-94551EF31FB7}"/>
          </ac:spMkLst>
        </pc:spChg>
        <pc:spChg chg="add mod">
          <ac:chgData name="Ibrahim NIANG" userId="acdf7ece8d0764a7" providerId="LiveId" clId="{0D4CE526-D4D6-4E03-8497-92AD1D0B6A2D}" dt="2024-04-29T15:16:29.531" v="1578" actId="1076"/>
          <ac:spMkLst>
            <pc:docMk/>
            <pc:sldMk cId="1528450364" sldId="593"/>
            <ac:spMk id="17" creationId="{A378A9AE-05F6-65B2-38E6-E9CD39EF087B}"/>
          </ac:spMkLst>
        </pc:spChg>
        <pc:spChg chg="add mod">
          <ac:chgData name="Ibrahim NIANG" userId="acdf7ece8d0764a7" providerId="LiveId" clId="{0D4CE526-D4D6-4E03-8497-92AD1D0B6A2D}" dt="2024-04-29T15:16:50.291" v="1602" actId="1076"/>
          <ac:spMkLst>
            <pc:docMk/>
            <pc:sldMk cId="1528450364" sldId="593"/>
            <ac:spMk id="18" creationId="{5123BD62-F981-61CB-A0C6-8E5CF9728BEE}"/>
          </ac:spMkLst>
        </pc:spChg>
        <pc:spChg chg="add mod">
          <ac:chgData name="Ibrahim NIANG" userId="acdf7ece8d0764a7" providerId="LiveId" clId="{0D4CE526-D4D6-4E03-8497-92AD1D0B6A2D}" dt="2024-05-13T09:45:02.815" v="5524" actId="20577"/>
          <ac:spMkLst>
            <pc:docMk/>
            <pc:sldMk cId="1528450364" sldId="593"/>
            <ac:spMk id="19" creationId="{16E82B6F-102E-B91D-75E4-145953DF37F6}"/>
          </ac:spMkLst>
        </pc:spChg>
        <pc:picChg chg="del">
          <ac:chgData name="Ibrahim NIANG" userId="acdf7ece8d0764a7" providerId="LiveId" clId="{0D4CE526-D4D6-4E03-8497-92AD1D0B6A2D}" dt="2024-04-29T15:02:57.726" v="1424" actId="478"/>
          <ac:picMkLst>
            <pc:docMk/>
            <pc:sldMk cId="1528450364" sldId="593"/>
            <ac:picMk id="3" creationId="{AF84A616-DBCA-F189-2EBB-6725D95D23D7}"/>
          </ac:picMkLst>
        </pc:picChg>
        <pc:picChg chg="add mod">
          <ac:chgData name="Ibrahim NIANG" userId="acdf7ece8d0764a7" providerId="LiveId" clId="{0D4CE526-D4D6-4E03-8497-92AD1D0B6A2D}" dt="2024-04-29T15:14:00.771" v="1559" actId="1076"/>
          <ac:picMkLst>
            <pc:docMk/>
            <pc:sldMk cId="1528450364" sldId="593"/>
            <ac:picMk id="2050" creationId="{63D763E8-1C94-5137-E919-6510DB11023D}"/>
          </ac:picMkLst>
        </pc:picChg>
        <pc:picChg chg="add mod">
          <ac:chgData name="Ibrahim NIANG" userId="acdf7ece8d0764a7" providerId="LiveId" clId="{0D4CE526-D4D6-4E03-8497-92AD1D0B6A2D}" dt="2024-04-29T15:16:27.471" v="1577" actId="1076"/>
          <ac:picMkLst>
            <pc:docMk/>
            <pc:sldMk cId="1528450364" sldId="593"/>
            <ac:picMk id="2052" creationId="{F4BDFDC4-3F06-4A52-CF4D-DA975D989AA1}"/>
          </ac:picMkLst>
        </pc:picChg>
      </pc:sldChg>
      <pc:sldChg chg="addSp delSp modSp add mod">
        <pc:chgData name="Ibrahim NIANG" userId="acdf7ece8d0764a7" providerId="LiveId" clId="{0D4CE526-D4D6-4E03-8497-92AD1D0B6A2D}" dt="2024-05-01T15:41:00.393" v="2042"/>
        <pc:sldMkLst>
          <pc:docMk/>
          <pc:sldMk cId="1124804506" sldId="594"/>
        </pc:sldMkLst>
        <pc:spChg chg="add mod">
          <ac:chgData name="Ibrahim NIANG" userId="acdf7ece8d0764a7" providerId="LiveId" clId="{0D4CE526-D4D6-4E03-8497-92AD1D0B6A2D}" dt="2024-05-01T15:41:00.393" v="2042"/>
          <ac:spMkLst>
            <pc:docMk/>
            <pc:sldMk cId="1124804506" sldId="594"/>
            <ac:spMk id="3" creationId="{EDCF603B-8405-E58D-5777-4516F5531507}"/>
          </ac:spMkLst>
        </pc:spChg>
        <pc:spChg chg="add">
          <ac:chgData name="Ibrahim NIANG" userId="acdf7ece8d0764a7" providerId="LiveId" clId="{0D4CE526-D4D6-4E03-8497-92AD1D0B6A2D}" dt="2024-04-29T15:43:08.598" v="1843"/>
          <ac:spMkLst>
            <pc:docMk/>
            <pc:sldMk cId="1124804506" sldId="594"/>
            <ac:spMk id="3" creationId="{EFC8A9E2-5EE0-1C5E-8A97-6B16B262A030}"/>
          </ac:spMkLst>
        </pc:spChg>
        <pc:spChg chg="del">
          <ac:chgData name="Ibrahim NIANG" userId="acdf7ece8d0764a7" providerId="LiveId" clId="{0D4CE526-D4D6-4E03-8497-92AD1D0B6A2D}" dt="2024-05-01T15:40:58.573" v="2041" actId="478"/>
          <ac:spMkLst>
            <pc:docMk/>
            <pc:sldMk cId="1124804506" sldId="594"/>
            <ac:spMk id="4" creationId="{E2D39D85-5E0D-2D90-70BA-BFBE367A61E6}"/>
          </ac:spMkLst>
        </pc:spChg>
        <pc:spChg chg="mod">
          <ac:chgData name="Ibrahim NIANG" userId="acdf7ece8d0764a7" providerId="LiveId" clId="{0D4CE526-D4D6-4E03-8497-92AD1D0B6A2D}" dt="2024-04-29T15:44:42.869" v="1854" actId="1076"/>
          <ac:spMkLst>
            <pc:docMk/>
            <pc:sldMk cId="1124804506" sldId="594"/>
            <ac:spMk id="6" creationId="{80883301-92FF-568D-6E9A-6D23EE1141D8}"/>
          </ac:spMkLst>
        </pc:spChg>
        <pc:spChg chg="del mod">
          <ac:chgData name="Ibrahim NIANG" userId="acdf7ece8d0764a7" providerId="LiveId" clId="{0D4CE526-D4D6-4E03-8497-92AD1D0B6A2D}" dt="2024-04-29T15:40:45.904" v="1827" actId="478"/>
          <ac:spMkLst>
            <pc:docMk/>
            <pc:sldMk cId="1124804506" sldId="594"/>
            <ac:spMk id="7" creationId="{53308424-EE83-C037-45BF-6DE474BC07BD}"/>
          </ac:spMkLst>
        </pc:spChg>
        <pc:picChg chg="add mod ord">
          <ac:chgData name="Ibrahim NIANG" userId="acdf7ece8d0764a7" providerId="LiveId" clId="{0D4CE526-D4D6-4E03-8497-92AD1D0B6A2D}" dt="2024-04-29T15:44:10.248" v="1853"/>
          <ac:picMkLst>
            <pc:docMk/>
            <pc:sldMk cId="1124804506" sldId="594"/>
            <ac:picMk id="9" creationId="{EBCC7D45-B8DD-21A1-FE5C-26FDB2C37688}"/>
          </ac:picMkLst>
        </pc:picChg>
        <pc:picChg chg="del">
          <ac:chgData name="Ibrahim NIANG" userId="acdf7ece8d0764a7" providerId="LiveId" clId="{0D4CE526-D4D6-4E03-8497-92AD1D0B6A2D}" dt="2024-04-29T15:39:08.914" v="1812" actId="478"/>
          <ac:picMkLst>
            <pc:docMk/>
            <pc:sldMk cId="1124804506" sldId="594"/>
            <ac:picMk id="4098" creationId="{61A4ADE9-C166-7D9A-4391-2AFAB3CADE3B}"/>
          </ac:picMkLst>
        </pc:picChg>
        <pc:picChg chg="del">
          <ac:chgData name="Ibrahim NIANG" userId="acdf7ece8d0764a7" providerId="LiveId" clId="{0D4CE526-D4D6-4E03-8497-92AD1D0B6A2D}" dt="2024-04-29T15:39:19.491" v="1817" actId="478"/>
          <ac:picMkLst>
            <pc:docMk/>
            <pc:sldMk cId="1124804506" sldId="594"/>
            <ac:picMk id="4100" creationId="{66983605-C1F5-974C-AF92-1D03833FF308}"/>
          </ac:picMkLst>
        </pc:picChg>
        <pc:picChg chg="add del mod">
          <ac:chgData name="Ibrahim NIANG" userId="acdf7ece8d0764a7" providerId="LiveId" clId="{0D4CE526-D4D6-4E03-8497-92AD1D0B6A2D}" dt="2024-04-29T15:43:05.136" v="1842" actId="478"/>
          <ac:picMkLst>
            <pc:docMk/>
            <pc:sldMk cId="1124804506" sldId="594"/>
            <ac:picMk id="6146" creationId="{EBB6218E-8533-4435-F5FA-3819AD88E799}"/>
          </ac:picMkLst>
        </pc:picChg>
        <pc:picChg chg="add mod">
          <ac:chgData name="Ibrahim NIANG" userId="acdf7ece8d0764a7" providerId="LiveId" clId="{0D4CE526-D4D6-4E03-8497-92AD1D0B6A2D}" dt="2024-04-29T15:41:35.075" v="1834" actId="1076"/>
          <ac:picMkLst>
            <pc:docMk/>
            <pc:sldMk cId="1124804506" sldId="594"/>
            <ac:picMk id="6148" creationId="{F0F53B36-DC80-60D4-1B62-7A4DEA29D2C3}"/>
          </ac:picMkLst>
        </pc:picChg>
        <pc:picChg chg="add mod">
          <ac:chgData name="Ibrahim NIANG" userId="acdf7ece8d0764a7" providerId="LiveId" clId="{0D4CE526-D4D6-4E03-8497-92AD1D0B6A2D}" dt="2024-04-29T15:41:40.655" v="1837" actId="1076"/>
          <ac:picMkLst>
            <pc:docMk/>
            <pc:sldMk cId="1124804506" sldId="594"/>
            <ac:picMk id="6150" creationId="{30B74613-A448-BC9D-DC11-6F94D18F46FF}"/>
          </ac:picMkLst>
        </pc:picChg>
      </pc:sldChg>
      <pc:sldChg chg="addSp delSp modSp add mod">
        <pc:chgData name="Ibrahim NIANG" userId="acdf7ece8d0764a7" providerId="LiveId" clId="{0D4CE526-D4D6-4E03-8497-92AD1D0B6A2D}" dt="2024-05-08T11:16:34.519" v="3086" actId="1076"/>
        <pc:sldMkLst>
          <pc:docMk/>
          <pc:sldMk cId="2175592620" sldId="595"/>
        </pc:sldMkLst>
        <pc:spChg chg="add mod">
          <ac:chgData name="Ibrahim NIANG" userId="acdf7ece8d0764a7" providerId="LiveId" clId="{0D4CE526-D4D6-4E03-8497-92AD1D0B6A2D}" dt="2024-05-01T15:40:54.534" v="2040"/>
          <ac:spMkLst>
            <pc:docMk/>
            <pc:sldMk cId="2175592620" sldId="595"/>
            <ac:spMk id="3" creationId="{03E863BB-0F0F-02D8-ED91-D3D99580178F}"/>
          </ac:spMkLst>
        </pc:spChg>
        <pc:spChg chg="del">
          <ac:chgData name="Ibrahim NIANG" userId="acdf7ece8d0764a7" providerId="LiveId" clId="{0D4CE526-D4D6-4E03-8497-92AD1D0B6A2D}" dt="2024-05-01T15:40:53.054" v="2039" actId="478"/>
          <ac:spMkLst>
            <pc:docMk/>
            <pc:sldMk cId="2175592620" sldId="595"/>
            <ac:spMk id="4" creationId="{E2D39D85-5E0D-2D90-70BA-BFBE367A61E6}"/>
          </ac:spMkLst>
        </pc:spChg>
        <pc:picChg chg="del">
          <ac:chgData name="Ibrahim NIANG" userId="acdf7ece8d0764a7" providerId="LiveId" clId="{0D4CE526-D4D6-4E03-8497-92AD1D0B6A2D}" dt="2024-04-29T15:37:32.076" v="1805" actId="478"/>
          <ac:picMkLst>
            <pc:docMk/>
            <pc:sldMk cId="2175592620" sldId="595"/>
            <ac:picMk id="4098" creationId="{61A4ADE9-C166-7D9A-4391-2AFAB3CADE3B}"/>
          </ac:picMkLst>
        </pc:picChg>
        <pc:picChg chg="del">
          <ac:chgData name="Ibrahim NIANG" userId="acdf7ece8d0764a7" providerId="LiveId" clId="{0D4CE526-D4D6-4E03-8497-92AD1D0B6A2D}" dt="2024-04-29T15:36:41.148" v="1800" actId="478"/>
          <ac:picMkLst>
            <pc:docMk/>
            <pc:sldMk cId="2175592620" sldId="595"/>
            <ac:picMk id="4100" creationId="{66983605-C1F5-974C-AF92-1D03833FF308}"/>
          </ac:picMkLst>
        </pc:picChg>
        <pc:picChg chg="add mod">
          <ac:chgData name="Ibrahim NIANG" userId="acdf7ece8d0764a7" providerId="LiveId" clId="{0D4CE526-D4D6-4E03-8497-92AD1D0B6A2D}" dt="2024-04-29T15:37:42.274" v="1810" actId="1076"/>
          <ac:picMkLst>
            <pc:docMk/>
            <pc:sldMk cId="2175592620" sldId="595"/>
            <ac:picMk id="5122" creationId="{64E09399-08C4-7560-3706-5D576279FCD7}"/>
          </ac:picMkLst>
        </pc:picChg>
        <pc:picChg chg="add mod">
          <ac:chgData name="Ibrahim NIANG" userId="acdf7ece8d0764a7" providerId="LiveId" clId="{0D4CE526-D4D6-4E03-8497-92AD1D0B6A2D}" dt="2024-05-08T11:16:34.519" v="3086" actId="1076"/>
          <ac:picMkLst>
            <pc:docMk/>
            <pc:sldMk cId="2175592620" sldId="595"/>
            <ac:picMk id="5124" creationId="{F2B2A680-7FA1-A67C-92CC-4832E17340B8}"/>
          </ac:picMkLst>
        </pc:picChg>
      </pc:sldChg>
      <pc:sldChg chg="addSp delSp modSp add mod ord modNotesTx">
        <pc:chgData name="Ibrahim NIANG" userId="acdf7ece8d0764a7" providerId="LiveId" clId="{0D4CE526-D4D6-4E03-8497-92AD1D0B6A2D}" dt="2024-05-08T09:36:08.551" v="2601"/>
        <pc:sldMkLst>
          <pc:docMk/>
          <pc:sldMk cId="1945945044" sldId="596"/>
        </pc:sldMkLst>
        <pc:spChg chg="add mod">
          <ac:chgData name="Ibrahim NIANG" userId="acdf7ece8d0764a7" providerId="LiveId" clId="{0D4CE526-D4D6-4E03-8497-92AD1D0B6A2D}" dt="2024-05-08T09:34:41.708" v="2597"/>
          <ac:spMkLst>
            <pc:docMk/>
            <pc:sldMk cId="1945945044" sldId="596"/>
            <ac:spMk id="3" creationId="{F41E8A82-F7AC-D412-0742-BDFAB9B707E3}"/>
          </ac:spMkLst>
        </pc:spChg>
        <pc:spChg chg="del">
          <ac:chgData name="Ibrahim NIANG" userId="acdf7ece8d0764a7" providerId="LiveId" clId="{0D4CE526-D4D6-4E03-8497-92AD1D0B6A2D}" dt="2024-05-01T15:39:37.624" v="2024" actId="478"/>
          <ac:spMkLst>
            <pc:docMk/>
            <pc:sldMk cId="1945945044" sldId="596"/>
            <ac:spMk id="4" creationId="{E2D39D85-5E0D-2D90-70BA-BFBE367A61E6}"/>
          </ac:spMkLst>
        </pc:spChg>
        <pc:spChg chg="add del mod">
          <ac:chgData name="Ibrahim NIANG" userId="acdf7ece8d0764a7" providerId="LiveId" clId="{0D4CE526-D4D6-4E03-8497-92AD1D0B6A2D}" dt="2024-05-08T09:34:40.698" v="2596" actId="478"/>
          <ac:spMkLst>
            <pc:docMk/>
            <pc:sldMk cId="1945945044" sldId="596"/>
            <ac:spMk id="6" creationId="{051208D4-C856-A569-1B00-A0260CB83203}"/>
          </ac:spMkLst>
        </pc:spChg>
        <pc:spChg chg="del">
          <ac:chgData name="Ibrahim NIANG" userId="acdf7ece8d0764a7" providerId="LiveId" clId="{0D4CE526-D4D6-4E03-8497-92AD1D0B6A2D}" dt="2024-05-01T15:45:37.521" v="2048" actId="478"/>
          <ac:spMkLst>
            <pc:docMk/>
            <pc:sldMk cId="1945945044" sldId="596"/>
            <ac:spMk id="7" creationId="{3E00F9F6-CB9D-D225-107B-4860C9FFC15E}"/>
          </ac:spMkLst>
        </pc:spChg>
        <pc:spChg chg="add del">
          <ac:chgData name="Ibrahim NIANG" userId="acdf7ece8d0764a7" providerId="LiveId" clId="{0D4CE526-D4D6-4E03-8497-92AD1D0B6A2D}" dt="2024-05-01T18:11:38.187" v="2174" actId="21"/>
          <ac:spMkLst>
            <pc:docMk/>
            <pc:sldMk cId="1945945044" sldId="596"/>
            <ac:spMk id="9" creationId="{6363DAF1-FE14-BC8F-16EA-68B1CFD84076}"/>
          </ac:spMkLst>
        </pc:spChg>
        <pc:spChg chg="add del mod">
          <ac:chgData name="Ibrahim NIANG" userId="acdf7ece8d0764a7" providerId="LiveId" clId="{0D4CE526-D4D6-4E03-8497-92AD1D0B6A2D}" dt="2024-05-01T18:11:46.318" v="2176" actId="21"/>
          <ac:spMkLst>
            <pc:docMk/>
            <pc:sldMk cId="1945945044" sldId="596"/>
            <ac:spMk id="10" creationId="{6363DAF1-FE14-BC8F-16EA-68B1CFD84076}"/>
          </ac:spMkLst>
        </pc:spChg>
        <pc:spChg chg="del">
          <ac:chgData name="Ibrahim NIANG" userId="acdf7ece8d0764a7" providerId="LiveId" clId="{0D4CE526-D4D6-4E03-8497-92AD1D0B6A2D}" dt="2024-05-01T16:02:42.374" v="2159" actId="478"/>
          <ac:spMkLst>
            <pc:docMk/>
            <pc:sldMk cId="1945945044" sldId="596"/>
            <ac:spMk id="11" creationId="{20BAFBF7-29E1-AA7E-2DFE-6D43BCAE4C7F}"/>
          </ac:spMkLst>
        </pc:spChg>
        <pc:spChg chg="add del mod">
          <ac:chgData name="Ibrahim NIANG" userId="acdf7ece8d0764a7" providerId="LiveId" clId="{0D4CE526-D4D6-4E03-8497-92AD1D0B6A2D}" dt="2024-05-01T18:12:07.731" v="2184"/>
          <ac:spMkLst>
            <pc:docMk/>
            <pc:sldMk cId="1945945044" sldId="596"/>
            <ac:spMk id="14" creationId="{6363DAF1-FE14-BC8F-16EA-68B1CFD84076}"/>
          </ac:spMkLst>
        </pc:spChg>
        <pc:spChg chg="add mod">
          <ac:chgData name="Ibrahim NIANG" userId="acdf7ece8d0764a7" providerId="LiveId" clId="{0D4CE526-D4D6-4E03-8497-92AD1D0B6A2D}" dt="2024-05-01T18:17:02.138" v="2217" actId="20577"/>
          <ac:spMkLst>
            <pc:docMk/>
            <pc:sldMk cId="1945945044" sldId="596"/>
            <ac:spMk id="16" creationId="{64FF4857-84B6-1AF1-EEB7-5713CE266C23}"/>
          </ac:spMkLst>
        </pc:spChg>
        <pc:picChg chg="del">
          <ac:chgData name="Ibrahim NIANG" userId="acdf7ece8d0764a7" providerId="LiveId" clId="{0D4CE526-D4D6-4E03-8497-92AD1D0B6A2D}" dt="2024-05-01T15:39:15.517" v="2020" actId="478"/>
          <ac:picMkLst>
            <pc:docMk/>
            <pc:sldMk cId="1945945044" sldId="596"/>
            <ac:picMk id="15" creationId="{77C21C6C-D8D5-6555-D977-6C2AC0DB1912}"/>
          </ac:picMkLst>
        </pc:picChg>
        <pc:picChg chg="add del mod">
          <ac:chgData name="Ibrahim NIANG" userId="acdf7ece8d0764a7" providerId="LiveId" clId="{0D4CE526-D4D6-4E03-8497-92AD1D0B6A2D}" dt="2024-05-01T16:03:06.079" v="2162" actId="478"/>
          <ac:picMkLst>
            <pc:docMk/>
            <pc:sldMk cId="1945945044" sldId="596"/>
            <ac:picMk id="4098" creationId="{62B0B66F-1FAB-54B3-7B5C-2A8F6210EA7E}"/>
          </ac:picMkLst>
        </pc:picChg>
        <pc:picChg chg="add del mod">
          <ac:chgData name="Ibrahim NIANG" userId="acdf7ece8d0764a7" providerId="LiveId" clId="{0D4CE526-D4D6-4E03-8497-92AD1D0B6A2D}" dt="2024-05-01T18:06:21.126" v="2165" actId="478"/>
          <ac:picMkLst>
            <pc:docMk/>
            <pc:sldMk cId="1945945044" sldId="596"/>
            <ac:picMk id="4100" creationId="{6E6A4C40-1F7E-0BBA-52DC-965BAF7CB5ED}"/>
          </ac:picMkLst>
        </pc:picChg>
        <pc:picChg chg="add del">
          <ac:chgData name="Ibrahim NIANG" userId="acdf7ece8d0764a7" providerId="LiveId" clId="{0D4CE526-D4D6-4E03-8497-92AD1D0B6A2D}" dt="2024-05-01T18:10:46.359" v="2167" actId="478"/>
          <ac:picMkLst>
            <pc:docMk/>
            <pc:sldMk cId="1945945044" sldId="596"/>
            <ac:picMk id="4102" creationId="{53866411-3CA7-11E0-F102-83614654D88D}"/>
          </ac:picMkLst>
        </pc:picChg>
        <pc:picChg chg="add del mod">
          <ac:chgData name="Ibrahim NIANG" userId="acdf7ece8d0764a7" providerId="LiveId" clId="{0D4CE526-D4D6-4E03-8497-92AD1D0B6A2D}" dt="2024-05-01T18:11:03.007" v="2170" actId="478"/>
          <ac:picMkLst>
            <pc:docMk/>
            <pc:sldMk cId="1945945044" sldId="596"/>
            <ac:picMk id="4104" creationId="{C25782CB-8193-06E5-F579-CB49578FBB02}"/>
          </ac:picMkLst>
        </pc:picChg>
        <pc:picChg chg="add mod">
          <ac:chgData name="Ibrahim NIANG" userId="acdf7ece8d0764a7" providerId="LiveId" clId="{0D4CE526-D4D6-4E03-8497-92AD1D0B6A2D}" dt="2024-05-01T18:12:05.848" v="2182" actId="1076"/>
          <ac:picMkLst>
            <pc:docMk/>
            <pc:sldMk cId="1945945044" sldId="596"/>
            <ac:picMk id="4106" creationId="{BDE86187-7D01-0B6C-C81F-576EE2814D33}"/>
          </ac:picMkLst>
        </pc:picChg>
      </pc:sldChg>
      <pc:sldChg chg="addSp delSp modSp add mod">
        <pc:chgData name="Ibrahim NIANG" userId="acdf7ece8d0764a7" providerId="LiveId" clId="{0D4CE526-D4D6-4E03-8497-92AD1D0B6A2D}" dt="2024-05-02T08:47:39.183" v="2351" actId="113"/>
        <pc:sldMkLst>
          <pc:docMk/>
          <pc:sldMk cId="170766247" sldId="597"/>
        </pc:sldMkLst>
        <pc:spChg chg="add mod">
          <ac:chgData name="Ibrahim NIANG" userId="acdf7ece8d0764a7" providerId="LiveId" clId="{0D4CE526-D4D6-4E03-8497-92AD1D0B6A2D}" dt="2024-05-02T08:47:39.183" v="2351" actId="113"/>
          <ac:spMkLst>
            <pc:docMk/>
            <pc:sldMk cId="170766247" sldId="597"/>
            <ac:spMk id="6" creationId="{DF95C194-3547-B624-1CA0-7A35149ACA0F}"/>
          </ac:spMkLst>
        </pc:spChg>
        <pc:spChg chg="del">
          <ac:chgData name="Ibrahim NIANG" userId="acdf7ece8d0764a7" providerId="LiveId" clId="{0D4CE526-D4D6-4E03-8497-92AD1D0B6A2D}" dt="2024-05-01T15:52:29.843" v="2067" actId="478"/>
          <ac:spMkLst>
            <pc:docMk/>
            <pc:sldMk cId="170766247" sldId="597"/>
            <ac:spMk id="7" creationId="{C30FF006-9BF1-0F56-E0C3-09F90A9B613F}"/>
          </ac:spMkLst>
        </pc:spChg>
        <pc:spChg chg="mod">
          <ac:chgData name="Ibrahim NIANG" userId="acdf7ece8d0764a7" providerId="LiveId" clId="{0D4CE526-D4D6-4E03-8497-92AD1D0B6A2D}" dt="2024-05-01T15:51:54.309" v="2060" actId="20577"/>
          <ac:spMkLst>
            <pc:docMk/>
            <pc:sldMk cId="170766247" sldId="597"/>
            <ac:spMk id="11" creationId="{20BAFBF7-29E1-AA7E-2DFE-6D43BCAE4C7F}"/>
          </ac:spMkLst>
        </pc:spChg>
        <pc:picChg chg="add del mod">
          <ac:chgData name="Ibrahim NIANG" userId="acdf7ece8d0764a7" providerId="LiveId" clId="{0D4CE526-D4D6-4E03-8497-92AD1D0B6A2D}" dt="2024-05-01T15:58:21.502" v="2147" actId="478"/>
          <ac:picMkLst>
            <pc:docMk/>
            <pc:sldMk cId="170766247" sldId="597"/>
            <ac:picMk id="2050" creationId="{6F22C9FE-A4AC-0271-DBA1-F1BC4633EDEA}"/>
          </ac:picMkLst>
        </pc:picChg>
        <pc:picChg chg="add mod">
          <ac:chgData name="Ibrahim NIANG" userId="acdf7ece8d0764a7" providerId="LiveId" clId="{0D4CE526-D4D6-4E03-8497-92AD1D0B6A2D}" dt="2024-05-01T15:58:26.851" v="2151" actId="1076"/>
          <ac:picMkLst>
            <pc:docMk/>
            <pc:sldMk cId="170766247" sldId="597"/>
            <ac:picMk id="2052" creationId="{13B623C1-33C3-486A-F418-643F4E7E8977}"/>
          </ac:picMkLst>
        </pc:picChg>
        <pc:picChg chg="del">
          <ac:chgData name="Ibrahim NIANG" userId="acdf7ece8d0764a7" providerId="LiveId" clId="{0D4CE526-D4D6-4E03-8497-92AD1D0B6A2D}" dt="2024-05-01T15:52:20.749" v="2062" actId="478"/>
          <ac:picMkLst>
            <pc:docMk/>
            <pc:sldMk cId="170766247" sldId="597"/>
            <ac:picMk id="5122" creationId="{479A1ED9-77A2-9EF3-0D19-E273DF713F86}"/>
          </ac:picMkLst>
        </pc:picChg>
        <pc:picChg chg="del">
          <ac:chgData name="Ibrahim NIANG" userId="acdf7ece8d0764a7" providerId="LiveId" clId="{0D4CE526-D4D6-4E03-8497-92AD1D0B6A2D}" dt="2024-05-01T15:52:20.151" v="2061" actId="478"/>
          <ac:picMkLst>
            <pc:docMk/>
            <pc:sldMk cId="170766247" sldId="597"/>
            <ac:picMk id="5124" creationId="{4C000704-C407-3AEB-CCA2-CE6674758017}"/>
          </ac:picMkLst>
        </pc:picChg>
        <pc:picChg chg="del">
          <ac:chgData name="Ibrahim NIANG" userId="acdf7ece8d0764a7" providerId="LiveId" clId="{0D4CE526-D4D6-4E03-8497-92AD1D0B6A2D}" dt="2024-05-01T15:52:21.278" v="2063" actId="478"/>
          <ac:picMkLst>
            <pc:docMk/>
            <pc:sldMk cId="170766247" sldId="597"/>
            <ac:picMk id="5128" creationId="{D3A975B3-F707-1F81-579C-10BD80133173}"/>
          </ac:picMkLst>
        </pc:picChg>
        <pc:picChg chg="del">
          <ac:chgData name="Ibrahim NIANG" userId="acdf7ece8d0764a7" providerId="LiveId" clId="{0D4CE526-D4D6-4E03-8497-92AD1D0B6A2D}" dt="2024-05-01T15:52:21.681" v="2064" actId="478"/>
          <ac:picMkLst>
            <pc:docMk/>
            <pc:sldMk cId="170766247" sldId="597"/>
            <ac:picMk id="5134" creationId="{8439F993-D64B-A19E-03C8-8F83AEDB6677}"/>
          </ac:picMkLst>
        </pc:picChg>
      </pc:sldChg>
      <pc:sldChg chg="addSp delSp modSp add del mod">
        <pc:chgData name="Ibrahim NIANG" userId="acdf7ece8d0764a7" providerId="LiveId" clId="{0D4CE526-D4D6-4E03-8497-92AD1D0B6A2D}" dt="2024-05-08T09:29:51.035" v="2550" actId="47"/>
        <pc:sldMkLst>
          <pc:docMk/>
          <pc:sldMk cId="3121468377" sldId="598"/>
        </pc:sldMkLst>
        <pc:spChg chg="add mod">
          <ac:chgData name="Ibrahim NIANG" userId="acdf7ece8d0764a7" providerId="LiveId" clId="{0D4CE526-D4D6-4E03-8497-92AD1D0B6A2D}" dt="2024-05-08T09:29:21.832" v="2526" actId="20577"/>
          <ac:spMkLst>
            <pc:docMk/>
            <pc:sldMk cId="3121468377" sldId="598"/>
            <ac:spMk id="3" creationId="{AEBCA8F9-723C-87C9-A7F1-DFF569F0E0E1}"/>
          </ac:spMkLst>
        </pc:spChg>
        <pc:spChg chg="del">
          <ac:chgData name="Ibrahim NIANG" userId="acdf7ece8d0764a7" providerId="LiveId" clId="{0D4CE526-D4D6-4E03-8497-92AD1D0B6A2D}" dt="2024-05-08T09:28:14.528" v="2499" actId="478"/>
          <ac:spMkLst>
            <pc:docMk/>
            <pc:sldMk cId="3121468377" sldId="598"/>
            <ac:spMk id="4" creationId="{E2D39D85-5E0D-2D90-70BA-BFBE367A61E6}"/>
          </ac:spMkLst>
        </pc:spChg>
        <pc:spChg chg="del">
          <ac:chgData name="Ibrahim NIANG" userId="acdf7ece8d0764a7" providerId="LiveId" clId="{0D4CE526-D4D6-4E03-8497-92AD1D0B6A2D}" dt="2024-05-01T16:01:00.231" v="2154" actId="478"/>
          <ac:spMkLst>
            <pc:docMk/>
            <pc:sldMk cId="3121468377" sldId="598"/>
            <ac:spMk id="7" creationId="{3E00F9F6-CB9D-D225-107B-4860C9FFC15E}"/>
          </ac:spMkLst>
        </pc:spChg>
        <pc:spChg chg="mod">
          <ac:chgData name="Ibrahim NIANG" userId="acdf7ece8d0764a7" providerId="LiveId" clId="{0D4CE526-D4D6-4E03-8497-92AD1D0B6A2D}" dt="2024-05-08T09:29:29.993" v="2548" actId="20577"/>
          <ac:spMkLst>
            <pc:docMk/>
            <pc:sldMk cId="3121468377" sldId="598"/>
            <ac:spMk id="11" creationId="{20BAFBF7-29E1-AA7E-2DFE-6D43BCAE4C7F}"/>
          </ac:spMkLst>
        </pc:spChg>
        <pc:picChg chg="del">
          <ac:chgData name="Ibrahim NIANG" userId="acdf7ece8d0764a7" providerId="LiveId" clId="{0D4CE526-D4D6-4E03-8497-92AD1D0B6A2D}" dt="2024-05-01T16:00:59.447" v="2153" actId="478"/>
          <ac:picMkLst>
            <pc:docMk/>
            <pc:sldMk cId="3121468377" sldId="598"/>
            <ac:picMk id="15" creationId="{77C21C6C-D8D5-6555-D977-6C2AC0DB1912}"/>
          </ac:picMkLst>
        </pc:picChg>
        <pc:picChg chg="add mod">
          <ac:chgData name="Ibrahim NIANG" userId="acdf7ece8d0764a7" providerId="LiveId" clId="{0D4CE526-D4D6-4E03-8497-92AD1D0B6A2D}" dt="2024-05-01T16:01:07.510" v="2158" actId="1076"/>
          <ac:picMkLst>
            <pc:docMk/>
            <pc:sldMk cId="3121468377" sldId="598"/>
            <ac:picMk id="3074" creationId="{E552932C-F8B2-F66E-7CA4-010E1E7EC5FE}"/>
          </ac:picMkLst>
        </pc:picChg>
      </pc:sldChg>
      <pc:sldChg chg="addSp delSp modSp add mod ord">
        <pc:chgData name="Ibrahim NIANG" userId="acdf7ece8d0764a7" providerId="LiveId" clId="{0D4CE526-D4D6-4E03-8497-92AD1D0B6A2D}" dt="2024-05-08T09:36:21.430" v="2603"/>
        <pc:sldMkLst>
          <pc:docMk/>
          <pc:sldMk cId="1389015024" sldId="599"/>
        </pc:sldMkLst>
        <pc:spChg chg="add mod">
          <ac:chgData name="Ibrahim NIANG" userId="acdf7ece8d0764a7" providerId="LiveId" clId="{0D4CE526-D4D6-4E03-8497-92AD1D0B6A2D}" dt="2024-05-08T09:34:55.521" v="2599"/>
          <ac:spMkLst>
            <pc:docMk/>
            <pc:sldMk cId="1389015024" sldId="599"/>
            <ac:spMk id="3" creationId="{5ACA47D8-4F71-02C1-B856-788A4A990C97}"/>
          </ac:spMkLst>
        </pc:spChg>
        <pc:spChg chg="add del mod">
          <ac:chgData name="Ibrahim NIANG" userId="acdf7ece8d0764a7" providerId="LiveId" clId="{0D4CE526-D4D6-4E03-8497-92AD1D0B6A2D}" dt="2024-05-01T18:25:38.640" v="2291" actId="478"/>
          <ac:spMkLst>
            <pc:docMk/>
            <pc:sldMk cId="1389015024" sldId="599"/>
            <ac:spMk id="3" creationId="{FD4A1AD2-0B06-051C-7BA2-65CB1AEACC7E}"/>
          </ac:spMkLst>
        </pc:spChg>
        <pc:spChg chg="del">
          <ac:chgData name="Ibrahim NIANG" userId="acdf7ece8d0764a7" providerId="LiveId" clId="{0D4CE526-D4D6-4E03-8497-92AD1D0B6A2D}" dt="2024-05-08T09:34:54.538" v="2598" actId="478"/>
          <ac:spMkLst>
            <pc:docMk/>
            <pc:sldMk cId="1389015024" sldId="599"/>
            <ac:spMk id="6" creationId="{051208D4-C856-A569-1B00-A0260CB83203}"/>
          </ac:spMkLst>
        </pc:spChg>
        <pc:spChg chg="add mod">
          <ac:chgData name="Ibrahim NIANG" userId="acdf7ece8d0764a7" providerId="LiveId" clId="{0D4CE526-D4D6-4E03-8497-92AD1D0B6A2D}" dt="2024-05-01T18:25:41.906" v="2292" actId="1076"/>
          <ac:spMkLst>
            <pc:docMk/>
            <pc:sldMk cId="1389015024" sldId="599"/>
            <ac:spMk id="8" creationId="{DBEB9970-BEFA-7C64-083E-CB6D23A2C356}"/>
          </ac:spMkLst>
        </pc:spChg>
        <pc:spChg chg="add mod">
          <ac:chgData name="Ibrahim NIANG" userId="acdf7ece8d0764a7" providerId="LiveId" clId="{0D4CE526-D4D6-4E03-8497-92AD1D0B6A2D}" dt="2024-05-01T18:25:44.182" v="2293" actId="1076"/>
          <ac:spMkLst>
            <pc:docMk/>
            <pc:sldMk cId="1389015024" sldId="599"/>
            <ac:spMk id="9" creationId="{566D02DB-A262-5831-64F3-00A58A93143D}"/>
          </ac:spMkLst>
        </pc:spChg>
        <pc:spChg chg="add mod">
          <ac:chgData name="Ibrahim NIANG" userId="acdf7ece8d0764a7" providerId="LiveId" clId="{0D4CE526-D4D6-4E03-8497-92AD1D0B6A2D}" dt="2024-05-01T18:25:58.017" v="2305" actId="1076"/>
          <ac:spMkLst>
            <pc:docMk/>
            <pc:sldMk cId="1389015024" sldId="599"/>
            <ac:spMk id="10" creationId="{70E4A18E-B8E8-8956-FEFD-26B01ABA7013}"/>
          </ac:spMkLst>
        </pc:spChg>
        <pc:picChg chg="add mod">
          <ac:chgData name="Ibrahim NIANG" userId="acdf7ece8d0764a7" providerId="LiveId" clId="{0D4CE526-D4D6-4E03-8497-92AD1D0B6A2D}" dt="2024-05-01T18:24:09.042" v="2242" actId="1076"/>
          <ac:picMkLst>
            <pc:docMk/>
            <pc:sldMk cId="1389015024" sldId="599"/>
            <ac:picMk id="4" creationId="{79D2A5A1-B4D5-A67F-3EA4-61E2ACFC8C94}"/>
          </ac:picMkLst>
        </pc:picChg>
        <pc:picChg chg="del">
          <ac:chgData name="Ibrahim NIANG" userId="acdf7ece8d0764a7" providerId="LiveId" clId="{0D4CE526-D4D6-4E03-8497-92AD1D0B6A2D}" dt="2024-05-01T18:12:47.637" v="2186" actId="478"/>
          <ac:picMkLst>
            <pc:docMk/>
            <pc:sldMk cId="1389015024" sldId="599"/>
            <ac:picMk id="4106" creationId="{BDE86187-7D01-0B6C-C81F-576EE2814D33}"/>
          </ac:picMkLst>
        </pc:picChg>
        <pc:picChg chg="add del mod">
          <ac:chgData name="Ibrahim NIANG" userId="acdf7ece8d0764a7" providerId="LiveId" clId="{0D4CE526-D4D6-4E03-8497-92AD1D0B6A2D}" dt="2024-05-01T18:24:03.851" v="2239" actId="478"/>
          <ac:picMkLst>
            <pc:docMk/>
            <pc:sldMk cId="1389015024" sldId="599"/>
            <ac:picMk id="5122" creationId="{89F33775-AA40-37CD-2565-3ECA0B386D91}"/>
          </ac:picMkLst>
        </pc:picChg>
      </pc:sldChg>
      <pc:sldChg chg="addSp delSp modSp add mod">
        <pc:chgData name="Ibrahim NIANG" userId="acdf7ece8d0764a7" providerId="LiveId" clId="{0D4CE526-D4D6-4E03-8497-92AD1D0B6A2D}" dt="2024-05-09T09:37:11.492" v="4424" actId="14100"/>
        <pc:sldMkLst>
          <pc:docMk/>
          <pc:sldMk cId="1290350341" sldId="600"/>
        </pc:sldMkLst>
        <pc:spChg chg="add del mod">
          <ac:chgData name="Ibrahim NIANG" userId="acdf7ece8d0764a7" providerId="LiveId" clId="{0D4CE526-D4D6-4E03-8497-92AD1D0B6A2D}" dt="2024-05-09T09:12:57.368" v="3813"/>
          <ac:spMkLst>
            <pc:docMk/>
            <pc:sldMk cId="1290350341" sldId="600"/>
            <ac:spMk id="4" creationId="{EC9A0F79-5F56-1E85-FE43-26D2EA399C97}"/>
          </ac:spMkLst>
        </pc:spChg>
        <pc:spChg chg="mod">
          <ac:chgData name="Ibrahim NIANG" userId="acdf7ece8d0764a7" providerId="LiveId" clId="{0D4CE526-D4D6-4E03-8497-92AD1D0B6A2D}" dt="2024-05-09T09:12:56.941" v="3811" actId="11"/>
          <ac:spMkLst>
            <pc:docMk/>
            <pc:sldMk cId="1290350341" sldId="600"/>
            <ac:spMk id="6" creationId="{051208D4-C856-A569-1B00-A0260CB83203}"/>
          </ac:spMkLst>
        </pc:spChg>
        <pc:spChg chg="add mod">
          <ac:chgData name="Ibrahim NIANG" userId="acdf7ece8d0764a7" providerId="LiveId" clId="{0D4CE526-D4D6-4E03-8497-92AD1D0B6A2D}" dt="2024-05-09T09:16:49.141" v="3844" actId="20577"/>
          <ac:spMkLst>
            <pc:docMk/>
            <pc:sldMk cId="1290350341" sldId="600"/>
            <ac:spMk id="7" creationId="{85E52BC2-EB75-B11A-4D6F-5C45965C8E59}"/>
          </ac:spMkLst>
        </pc:spChg>
        <pc:spChg chg="add del mod">
          <ac:chgData name="Ibrahim NIANG" userId="acdf7ece8d0764a7" providerId="LiveId" clId="{0D4CE526-D4D6-4E03-8497-92AD1D0B6A2D}" dt="2024-05-09T09:31:36.367" v="4401" actId="478"/>
          <ac:spMkLst>
            <pc:docMk/>
            <pc:sldMk cId="1290350341" sldId="600"/>
            <ac:spMk id="8" creationId="{0027A149-DCDF-22BC-4E62-4F694CC882A5}"/>
          </ac:spMkLst>
        </pc:spChg>
        <pc:spChg chg="add mod">
          <ac:chgData name="Ibrahim NIANG" userId="acdf7ece8d0764a7" providerId="LiveId" clId="{0D4CE526-D4D6-4E03-8497-92AD1D0B6A2D}" dt="2024-05-09T09:35:13.260" v="4409" actId="1076"/>
          <ac:spMkLst>
            <pc:docMk/>
            <pc:sldMk cId="1290350341" sldId="600"/>
            <ac:spMk id="9" creationId="{ABD4B74D-D25A-B594-ED64-308BFEB04412}"/>
          </ac:spMkLst>
        </pc:spChg>
        <pc:spChg chg="add del">
          <ac:chgData name="Ibrahim NIANG" userId="acdf7ece8d0764a7" providerId="LiveId" clId="{0D4CE526-D4D6-4E03-8497-92AD1D0B6A2D}" dt="2024-05-09T09:30:13.068" v="4380" actId="22"/>
          <ac:spMkLst>
            <pc:docMk/>
            <pc:sldMk cId="1290350341" sldId="600"/>
            <ac:spMk id="11" creationId="{AED432C8-4522-2F71-7F97-13ABD2F3CDDB}"/>
          </ac:spMkLst>
        </pc:spChg>
        <pc:spChg chg="add mod">
          <ac:chgData name="Ibrahim NIANG" userId="acdf7ece8d0764a7" providerId="LiveId" clId="{0D4CE526-D4D6-4E03-8497-92AD1D0B6A2D}" dt="2024-05-09T09:33:12.696" v="4407" actId="1076"/>
          <ac:spMkLst>
            <pc:docMk/>
            <pc:sldMk cId="1290350341" sldId="600"/>
            <ac:spMk id="15" creationId="{35B1BE20-3AB9-92AC-38CF-3AEA30865DAE}"/>
          </ac:spMkLst>
        </pc:spChg>
        <pc:spChg chg="add del">
          <ac:chgData name="Ibrahim NIANG" userId="acdf7ece8d0764a7" providerId="LiveId" clId="{0D4CE526-D4D6-4E03-8497-92AD1D0B6A2D}" dt="2024-05-09T09:35:16.798" v="4411" actId="22"/>
          <ac:spMkLst>
            <pc:docMk/>
            <pc:sldMk cId="1290350341" sldId="600"/>
            <ac:spMk id="17" creationId="{9B440AF4-1D0B-9546-27E2-32F5292C2C9E}"/>
          </ac:spMkLst>
        </pc:spChg>
        <pc:spChg chg="add mod">
          <ac:chgData name="Ibrahim NIANG" userId="acdf7ece8d0764a7" providerId="LiveId" clId="{0D4CE526-D4D6-4E03-8497-92AD1D0B6A2D}" dt="2024-05-09T09:35:51.799" v="4419" actId="14100"/>
          <ac:spMkLst>
            <pc:docMk/>
            <pc:sldMk cId="1290350341" sldId="600"/>
            <ac:spMk id="19" creationId="{EAD06838-3AD8-EE12-755D-8716A73CC6A6}"/>
          </ac:spMkLst>
        </pc:spChg>
        <pc:picChg chg="add del mod">
          <ac:chgData name="Ibrahim NIANG" userId="acdf7ece8d0764a7" providerId="LiveId" clId="{0D4CE526-D4D6-4E03-8497-92AD1D0B6A2D}" dt="2024-05-01T18:19:04.038" v="2225" actId="478"/>
          <ac:picMkLst>
            <pc:docMk/>
            <pc:sldMk cId="1290350341" sldId="600"/>
            <ac:picMk id="4" creationId="{697BBE0E-DCFA-44CC-9A9C-6946CB4F5671}"/>
          </ac:picMkLst>
        </pc:picChg>
        <pc:picChg chg="add mod">
          <ac:chgData name="Ibrahim NIANG" userId="acdf7ece8d0764a7" providerId="LiveId" clId="{0D4CE526-D4D6-4E03-8497-92AD1D0B6A2D}" dt="2024-05-09T09:37:11.492" v="4424" actId="14100"/>
          <ac:picMkLst>
            <pc:docMk/>
            <pc:sldMk cId="1290350341" sldId="600"/>
            <ac:picMk id="4098" creationId="{AC4BCB34-E8DD-A685-19A2-6B3267DA5D30}"/>
          </ac:picMkLst>
        </pc:picChg>
        <pc:picChg chg="del">
          <ac:chgData name="Ibrahim NIANG" userId="acdf7ece8d0764a7" providerId="LiveId" clId="{0D4CE526-D4D6-4E03-8497-92AD1D0B6A2D}" dt="2024-05-01T18:16:32.182" v="2192" actId="478"/>
          <ac:picMkLst>
            <pc:docMk/>
            <pc:sldMk cId="1290350341" sldId="600"/>
            <ac:picMk id="5122" creationId="{89F33775-AA40-37CD-2565-3ECA0B386D91}"/>
          </ac:picMkLst>
        </pc:picChg>
        <pc:picChg chg="add del mod">
          <ac:chgData name="Ibrahim NIANG" userId="acdf7ece8d0764a7" providerId="LiveId" clId="{0D4CE526-D4D6-4E03-8497-92AD1D0B6A2D}" dt="2024-05-01T18:19:04.457" v="2226" actId="478"/>
          <ac:picMkLst>
            <pc:docMk/>
            <pc:sldMk cId="1290350341" sldId="600"/>
            <ac:picMk id="6146" creationId="{E2533433-2823-D7E2-F454-866ACCF90D3A}"/>
          </ac:picMkLst>
        </pc:picChg>
        <pc:picChg chg="add del mod">
          <ac:chgData name="Ibrahim NIANG" userId="acdf7ece8d0764a7" providerId="LiveId" clId="{0D4CE526-D4D6-4E03-8497-92AD1D0B6A2D}" dt="2024-05-01T18:19:11.838" v="2231" actId="478"/>
          <ac:picMkLst>
            <pc:docMk/>
            <pc:sldMk cId="1290350341" sldId="600"/>
            <ac:picMk id="6148" creationId="{9A2F24EA-CA10-CCE0-9EF0-5AEFD1ACEA52}"/>
          </ac:picMkLst>
        </pc:picChg>
      </pc:sldChg>
      <pc:sldChg chg="add del ord">
        <pc:chgData name="Ibrahim NIANG" userId="acdf7ece8d0764a7" providerId="LiveId" clId="{0D4CE526-D4D6-4E03-8497-92AD1D0B6A2D}" dt="2024-05-08T11:16:11.396" v="3083" actId="47"/>
        <pc:sldMkLst>
          <pc:docMk/>
          <pc:sldMk cId="3502515609" sldId="601"/>
        </pc:sldMkLst>
      </pc:sldChg>
      <pc:sldChg chg="addSp delSp modSp add mod">
        <pc:chgData name="Ibrahim NIANG" userId="acdf7ece8d0764a7" providerId="LiveId" clId="{0D4CE526-D4D6-4E03-8497-92AD1D0B6A2D}" dt="2024-05-09T09:11:17.818" v="3790" actId="1076"/>
        <pc:sldMkLst>
          <pc:docMk/>
          <pc:sldMk cId="964893090" sldId="602"/>
        </pc:sldMkLst>
        <pc:spChg chg="mod">
          <ac:chgData name="Ibrahim NIANG" userId="acdf7ece8d0764a7" providerId="LiveId" clId="{0D4CE526-D4D6-4E03-8497-92AD1D0B6A2D}" dt="2024-05-01T18:32:43.824" v="2346" actId="1076"/>
          <ac:spMkLst>
            <pc:docMk/>
            <pc:sldMk cId="964893090" sldId="602"/>
            <ac:spMk id="3" creationId="{FD4A1AD2-0B06-051C-7BA2-65CB1AEACC7E}"/>
          </ac:spMkLst>
        </pc:spChg>
        <pc:spChg chg="add del mod">
          <ac:chgData name="Ibrahim NIANG" userId="acdf7ece8d0764a7" providerId="LiveId" clId="{0D4CE526-D4D6-4E03-8497-92AD1D0B6A2D}" dt="2024-05-01T18:29:10.978" v="2315" actId="478"/>
          <ac:spMkLst>
            <pc:docMk/>
            <pc:sldMk cId="964893090" sldId="602"/>
            <ac:spMk id="4" creationId="{8605AB4B-0C9E-17B9-9171-3F73FE159066}"/>
          </ac:spMkLst>
        </pc:spChg>
        <pc:picChg chg="add mod">
          <ac:chgData name="Ibrahim NIANG" userId="acdf7ece8d0764a7" providerId="LiveId" clId="{0D4CE526-D4D6-4E03-8497-92AD1D0B6A2D}" dt="2024-05-09T09:11:17.818" v="3790" actId="1076"/>
          <ac:picMkLst>
            <pc:docMk/>
            <pc:sldMk cId="964893090" sldId="602"/>
            <ac:picMk id="8" creationId="{FD94E27A-1794-E25D-3E25-4C067CA76338}"/>
          </ac:picMkLst>
        </pc:picChg>
        <pc:picChg chg="add mod">
          <ac:chgData name="Ibrahim NIANG" userId="acdf7ece8d0764a7" providerId="LiveId" clId="{0D4CE526-D4D6-4E03-8497-92AD1D0B6A2D}" dt="2024-05-01T18:32:31.577" v="2329" actId="1076"/>
          <ac:picMkLst>
            <pc:docMk/>
            <pc:sldMk cId="964893090" sldId="602"/>
            <ac:picMk id="10" creationId="{106DC4FF-70F6-BED6-0C26-FF8C6093589A}"/>
          </ac:picMkLst>
        </pc:picChg>
        <pc:picChg chg="del">
          <ac:chgData name="Ibrahim NIANG" userId="acdf7ece8d0764a7" providerId="LiveId" clId="{0D4CE526-D4D6-4E03-8497-92AD1D0B6A2D}" dt="2024-05-01T18:20:54.246" v="2235" actId="478"/>
          <ac:picMkLst>
            <pc:docMk/>
            <pc:sldMk cId="964893090" sldId="602"/>
            <ac:picMk id="5122" creationId="{89F33775-AA40-37CD-2565-3ECA0B386D91}"/>
          </ac:picMkLst>
        </pc:picChg>
        <pc:picChg chg="add del mod">
          <ac:chgData name="Ibrahim NIANG" userId="acdf7ece8d0764a7" providerId="LiveId" clId="{0D4CE526-D4D6-4E03-8497-92AD1D0B6A2D}" dt="2024-05-01T18:20:58.247" v="2238" actId="478"/>
          <ac:picMkLst>
            <pc:docMk/>
            <pc:sldMk cId="964893090" sldId="602"/>
            <ac:picMk id="7170" creationId="{BE8A113B-A07A-7483-244A-4047AA460219}"/>
          </ac:picMkLst>
        </pc:picChg>
      </pc:sldChg>
      <pc:sldChg chg="add del">
        <pc:chgData name="Ibrahim NIANG" userId="acdf7ece8d0764a7" providerId="LiveId" clId="{0D4CE526-D4D6-4E03-8497-92AD1D0B6A2D}" dt="2024-05-01T18:19:16.972" v="2233" actId="2696"/>
        <pc:sldMkLst>
          <pc:docMk/>
          <pc:sldMk cId="2178715184" sldId="602"/>
        </pc:sldMkLst>
      </pc:sldChg>
      <pc:sldChg chg="addSp delSp modSp add mod">
        <pc:chgData name="Ibrahim NIANG" userId="acdf7ece8d0764a7" providerId="LiveId" clId="{0D4CE526-D4D6-4E03-8497-92AD1D0B6A2D}" dt="2024-05-08T10:33:25.870" v="3080" actId="1076"/>
        <pc:sldMkLst>
          <pc:docMk/>
          <pc:sldMk cId="2131597208" sldId="603"/>
        </pc:sldMkLst>
        <pc:spChg chg="del">
          <ac:chgData name="Ibrahim NIANG" userId="acdf7ece8d0764a7" providerId="LiveId" clId="{0D4CE526-D4D6-4E03-8497-92AD1D0B6A2D}" dt="2024-05-01T18:28:46.286" v="2308" actId="478"/>
          <ac:spMkLst>
            <pc:docMk/>
            <pc:sldMk cId="2131597208" sldId="603"/>
            <ac:spMk id="8" creationId="{DBEB9970-BEFA-7C64-083E-CB6D23A2C356}"/>
          </ac:spMkLst>
        </pc:spChg>
        <pc:spChg chg="del">
          <ac:chgData name="Ibrahim NIANG" userId="acdf7ece8d0764a7" providerId="LiveId" clId="{0D4CE526-D4D6-4E03-8497-92AD1D0B6A2D}" dt="2024-05-01T18:28:48.094" v="2309" actId="478"/>
          <ac:spMkLst>
            <pc:docMk/>
            <pc:sldMk cId="2131597208" sldId="603"/>
            <ac:spMk id="9" creationId="{566D02DB-A262-5831-64F3-00A58A93143D}"/>
          </ac:spMkLst>
        </pc:spChg>
        <pc:spChg chg="del">
          <ac:chgData name="Ibrahim NIANG" userId="acdf7ece8d0764a7" providerId="LiveId" clId="{0D4CE526-D4D6-4E03-8497-92AD1D0B6A2D}" dt="2024-05-01T18:28:49.406" v="2310" actId="478"/>
          <ac:spMkLst>
            <pc:docMk/>
            <pc:sldMk cId="2131597208" sldId="603"/>
            <ac:spMk id="10" creationId="{70E4A18E-B8E8-8956-FEFD-26B01ABA7013}"/>
          </ac:spMkLst>
        </pc:spChg>
        <pc:picChg chg="del">
          <ac:chgData name="Ibrahim NIANG" userId="acdf7ece8d0764a7" providerId="LiveId" clId="{0D4CE526-D4D6-4E03-8497-92AD1D0B6A2D}" dt="2024-05-01T18:28:45.143" v="2307" actId="478"/>
          <ac:picMkLst>
            <pc:docMk/>
            <pc:sldMk cId="2131597208" sldId="603"/>
            <ac:picMk id="4" creationId="{79D2A5A1-B4D5-A67F-3EA4-61E2ACFC8C94}"/>
          </ac:picMkLst>
        </pc:picChg>
        <pc:picChg chg="add mod">
          <ac:chgData name="Ibrahim NIANG" userId="acdf7ece8d0764a7" providerId="LiveId" clId="{0D4CE526-D4D6-4E03-8497-92AD1D0B6A2D}" dt="2024-05-08T10:33:25.870" v="3080" actId="1076"/>
          <ac:picMkLst>
            <pc:docMk/>
            <pc:sldMk cId="2131597208" sldId="603"/>
            <ac:picMk id="7" creationId="{C61811B7-600B-54AA-CBBE-C44684CBBDFD}"/>
          </ac:picMkLst>
        </pc:picChg>
      </pc:sldChg>
      <pc:sldChg chg="add del">
        <pc:chgData name="Ibrahim NIANG" userId="acdf7ece8d0764a7" providerId="LiveId" clId="{0D4CE526-D4D6-4E03-8497-92AD1D0B6A2D}" dt="2024-05-08T09:29:53.200" v="2551" actId="47"/>
        <pc:sldMkLst>
          <pc:docMk/>
          <pc:sldMk cId="2577466652" sldId="604"/>
        </pc:sldMkLst>
      </pc:sldChg>
      <pc:sldChg chg="addSp delSp modSp mod">
        <pc:chgData name="Ibrahim NIANG" userId="acdf7ece8d0764a7" providerId="LiveId" clId="{0D4CE526-D4D6-4E03-8497-92AD1D0B6A2D}" dt="2024-05-08T09:33:44.673" v="2581"/>
        <pc:sldMkLst>
          <pc:docMk/>
          <pc:sldMk cId="4022255262" sldId="604"/>
        </pc:sldMkLst>
        <pc:spChg chg="add del mod">
          <ac:chgData name="Ibrahim NIANG" userId="acdf7ece8d0764a7" providerId="LiveId" clId="{0D4CE526-D4D6-4E03-8497-92AD1D0B6A2D}" dt="2024-05-08T09:33:43.518" v="2580" actId="478"/>
          <ac:spMkLst>
            <pc:docMk/>
            <pc:sldMk cId="4022255262" sldId="604"/>
            <ac:spMk id="3" creationId="{FA68526B-D14A-3888-0B7C-D892D79724FF}"/>
          </ac:spMkLst>
        </pc:spChg>
        <pc:spChg chg="del">
          <ac:chgData name="Ibrahim NIANG" userId="acdf7ece8d0764a7" providerId="LiveId" clId="{0D4CE526-D4D6-4E03-8497-92AD1D0B6A2D}" dt="2024-05-08T09:32:16.523" v="2552" actId="478"/>
          <ac:spMkLst>
            <pc:docMk/>
            <pc:sldMk cId="4022255262" sldId="604"/>
            <ac:spMk id="9" creationId="{C1622E47-AA21-4A85-9DCF-15115BD98966}"/>
          </ac:spMkLst>
        </pc:spChg>
        <pc:spChg chg="add mod">
          <ac:chgData name="Ibrahim NIANG" userId="acdf7ece8d0764a7" providerId="LiveId" clId="{0D4CE526-D4D6-4E03-8497-92AD1D0B6A2D}" dt="2024-05-08T09:33:44.673" v="2581"/>
          <ac:spMkLst>
            <pc:docMk/>
            <pc:sldMk cId="4022255262" sldId="604"/>
            <ac:spMk id="10" creationId="{7D86E982-52AB-F8EA-933B-9968D36BD30A}"/>
          </ac:spMkLst>
        </pc:spChg>
      </pc:sldChg>
      <pc:sldChg chg="add del">
        <pc:chgData name="Ibrahim NIANG" userId="acdf7ece8d0764a7" providerId="LiveId" clId="{0D4CE526-D4D6-4E03-8497-92AD1D0B6A2D}" dt="2024-05-08T09:43:09.258" v="2672" actId="47"/>
        <pc:sldMkLst>
          <pc:docMk/>
          <pc:sldMk cId="1378232762" sldId="605"/>
        </pc:sldMkLst>
      </pc:sldChg>
      <pc:sldChg chg="addSp delSp modSp add mod modNotesTx">
        <pc:chgData name="Ibrahim NIANG" userId="acdf7ece8d0764a7" providerId="LiveId" clId="{0D4CE526-D4D6-4E03-8497-92AD1D0B6A2D}" dt="2024-05-08T09:41:26.194" v="2661" actId="1076"/>
        <pc:sldMkLst>
          <pc:docMk/>
          <pc:sldMk cId="325324901" sldId="606"/>
        </pc:sldMkLst>
        <pc:spChg chg="mod">
          <ac:chgData name="Ibrahim NIANG" userId="acdf7ece8d0764a7" providerId="LiveId" clId="{0D4CE526-D4D6-4E03-8497-92AD1D0B6A2D}" dt="2024-05-08T09:40:03.452" v="2652" actId="14100"/>
          <ac:spMkLst>
            <pc:docMk/>
            <pc:sldMk cId="325324901" sldId="606"/>
            <ac:spMk id="4" creationId="{E2D39D85-5E0D-2D90-70BA-BFBE367A61E6}"/>
          </ac:spMkLst>
        </pc:spChg>
        <pc:spChg chg="del">
          <ac:chgData name="Ibrahim NIANG" userId="acdf7ece8d0764a7" providerId="LiveId" clId="{0D4CE526-D4D6-4E03-8497-92AD1D0B6A2D}" dt="2024-05-08T09:39:31.119" v="2616" actId="478"/>
          <ac:spMkLst>
            <pc:docMk/>
            <pc:sldMk cId="325324901" sldId="606"/>
            <ac:spMk id="6" creationId="{7B316816-94D5-F101-7149-AADA16E1F578}"/>
          </ac:spMkLst>
        </pc:spChg>
        <pc:spChg chg="del">
          <ac:chgData name="Ibrahim NIANG" userId="acdf7ece8d0764a7" providerId="LiveId" clId="{0D4CE526-D4D6-4E03-8497-92AD1D0B6A2D}" dt="2024-05-08T09:39:29.985" v="2615" actId="478"/>
          <ac:spMkLst>
            <pc:docMk/>
            <pc:sldMk cId="325324901" sldId="606"/>
            <ac:spMk id="8" creationId="{B1C9A4F0-DE1D-7ABD-37C3-B74AD6E0DBE4}"/>
          </ac:spMkLst>
        </pc:spChg>
        <pc:spChg chg="del">
          <ac:chgData name="Ibrahim NIANG" userId="acdf7ece8d0764a7" providerId="LiveId" clId="{0D4CE526-D4D6-4E03-8497-92AD1D0B6A2D}" dt="2024-05-08T09:39:33.168" v="2617" actId="478"/>
          <ac:spMkLst>
            <pc:docMk/>
            <pc:sldMk cId="325324901" sldId="606"/>
            <ac:spMk id="10" creationId="{B1AF610C-001C-8DEC-2B91-77E50A3E0D25}"/>
          </ac:spMkLst>
        </pc:spChg>
        <pc:spChg chg="mod">
          <ac:chgData name="Ibrahim NIANG" userId="acdf7ece8d0764a7" providerId="LiveId" clId="{0D4CE526-D4D6-4E03-8497-92AD1D0B6A2D}" dt="2024-05-08T09:40:12.978" v="2655" actId="1076"/>
          <ac:spMkLst>
            <pc:docMk/>
            <pc:sldMk cId="325324901" sldId="606"/>
            <ac:spMk id="11" creationId="{20BAFBF7-29E1-AA7E-2DFE-6D43BCAE4C7F}"/>
          </ac:spMkLst>
        </pc:spChg>
        <pc:picChg chg="del">
          <ac:chgData name="Ibrahim NIANG" userId="acdf7ece8d0764a7" providerId="LiveId" clId="{0D4CE526-D4D6-4E03-8497-92AD1D0B6A2D}" dt="2024-05-08T09:39:27.360" v="2613" actId="478"/>
          <ac:picMkLst>
            <pc:docMk/>
            <pc:sldMk cId="325324901" sldId="606"/>
            <ac:picMk id="3" creationId="{AF84A616-DBCA-F189-2EBB-6725D95D23D7}"/>
          </ac:picMkLst>
        </pc:picChg>
        <pc:picChg chg="del">
          <ac:chgData name="Ibrahim NIANG" userId="acdf7ece8d0764a7" providerId="LiveId" clId="{0D4CE526-D4D6-4E03-8497-92AD1D0B6A2D}" dt="2024-05-08T09:39:28.118" v="2614" actId="478"/>
          <ac:picMkLst>
            <pc:docMk/>
            <pc:sldMk cId="325324901" sldId="606"/>
            <ac:picMk id="1026" creationId="{48534703-1D87-71AB-4AA9-B332622900D2}"/>
          </ac:picMkLst>
        </pc:picChg>
        <pc:picChg chg="add mod">
          <ac:chgData name="Ibrahim NIANG" userId="acdf7ece8d0764a7" providerId="LiveId" clId="{0D4CE526-D4D6-4E03-8497-92AD1D0B6A2D}" dt="2024-05-08T09:41:26.194" v="2661" actId="1076"/>
          <ac:picMkLst>
            <pc:docMk/>
            <pc:sldMk cId="325324901" sldId="606"/>
            <ac:picMk id="2050" creationId="{A1886780-061E-5C3C-9EB6-FFD6FBC68CE7}"/>
          </ac:picMkLst>
        </pc:picChg>
      </pc:sldChg>
      <pc:sldChg chg="addSp delSp modSp add">
        <pc:chgData name="Ibrahim NIANG" userId="acdf7ece8d0764a7" providerId="LiveId" clId="{0D4CE526-D4D6-4E03-8497-92AD1D0B6A2D}" dt="2024-05-08T09:48:52.657" v="2773" actId="1076"/>
        <pc:sldMkLst>
          <pc:docMk/>
          <pc:sldMk cId="3870650788" sldId="607"/>
        </pc:sldMkLst>
        <pc:picChg chg="add mod">
          <ac:chgData name="Ibrahim NIANG" userId="acdf7ece8d0764a7" providerId="LiveId" clId="{0D4CE526-D4D6-4E03-8497-92AD1D0B6A2D}" dt="2024-05-08T09:48:52.657" v="2773" actId="1076"/>
          <ac:picMkLst>
            <pc:docMk/>
            <pc:sldMk cId="3870650788" sldId="607"/>
            <ac:picMk id="3" creationId="{B19EE671-2852-B3CF-0321-5F8203B48EB1}"/>
          </ac:picMkLst>
        </pc:picChg>
        <pc:picChg chg="del">
          <ac:chgData name="Ibrahim NIANG" userId="acdf7ece8d0764a7" providerId="LiveId" clId="{0D4CE526-D4D6-4E03-8497-92AD1D0B6A2D}" dt="2024-05-08T09:46:49.904" v="2683" actId="478"/>
          <ac:picMkLst>
            <pc:docMk/>
            <pc:sldMk cId="3870650788" sldId="607"/>
            <ac:picMk id="1030" creationId="{3D68FC57-791C-8505-DF26-D4F5C87451F7}"/>
          </ac:picMkLst>
        </pc:picChg>
        <pc:picChg chg="add">
          <ac:chgData name="Ibrahim NIANG" userId="acdf7ece8d0764a7" providerId="LiveId" clId="{0D4CE526-D4D6-4E03-8497-92AD1D0B6A2D}" dt="2024-05-08T09:46:52.235" v="2684"/>
          <ac:picMkLst>
            <pc:docMk/>
            <pc:sldMk cId="3870650788" sldId="607"/>
            <ac:picMk id="3074" creationId="{3DB67015-236F-D517-337A-6B1B8E6A07F8}"/>
          </ac:picMkLst>
        </pc:picChg>
      </pc:sldChg>
      <pc:sldChg chg="addSp delSp modSp add mod modNotesTx">
        <pc:chgData name="Ibrahim NIANG" userId="acdf7ece8d0764a7" providerId="LiveId" clId="{0D4CE526-D4D6-4E03-8497-92AD1D0B6A2D}" dt="2024-05-08T09:49:12.619" v="2776" actId="20577"/>
        <pc:sldMkLst>
          <pc:docMk/>
          <pc:sldMk cId="3234994921" sldId="608"/>
        </pc:sldMkLst>
        <pc:spChg chg="mod">
          <ac:chgData name="Ibrahim NIANG" userId="acdf7ece8d0764a7" providerId="LiveId" clId="{0D4CE526-D4D6-4E03-8497-92AD1D0B6A2D}" dt="2024-05-08T09:47:55.078" v="2760" actId="1076"/>
          <ac:spMkLst>
            <pc:docMk/>
            <pc:sldMk cId="3234994921" sldId="608"/>
            <ac:spMk id="16" creationId="{894C0C13-F425-2C05-783A-02A806D13280}"/>
          </ac:spMkLst>
        </pc:spChg>
        <pc:picChg chg="add mod">
          <ac:chgData name="Ibrahim NIANG" userId="acdf7ece8d0764a7" providerId="LiveId" clId="{0D4CE526-D4D6-4E03-8497-92AD1D0B6A2D}" dt="2024-05-08T09:48:30.071" v="2769" actId="1076"/>
          <ac:picMkLst>
            <pc:docMk/>
            <pc:sldMk cId="3234994921" sldId="608"/>
            <ac:picMk id="3" creationId="{DB1C63D6-14E0-286B-A27C-DD4A1812B3D3}"/>
          </ac:picMkLst>
        </pc:picChg>
        <pc:picChg chg="del">
          <ac:chgData name="Ibrahim NIANG" userId="acdf7ece8d0764a7" providerId="LiveId" clId="{0D4CE526-D4D6-4E03-8497-92AD1D0B6A2D}" dt="2024-05-08T09:47:11.057" v="2689" actId="478"/>
          <ac:picMkLst>
            <pc:docMk/>
            <pc:sldMk cId="3234994921" sldId="608"/>
            <ac:picMk id="1032" creationId="{D3279C0E-3795-0EF8-E689-074D861E266A}"/>
          </ac:picMkLst>
        </pc:picChg>
        <pc:picChg chg="mod">
          <ac:chgData name="Ibrahim NIANG" userId="acdf7ece8d0764a7" providerId="LiveId" clId="{0D4CE526-D4D6-4E03-8497-92AD1D0B6A2D}" dt="2024-05-08T09:48:28.247" v="2768" actId="14100"/>
          <ac:picMkLst>
            <pc:docMk/>
            <pc:sldMk cId="3234994921" sldId="608"/>
            <ac:picMk id="1034" creationId="{C413BD2D-5224-F772-2BC3-86ACB5A3D687}"/>
          </ac:picMkLst>
        </pc:picChg>
      </pc:sldChg>
      <pc:sldChg chg="addSp delSp modSp add mod">
        <pc:chgData name="Ibrahim NIANG" userId="acdf7ece8d0764a7" providerId="LiveId" clId="{0D4CE526-D4D6-4E03-8497-92AD1D0B6A2D}" dt="2024-05-08T10:06:01.693" v="2986" actId="1076"/>
        <pc:sldMkLst>
          <pc:docMk/>
          <pc:sldMk cId="3719701961" sldId="609"/>
        </pc:sldMkLst>
        <pc:spChg chg="del">
          <ac:chgData name="Ibrahim NIANG" userId="acdf7ece8d0764a7" providerId="LiveId" clId="{0D4CE526-D4D6-4E03-8497-92AD1D0B6A2D}" dt="2024-05-08T09:51:35.923" v="2783" actId="478"/>
          <ac:spMkLst>
            <pc:docMk/>
            <pc:sldMk cId="3719701961" sldId="609"/>
            <ac:spMk id="6" creationId="{08E3C7D2-0624-E0A0-EEE9-AAFBF4EC9CB1}"/>
          </ac:spMkLst>
        </pc:spChg>
        <pc:spChg chg="add mod">
          <ac:chgData name="Ibrahim NIANG" userId="acdf7ece8d0764a7" providerId="LiveId" clId="{0D4CE526-D4D6-4E03-8497-92AD1D0B6A2D}" dt="2024-05-08T09:53:21.649" v="2814" actId="1076"/>
          <ac:spMkLst>
            <pc:docMk/>
            <pc:sldMk cId="3719701961" sldId="609"/>
            <ac:spMk id="12" creationId="{2324DEC5-DCBD-F5A1-DEC8-6A2BE38EF460}"/>
          </ac:spMkLst>
        </pc:spChg>
        <pc:spChg chg="add mod">
          <ac:chgData name="Ibrahim NIANG" userId="acdf7ece8d0764a7" providerId="LiveId" clId="{0D4CE526-D4D6-4E03-8497-92AD1D0B6A2D}" dt="2024-05-08T09:54:20.269" v="2826" actId="1076"/>
          <ac:spMkLst>
            <pc:docMk/>
            <pc:sldMk cId="3719701961" sldId="609"/>
            <ac:spMk id="14" creationId="{96B4655D-56ED-8904-DEB0-ED9E473470ED}"/>
          </ac:spMkLst>
        </pc:spChg>
        <pc:spChg chg="mod">
          <ac:chgData name="Ibrahim NIANG" userId="acdf7ece8d0764a7" providerId="LiveId" clId="{0D4CE526-D4D6-4E03-8497-92AD1D0B6A2D}" dt="2024-05-08T10:06:01.693" v="2986" actId="1076"/>
          <ac:spMkLst>
            <pc:docMk/>
            <pc:sldMk cId="3719701961" sldId="609"/>
            <ac:spMk id="16" creationId="{894C0C13-F425-2C05-783A-02A806D13280}"/>
          </ac:spMkLst>
        </pc:spChg>
        <pc:picChg chg="del">
          <ac:chgData name="Ibrahim NIANG" userId="acdf7ece8d0764a7" providerId="LiveId" clId="{0D4CE526-D4D6-4E03-8497-92AD1D0B6A2D}" dt="2024-05-08T09:51:32.301" v="2778" actId="478"/>
          <ac:picMkLst>
            <pc:docMk/>
            <pc:sldMk cId="3719701961" sldId="609"/>
            <ac:picMk id="3" creationId="{B19EE671-2852-B3CF-0321-5F8203B48EB1}"/>
          </ac:picMkLst>
        </pc:picChg>
        <pc:picChg chg="add mod">
          <ac:chgData name="Ibrahim NIANG" userId="acdf7ece8d0764a7" providerId="LiveId" clId="{0D4CE526-D4D6-4E03-8497-92AD1D0B6A2D}" dt="2024-05-08T09:54:18.338" v="2825" actId="1076"/>
          <ac:picMkLst>
            <pc:docMk/>
            <pc:sldMk cId="3719701961" sldId="609"/>
            <ac:picMk id="15" creationId="{C0F92AA2-04AB-CB82-575F-177FC91ECEAE}"/>
          </ac:picMkLst>
        </pc:picChg>
        <pc:picChg chg="del">
          <ac:chgData name="Ibrahim NIANG" userId="acdf7ece8d0764a7" providerId="LiveId" clId="{0D4CE526-D4D6-4E03-8497-92AD1D0B6A2D}" dt="2024-05-08T09:51:33.469" v="2780" actId="478"/>
          <ac:picMkLst>
            <pc:docMk/>
            <pc:sldMk cId="3719701961" sldId="609"/>
            <ac:picMk id="20" creationId="{31707C70-F0DF-3187-8299-51414AE48355}"/>
          </ac:picMkLst>
        </pc:picChg>
        <pc:picChg chg="del">
          <ac:chgData name="Ibrahim NIANG" userId="acdf7ece8d0764a7" providerId="LiveId" clId="{0D4CE526-D4D6-4E03-8497-92AD1D0B6A2D}" dt="2024-05-08T09:51:34.217" v="2782" actId="478"/>
          <ac:picMkLst>
            <pc:docMk/>
            <pc:sldMk cId="3719701961" sldId="609"/>
            <ac:picMk id="22" creationId="{C3AACD8E-FE99-8340-BEDC-60AA80EFEF40}"/>
          </ac:picMkLst>
        </pc:picChg>
        <pc:picChg chg="del">
          <ac:chgData name="Ibrahim NIANG" userId="acdf7ece8d0764a7" providerId="LiveId" clId="{0D4CE526-D4D6-4E03-8497-92AD1D0B6A2D}" dt="2024-05-08T09:51:32.903" v="2779" actId="478"/>
          <ac:picMkLst>
            <pc:docMk/>
            <pc:sldMk cId="3719701961" sldId="609"/>
            <ac:picMk id="24" creationId="{0D89EFEA-6654-542F-094F-B7ED16016AB4}"/>
          </ac:picMkLst>
        </pc:picChg>
        <pc:picChg chg="del">
          <ac:chgData name="Ibrahim NIANG" userId="acdf7ece8d0764a7" providerId="LiveId" clId="{0D4CE526-D4D6-4E03-8497-92AD1D0B6A2D}" dt="2024-05-08T09:51:33.881" v="2781" actId="478"/>
          <ac:picMkLst>
            <pc:docMk/>
            <pc:sldMk cId="3719701961" sldId="609"/>
            <ac:picMk id="26" creationId="{E951A3EF-CBDF-FE00-AC79-AE2D537C23DB}"/>
          </ac:picMkLst>
        </pc:picChg>
        <pc:picChg chg="add mod">
          <ac:chgData name="Ibrahim NIANG" userId="acdf7ece8d0764a7" providerId="LiveId" clId="{0D4CE526-D4D6-4E03-8497-92AD1D0B6A2D}" dt="2024-05-08T09:53:48.112" v="2820" actId="1076"/>
          <ac:picMkLst>
            <pc:docMk/>
            <pc:sldMk cId="3719701961" sldId="609"/>
            <ac:picMk id="4098" creationId="{6435E48F-1D27-B538-D56D-E9ECC352D09A}"/>
          </ac:picMkLst>
        </pc:picChg>
      </pc:sldChg>
      <pc:sldChg chg="addSp delSp modSp add mod">
        <pc:chgData name="Ibrahim NIANG" userId="acdf7ece8d0764a7" providerId="LiveId" clId="{0D4CE526-D4D6-4E03-8497-92AD1D0B6A2D}" dt="2024-05-08T10:05:51.223" v="2970" actId="1076"/>
        <pc:sldMkLst>
          <pc:docMk/>
          <pc:sldMk cId="2203081202" sldId="610"/>
        </pc:sldMkLst>
        <pc:spChg chg="add mod">
          <ac:chgData name="Ibrahim NIANG" userId="acdf7ece8d0764a7" providerId="LiveId" clId="{0D4CE526-D4D6-4E03-8497-92AD1D0B6A2D}" dt="2024-05-08T09:56:31.939" v="2846" actId="113"/>
          <ac:spMkLst>
            <pc:docMk/>
            <pc:sldMk cId="2203081202" sldId="610"/>
            <ac:spMk id="6" creationId="{CF5F86A1-EA7B-C3CB-518A-4586D190D4F2}"/>
          </ac:spMkLst>
        </pc:spChg>
        <pc:spChg chg="mod">
          <ac:chgData name="Ibrahim NIANG" userId="acdf7ece8d0764a7" providerId="LiveId" clId="{0D4CE526-D4D6-4E03-8497-92AD1D0B6A2D}" dt="2024-05-08T09:57:34.205" v="2867" actId="20577"/>
          <ac:spMkLst>
            <pc:docMk/>
            <pc:sldMk cId="2203081202" sldId="610"/>
            <ac:spMk id="12" creationId="{2324DEC5-DCBD-F5A1-DEC8-6A2BE38EF460}"/>
          </ac:spMkLst>
        </pc:spChg>
        <pc:spChg chg="del">
          <ac:chgData name="Ibrahim NIANG" userId="acdf7ece8d0764a7" providerId="LiveId" clId="{0D4CE526-D4D6-4E03-8497-92AD1D0B6A2D}" dt="2024-05-08T09:56:04.383" v="2839" actId="478"/>
          <ac:spMkLst>
            <pc:docMk/>
            <pc:sldMk cId="2203081202" sldId="610"/>
            <ac:spMk id="14" creationId="{96B4655D-56ED-8904-DEB0-ED9E473470ED}"/>
          </ac:spMkLst>
        </pc:spChg>
        <pc:spChg chg="mod">
          <ac:chgData name="Ibrahim NIANG" userId="acdf7ece8d0764a7" providerId="LiveId" clId="{0D4CE526-D4D6-4E03-8497-92AD1D0B6A2D}" dt="2024-05-08T10:05:51.223" v="2970" actId="1076"/>
          <ac:spMkLst>
            <pc:docMk/>
            <pc:sldMk cId="2203081202" sldId="610"/>
            <ac:spMk id="16" creationId="{894C0C13-F425-2C05-783A-02A806D13280}"/>
          </ac:spMkLst>
        </pc:spChg>
        <pc:picChg chg="add mod">
          <ac:chgData name="Ibrahim NIANG" userId="acdf7ece8d0764a7" providerId="LiveId" clId="{0D4CE526-D4D6-4E03-8497-92AD1D0B6A2D}" dt="2024-05-08T09:57:08.653" v="2853" actId="1076"/>
          <ac:picMkLst>
            <pc:docMk/>
            <pc:sldMk cId="2203081202" sldId="610"/>
            <ac:picMk id="9" creationId="{0E11AFDA-395C-0A26-6478-863944C3F301}"/>
          </ac:picMkLst>
        </pc:picChg>
        <pc:picChg chg="del">
          <ac:chgData name="Ibrahim NIANG" userId="acdf7ece8d0764a7" providerId="LiveId" clId="{0D4CE526-D4D6-4E03-8497-92AD1D0B6A2D}" dt="2024-05-08T09:56:39.585" v="2847" actId="478"/>
          <ac:picMkLst>
            <pc:docMk/>
            <pc:sldMk cId="2203081202" sldId="610"/>
            <ac:picMk id="15" creationId="{C0F92AA2-04AB-CB82-575F-177FC91ECEAE}"/>
          </ac:picMkLst>
        </pc:picChg>
        <pc:picChg chg="del">
          <ac:chgData name="Ibrahim NIANG" userId="acdf7ece8d0764a7" providerId="LiveId" clId="{0D4CE526-D4D6-4E03-8497-92AD1D0B6A2D}" dt="2024-05-08T09:57:19.478" v="2854" actId="478"/>
          <ac:picMkLst>
            <pc:docMk/>
            <pc:sldMk cId="2203081202" sldId="610"/>
            <ac:picMk id="4098" creationId="{6435E48F-1D27-B538-D56D-E9ECC352D09A}"/>
          </ac:picMkLst>
        </pc:picChg>
        <pc:picChg chg="add mod">
          <ac:chgData name="Ibrahim NIANG" userId="acdf7ece8d0764a7" providerId="LiveId" clId="{0D4CE526-D4D6-4E03-8497-92AD1D0B6A2D}" dt="2024-05-08T09:57:26.800" v="2858" actId="1076"/>
          <ac:picMkLst>
            <pc:docMk/>
            <pc:sldMk cId="2203081202" sldId="610"/>
            <ac:picMk id="6146" creationId="{B95C6E7C-1B97-7A99-A0E3-13A748C5E1B4}"/>
          </ac:picMkLst>
        </pc:picChg>
      </pc:sldChg>
      <pc:sldChg chg="addSp delSp modSp add mod">
        <pc:chgData name="Ibrahim NIANG" userId="acdf7ece8d0764a7" providerId="LiveId" clId="{0D4CE526-D4D6-4E03-8497-92AD1D0B6A2D}" dt="2024-05-08T10:05:36.235" v="2954" actId="1076"/>
        <pc:sldMkLst>
          <pc:docMk/>
          <pc:sldMk cId="1104672601" sldId="611"/>
        </pc:sldMkLst>
        <pc:spChg chg="del">
          <ac:chgData name="Ibrahim NIANG" userId="acdf7ece8d0764a7" providerId="LiveId" clId="{0D4CE526-D4D6-4E03-8497-92AD1D0B6A2D}" dt="2024-05-08T09:59:24.282" v="2882" actId="478"/>
          <ac:spMkLst>
            <pc:docMk/>
            <pc:sldMk cId="1104672601" sldId="611"/>
            <ac:spMk id="6" creationId="{CF5F86A1-EA7B-C3CB-518A-4586D190D4F2}"/>
          </ac:spMkLst>
        </pc:spChg>
        <pc:spChg chg="mod">
          <ac:chgData name="Ibrahim NIANG" userId="acdf7ece8d0764a7" providerId="LiveId" clId="{0D4CE526-D4D6-4E03-8497-92AD1D0B6A2D}" dt="2024-05-08T10:05:21.527" v="2944" actId="14100"/>
          <ac:spMkLst>
            <pc:docMk/>
            <pc:sldMk cId="1104672601" sldId="611"/>
            <ac:spMk id="10" creationId="{4DD54E06-0169-321D-9C64-7EA884C3D6F8}"/>
          </ac:spMkLst>
        </pc:spChg>
        <pc:spChg chg="mod">
          <ac:chgData name="Ibrahim NIANG" userId="acdf7ece8d0764a7" providerId="LiveId" clId="{0D4CE526-D4D6-4E03-8497-92AD1D0B6A2D}" dt="2024-05-08T10:00:31.919" v="2899" actId="1076"/>
          <ac:spMkLst>
            <pc:docMk/>
            <pc:sldMk cId="1104672601" sldId="611"/>
            <ac:spMk id="12" creationId="{2324DEC5-DCBD-F5A1-DEC8-6A2BE38EF460}"/>
          </ac:spMkLst>
        </pc:spChg>
        <pc:spChg chg="add mod">
          <ac:chgData name="Ibrahim NIANG" userId="acdf7ece8d0764a7" providerId="LiveId" clId="{0D4CE526-D4D6-4E03-8497-92AD1D0B6A2D}" dt="2024-05-08T10:00:34.004" v="2900" actId="1076"/>
          <ac:spMkLst>
            <pc:docMk/>
            <pc:sldMk cId="1104672601" sldId="611"/>
            <ac:spMk id="14" creationId="{F5C4CCE4-9629-E873-84CF-E0EA8F0B64EB}"/>
          </ac:spMkLst>
        </pc:spChg>
        <pc:spChg chg="mod">
          <ac:chgData name="Ibrahim NIANG" userId="acdf7ece8d0764a7" providerId="LiveId" clId="{0D4CE526-D4D6-4E03-8497-92AD1D0B6A2D}" dt="2024-05-08T10:05:36.235" v="2954" actId="1076"/>
          <ac:spMkLst>
            <pc:docMk/>
            <pc:sldMk cId="1104672601" sldId="611"/>
            <ac:spMk id="16" creationId="{894C0C13-F425-2C05-783A-02A806D13280}"/>
          </ac:spMkLst>
        </pc:spChg>
        <pc:picChg chg="add mod">
          <ac:chgData name="Ibrahim NIANG" userId="acdf7ece8d0764a7" providerId="LiveId" clId="{0D4CE526-D4D6-4E03-8497-92AD1D0B6A2D}" dt="2024-05-08T09:58:24.140" v="2878" actId="1076"/>
          <ac:picMkLst>
            <pc:docMk/>
            <pc:sldMk cId="1104672601" sldId="611"/>
            <ac:picMk id="3" creationId="{6F775822-022E-3961-52B6-36CD3F1D1116}"/>
          </ac:picMkLst>
        </pc:picChg>
        <pc:picChg chg="del">
          <ac:chgData name="Ibrahim NIANG" userId="acdf7ece8d0764a7" providerId="LiveId" clId="{0D4CE526-D4D6-4E03-8497-92AD1D0B6A2D}" dt="2024-05-08T09:58:20.027" v="2877" actId="478"/>
          <ac:picMkLst>
            <pc:docMk/>
            <pc:sldMk cId="1104672601" sldId="611"/>
            <ac:picMk id="9" creationId="{0E11AFDA-395C-0A26-6478-863944C3F301}"/>
          </ac:picMkLst>
        </pc:picChg>
        <pc:picChg chg="del">
          <ac:chgData name="Ibrahim NIANG" userId="acdf7ece8d0764a7" providerId="LiveId" clId="{0D4CE526-D4D6-4E03-8497-92AD1D0B6A2D}" dt="2024-05-08T09:57:47.390" v="2869" actId="478"/>
          <ac:picMkLst>
            <pc:docMk/>
            <pc:sldMk cId="1104672601" sldId="611"/>
            <ac:picMk id="6146" creationId="{B95C6E7C-1B97-7A99-A0E3-13A748C5E1B4}"/>
          </ac:picMkLst>
        </pc:picChg>
        <pc:picChg chg="add mod">
          <ac:chgData name="Ibrahim NIANG" userId="acdf7ece8d0764a7" providerId="LiveId" clId="{0D4CE526-D4D6-4E03-8497-92AD1D0B6A2D}" dt="2024-05-08T10:00:24.659" v="2893" actId="14100"/>
          <ac:picMkLst>
            <pc:docMk/>
            <pc:sldMk cId="1104672601" sldId="611"/>
            <ac:picMk id="7170" creationId="{97A36585-2A9C-D13F-DD22-7B317E5DACC8}"/>
          </ac:picMkLst>
        </pc:picChg>
      </pc:sldChg>
      <pc:sldChg chg="addSp delSp modSp add mod">
        <pc:chgData name="Ibrahim NIANG" userId="acdf7ece8d0764a7" providerId="LiveId" clId="{0D4CE526-D4D6-4E03-8497-92AD1D0B6A2D}" dt="2024-05-08T10:05:13.099" v="2943" actId="1076"/>
        <pc:sldMkLst>
          <pc:docMk/>
          <pc:sldMk cId="2861439014" sldId="612"/>
        </pc:sldMkLst>
        <pc:spChg chg="add mod">
          <ac:chgData name="Ibrahim NIANG" userId="acdf7ece8d0764a7" providerId="LiveId" clId="{0D4CE526-D4D6-4E03-8497-92AD1D0B6A2D}" dt="2024-05-08T10:03:09.413" v="2916" actId="1076"/>
          <ac:spMkLst>
            <pc:docMk/>
            <pc:sldMk cId="2861439014" sldId="612"/>
            <ac:spMk id="9" creationId="{5B93F98C-4F5B-7355-DD90-5C1727B353E4}"/>
          </ac:spMkLst>
        </pc:spChg>
        <pc:spChg chg="mod">
          <ac:chgData name="Ibrahim NIANG" userId="acdf7ece8d0764a7" providerId="LiveId" clId="{0D4CE526-D4D6-4E03-8497-92AD1D0B6A2D}" dt="2024-05-08T10:05:02.973" v="2932" actId="14100"/>
          <ac:spMkLst>
            <pc:docMk/>
            <pc:sldMk cId="2861439014" sldId="612"/>
            <ac:spMk id="10" creationId="{4DD54E06-0169-321D-9C64-7EA884C3D6F8}"/>
          </ac:spMkLst>
        </pc:spChg>
        <pc:spChg chg="mod">
          <ac:chgData name="Ibrahim NIANG" userId="acdf7ece8d0764a7" providerId="LiveId" clId="{0D4CE526-D4D6-4E03-8497-92AD1D0B6A2D}" dt="2024-05-08T10:03:44.640" v="2926" actId="20577"/>
          <ac:spMkLst>
            <pc:docMk/>
            <pc:sldMk cId="2861439014" sldId="612"/>
            <ac:spMk id="12" creationId="{2324DEC5-DCBD-F5A1-DEC8-6A2BE38EF460}"/>
          </ac:spMkLst>
        </pc:spChg>
        <pc:spChg chg="del">
          <ac:chgData name="Ibrahim NIANG" userId="acdf7ece8d0764a7" providerId="LiveId" clId="{0D4CE526-D4D6-4E03-8497-92AD1D0B6A2D}" dt="2024-05-08T10:02:05.141" v="2905" actId="478"/>
          <ac:spMkLst>
            <pc:docMk/>
            <pc:sldMk cId="2861439014" sldId="612"/>
            <ac:spMk id="14" creationId="{F5C4CCE4-9629-E873-84CF-E0EA8F0B64EB}"/>
          </ac:spMkLst>
        </pc:spChg>
        <pc:spChg chg="mod">
          <ac:chgData name="Ibrahim NIANG" userId="acdf7ece8d0764a7" providerId="LiveId" clId="{0D4CE526-D4D6-4E03-8497-92AD1D0B6A2D}" dt="2024-05-08T10:05:13.099" v="2943" actId="1076"/>
          <ac:spMkLst>
            <pc:docMk/>
            <pc:sldMk cId="2861439014" sldId="612"/>
            <ac:spMk id="16" creationId="{894C0C13-F425-2C05-783A-02A806D13280}"/>
          </ac:spMkLst>
        </pc:spChg>
        <pc:picChg chg="del">
          <ac:chgData name="Ibrahim NIANG" userId="acdf7ece8d0764a7" providerId="LiveId" clId="{0D4CE526-D4D6-4E03-8497-92AD1D0B6A2D}" dt="2024-05-08T10:03:19.575" v="2917" actId="478"/>
          <ac:picMkLst>
            <pc:docMk/>
            <pc:sldMk cId="2861439014" sldId="612"/>
            <ac:picMk id="3" creationId="{6F775822-022E-3961-52B6-36CD3F1D1116}"/>
          </ac:picMkLst>
        </pc:picChg>
        <pc:picChg chg="add mod">
          <ac:chgData name="Ibrahim NIANG" userId="acdf7ece8d0764a7" providerId="LiveId" clId="{0D4CE526-D4D6-4E03-8497-92AD1D0B6A2D}" dt="2024-05-08T10:03:38.621" v="2922" actId="1076"/>
          <ac:picMkLst>
            <pc:docMk/>
            <pc:sldMk cId="2861439014" sldId="612"/>
            <ac:picMk id="13" creationId="{A1FDCCFD-BEDB-D21A-321C-29F0A69145E9}"/>
          </ac:picMkLst>
        </pc:picChg>
        <pc:picChg chg="del">
          <ac:chgData name="Ibrahim NIANG" userId="acdf7ece8d0764a7" providerId="LiveId" clId="{0D4CE526-D4D6-4E03-8497-92AD1D0B6A2D}" dt="2024-05-08T10:04:42.010" v="2927" actId="478"/>
          <ac:picMkLst>
            <pc:docMk/>
            <pc:sldMk cId="2861439014" sldId="612"/>
            <ac:picMk id="7170" creationId="{97A36585-2A9C-D13F-DD22-7B317E5DACC8}"/>
          </ac:picMkLst>
        </pc:picChg>
        <pc:picChg chg="add mod">
          <ac:chgData name="Ibrahim NIANG" userId="acdf7ece8d0764a7" providerId="LiveId" clId="{0D4CE526-D4D6-4E03-8497-92AD1D0B6A2D}" dt="2024-05-08T10:04:57.075" v="2931" actId="1076"/>
          <ac:picMkLst>
            <pc:docMk/>
            <pc:sldMk cId="2861439014" sldId="612"/>
            <ac:picMk id="8194" creationId="{CC4E8D95-668D-24FA-65BA-93A0357D6F80}"/>
          </ac:picMkLst>
        </pc:picChg>
      </pc:sldChg>
      <pc:sldChg chg="addSp delSp modSp add del mod">
        <pc:chgData name="Ibrahim NIANG" userId="acdf7ece8d0764a7" providerId="LiveId" clId="{0D4CE526-D4D6-4E03-8497-92AD1D0B6A2D}" dt="2024-05-08T10:11:11.209" v="3008" actId="2696"/>
        <pc:sldMkLst>
          <pc:docMk/>
          <pc:sldMk cId="470200333" sldId="613"/>
        </pc:sldMkLst>
        <pc:spChg chg="del">
          <ac:chgData name="Ibrahim NIANG" userId="acdf7ece8d0764a7" providerId="LiveId" clId="{0D4CE526-D4D6-4E03-8497-92AD1D0B6A2D}" dt="2024-05-08T10:10:29.273" v="2996" actId="478"/>
          <ac:spMkLst>
            <pc:docMk/>
            <pc:sldMk cId="470200333" sldId="613"/>
            <ac:spMk id="2" creationId="{96B61390-20DD-419F-97AD-765655CF776E}"/>
          </ac:spMkLst>
        </pc:spChg>
        <pc:spChg chg="del">
          <ac:chgData name="Ibrahim NIANG" userId="acdf7ece8d0764a7" providerId="LiveId" clId="{0D4CE526-D4D6-4E03-8497-92AD1D0B6A2D}" dt="2024-05-08T10:10:40.126" v="3003" actId="478"/>
          <ac:spMkLst>
            <pc:docMk/>
            <pc:sldMk cId="470200333" sldId="613"/>
            <ac:spMk id="11" creationId="{E99721E1-29B8-4F13-BE82-8E03CCC13591}"/>
          </ac:spMkLst>
        </pc:spChg>
        <pc:spChg chg="mod">
          <ac:chgData name="Ibrahim NIANG" userId="acdf7ece8d0764a7" providerId="LiveId" clId="{0D4CE526-D4D6-4E03-8497-92AD1D0B6A2D}" dt="2024-05-08T10:10:37.586" v="3002" actId="20577"/>
          <ac:spMkLst>
            <pc:docMk/>
            <pc:sldMk cId="470200333" sldId="613"/>
            <ac:spMk id="12" creationId="{9379E449-9759-F6A7-E1AB-69ACEB4DEF59}"/>
          </ac:spMkLst>
        </pc:spChg>
        <pc:spChg chg="del">
          <ac:chgData name="Ibrahim NIANG" userId="acdf7ece8d0764a7" providerId="LiveId" clId="{0D4CE526-D4D6-4E03-8497-92AD1D0B6A2D}" dt="2024-05-08T10:10:14.176" v="2989" actId="478"/>
          <ac:spMkLst>
            <pc:docMk/>
            <pc:sldMk cId="470200333" sldId="613"/>
            <ac:spMk id="15" creationId="{C41D58F1-4291-B510-8E19-6862DAA0BAF2}"/>
          </ac:spMkLst>
        </pc:spChg>
        <pc:picChg chg="del">
          <ac:chgData name="Ibrahim NIANG" userId="acdf7ece8d0764a7" providerId="LiveId" clId="{0D4CE526-D4D6-4E03-8497-92AD1D0B6A2D}" dt="2024-05-08T10:10:12.817" v="2988" actId="478"/>
          <ac:picMkLst>
            <pc:docMk/>
            <pc:sldMk cId="470200333" sldId="613"/>
            <ac:picMk id="3074" creationId="{7CDC6723-180D-C4D6-93F1-1BCF0AC3C05E}"/>
          </ac:picMkLst>
        </pc:picChg>
        <pc:picChg chg="add del mod">
          <ac:chgData name="Ibrahim NIANG" userId="acdf7ece8d0764a7" providerId="LiveId" clId="{0D4CE526-D4D6-4E03-8497-92AD1D0B6A2D}" dt="2024-05-08T10:11:03.750" v="3007" actId="478"/>
          <ac:picMkLst>
            <pc:docMk/>
            <pc:sldMk cId="470200333" sldId="613"/>
            <ac:picMk id="9218" creationId="{3DF1ABEC-9285-AB29-7C50-1C2D14DA0DC1}"/>
          </ac:picMkLst>
        </pc:picChg>
      </pc:sldChg>
      <pc:sldChg chg="addSp delSp modSp add mod">
        <pc:chgData name="Ibrahim NIANG" userId="acdf7ece8d0764a7" providerId="LiveId" clId="{0D4CE526-D4D6-4E03-8497-92AD1D0B6A2D}" dt="2024-05-08T10:18:36.976" v="3041" actId="1076"/>
        <pc:sldMkLst>
          <pc:docMk/>
          <pc:sldMk cId="1825436554" sldId="613"/>
        </pc:sldMkLst>
        <pc:spChg chg="add del">
          <ac:chgData name="Ibrahim NIANG" userId="acdf7ece8d0764a7" providerId="LiveId" clId="{0D4CE526-D4D6-4E03-8497-92AD1D0B6A2D}" dt="2024-05-08T10:12:53.250" v="3014" actId="478"/>
          <ac:spMkLst>
            <pc:docMk/>
            <pc:sldMk cId="1825436554" sldId="613"/>
            <ac:spMk id="3" creationId="{5ACA47D8-4F71-02C1-B856-788A4A990C97}"/>
          </ac:spMkLst>
        </pc:spChg>
        <pc:spChg chg="del">
          <ac:chgData name="Ibrahim NIANG" userId="acdf7ece8d0764a7" providerId="LiveId" clId="{0D4CE526-D4D6-4E03-8497-92AD1D0B6A2D}" dt="2024-05-08T10:12:48.407" v="3011" actId="478"/>
          <ac:spMkLst>
            <pc:docMk/>
            <pc:sldMk cId="1825436554" sldId="613"/>
            <ac:spMk id="8" creationId="{DBEB9970-BEFA-7C64-083E-CB6D23A2C356}"/>
          </ac:spMkLst>
        </pc:spChg>
        <pc:spChg chg="add del">
          <ac:chgData name="Ibrahim NIANG" userId="acdf7ece8d0764a7" providerId="LiveId" clId="{0D4CE526-D4D6-4E03-8497-92AD1D0B6A2D}" dt="2024-05-08T10:13:16.437" v="3016" actId="478"/>
          <ac:spMkLst>
            <pc:docMk/>
            <pc:sldMk cId="1825436554" sldId="613"/>
            <ac:spMk id="9" creationId="{566D02DB-A262-5831-64F3-00A58A93143D}"/>
          </ac:spMkLst>
        </pc:spChg>
        <pc:spChg chg="mod">
          <ac:chgData name="Ibrahim NIANG" userId="acdf7ece8d0764a7" providerId="LiveId" clId="{0D4CE526-D4D6-4E03-8497-92AD1D0B6A2D}" dt="2024-05-08T10:18:32.079" v="3040" actId="20577"/>
          <ac:spMkLst>
            <pc:docMk/>
            <pc:sldMk cId="1825436554" sldId="613"/>
            <ac:spMk id="10" creationId="{70E4A18E-B8E8-8956-FEFD-26B01ABA7013}"/>
          </ac:spMkLst>
        </pc:spChg>
        <pc:picChg chg="del">
          <ac:chgData name="Ibrahim NIANG" userId="acdf7ece8d0764a7" providerId="LiveId" clId="{0D4CE526-D4D6-4E03-8497-92AD1D0B6A2D}" dt="2024-05-08T10:12:46.489" v="3010" actId="478"/>
          <ac:picMkLst>
            <pc:docMk/>
            <pc:sldMk cId="1825436554" sldId="613"/>
            <ac:picMk id="4" creationId="{79D2A5A1-B4D5-A67F-3EA4-61E2ACFC8C94}"/>
          </ac:picMkLst>
        </pc:picChg>
        <pc:picChg chg="add mod">
          <ac:chgData name="Ibrahim NIANG" userId="acdf7ece8d0764a7" providerId="LiveId" clId="{0D4CE526-D4D6-4E03-8497-92AD1D0B6A2D}" dt="2024-05-08T10:18:36.976" v="3041" actId="1076"/>
          <ac:picMkLst>
            <pc:docMk/>
            <pc:sldMk cId="1825436554" sldId="613"/>
            <ac:picMk id="10242" creationId="{7F5A26C4-B72B-3AFF-7EFE-C20420BE75B1}"/>
          </ac:picMkLst>
        </pc:picChg>
        <pc:picChg chg="add del">
          <ac:chgData name="Ibrahim NIANG" userId="acdf7ece8d0764a7" providerId="LiveId" clId="{0D4CE526-D4D6-4E03-8497-92AD1D0B6A2D}" dt="2024-05-08T10:18:08.122" v="3023" actId="478"/>
          <ac:picMkLst>
            <pc:docMk/>
            <pc:sldMk cId="1825436554" sldId="613"/>
            <ac:picMk id="10243" creationId="{38974862-77C1-69FC-63A5-E8D762676734}"/>
          </ac:picMkLst>
        </pc:picChg>
      </pc:sldChg>
      <pc:sldChg chg="addSp delSp modSp add mod">
        <pc:chgData name="Ibrahim NIANG" userId="acdf7ece8d0764a7" providerId="LiveId" clId="{0D4CE526-D4D6-4E03-8497-92AD1D0B6A2D}" dt="2024-05-09T08:46:27.173" v="3568" actId="1076"/>
        <pc:sldMkLst>
          <pc:docMk/>
          <pc:sldMk cId="292517307" sldId="614"/>
        </pc:sldMkLst>
        <pc:spChg chg="add mod">
          <ac:chgData name="Ibrahim NIANG" userId="acdf7ece8d0764a7" providerId="LiveId" clId="{0D4CE526-D4D6-4E03-8497-92AD1D0B6A2D}" dt="2024-05-08T10:22:06.018" v="3052" actId="1076"/>
          <ac:spMkLst>
            <pc:docMk/>
            <pc:sldMk cId="292517307" sldId="614"/>
            <ac:spMk id="6" creationId="{44E9C330-63CF-BC4D-946D-8D11E0E9C6AB}"/>
          </ac:spMkLst>
        </pc:spChg>
        <pc:picChg chg="add mod">
          <ac:chgData name="Ibrahim NIANG" userId="acdf7ece8d0764a7" providerId="LiveId" clId="{0D4CE526-D4D6-4E03-8497-92AD1D0B6A2D}" dt="2024-05-09T08:46:27.173" v="3568" actId="1076"/>
          <ac:picMkLst>
            <pc:docMk/>
            <pc:sldMk cId="292517307" sldId="614"/>
            <ac:picMk id="8" creationId="{C8555615-3863-888D-10CD-F5166D160196}"/>
          </ac:picMkLst>
        </pc:picChg>
        <pc:picChg chg="del">
          <ac:chgData name="Ibrahim NIANG" userId="acdf7ece8d0764a7" providerId="LiveId" clId="{0D4CE526-D4D6-4E03-8497-92AD1D0B6A2D}" dt="2024-05-08T10:19:39.316" v="3043" actId="478"/>
          <ac:picMkLst>
            <pc:docMk/>
            <pc:sldMk cId="292517307" sldId="614"/>
            <ac:picMk id="10242" creationId="{7F5A26C4-B72B-3AFF-7EFE-C20420BE75B1}"/>
          </ac:picMkLst>
        </pc:picChg>
        <pc:picChg chg="add del">
          <ac:chgData name="Ibrahim NIANG" userId="acdf7ece8d0764a7" providerId="LiveId" clId="{0D4CE526-D4D6-4E03-8497-92AD1D0B6A2D}" dt="2024-05-08T10:19:42.009" v="3045" actId="478"/>
          <ac:picMkLst>
            <pc:docMk/>
            <pc:sldMk cId="292517307" sldId="614"/>
            <ac:picMk id="11266" creationId="{E46704CB-B6C6-8A3F-0670-B9B7314A393E}"/>
          </ac:picMkLst>
        </pc:picChg>
        <pc:picChg chg="add del mod">
          <ac:chgData name="Ibrahim NIANG" userId="acdf7ece8d0764a7" providerId="LiveId" clId="{0D4CE526-D4D6-4E03-8497-92AD1D0B6A2D}" dt="2024-05-08T10:21:59.802" v="3049" actId="478"/>
          <ac:picMkLst>
            <pc:docMk/>
            <pc:sldMk cId="292517307" sldId="614"/>
            <ac:picMk id="11268" creationId="{DB96EB5F-156C-6AD9-5C3A-8D8B9E210ADF}"/>
          </ac:picMkLst>
        </pc:picChg>
        <pc:picChg chg="add del mod">
          <ac:chgData name="Ibrahim NIANG" userId="acdf7ece8d0764a7" providerId="LiveId" clId="{0D4CE526-D4D6-4E03-8497-92AD1D0B6A2D}" dt="2024-05-08T10:30:04.866" v="3062" actId="478"/>
          <ac:picMkLst>
            <pc:docMk/>
            <pc:sldMk cId="292517307" sldId="614"/>
            <ac:picMk id="11270" creationId="{B1C2C6EE-3673-DE41-66A7-BD5DB932576D}"/>
          </ac:picMkLst>
        </pc:picChg>
        <pc:picChg chg="add mod">
          <ac:chgData name="Ibrahim NIANG" userId="acdf7ece8d0764a7" providerId="LiveId" clId="{0D4CE526-D4D6-4E03-8497-92AD1D0B6A2D}" dt="2024-05-09T08:46:19.185" v="3565" actId="1076"/>
          <ac:picMkLst>
            <pc:docMk/>
            <pc:sldMk cId="292517307" sldId="614"/>
            <ac:picMk id="11271" creationId="{A469CCFE-DAAE-8530-3784-9951DDC4464D}"/>
          </ac:picMkLst>
        </pc:picChg>
      </pc:sldChg>
      <pc:sldChg chg="addSp delSp modSp add mod">
        <pc:chgData name="Ibrahim NIANG" userId="acdf7ece8d0764a7" providerId="LiveId" clId="{0D4CE526-D4D6-4E03-8497-92AD1D0B6A2D}" dt="2024-05-08T10:32:47.339" v="3077" actId="1076"/>
        <pc:sldMkLst>
          <pc:docMk/>
          <pc:sldMk cId="2323456441" sldId="615"/>
        </pc:sldMkLst>
        <pc:spChg chg="del">
          <ac:chgData name="Ibrahim NIANG" userId="acdf7ece8d0764a7" providerId="LiveId" clId="{0D4CE526-D4D6-4E03-8497-92AD1D0B6A2D}" dt="2024-05-08T10:32:17.425" v="3071" actId="478"/>
          <ac:spMkLst>
            <pc:docMk/>
            <pc:sldMk cId="2323456441" sldId="615"/>
            <ac:spMk id="6" creationId="{44E9C330-63CF-BC4D-946D-8D11E0E9C6AB}"/>
          </ac:spMkLst>
        </pc:spChg>
        <pc:picChg chg="del">
          <ac:chgData name="Ibrahim NIANG" userId="acdf7ece8d0764a7" providerId="LiveId" clId="{0D4CE526-D4D6-4E03-8497-92AD1D0B6A2D}" dt="2024-05-08T10:32:10.678" v="3067" actId="478"/>
          <ac:picMkLst>
            <pc:docMk/>
            <pc:sldMk cId="2323456441" sldId="615"/>
            <ac:picMk id="8" creationId="{C8555615-3863-888D-10CD-F5166D160196}"/>
          </ac:picMkLst>
        </pc:picChg>
        <pc:picChg chg="mod">
          <ac:chgData name="Ibrahim NIANG" userId="acdf7ece8d0764a7" providerId="LiveId" clId="{0D4CE526-D4D6-4E03-8497-92AD1D0B6A2D}" dt="2024-05-08T10:32:19.596" v="3072" actId="1076"/>
          <ac:picMkLst>
            <pc:docMk/>
            <pc:sldMk cId="2323456441" sldId="615"/>
            <ac:picMk id="11271" creationId="{A469CCFE-DAAE-8530-3784-9951DDC4464D}"/>
          </ac:picMkLst>
        </pc:picChg>
        <pc:picChg chg="add mod">
          <ac:chgData name="Ibrahim NIANG" userId="acdf7ece8d0764a7" providerId="LiveId" clId="{0D4CE526-D4D6-4E03-8497-92AD1D0B6A2D}" dt="2024-05-08T10:32:47.339" v="3077" actId="1076"/>
          <ac:picMkLst>
            <pc:docMk/>
            <pc:sldMk cId="2323456441" sldId="615"/>
            <ac:picMk id="12289" creationId="{2A47D047-381D-E793-6FA1-69D66ABACBA4}"/>
          </ac:picMkLst>
        </pc:picChg>
      </pc:sldChg>
      <pc:sldChg chg="addSp delSp modSp add mod">
        <pc:chgData name="Ibrahim NIANG" userId="acdf7ece8d0764a7" providerId="LiveId" clId="{0D4CE526-D4D6-4E03-8497-92AD1D0B6A2D}" dt="2024-05-08T11:24:04.552" v="3243" actId="20577"/>
        <pc:sldMkLst>
          <pc:docMk/>
          <pc:sldMk cId="3446010960" sldId="616"/>
        </pc:sldMkLst>
        <pc:spChg chg="add del mod">
          <ac:chgData name="Ibrahim NIANG" userId="acdf7ece8d0764a7" providerId="LiveId" clId="{0D4CE526-D4D6-4E03-8497-92AD1D0B6A2D}" dt="2024-05-08T11:23:03.770" v="3213" actId="478"/>
          <ac:spMkLst>
            <pc:docMk/>
            <pc:sldMk cId="3446010960" sldId="616"/>
            <ac:spMk id="3" creationId="{2182879D-906E-85FC-693D-554FE84451DF}"/>
          </ac:spMkLst>
        </pc:spChg>
        <pc:spChg chg="add mod">
          <ac:chgData name="Ibrahim NIANG" userId="acdf7ece8d0764a7" providerId="LiveId" clId="{0D4CE526-D4D6-4E03-8497-92AD1D0B6A2D}" dt="2024-05-08T11:17:15.937" v="3113" actId="20577"/>
          <ac:spMkLst>
            <pc:docMk/>
            <pc:sldMk cId="3446010960" sldId="616"/>
            <ac:spMk id="7" creationId="{F789F2E7-093E-9CC4-8A7B-1546B6260117}"/>
          </ac:spMkLst>
        </pc:spChg>
        <pc:spChg chg="add mod">
          <ac:chgData name="Ibrahim NIANG" userId="acdf7ece8d0764a7" providerId="LiveId" clId="{0D4CE526-D4D6-4E03-8497-92AD1D0B6A2D}" dt="2024-05-08T11:24:04.552" v="3243" actId="20577"/>
          <ac:spMkLst>
            <pc:docMk/>
            <pc:sldMk cId="3446010960" sldId="616"/>
            <ac:spMk id="10" creationId="{C5407F2B-B8D6-2FE8-B3EC-A2FB67320B22}"/>
          </ac:spMkLst>
        </pc:spChg>
        <pc:picChg chg="del">
          <ac:chgData name="Ibrahim NIANG" userId="acdf7ece8d0764a7" providerId="LiveId" clId="{0D4CE526-D4D6-4E03-8497-92AD1D0B6A2D}" dt="2024-05-08T11:16:20.848" v="3084" actId="478"/>
          <ac:picMkLst>
            <pc:docMk/>
            <pc:sldMk cId="3446010960" sldId="616"/>
            <ac:picMk id="4" creationId="{697BBE0E-DCFA-44CC-9A9C-6946CB4F5671}"/>
          </ac:picMkLst>
        </pc:picChg>
        <pc:picChg chg="add mod">
          <ac:chgData name="Ibrahim NIANG" userId="acdf7ece8d0764a7" providerId="LiveId" clId="{0D4CE526-D4D6-4E03-8497-92AD1D0B6A2D}" dt="2024-05-08T11:21:16.750" v="3209" actId="1076"/>
          <ac:picMkLst>
            <pc:docMk/>
            <pc:sldMk cId="3446010960" sldId="616"/>
            <ac:picMk id="8" creationId="{D5D4153D-F9F4-8643-92C7-3AF8708C9DF8}"/>
          </ac:picMkLst>
        </pc:picChg>
        <pc:picChg chg="del">
          <ac:chgData name="Ibrahim NIANG" userId="acdf7ece8d0764a7" providerId="LiveId" clId="{0D4CE526-D4D6-4E03-8497-92AD1D0B6A2D}" dt="2024-05-08T11:16:22.656" v="3085" actId="478"/>
          <ac:picMkLst>
            <pc:docMk/>
            <pc:sldMk cId="3446010960" sldId="616"/>
            <ac:picMk id="6146" creationId="{E2533433-2823-D7E2-F454-866ACCF90D3A}"/>
          </ac:picMkLst>
        </pc:picChg>
        <pc:picChg chg="add mod">
          <ac:chgData name="Ibrahim NIANG" userId="acdf7ece8d0764a7" providerId="LiveId" clId="{0D4CE526-D4D6-4E03-8497-92AD1D0B6A2D}" dt="2024-05-08T11:21:14.334" v="3207" actId="14100"/>
          <ac:picMkLst>
            <pc:docMk/>
            <pc:sldMk cId="3446010960" sldId="616"/>
            <ac:picMk id="13314" creationId="{7016ABA3-FB47-6DDA-1158-CFF6ED7A234B}"/>
          </ac:picMkLst>
        </pc:picChg>
        <pc:picChg chg="add mod">
          <ac:chgData name="Ibrahim NIANG" userId="acdf7ece8d0764a7" providerId="LiveId" clId="{0D4CE526-D4D6-4E03-8497-92AD1D0B6A2D}" dt="2024-05-08T11:21:19.280" v="3210" actId="1076"/>
          <ac:picMkLst>
            <pc:docMk/>
            <pc:sldMk cId="3446010960" sldId="616"/>
            <ac:picMk id="13316" creationId="{270C7D0A-0F8B-17FD-F3F0-678456B931A0}"/>
          </ac:picMkLst>
        </pc:picChg>
        <pc:picChg chg="add del mod">
          <ac:chgData name="Ibrahim NIANG" userId="acdf7ece8d0764a7" providerId="LiveId" clId="{0D4CE526-D4D6-4E03-8497-92AD1D0B6A2D}" dt="2024-05-08T11:20:52.409" v="3191" actId="478"/>
          <ac:picMkLst>
            <pc:docMk/>
            <pc:sldMk cId="3446010960" sldId="616"/>
            <ac:picMk id="13318" creationId="{B79D6626-696D-E94E-31D9-B4C20AC81290}"/>
          </ac:picMkLst>
        </pc:picChg>
        <pc:picChg chg="add del">
          <ac:chgData name="Ibrahim NIANG" userId="acdf7ece8d0764a7" providerId="LiveId" clId="{0D4CE526-D4D6-4E03-8497-92AD1D0B6A2D}" dt="2024-05-08T11:20:29.042" v="3190" actId="478"/>
          <ac:picMkLst>
            <pc:docMk/>
            <pc:sldMk cId="3446010960" sldId="616"/>
            <ac:picMk id="13320" creationId="{96D5B22C-CD05-463E-2634-CD3B1C86B715}"/>
          </ac:picMkLst>
        </pc:picChg>
      </pc:sldChg>
      <pc:sldChg chg="addSp delSp modSp add mod">
        <pc:chgData name="Ibrahim NIANG" userId="acdf7ece8d0764a7" providerId="LiveId" clId="{0D4CE526-D4D6-4E03-8497-92AD1D0B6A2D}" dt="2024-05-08T11:33:25.962" v="3464" actId="20577"/>
        <pc:sldMkLst>
          <pc:docMk/>
          <pc:sldMk cId="1667393736" sldId="617"/>
        </pc:sldMkLst>
        <pc:spChg chg="mod">
          <ac:chgData name="Ibrahim NIANG" userId="acdf7ece8d0764a7" providerId="LiveId" clId="{0D4CE526-D4D6-4E03-8497-92AD1D0B6A2D}" dt="2024-05-08T11:33:25.962" v="3464" actId="20577"/>
          <ac:spMkLst>
            <pc:docMk/>
            <pc:sldMk cId="1667393736" sldId="617"/>
            <ac:spMk id="3" creationId="{2182879D-906E-85FC-693D-554FE84451DF}"/>
          </ac:spMkLst>
        </pc:spChg>
        <pc:spChg chg="mod">
          <ac:chgData name="Ibrahim NIANG" userId="acdf7ece8d0764a7" providerId="LiveId" clId="{0D4CE526-D4D6-4E03-8497-92AD1D0B6A2D}" dt="2024-05-08T11:17:23.478" v="3117" actId="20577"/>
          <ac:spMkLst>
            <pc:docMk/>
            <pc:sldMk cId="1667393736" sldId="617"/>
            <ac:spMk id="7" creationId="{F789F2E7-093E-9CC4-8A7B-1546B6260117}"/>
          </ac:spMkLst>
        </pc:spChg>
        <pc:picChg chg="add del mod">
          <ac:chgData name="Ibrahim NIANG" userId="acdf7ece8d0764a7" providerId="LiveId" clId="{0D4CE526-D4D6-4E03-8497-92AD1D0B6A2D}" dt="2024-05-08T11:27:48.339" v="3283" actId="478"/>
          <ac:picMkLst>
            <pc:docMk/>
            <pc:sldMk cId="1667393736" sldId="617"/>
            <ac:picMk id="4" creationId="{053F5309-E46C-534D-27B5-689C25FD127A}"/>
          </ac:picMkLst>
        </pc:picChg>
        <pc:picChg chg="add mod">
          <ac:chgData name="Ibrahim NIANG" userId="acdf7ece8d0764a7" providerId="LiveId" clId="{0D4CE526-D4D6-4E03-8497-92AD1D0B6A2D}" dt="2024-05-08T11:28:41.748" v="3293" actId="1076"/>
          <ac:picMkLst>
            <pc:docMk/>
            <pc:sldMk cId="1667393736" sldId="617"/>
            <ac:picMk id="14338" creationId="{8666E1DB-636C-5AF8-1A41-136940C3464C}"/>
          </ac:picMkLst>
        </pc:picChg>
        <pc:picChg chg="add del mod">
          <ac:chgData name="Ibrahim NIANG" userId="acdf7ece8d0764a7" providerId="LiveId" clId="{0D4CE526-D4D6-4E03-8497-92AD1D0B6A2D}" dt="2024-05-08T11:29:37.230" v="3295" actId="478"/>
          <ac:picMkLst>
            <pc:docMk/>
            <pc:sldMk cId="1667393736" sldId="617"/>
            <ac:picMk id="14340" creationId="{7B82E3EC-CA02-9B4A-8CAB-1C8C5FE20075}"/>
          </ac:picMkLst>
        </pc:picChg>
      </pc:sldChg>
      <pc:sldChg chg="addSp delSp modSp add mod">
        <pc:chgData name="Ibrahim NIANG" userId="acdf7ece8d0764a7" providerId="LiveId" clId="{0D4CE526-D4D6-4E03-8497-92AD1D0B6A2D}" dt="2024-05-08T11:41:47.670" v="3563" actId="1076"/>
        <pc:sldMkLst>
          <pc:docMk/>
          <pc:sldMk cId="2604310826" sldId="618"/>
        </pc:sldMkLst>
        <pc:spChg chg="mod">
          <ac:chgData name="Ibrahim NIANG" userId="acdf7ece8d0764a7" providerId="LiveId" clId="{0D4CE526-D4D6-4E03-8497-92AD1D0B6A2D}" dt="2024-05-08T11:38:12.487" v="3529" actId="20577"/>
          <ac:spMkLst>
            <pc:docMk/>
            <pc:sldMk cId="2604310826" sldId="618"/>
            <ac:spMk id="3" creationId="{2182879D-906E-85FC-693D-554FE84451DF}"/>
          </ac:spMkLst>
        </pc:spChg>
        <pc:spChg chg="mod">
          <ac:chgData name="Ibrahim NIANG" userId="acdf7ece8d0764a7" providerId="LiveId" clId="{0D4CE526-D4D6-4E03-8497-92AD1D0B6A2D}" dt="2024-05-08T11:17:47.322" v="3152" actId="20577"/>
          <ac:spMkLst>
            <pc:docMk/>
            <pc:sldMk cId="2604310826" sldId="618"/>
            <ac:spMk id="7" creationId="{F789F2E7-093E-9CC4-8A7B-1546B6260117}"/>
          </ac:spMkLst>
        </pc:spChg>
        <pc:picChg chg="add mod">
          <ac:chgData name="Ibrahim NIANG" userId="acdf7ece8d0764a7" providerId="LiveId" clId="{0D4CE526-D4D6-4E03-8497-92AD1D0B6A2D}" dt="2024-05-08T11:41:43.600" v="3559" actId="1076"/>
          <ac:picMkLst>
            <pc:docMk/>
            <pc:sldMk cId="2604310826" sldId="618"/>
            <ac:picMk id="15362" creationId="{F0EEA223-0CFA-D3CE-11A6-256586C01B3F}"/>
          </ac:picMkLst>
        </pc:picChg>
        <pc:picChg chg="add mod">
          <ac:chgData name="Ibrahim NIANG" userId="acdf7ece8d0764a7" providerId="LiveId" clId="{0D4CE526-D4D6-4E03-8497-92AD1D0B6A2D}" dt="2024-05-08T11:41:44.487" v="3560" actId="1076"/>
          <ac:picMkLst>
            <pc:docMk/>
            <pc:sldMk cId="2604310826" sldId="618"/>
            <ac:picMk id="15364" creationId="{F6C72F3E-E60B-F5DE-3431-2A4E50E79688}"/>
          </ac:picMkLst>
        </pc:picChg>
        <pc:picChg chg="add mod">
          <ac:chgData name="Ibrahim NIANG" userId="acdf7ece8d0764a7" providerId="LiveId" clId="{0D4CE526-D4D6-4E03-8497-92AD1D0B6A2D}" dt="2024-05-08T11:41:47.670" v="3563" actId="1076"/>
          <ac:picMkLst>
            <pc:docMk/>
            <pc:sldMk cId="2604310826" sldId="618"/>
            <ac:picMk id="15366" creationId="{88B20E6E-E730-739B-EF57-4E1963E700E6}"/>
          </ac:picMkLst>
        </pc:picChg>
        <pc:picChg chg="add del mod">
          <ac:chgData name="Ibrahim NIANG" userId="acdf7ece8d0764a7" providerId="LiveId" clId="{0D4CE526-D4D6-4E03-8497-92AD1D0B6A2D}" dt="2024-05-08T11:41:14.982" v="3550" actId="478"/>
          <ac:picMkLst>
            <pc:docMk/>
            <pc:sldMk cId="2604310826" sldId="618"/>
            <ac:picMk id="15368" creationId="{38FBE910-7BFA-E197-B41B-D598D5C59076}"/>
          </ac:picMkLst>
        </pc:picChg>
        <pc:picChg chg="add del mod">
          <ac:chgData name="Ibrahim NIANG" userId="acdf7ece8d0764a7" providerId="LiveId" clId="{0D4CE526-D4D6-4E03-8497-92AD1D0B6A2D}" dt="2024-05-08T11:41:23.873" v="3553" actId="478"/>
          <ac:picMkLst>
            <pc:docMk/>
            <pc:sldMk cId="2604310826" sldId="618"/>
            <ac:picMk id="15370" creationId="{90303DD3-DEDA-64CB-73C0-18DD4455E9C3}"/>
          </ac:picMkLst>
        </pc:picChg>
        <pc:picChg chg="add mod">
          <ac:chgData name="Ibrahim NIANG" userId="acdf7ece8d0764a7" providerId="LiveId" clId="{0D4CE526-D4D6-4E03-8497-92AD1D0B6A2D}" dt="2024-05-08T11:41:46.733" v="3562" actId="1076"/>
          <ac:picMkLst>
            <pc:docMk/>
            <pc:sldMk cId="2604310826" sldId="618"/>
            <ac:picMk id="15372" creationId="{EAD8A215-D777-5381-7663-0FE0DC62344B}"/>
          </ac:picMkLst>
        </pc:picChg>
      </pc:sldChg>
      <pc:sldChg chg="addSp delSp modSp add mod">
        <pc:chgData name="Ibrahim NIANG" userId="acdf7ece8d0764a7" providerId="LiveId" clId="{0D4CE526-D4D6-4E03-8497-92AD1D0B6A2D}" dt="2024-05-09T09:05:06.680" v="3703" actId="1076"/>
        <pc:sldMkLst>
          <pc:docMk/>
          <pc:sldMk cId="3666022943" sldId="619"/>
        </pc:sldMkLst>
        <pc:spChg chg="del">
          <ac:chgData name="Ibrahim NIANG" userId="acdf7ece8d0764a7" providerId="LiveId" clId="{0D4CE526-D4D6-4E03-8497-92AD1D0B6A2D}" dt="2024-05-09T08:51:18.472" v="3573" actId="478"/>
          <ac:spMkLst>
            <pc:docMk/>
            <pc:sldMk cId="3666022943" sldId="619"/>
            <ac:spMk id="3" creationId="{2182879D-906E-85FC-693D-554FE84451DF}"/>
          </ac:spMkLst>
        </pc:spChg>
        <pc:spChg chg="add mod">
          <ac:chgData name="Ibrahim NIANG" userId="acdf7ece8d0764a7" providerId="LiveId" clId="{0D4CE526-D4D6-4E03-8497-92AD1D0B6A2D}" dt="2024-05-09T08:51:31.292" v="3578" actId="1076"/>
          <ac:spMkLst>
            <pc:docMk/>
            <pc:sldMk cId="3666022943" sldId="619"/>
            <ac:spMk id="8" creationId="{BE29604A-5128-98EA-808F-50D2AA3C3BEB}"/>
          </ac:spMkLst>
        </pc:spChg>
        <pc:picChg chg="add del mod">
          <ac:chgData name="Ibrahim NIANG" userId="acdf7ece8d0764a7" providerId="LiveId" clId="{0D4CE526-D4D6-4E03-8497-92AD1D0B6A2D}" dt="2024-05-09T08:52:20.028" v="3581" actId="478"/>
          <ac:picMkLst>
            <pc:docMk/>
            <pc:sldMk cId="3666022943" sldId="619"/>
            <ac:picMk id="1026" creationId="{C3AF6F27-421C-5BAF-B4EA-3A893120F18B}"/>
          </ac:picMkLst>
        </pc:picChg>
        <pc:picChg chg="add del mod">
          <ac:chgData name="Ibrahim NIANG" userId="acdf7ece8d0764a7" providerId="LiveId" clId="{0D4CE526-D4D6-4E03-8497-92AD1D0B6A2D}" dt="2024-05-09T08:52:29.168" v="3584" actId="478"/>
          <ac:picMkLst>
            <pc:docMk/>
            <pc:sldMk cId="3666022943" sldId="619"/>
            <ac:picMk id="1028" creationId="{11C222A1-71BD-F09E-F564-7394C65DB4A6}"/>
          </ac:picMkLst>
        </pc:picChg>
        <pc:picChg chg="add mod">
          <ac:chgData name="Ibrahim NIANG" userId="acdf7ece8d0764a7" providerId="LiveId" clId="{0D4CE526-D4D6-4E03-8497-92AD1D0B6A2D}" dt="2024-05-09T08:53:48.597" v="3599" actId="1076"/>
          <ac:picMkLst>
            <pc:docMk/>
            <pc:sldMk cId="3666022943" sldId="619"/>
            <ac:picMk id="1030" creationId="{3C2FC331-A2B4-FAA4-A5B1-850DDEFBC897}"/>
          </ac:picMkLst>
        </pc:picChg>
        <pc:picChg chg="add mod">
          <ac:chgData name="Ibrahim NIANG" userId="acdf7ece8d0764a7" providerId="LiveId" clId="{0D4CE526-D4D6-4E03-8497-92AD1D0B6A2D}" dt="2024-05-09T09:04:54.242" v="3697" actId="1076"/>
          <ac:picMkLst>
            <pc:docMk/>
            <pc:sldMk cId="3666022943" sldId="619"/>
            <ac:picMk id="1032" creationId="{9B79585D-FD2A-D8A2-9D2D-60602B3ED7D9}"/>
          </ac:picMkLst>
        </pc:picChg>
        <pc:picChg chg="add mod">
          <ac:chgData name="Ibrahim NIANG" userId="acdf7ece8d0764a7" providerId="LiveId" clId="{0D4CE526-D4D6-4E03-8497-92AD1D0B6A2D}" dt="2024-05-09T09:04:58.133" v="3699" actId="1076"/>
          <ac:picMkLst>
            <pc:docMk/>
            <pc:sldMk cId="3666022943" sldId="619"/>
            <ac:picMk id="1034" creationId="{DEC734B2-95EB-1618-AAD6-8A3C52390715}"/>
          </ac:picMkLst>
        </pc:picChg>
        <pc:picChg chg="add mod">
          <ac:chgData name="Ibrahim NIANG" userId="acdf7ece8d0764a7" providerId="LiveId" clId="{0D4CE526-D4D6-4E03-8497-92AD1D0B6A2D}" dt="2024-05-09T09:05:04.507" v="3702" actId="14100"/>
          <ac:picMkLst>
            <pc:docMk/>
            <pc:sldMk cId="3666022943" sldId="619"/>
            <ac:picMk id="1036" creationId="{11A7CCCE-29F3-15A2-457D-B065D9154E45}"/>
          </ac:picMkLst>
        </pc:picChg>
        <pc:picChg chg="add del mod">
          <ac:chgData name="Ibrahim NIANG" userId="acdf7ece8d0764a7" providerId="LiveId" clId="{0D4CE526-D4D6-4E03-8497-92AD1D0B6A2D}" dt="2024-05-09T09:03:56.544" v="3678" actId="478"/>
          <ac:picMkLst>
            <pc:docMk/>
            <pc:sldMk cId="3666022943" sldId="619"/>
            <ac:picMk id="1038" creationId="{A03C1C4A-C92C-1C1C-90E0-1B05229D66DB}"/>
          </ac:picMkLst>
        </pc:picChg>
        <pc:picChg chg="add mod">
          <ac:chgData name="Ibrahim NIANG" userId="acdf7ece8d0764a7" providerId="LiveId" clId="{0D4CE526-D4D6-4E03-8497-92AD1D0B6A2D}" dt="2024-05-09T09:05:02.133" v="3701" actId="1076"/>
          <ac:picMkLst>
            <pc:docMk/>
            <pc:sldMk cId="3666022943" sldId="619"/>
            <ac:picMk id="1040" creationId="{AFCD7CCE-7B9B-3F9D-9936-AB2E56E3CFA5}"/>
          </ac:picMkLst>
        </pc:picChg>
        <pc:picChg chg="add mod">
          <ac:chgData name="Ibrahim NIANG" userId="acdf7ece8d0764a7" providerId="LiveId" clId="{0D4CE526-D4D6-4E03-8497-92AD1D0B6A2D}" dt="2024-05-09T09:00:38.257" v="3677" actId="1076"/>
          <ac:picMkLst>
            <pc:docMk/>
            <pc:sldMk cId="3666022943" sldId="619"/>
            <ac:picMk id="1042" creationId="{4DC43A01-1270-5727-8B50-CBED45F16946}"/>
          </ac:picMkLst>
        </pc:picChg>
        <pc:picChg chg="add mod">
          <ac:chgData name="Ibrahim NIANG" userId="acdf7ece8d0764a7" providerId="LiveId" clId="{0D4CE526-D4D6-4E03-8497-92AD1D0B6A2D}" dt="2024-05-09T09:05:06.680" v="3703" actId="1076"/>
          <ac:picMkLst>
            <pc:docMk/>
            <pc:sldMk cId="3666022943" sldId="619"/>
            <ac:picMk id="1044" creationId="{BE38AB7D-CA7E-ABDD-92B7-06779D7CD204}"/>
          </ac:picMkLst>
        </pc:picChg>
      </pc:sldChg>
      <pc:sldChg chg="addSp delSp modSp add mod">
        <pc:chgData name="Ibrahim NIANG" userId="acdf7ece8d0764a7" providerId="LiveId" clId="{0D4CE526-D4D6-4E03-8497-92AD1D0B6A2D}" dt="2024-05-09T08:59:01.925" v="3656" actId="1076"/>
        <pc:sldMkLst>
          <pc:docMk/>
          <pc:sldMk cId="1037657632" sldId="620"/>
        </pc:sldMkLst>
        <pc:spChg chg="del">
          <ac:chgData name="Ibrahim NIANG" userId="acdf7ece8d0764a7" providerId="LiveId" clId="{0D4CE526-D4D6-4E03-8497-92AD1D0B6A2D}" dt="2024-05-09T08:56:08.260" v="3625" actId="478"/>
          <ac:spMkLst>
            <pc:docMk/>
            <pc:sldMk cId="1037657632" sldId="620"/>
            <ac:spMk id="3" creationId="{2182879D-906E-85FC-693D-554FE84451DF}"/>
          </ac:spMkLst>
        </pc:spChg>
        <pc:spChg chg="mod">
          <ac:chgData name="Ibrahim NIANG" userId="acdf7ece8d0764a7" providerId="LiveId" clId="{0D4CE526-D4D6-4E03-8497-92AD1D0B6A2D}" dt="2024-05-08T11:18:01.422" v="3164" actId="20577"/>
          <ac:spMkLst>
            <pc:docMk/>
            <pc:sldMk cId="1037657632" sldId="620"/>
            <ac:spMk id="7" creationId="{F789F2E7-093E-9CC4-8A7B-1546B6260117}"/>
          </ac:spMkLst>
        </pc:spChg>
        <pc:spChg chg="add mod">
          <ac:chgData name="Ibrahim NIANG" userId="acdf7ece8d0764a7" providerId="LiveId" clId="{0D4CE526-D4D6-4E03-8497-92AD1D0B6A2D}" dt="2024-05-09T08:56:16.433" v="3629" actId="1076"/>
          <ac:spMkLst>
            <pc:docMk/>
            <pc:sldMk cId="1037657632" sldId="620"/>
            <ac:spMk id="8" creationId="{47CE1B11-B502-53A0-AC22-E66A443661CC}"/>
          </ac:spMkLst>
        </pc:spChg>
        <pc:picChg chg="add mod">
          <ac:chgData name="Ibrahim NIANG" userId="acdf7ece8d0764a7" providerId="LiveId" clId="{0D4CE526-D4D6-4E03-8497-92AD1D0B6A2D}" dt="2024-05-09T08:59:00.717" v="3655" actId="14100"/>
          <ac:picMkLst>
            <pc:docMk/>
            <pc:sldMk cId="1037657632" sldId="620"/>
            <ac:picMk id="2050" creationId="{D612B7EC-247C-C9F4-17B5-1BEA62232911}"/>
          </ac:picMkLst>
        </pc:picChg>
        <pc:picChg chg="add mod">
          <ac:chgData name="Ibrahim NIANG" userId="acdf7ece8d0764a7" providerId="LiveId" clId="{0D4CE526-D4D6-4E03-8497-92AD1D0B6A2D}" dt="2024-05-09T08:58:56.775" v="3653" actId="1076"/>
          <ac:picMkLst>
            <pc:docMk/>
            <pc:sldMk cId="1037657632" sldId="620"/>
            <ac:picMk id="2052" creationId="{9986F978-7425-ECDC-F961-42CCF82BBD0A}"/>
          </ac:picMkLst>
        </pc:picChg>
        <pc:picChg chg="add mod">
          <ac:chgData name="Ibrahim NIANG" userId="acdf7ece8d0764a7" providerId="LiveId" clId="{0D4CE526-D4D6-4E03-8497-92AD1D0B6A2D}" dt="2024-05-09T08:59:01.925" v="3656" actId="1076"/>
          <ac:picMkLst>
            <pc:docMk/>
            <pc:sldMk cId="1037657632" sldId="620"/>
            <ac:picMk id="2054" creationId="{037EE5E1-129B-6C1A-56B1-9FF6B684ADCC}"/>
          </ac:picMkLst>
        </pc:picChg>
      </pc:sldChg>
      <pc:sldChg chg="addSp delSp modSp add mod">
        <pc:chgData name="Ibrahim NIANG" userId="acdf7ece8d0764a7" providerId="LiveId" clId="{0D4CE526-D4D6-4E03-8497-92AD1D0B6A2D}" dt="2024-05-09T09:25:44.817" v="4378" actId="1076"/>
        <pc:sldMkLst>
          <pc:docMk/>
          <pc:sldMk cId="3115582822" sldId="621"/>
        </pc:sldMkLst>
        <pc:spChg chg="del">
          <ac:chgData name="Ibrahim NIANG" userId="acdf7ece8d0764a7" providerId="LiveId" clId="{0D4CE526-D4D6-4E03-8497-92AD1D0B6A2D}" dt="2024-05-09T09:05:56.379" v="3708" actId="478"/>
          <ac:spMkLst>
            <pc:docMk/>
            <pc:sldMk cId="3115582822" sldId="621"/>
            <ac:spMk id="3" creationId="{2182879D-906E-85FC-693D-554FE84451DF}"/>
          </ac:spMkLst>
        </pc:spChg>
        <pc:spChg chg="mod">
          <ac:chgData name="Ibrahim NIANG" userId="acdf7ece8d0764a7" providerId="LiveId" clId="{0D4CE526-D4D6-4E03-8497-92AD1D0B6A2D}" dt="2024-05-08T11:18:12.369" v="3177" actId="20577"/>
          <ac:spMkLst>
            <pc:docMk/>
            <pc:sldMk cId="3115582822" sldId="621"/>
            <ac:spMk id="7" creationId="{F789F2E7-093E-9CC4-8A7B-1546B6260117}"/>
          </ac:spMkLst>
        </pc:spChg>
        <pc:spChg chg="add del">
          <ac:chgData name="Ibrahim NIANG" userId="acdf7ece8d0764a7" providerId="LiveId" clId="{0D4CE526-D4D6-4E03-8497-92AD1D0B6A2D}" dt="2024-05-09T09:05:48.329" v="3705" actId="22"/>
          <ac:spMkLst>
            <pc:docMk/>
            <pc:sldMk cId="3115582822" sldId="621"/>
            <ac:spMk id="8" creationId="{0E5F3D23-D8A0-FF4E-648A-EA81279DDDCA}"/>
          </ac:spMkLst>
        </pc:spChg>
        <pc:spChg chg="add mod">
          <ac:chgData name="Ibrahim NIANG" userId="acdf7ece8d0764a7" providerId="LiveId" clId="{0D4CE526-D4D6-4E03-8497-92AD1D0B6A2D}" dt="2024-05-09T09:06:48.967" v="3750" actId="1076"/>
          <ac:spMkLst>
            <pc:docMk/>
            <pc:sldMk cId="3115582822" sldId="621"/>
            <ac:spMk id="10" creationId="{42E785F4-FC7A-EEBD-AFBD-E17EA8D57C79}"/>
          </ac:spMkLst>
        </pc:spChg>
        <pc:picChg chg="add del mod">
          <ac:chgData name="Ibrahim NIANG" userId="acdf7ece8d0764a7" providerId="LiveId" clId="{0D4CE526-D4D6-4E03-8497-92AD1D0B6A2D}" dt="2024-05-09T09:08:33.900" v="3758" actId="478"/>
          <ac:picMkLst>
            <pc:docMk/>
            <pc:sldMk cId="3115582822" sldId="621"/>
            <ac:picMk id="3074" creationId="{C84AD358-8CD0-6755-8CE1-318BC20154D4}"/>
          </ac:picMkLst>
        </pc:picChg>
        <pc:picChg chg="add mod">
          <ac:chgData name="Ibrahim NIANG" userId="acdf7ece8d0764a7" providerId="LiveId" clId="{0D4CE526-D4D6-4E03-8497-92AD1D0B6A2D}" dt="2024-05-09T09:25:08.781" v="4368" actId="1076"/>
          <ac:picMkLst>
            <pc:docMk/>
            <pc:sldMk cId="3115582822" sldId="621"/>
            <ac:picMk id="3076" creationId="{659F13A3-BD75-C531-12D7-406140DCB21F}"/>
          </ac:picMkLst>
        </pc:picChg>
        <pc:picChg chg="add del mod">
          <ac:chgData name="Ibrahim NIANG" userId="acdf7ece8d0764a7" providerId="LiveId" clId="{0D4CE526-D4D6-4E03-8497-92AD1D0B6A2D}" dt="2024-05-09T09:08:34.958" v="3759" actId="478"/>
          <ac:picMkLst>
            <pc:docMk/>
            <pc:sldMk cId="3115582822" sldId="621"/>
            <ac:picMk id="3078" creationId="{3B5F6002-3B1A-8B00-29D2-AA831885D7A3}"/>
          </ac:picMkLst>
        </pc:picChg>
        <pc:picChg chg="add mod">
          <ac:chgData name="Ibrahim NIANG" userId="acdf7ece8d0764a7" providerId="LiveId" clId="{0D4CE526-D4D6-4E03-8497-92AD1D0B6A2D}" dt="2024-05-09T09:25:11.251" v="4370" actId="1076"/>
          <ac:picMkLst>
            <pc:docMk/>
            <pc:sldMk cId="3115582822" sldId="621"/>
            <ac:picMk id="3080" creationId="{AC0D10F7-B2E4-7A51-A0A8-8483968F4259}"/>
          </ac:picMkLst>
        </pc:picChg>
        <pc:picChg chg="add mod">
          <ac:chgData name="Ibrahim NIANG" userId="acdf7ece8d0764a7" providerId="LiveId" clId="{0D4CE526-D4D6-4E03-8497-92AD1D0B6A2D}" dt="2024-05-09T09:25:15.996" v="4373" actId="1076"/>
          <ac:picMkLst>
            <pc:docMk/>
            <pc:sldMk cId="3115582822" sldId="621"/>
            <ac:picMk id="3082" creationId="{A78A66AC-0BD8-35AE-8F7A-6B8366DDE12B}"/>
          </ac:picMkLst>
        </pc:picChg>
        <pc:picChg chg="add del mod">
          <ac:chgData name="Ibrahim NIANG" userId="acdf7ece8d0764a7" providerId="LiveId" clId="{0D4CE526-D4D6-4E03-8497-92AD1D0B6A2D}" dt="2024-05-09T09:09:44.477" v="3768" actId="478"/>
          <ac:picMkLst>
            <pc:docMk/>
            <pc:sldMk cId="3115582822" sldId="621"/>
            <ac:picMk id="3084" creationId="{D13D521A-2016-A9FB-4E85-56C838D41884}"/>
          </ac:picMkLst>
        </pc:picChg>
        <pc:picChg chg="add mod">
          <ac:chgData name="Ibrahim NIANG" userId="acdf7ece8d0764a7" providerId="LiveId" clId="{0D4CE526-D4D6-4E03-8497-92AD1D0B6A2D}" dt="2024-05-09T09:25:09.849" v="4369" actId="1076"/>
          <ac:picMkLst>
            <pc:docMk/>
            <pc:sldMk cId="3115582822" sldId="621"/>
            <ac:picMk id="3086" creationId="{881713E9-9258-FDFF-CA58-8C21632E8A9C}"/>
          </ac:picMkLst>
        </pc:picChg>
        <pc:picChg chg="add del mod">
          <ac:chgData name="Ibrahim NIANG" userId="acdf7ece8d0764a7" providerId="LiveId" clId="{0D4CE526-D4D6-4E03-8497-92AD1D0B6A2D}" dt="2024-05-09T09:10:11.646" v="3777" actId="478"/>
          <ac:picMkLst>
            <pc:docMk/>
            <pc:sldMk cId="3115582822" sldId="621"/>
            <ac:picMk id="3088" creationId="{88D48F7D-8BC0-6BF1-C3EA-806953030E56}"/>
          </ac:picMkLst>
        </pc:picChg>
        <pc:picChg chg="add del mod">
          <ac:chgData name="Ibrahim NIANG" userId="acdf7ece8d0764a7" providerId="LiveId" clId="{0D4CE526-D4D6-4E03-8497-92AD1D0B6A2D}" dt="2024-05-09T09:10:24.438" v="3780" actId="478"/>
          <ac:picMkLst>
            <pc:docMk/>
            <pc:sldMk cId="3115582822" sldId="621"/>
            <ac:picMk id="3090" creationId="{C7F265D4-6769-1FC3-38FD-319CF51F74A0}"/>
          </ac:picMkLst>
        </pc:picChg>
        <pc:picChg chg="add mod">
          <ac:chgData name="Ibrahim NIANG" userId="acdf7ece8d0764a7" providerId="LiveId" clId="{0D4CE526-D4D6-4E03-8497-92AD1D0B6A2D}" dt="2024-05-09T09:25:18.051" v="4374" actId="1076"/>
          <ac:picMkLst>
            <pc:docMk/>
            <pc:sldMk cId="3115582822" sldId="621"/>
            <ac:picMk id="3092" creationId="{DF40F767-0257-CC39-57CD-71220CE583B0}"/>
          </ac:picMkLst>
        </pc:picChg>
        <pc:picChg chg="add mod">
          <ac:chgData name="Ibrahim NIANG" userId="acdf7ece8d0764a7" providerId="LiveId" clId="{0D4CE526-D4D6-4E03-8497-92AD1D0B6A2D}" dt="2024-05-09T09:25:12.333" v="4371" actId="1076"/>
          <ac:picMkLst>
            <pc:docMk/>
            <pc:sldMk cId="3115582822" sldId="621"/>
            <ac:picMk id="3094" creationId="{E9A8A5DC-6D14-9A02-250B-E13A104CB958}"/>
          </ac:picMkLst>
        </pc:picChg>
        <pc:picChg chg="add mod">
          <ac:chgData name="Ibrahim NIANG" userId="acdf7ece8d0764a7" providerId="LiveId" clId="{0D4CE526-D4D6-4E03-8497-92AD1D0B6A2D}" dt="2024-05-09T09:25:44.817" v="4378" actId="1076"/>
          <ac:picMkLst>
            <pc:docMk/>
            <pc:sldMk cId="3115582822" sldId="621"/>
            <ac:picMk id="3096" creationId="{19875923-FD95-B9AC-5AC1-137EAA990934}"/>
          </ac:picMkLst>
        </pc:picChg>
      </pc:sldChg>
      <pc:sldChg chg="modSp add mod">
        <pc:chgData name="Ibrahim NIANG" userId="acdf7ece8d0764a7" providerId="LiveId" clId="{0D4CE526-D4D6-4E03-8497-92AD1D0B6A2D}" dt="2024-05-09T09:33:27.069" v="4408" actId="1076"/>
        <pc:sldMkLst>
          <pc:docMk/>
          <pc:sldMk cId="2992418880" sldId="622"/>
        </pc:sldMkLst>
        <pc:spChg chg="mod">
          <ac:chgData name="Ibrahim NIANG" userId="acdf7ece8d0764a7" providerId="LiveId" clId="{0D4CE526-D4D6-4E03-8497-92AD1D0B6A2D}" dt="2024-05-09T09:19:52.604" v="3984" actId="20577"/>
          <ac:spMkLst>
            <pc:docMk/>
            <pc:sldMk cId="2992418880" sldId="622"/>
            <ac:spMk id="7" creationId="{85E52BC2-EB75-B11A-4D6F-5C45965C8E59}"/>
          </ac:spMkLst>
        </pc:spChg>
        <pc:spChg chg="mod">
          <ac:chgData name="Ibrahim NIANG" userId="acdf7ece8d0764a7" providerId="LiveId" clId="{0D4CE526-D4D6-4E03-8497-92AD1D0B6A2D}" dt="2024-05-09T09:33:27.069" v="4408" actId="1076"/>
          <ac:spMkLst>
            <pc:docMk/>
            <pc:sldMk cId="2992418880" sldId="622"/>
            <ac:spMk id="9" creationId="{ABD4B74D-D25A-B594-ED64-308BFEB04412}"/>
          </ac:spMkLst>
        </pc:spChg>
      </pc:sldChg>
      <pc:sldChg chg="addSp delSp modSp add mod">
        <pc:chgData name="Ibrahim NIANG" userId="acdf7ece8d0764a7" providerId="LiveId" clId="{0D4CE526-D4D6-4E03-8497-92AD1D0B6A2D}" dt="2024-05-09T09:43:48.271" v="4493" actId="404"/>
        <pc:sldMkLst>
          <pc:docMk/>
          <pc:sldMk cId="3177218059" sldId="623"/>
        </pc:sldMkLst>
        <pc:spChg chg="add mod">
          <ac:chgData name="Ibrahim NIANG" userId="acdf7ece8d0764a7" providerId="LiveId" clId="{0D4CE526-D4D6-4E03-8497-92AD1D0B6A2D}" dt="2024-05-09T09:41:03.637" v="4478" actId="1076"/>
          <ac:spMkLst>
            <pc:docMk/>
            <pc:sldMk cId="3177218059" sldId="623"/>
            <ac:spMk id="4" creationId="{693F18E1-1544-250D-7F3B-05BDB6A9B32B}"/>
          </ac:spMkLst>
        </pc:spChg>
        <pc:spChg chg="del mod">
          <ac:chgData name="Ibrahim NIANG" userId="acdf7ece8d0764a7" providerId="LiveId" clId="{0D4CE526-D4D6-4E03-8497-92AD1D0B6A2D}" dt="2024-05-09T09:37:20.214" v="4428" actId="478"/>
          <ac:spMkLst>
            <pc:docMk/>
            <pc:sldMk cId="3177218059" sldId="623"/>
            <ac:spMk id="9" creationId="{ABD4B74D-D25A-B594-ED64-308BFEB04412}"/>
          </ac:spMkLst>
        </pc:spChg>
        <pc:spChg chg="mod">
          <ac:chgData name="Ibrahim NIANG" userId="acdf7ece8d0764a7" providerId="LiveId" clId="{0D4CE526-D4D6-4E03-8497-92AD1D0B6A2D}" dt="2024-05-09T09:43:48.271" v="4493" actId="404"/>
          <ac:spMkLst>
            <pc:docMk/>
            <pc:sldMk cId="3177218059" sldId="623"/>
            <ac:spMk id="19" creationId="{EAD06838-3AD8-EE12-755D-8716A73CC6A6}"/>
          </ac:spMkLst>
        </pc:spChg>
        <pc:picChg chg="del mod">
          <ac:chgData name="Ibrahim NIANG" userId="acdf7ece8d0764a7" providerId="LiveId" clId="{0D4CE526-D4D6-4E03-8497-92AD1D0B6A2D}" dt="2024-05-09T09:38:22.870" v="4433" actId="478"/>
          <ac:picMkLst>
            <pc:docMk/>
            <pc:sldMk cId="3177218059" sldId="623"/>
            <ac:picMk id="4098" creationId="{AC4BCB34-E8DD-A685-19A2-6B3267DA5D30}"/>
          </ac:picMkLst>
        </pc:picChg>
        <pc:picChg chg="add mod">
          <ac:chgData name="Ibrahim NIANG" userId="acdf7ece8d0764a7" providerId="LiveId" clId="{0D4CE526-D4D6-4E03-8497-92AD1D0B6A2D}" dt="2024-05-09T09:39:13.295" v="4443" actId="1076"/>
          <ac:picMkLst>
            <pc:docMk/>
            <pc:sldMk cId="3177218059" sldId="623"/>
            <ac:picMk id="5122" creationId="{0AE86716-D578-E26F-916B-7997E45E3E5A}"/>
          </ac:picMkLst>
        </pc:picChg>
      </pc:sldChg>
      <pc:sldChg chg="addSp delSp modSp add mod">
        <pc:chgData name="Ibrahim NIANG" userId="acdf7ece8d0764a7" providerId="LiveId" clId="{0D4CE526-D4D6-4E03-8497-92AD1D0B6A2D}" dt="2024-05-09T10:23:11.612" v="4697" actId="1076"/>
        <pc:sldMkLst>
          <pc:docMk/>
          <pc:sldMk cId="2673921669" sldId="624"/>
        </pc:sldMkLst>
        <pc:spChg chg="add del mod">
          <ac:chgData name="Ibrahim NIANG" userId="acdf7ece8d0764a7" providerId="LiveId" clId="{0D4CE526-D4D6-4E03-8497-92AD1D0B6A2D}" dt="2024-05-09T09:43:22.214" v="4483" actId="478"/>
          <ac:spMkLst>
            <pc:docMk/>
            <pc:sldMk cId="2673921669" sldId="624"/>
            <ac:spMk id="3" creationId="{0041BBA8-AB20-B143-B4B0-83738192A02D}"/>
          </ac:spMkLst>
        </pc:spChg>
        <pc:spChg chg="del mod">
          <ac:chgData name="Ibrahim NIANG" userId="acdf7ece8d0764a7" providerId="LiveId" clId="{0D4CE526-D4D6-4E03-8497-92AD1D0B6A2D}" dt="2024-05-09T09:47:57.723" v="4538" actId="478"/>
          <ac:spMkLst>
            <pc:docMk/>
            <pc:sldMk cId="2673921669" sldId="624"/>
            <ac:spMk id="4" creationId="{693F18E1-1544-250D-7F3B-05BDB6A9B32B}"/>
          </ac:spMkLst>
        </pc:spChg>
        <pc:spChg chg="add del">
          <ac:chgData name="Ibrahim NIANG" userId="acdf7ece8d0764a7" providerId="LiveId" clId="{0D4CE526-D4D6-4E03-8497-92AD1D0B6A2D}" dt="2024-05-09T09:43:28.404" v="4485" actId="22"/>
          <ac:spMkLst>
            <pc:docMk/>
            <pc:sldMk cId="2673921669" sldId="624"/>
            <ac:spMk id="9" creationId="{31CB064B-6D2B-A1C3-98D0-4C8F3BC1D762}"/>
          </ac:spMkLst>
        </pc:spChg>
        <pc:spChg chg="add mod">
          <ac:chgData name="Ibrahim NIANG" userId="acdf7ece8d0764a7" providerId="LiveId" clId="{0D4CE526-D4D6-4E03-8497-92AD1D0B6A2D}" dt="2024-05-09T10:13:09.833" v="4655" actId="20577"/>
          <ac:spMkLst>
            <pc:docMk/>
            <pc:sldMk cId="2673921669" sldId="624"/>
            <ac:spMk id="11" creationId="{E8D1FB06-DF22-62AA-C9C0-346821091488}"/>
          </ac:spMkLst>
        </pc:spChg>
        <pc:spChg chg="add del">
          <ac:chgData name="Ibrahim NIANG" userId="acdf7ece8d0764a7" providerId="LiveId" clId="{0D4CE526-D4D6-4E03-8497-92AD1D0B6A2D}" dt="2024-05-09T09:47:48.489" v="4535" actId="22"/>
          <ac:spMkLst>
            <pc:docMk/>
            <pc:sldMk cId="2673921669" sldId="624"/>
            <ac:spMk id="16" creationId="{682E4C3E-80F8-C150-55C8-259CFF5A39C8}"/>
          </ac:spMkLst>
        </pc:spChg>
        <pc:spChg chg="add mod">
          <ac:chgData name="Ibrahim NIANG" userId="acdf7ece8d0764a7" providerId="LiveId" clId="{0D4CE526-D4D6-4E03-8497-92AD1D0B6A2D}" dt="2024-05-09T09:48:57.647" v="4554" actId="1076"/>
          <ac:spMkLst>
            <pc:docMk/>
            <pc:sldMk cId="2673921669" sldId="624"/>
            <ac:spMk id="18" creationId="{A82D5561-7483-D22B-8402-3DAA0E2FE9CC}"/>
          </ac:spMkLst>
        </pc:spChg>
        <pc:spChg chg="del">
          <ac:chgData name="Ibrahim NIANG" userId="acdf7ece8d0764a7" providerId="LiveId" clId="{0D4CE526-D4D6-4E03-8497-92AD1D0B6A2D}" dt="2024-05-09T09:43:36.717" v="4488" actId="478"/>
          <ac:spMkLst>
            <pc:docMk/>
            <pc:sldMk cId="2673921669" sldId="624"/>
            <ac:spMk id="19" creationId="{EAD06838-3AD8-EE12-755D-8716A73CC6A6}"/>
          </ac:spMkLst>
        </pc:spChg>
        <pc:spChg chg="add mod">
          <ac:chgData name="Ibrahim NIANG" userId="acdf7ece8d0764a7" providerId="LiveId" clId="{0D4CE526-D4D6-4E03-8497-92AD1D0B6A2D}" dt="2024-05-09T10:21:17.046" v="4673" actId="122"/>
          <ac:spMkLst>
            <pc:docMk/>
            <pc:sldMk cId="2673921669" sldId="624"/>
            <ac:spMk id="21" creationId="{5F294BB0-650D-0587-8E2F-05144D5B2933}"/>
          </ac:spMkLst>
        </pc:spChg>
        <pc:picChg chg="del">
          <ac:chgData name="Ibrahim NIANG" userId="acdf7ece8d0764a7" providerId="LiveId" clId="{0D4CE526-D4D6-4E03-8497-92AD1D0B6A2D}" dt="2024-05-09T09:43:41.285" v="4491" actId="478"/>
          <ac:picMkLst>
            <pc:docMk/>
            <pc:sldMk cId="2673921669" sldId="624"/>
            <ac:picMk id="5122" creationId="{0AE86716-D578-E26F-916B-7997E45E3E5A}"/>
          </ac:picMkLst>
        </pc:picChg>
        <pc:picChg chg="add del mod">
          <ac:chgData name="Ibrahim NIANG" userId="acdf7ece8d0764a7" providerId="LiveId" clId="{0D4CE526-D4D6-4E03-8497-92AD1D0B6A2D}" dt="2024-05-09T10:20:44.191" v="4657" actId="478"/>
          <ac:picMkLst>
            <pc:docMk/>
            <pc:sldMk cId="2673921669" sldId="624"/>
            <ac:picMk id="6146" creationId="{9F4C709A-7991-DB63-CFCB-4782B45474AF}"/>
          </ac:picMkLst>
        </pc:picChg>
        <pc:picChg chg="add del mod">
          <ac:chgData name="Ibrahim NIANG" userId="acdf7ece8d0764a7" providerId="LiveId" clId="{0D4CE526-D4D6-4E03-8497-92AD1D0B6A2D}" dt="2024-05-09T10:20:44.655" v="4658" actId="478"/>
          <ac:picMkLst>
            <pc:docMk/>
            <pc:sldMk cId="2673921669" sldId="624"/>
            <ac:picMk id="6148" creationId="{722F5032-A712-25D3-5686-F98FAD3358D1}"/>
          </ac:picMkLst>
        </pc:picChg>
        <pc:picChg chg="add mod">
          <ac:chgData name="Ibrahim NIANG" userId="acdf7ece8d0764a7" providerId="LiveId" clId="{0D4CE526-D4D6-4E03-8497-92AD1D0B6A2D}" dt="2024-05-09T10:23:06.729" v="4694" actId="1076"/>
          <ac:picMkLst>
            <pc:docMk/>
            <pc:sldMk cId="2673921669" sldId="624"/>
            <ac:picMk id="6150" creationId="{258AA123-FB34-280B-C177-F844A7EE81E1}"/>
          </ac:picMkLst>
        </pc:picChg>
        <pc:picChg chg="add mod">
          <ac:chgData name="Ibrahim NIANG" userId="acdf7ece8d0764a7" providerId="LiveId" clId="{0D4CE526-D4D6-4E03-8497-92AD1D0B6A2D}" dt="2024-05-09T10:23:09.878" v="4696" actId="1076"/>
          <ac:picMkLst>
            <pc:docMk/>
            <pc:sldMk cId="2673921669" sldId="624"/>
            <ac:picMk id="6152" creationId="{9D7D7A04-0532-CD9A-8DB4-4700CFCAFB51}"/>
          </ac:picMkLst>
        </pc:picChg>
        <pc:picChg chg="add mod">
          <ac:chgData name="Ibrahim NIANG" userId="acdf7ece8d0764a7" providerId="LiveId" clId="{0D4CE526-D4D6-4E03-8497-92AD1D0B6A2D}" dt="2024-05-09T10:23:11.612" v="4697" actId="1076"/>
          <ac:picMkLst>
            <pc:docMk/>
            <pc:sldMk cId="2673921669" sldId="624"/>
            <ac:picMk id="6154" creationId="{29085A15-6A5F-5736-96B8-CBDD6648A738}"/>
          </ac:picMkLst>
        </pc:picChg>
      </pc:sldChg>
      <pc:sldChg chg="addSp delSp modSp add mod ord">
        <pc:chgData name="Ibrahim NIANG" userId="acdf7ece8d0764a7" providerId="LiveId" clId="{0D4CE526-D4D6-4E03-8497-92AD1D0B6A2D}" dt="2024-05-09T09:59:40.899" v="4633" actId="1076"/>
        <pc:sldMkLst>
          <pc:docMk/>
          <pc:sldMk cId="2742167911" sldId="625"/>
        </pc:sldMkLst>
        <pc:spChg chg="del">
          <ac:chgData name="Ibrahim NIANG" userId="acdf7ece8d0764a7" providerId="LiveId" clId="{0D4CE526-D4D6-4E03-8497-92AD1D0B6A2D}" dt="2024-05-09T09:51:58.549" v="4559" actId="478"/>
          <ac:spMkLst>
            <pc:docMk/>
            <pc:sldMk cId="2742167911" sldId="625"/>
            <ac:spMk id="4" creationId="{693F18E1-1544-250D-7F3B-05BDB6A9B32B}"/>
          </ac:spMkLst>
        </pc:spChg>
        <pc:spChg chg="add mod">
          <ac:chgData name="Ibrahim NIANG" userId="acdf7ece8d0764a7" providerId="LiveId" clId="{0D4CE526-D4D6-4E03-8497-92AD1D0B6A2D}" dt="2024-05-09T09:52:56.409" v="4574" actId="403"/>
          <ac:spMkLst>
            <pc:docMk/>
            <pc:sldMk cId="2742167911" sldId="625"/>
            <ac:spMk id="8" creationId="{1AA1428A-9A8F-D4C7-4618-AA4CD8BD4BF5}"/>
          </ac:spMkLst>
        </pc:spChg>
        <pc:spChg chg="add mod">
          <ac:chgData name="Ibrahim NIANG" userId="acdf7ece8d0764a7" providerId="LiveId" clId="{0D4CE526-D4D6-4E03-8497-92AD1D0B6A2D}" dt="2024-05-09T09:59:13.058" v="4628" actId="1076"/>
          <ac:spMkLst>
            <pc:docMk/>
            <pc:sldMk cId="2742167911" sldId="625"/>
            <ac:spMk id="10" creationId="{35B29CEF-3D95-1AE6-ABB6-543198EF1280}"/>
          </ac:spMkLst>
        </pc:spChg>
        <pc:spChg chg="del">
          <ac:chgData name="Ibrahim NIANG" userId="acdf7ece8d0764a7" providerId="LiveId" clId="{0D4CE526-D4D6-4E03-8497-92AD1D0B6A2D}" dt="2024-05-09T09:51:59.888" v="4560" actId="478"/>
          <ac:spMkLst>
            <pc:docMk/>
            <pc:sldMk cId="2742167911" sldId="625"/>
            <ac:spMk id="19" creationId="{EAD06838-3AD8-EE12-755D-8716A73CC6A6}"/>
          </ac:spMkLst>
        </pc:spChg>
        <pc:picChg chg="del">
          <ac:chgData name="Ibrahim NIANG" userId="acdf7ece8d0764a7" providerId="LiveId" clId="{0D4CE526-D4D6-4E03-8497-92AD1D0B6A2D}" dt="2024-05-09T09:51:56.907" v="4558" actId="478"/>
          <ac:picMkLst>
            <pc:docMk/>
            <pc:sldMk cId="2742167911" sldId="625"/>
            <ac:picMk id="5122" creationId="{0AE86716-D578-E26F-916B-7997E45E3E5A}"/>
          </ac:picMkLst>
        </pc:picChg>
        <pc:picChg chg="add del mod">
          <ac:chgData name="Ibrahim NIANG" userId="acdf7ece8d0764a7" providerId="LiveId" clId="{0D4CE526-D4D6-4E03-8497-92AD1D0B6A2D}" dt="2024-05-09T09:55:32.906" v="4580" actId="478"/>
          <ac:picMkLst>
            <pc:docMk/>
            <pc:sldMk cId="2742167911" sldId="625"/>
            <ac:picMk id="7170" creationId="{E6FA2B47-F634-4F46-6F9D-AD74A00E516C}"/>
          </ac:picMkLst>
        </pc:picChg>
        <pc:picChg chg="add del mod">
          <ac:chgData name="Ibrahim NIANG" userId="acdf7ece8d0764a7" providerId="LiveId" clId="{0D4CE526-D4D6-4E03-8497-92AD1D0B6A2D}" dt="2024-05-09T09:57:07.625" v="4600" actId="478"/>
          <ac:picMkLst>
            <pc:docMk/>
            <pc:sldMk cId="2742167911" sldId="625"/>
            <ac:picMk id="7172" creationId="{63D2EC85-8D72-2193-CA83-0999A8DA39DF}"/>
          </ac:picMkLst>
        </pc:picChg>
        <pc:picChg chg="add del mod">
          <ac:chgData name="Ibrahim NIANG" userId="acdf7ece8d0764a7" providerId="LiveId" clId="{0D4CE526-D4D6-4E03-8497-92AD1D0B6A2D}" dt="2024-05-09T09:58:07.904" v="4614" actId="478"/>
          <ac:picMkLst>
            <pc:docMk/>
            <pc:sldMk cId="2742167911" sldId="625"/>
            <ac:picMk id="7174" creationId="{3640E0F1-F509-B400-B17A-704AE72E9F8B}"/>
          </ac:picMkLst>
        </pc:picChg>
        <pc:picChg chg="add mod">
          <ac:chgData name="Ibrahim NIANG" userId="acdf7ece8d0764a7" providerId="LiveId" clId="{0D4CE526-D4D6-4E03-8497-92AD1D0B6A2D}" dt="2024-05-09T09:58:25.550" v="4622" actId="1076"/>
          <ac:picMkLst>
            <pc:docMk/>
            <pc:sldMk cId="2742167911" sldId="625"/>
            <ac:picMk id="7176" creationId="{ACCA727B-3C3E-E480-D8FF-898CD673AB91}"/>
          </ac:picMkLst>
        </pc:picChg>
        <pc:picChg chg="add del mod">
          <ac:chgData name="Ibrahim NIANG" userId="acdf7ece8d0764a7" providerId="LiveId" clId="{0D4CE526-D4D6-4E03-8497-92AD1D0B6A2D}" dt="2024-05-09T09:59:14.593" v="4629" actId="478"/>
          <ac:picMkLst>
            <pc:docMk/>
            <pc:sldMk cId="2742167911" sldId="625"/>
            <ac:picMk id="7178" creationId="{E13A313F-4FA2-1BF2-1634-B56EED6DA02A}"/>
          </ac:picMkLst>
        </pc:picChg>
        <pc:picChg chg="add mod">
          <ac:chgData name="Ibrahim NIANG" userId="acdf7ece8d0764a7" providerId="LiveId" clId="{0D4CE526-D4D6-4E03-8497-92AD1D0B6A2D}" dt="2024-05-09T09:59:40.899" v="4633" actId="1076"/>
          <ac:picMkLst>
            <pc:docMk/>
            <pc:sldMk cId="2742167911" sldId="625"/>
            <ac:picMk id="7180" creationId="{77D85FA6-5407-EB01-A4B5-5D9D5F0CEBA9}"/>
          </ac:picMkLst>
        </pc:picChg>
      </pc:sldChg>
      <pc:sldChg chg="add">
        <pc:chgData name="Ibrahim NIANG" userId="acdf7ece8d0764a7" providerId="LiveId" clId="{0D4CE526-D4D6-4E03-8497-92AD1D0B6A2D}" dt="2024-05-09T10:20:41.262" v="4656" actId="2890"/>
        <pc:sldMkLst>
          <pc:docMk/>
          <pc:sldMk cId="1847667034" sldId="626"/>
        </pc:sldMkLst>
      </pc:sldChg>
      <pc:sldChg chg="addSp delSp modSp add mod">
        <pc:chgData name="Ibrahim NIANG" userId="acdf7ece8d0764a7" providerId="LiveId" clId="{0D4CE526-D4D6-4E03-8497-92AD1D0B6A2D}" dt="2024-05-09T11:44:31.586" v="4750" actId="1076"/>
        <pc:sldMkLst>
          <pc:docMk/>
          <pc:sldMk cId="1291141561" sldId="627"/>
        </pc:sldMkLst>
        <pc:spChg chg="add mod">
          <ac:chgData name="Ibrahim NIANG" userId="acdf7ece8d0764a7" providerId="LiveId" clId="{0D4CE526-D4D6-4E03-8497-92AD1D0B6A2D}" dt="2024-05-09T11:44:31.586" v="4750" actId="1076"/>
          <ac:spMkLst>
            <pc:docMk/>
            <pc:sldMk cId="1291141561" sldId="627"/>
            <ac:spMk id="4" creationId="{5FEDC06E-FBBA-AA0D-A80C-C29363B3AEA9}"/>
          </ac:spMkLst>
        </pc:spChg>
        <pc:spChg chg="del">
          <ac:chgData name="Ibrahim NIANG" userId="acdf7ece8d0764a7" providerId="LiveId" clId="{0D4CE526-D4D6-4E03-8497-92AD1D0B6A2D}" dt="2024-05-09T11:41:19.581" v="4705" actId="478"/>
          <ac:spMkLst>
            <pc:docMk/>
            <pc:sldMk cId="1291141561" sldId="627"/>
            <ac:spMk id="8" creationId="{1AA1428A-9A8F-D4C7-4618-AA4CD8BD4BF5}"/>
          </ac:spMkLst>
        </pc:spChg>
        <pc:spChg chg="del">
          <ac:chgData name="Ibrahim NIANG" userId="acdf7ece8d0764a7" providerId="LiveId" clId="{0D4CE526-D4D6-4E03-8497-92AD1D0B6A2D}" dt="2024-05-09T11:41:08.014" v="4701" actId="478"/>
          <ac:spMkLst>
            <pc:docMk/>
            <pc:sldMk cId="1291141561" sldId="627"/>
            <ac:spMk id="10" creationId="{35B29CEF-3D95-1AE6-ABB6-543198EF1280}"/>
          </ac:spMkLst>
        </pc:spChg>
        <pc:spChg chg="add mod">
          <ac:chgData name="Ibrahim NIANG" userId="acdf7ece8d0764a7" providerId="LiveId" clId="{0D4CE526-D4D6-4E03-8497-92AD1D0B6A2D}" dt="2024-05-09T11:44:28.130" v="4749" actId="1076"/>
          <ac:spMkLst>
            <pc:docMk/>
            <pc:sldMk cId="1291141561" sldId="627"/>
            <ac:spMk id="11" creationId="{783025DB-53ED-1C9D-B343-CAF007B1ADA5}"/>
          </ac:spMkLst>
        </pc:spChg>
        <pc:picChg chg="del">
          <ac:chgData name="Ibrahim NIANG" userId="acdf7ece8d0764a7" providerId="LiveId" clId="{0D4CE526-D4D6-4E03-8497-92AD1D0B6A2D}" dt="2024-05-09T11:41:06.029" v="4699" actId="478"/>
          <ac:picMkLst>
            <pc:docMk/>
            <pc:sldMk cId="1291141561" sldId="627"/>
            <ac:picMk id="7176" creationId="{ACCA727B-3C3E-E480-D8FF-898CD673AB91}"/>
          </ac:picMkLst>
        </pc:picChg>
        <pc:picChg chg="del">
          <ac:chgData name="Ibrahim NIANG" userId="acdf7ece8d0764a7" providerId="LiveId" clId="{0D4CE526-D4D6-4E03-8497-92AD1D0B6A2D}" dt="2024-05-09T11:41:06.733" v="4700" actId="478"/>
          <ac:picMkLst>
            <pc:docMk/>
            <pc:sldMk cId="1291141561" sldId="627"/>
            <ac:picMk id="7180" creationId="{77D85FA6-5407-EB01-A4B5-5D9D5F0CEBA9}"/>
          </ac:picMkLst>
        </pc:picChg>
        <pc:picChg chg="add mod">
          <ac:chgData name="Ibrahim NIANG" userId="acdf7ece8d0764a7" providerId="LiveId" clId="{0D4CE526-D4D6-4E03-8497-92AD1D0B6A2D}" dt="2024-05-09T11:42:44.294" v="4718" actId="1076"/>
          <ac:picMkLst>
            <pc:docMk/>
            <pc:sldMk cId="1291141561" sldId="627"/>
            <ac:picMk id="8194" creationId="{0A78FAA1-0C36-0CA9-2C2E-10682C6B3B1F}"/>
          </ac:picMkLst>
        </pc:picChg>
        <pc:picChg chg="add mod">
          <ac:chgData name="Ibrahim NIANG" userId="acdf7ece8d0764a7" providerId="LiveId" clId="{0D4CE526-D4D6-4E03-8497-92AD1D0B6A2D}" dt="2024-05-09T11:42:53.745" v="4720" actId="1076"/>
          <ac:picMkLst>
            <pc:docMk/>
            <pc:sldMk cId="1291141561" sldId="627"/>
            <ac:picMk id="8196" creationId="{F3BFBE23-E011-7994-BB50-C2D16DCF874C}"/>
          </ac:picMkLst>
        </pc:picChg>
      </pc:sldChg>
      <pc:sldChg chg="add">
        <pc:chgData name="Ibrahim NIANG" userId="acdf7ece8d0764a7" providerId="LiveId" clId="{0D4CE526-D4D6-4E03-8497-92AD1D0B6A2D}" dt="2024-05-10T08:54:04.132" v="4751" actId="2890"/>
        <pc:sldMkLst>
          <pc:docMk/>
          <pc:sldMk cId="3198601816" sldId="628"/>
        </pc:sldMkLst>
      </pc:sldChg>
      <pc:sldChg chg="add">
        <pc:chgData name="Ibrahim NIANG" userId="acdf7ece8d0764a7" providerId="LiveId" clId="{0D4CE526-D4D6-4E03-8497-92AD1D0B6A2D}" dt="2024-05-10T08:54:07.962" v="4752" actId="2890"/>
        <pc:sldMkLst>
          <pc:docMk/>
          <pc:sldMk cId="2160591315" sldId="629"/>
        </pc:sldMkLst>
      </pc:sldChg>
      <pc:sldChg chg="addSp delSp modSp add mod ord">
        <pc:chgData name="Ibrahim NIANG" userId="acdf7ece8d0764a7" providerId="LiveId" clId="{0D4CE526-D4D6-4E03-8497-92AD1D0B6A2D}" dt="2024-05-10T09:08:00.524" v="5100" actId="1076"/>
        <pc:sldMkLst>
          <pc:docMk/>
          <pc:sldMk cId="3510993860" sldId="630"/>
        </pc:sldMkLst>
        <pc:spChg chg="add del">
          <ac:chgData name="Ibrahim NIANG" userId="acdf7ece8d0764a7" providerId="LiveId" clId="{0D4CE526-D4D6-4E03-8497-92AD1D0B6A2D}" dt="2024-05-10T08:57:21.590" v="4757" actId="22"/>
          <ac:spMkLst>
            <pc:docMk/>
            <pc:sldMk cId="3510993860" sldId="630"/>
            <ac:spMk id="4" creationId="{0E47D26C-A82B-B5F7-5DAC-873A3A0A99C0}"/>
          </ac:spMkLst>
        </pc:spChg>
        <pc:spChg chg="del">
          <ac:chgData name="Ibrahim NIANG" userId="acdf7ece8d0764a7" providerId="LiveId" clId="{0D4CE526-D4D6-4E03-8497-92AD1D0B6A2D}" dt="2024-05-10T08:58:33.273" v="4812" actId="478"/>
          <ac:spMkLst>
            <pc:docMk/>
            <pc:sldMk cId="3510993860" sldId="630"/>
            <ac:spMk id="8" creationId="{0027A149-DCDF-22BC-4E62-4F694CC882A5}"/>
          </ac:spMkLst>
        </pc:spChg>
        <pc:spChg chg="del mod">
          <ac:chgData name="Ibrahim NIANG" userId="acdf7ece8d0764a7" providerId="LiveId" clId="{0D4CE526-D4D6-4E03-8497-92AD1D0B6A2D}" dt="2024-05-10T08:59:52.048" v="4820" actId="478"/>
          <ac:spMkLst>
            <pc:docMk/>
            <pc:sldMk cId="3510993860" sldId="630"/>
            <ac:spMk id="9" creationId="{ABD4B74D-D25A-B594-ED64-308BFEB04412}"/>
          </ac:spMkLst>
        </pc:spChg>
        <pc:spChg chg="add del mod">
          <ac:chgData name="Ibrahim NIANG" userId="acdf7ece8d0764a7" providerId="LiveId" clId="{0D4CE526-D4D6-4E03-8497-92AD1D0B6A2D}" dt="2024-05-10T09:05:40.962" v="5078" actId="478"/>
          <ac:spMkLst>
            <pc:docMk/>
            <pc:sldMk cId="3510993860" sldId="630"/>
            <ac:spMk id="11" creationId="{74731229-D401-69BA-6E29-0253949FD86E}"/>
          </ac:spMkLst>
        </pc:spChg>
        <pc:spChg chg="add mod">
          <ac:chgData name="Ibrahim NIANG" userId="acdf7ece8d0764a7" providerId="LiveId" clId="{0D4CE526-D4D6-4E03-8497-92AD1D0B6A2D}" dt="2024-05-10T09:02:59.583" v="4837" actId="14100"/>
          <ac:spMkLst>
            <pc:docMk/>
            <pc:sldMk cId="3510993860" sldId="630"/>
            <ac:spMk id="15" creationId="{C13BB47B-CAD6-6963-C4AE-D9E475C8912E}"/>
          </ac:spMkLst>
        </pc:spChg>
        <pc:graphicFrameChg chg="add mod modGraphic">
          <ac:chgData name="Ibrahim NIANG" userId="acdf7ece8d0764a7" providerId="LiveId" clId="{0D4CE526-D4D6-4E03-8497-92AD1D0B6A2D}" dt="2024-05-10T09:07:54.872" v="5096" actId="1076"/>
          <ac:graphicFrameMkLst>
            <pc:docMk/>
            <pc:sldMk cId="3510993860" sldId="630"/>
            <ac:graphicFrameMk id="16" creationId="{1A1CF963-3B69-606A-1278-5069B0B6FA78}"/>
          </ac:graphicFrameMkLst>
        </pc:graphicFrameChg>
        <pc:picChg chg="add mod">
          <ac:chgData name="Ibrahim NIANG" userId="acdf7ece8d0764a7" providerId="LiveId" clId="{0D4CE526-D4D6-4E03-8497-92AD1D0B6A2D}" dt="2024-05-10T09:07:58.441" v="5098" actId="1076"/>
          <ac:picMkLst>
            <pc:docMk/>
            <pc:sldMk cId="3510993860" sldId="630"/>
            <ac:picMk id="2050" creationId="{014575DB-763A-A49E-CBCB-26FAB78777F3}"/>
          </ac:picMkLst>
        </pc:picChg>
        <pc:picChg chg="add mod">
          <ac:chgData name="Ibrahim NIANG" userId="acdf7ece8d0764a7" providerId="LiveId" clId="{0D4CE526-D4D6-4E03-8497-92AD1D0B6A2D}" dt="2024-05-10T09:07:56.915" v="5097" actId="1076"/>
          <ac:picMkLst>
            <pc:docMk/>
            <pc:sldMk cId="3510993860" sldId="630"/>
            <ac:picMk id="2052" creationId="{88D93F2E-BDBB-2FC9-B074-401BEA0935E3}"/>
          </ac:picMkLst>
        </pc:picChg>
        <pc:picChg chg="add mod">
          <ac:chgData name="Ibrahim NIANG" userId="acdf7ece8d0764a7" providerId="LiveId" clId="{0D4CE526-D4D6-4E03-8497-92AD1D0B6A2D}" dt="2024-05-10T09:07:59.443" v="5099" actId="1076"/>
          <ac:picMkLst>
            <pc:docMk/>
            <pc:sldMk cId="3510993860" sldId="630"/>
            <ac:picMk id="2054" creationId="{C2DF7F32-925F-8B11-94E5-DFCD9A7866B4}"/>
          </ac:picMkLst>
        </pc:picChg>
        <pc:picChg chg="add mod">
          <ac:chgData name="Ibrahim NIANG" userId="acdf7ece8d0764a7" providerId="LiveId" clId="{0D4CE526-D4D6-4E03-8497-92AD1D0B6A2D}" dt="2024-05-10T09:08:00.524" v="5100" actId="1076"/>
          <ac:picMkLst>
            <pc:docMk/>
            <pc:sldMk cId="3510993860" sldId="630"/>
            <ac:picMk id="2056" creationId="{551A7D19-8E22-3BB9-D35D-6A15DF926AFF}"/>
          </ac:picMkLst>
        </pc:picChg>
      </pc:sldChg>
      <pc:sldChg chg="addSp delSp modSp add mod">
        <pc:chgData name="Ibrahim NIANG" userId="acdf7ece8d0764a7" providerId="LiveId" clId="{0D4CE526-D4D6-4E03-8497-92AD1D0B6A2D}" dt="2024-05-10T09:01:50.045" v="4834" actId="1076"/>
        <pc:sldMkLst>
          <pc:docMk/>
          <pc:sldMk cId="493985898" sldId="631"/>
        </pc:sldMkLst>
        <pc:spChg chg="mod">
          <ac:chgData name="Ibrahim NIANG" userId="acdf7ece8d0764a7" providerId="LiveId" clId="{0D4CE526-D4D6-4E03-8497-92AD1D0B6A2D}" dt="2024-05-10T09:01:25.498" v="4830" actId="1076"/>
          <ac:spMkLst>
            <pc:docMk/>
            <pc:sldMk cId="493985898" sldId="631"/>
            <ac:spMk id="7" creationId="{0C8B6190-4F0E-EEF0-451C-B83A204C1A99}"/>
          </ac:spMkLst>
        </pc:spChg>
        <pc:spChg chg="del">
          <ac:chgData name="Ibrahim NIANG" userId="acdf7ece8d0764a7" providerId="LiveId" clId="{0D4CE526-D4D6-4E03-8497-92AD1D0B6A2D}" dt="2024-05-10T09:01:20.605" v="4827" actId="478"/>
          <ac:spMkLst>
            <pc:docMk/>
            <pc:sldMk cId="493985898" sldId="631"/>
            <ac:spMk id="13" creationId="{72418D73-5038-D975-0C70-5BBFAD334565}"/>
          </ac:spMkLst>
        </pc:spChg>
        <pc:spChg chg="del">
          <ac:chgData name="Ibrahim NIANG" userId="acdf7ece8d0764a7" providerId="LiveId" clId="{0D4CE526-D4D6-4E03-8497-92AD1D0B6A2D}" dt="2024-05-10T09:01:14.383" v="4822" actId="478"/>
          <ac:spMkLst>
            <pc:docMk/>
            <pc:sldMk cId="493985898" sldId="631"/>
            <ac:spMk id="15" creationId="{7D7114FD-BE9C-9C19-F1DA-90853E3B66B5}"/>
          </ac:spMkLst>
        </pc:spChg>
        <pc:spChg chg="del mod">
          <ac:chgData name="Ibrahim NIANG" userId="acdf7ece8d0764a7" providerId="LiveId" clId="{0D4CE526-D4D6-4E03-8497-92AD1D0B6A2D}" dt="2024-05-10T09:01:18.695" v="4826" actId="478"/>
          <ac:spMkLst>
            <pc:docMk/>
            <pc:sldMk cId="493985898" sldId="631"/>
            <ac:spMk id="18" creationId="{FDCE48C9-8205-14F4-9258-BB9D1CFCE958}"/>
          </ac:spMkLst>
        </pc:spChg>
        <pc:spChg chg="del">
          <ac:chgData name="Ibrahim NIANG" userId="acdf7ece8d0764a7" providerId="LiveId" clId="{0D4CE526-D4D6-4E03-8497-92AD1D0B6A2D}" dt="2024-05-10T09:01:23.319" v="4829" actId="478"/>
          <ac:spMkLst>
            <pc:docMk/>
            <pc:sldMk cId="493985898" sldId="631"/>
            <ac:spMk id="21" creationId="{DF04EC80-B5FB-D60C-A78E-B9C991B06DFE}"/>
          </ac:spMkLst>
        </pc:spChg>
        <pc:picChg chg="del">
          <ac:chgData name="Ibrahim NIANG" userId="acdf7ece8d0764a7" providerId="LiveId" clId="{0D4CE526-D4D6-4E03-8497-92AD1D0B6A2D}" dt="2024-05-10T09:01:14.785" v="4823" actId="478"/>
          <ac:picMkLst>
            <pc:docMk/>
            <pc:sldMk cId="493985898" sldId="631"/>
            <ac:picMk id="10" creationId="{9D240131-51D0-87C2-BEB6-9E9237D86493}"/>
          </ac:picMkLst>
        </pc:picChg>
        <pc:picChg chg="del">
          <ac:chgData name="Ibrahim NIANG" userId="acdf7ece8d0764a7" providerId="LiveId" clId="{0D4CE526-D4D6-4E03-8497-92AD1D0B6A2D}" dt="2024-05-10T09:01:21.352" v="4828" actId="478"/>
          <ac:picMkLst>
            <pc:docMk/>
            <pc:sldMk cId="493985898" sldId="631"/>
            <ac:picMk id="12" creationId="{03019517-9F3D-A593-5E58-B52F8DA1FBC3}"/>
          </ac:picMkLst>
        </pc:picChg>
        <pc:picChg chg="add del">
          <ac:chgData name="Ibrahim NIANG" userId="acdf7ece8d0764a7" providerId="LiveId" clId="{0D4CE526-D4D6-4E03-8497-92AD1D0B6A2D}" dt="2024-05-10T09:01:43.903" v="4832" actId="478"/>
          <ac:picMkLst>
            <pc:docMk/>
            <pc:sldMk cId="493985898" sldId="631"/>
            <ac:picMk id="1026" creationId="{C8C6AD39-20A6-98A3-5ED1-321383273ECD}"/>
          </ac:picMkLst>
        </pc:picChg>
        <pc:picChg chg="add mod">
          <ac:chgData name="Ibrahim NIANG" userId="acdf7ece8d0764a7" providerId="LiveId" clId="{0D4CE526-D4D6-4E03-8497-92AD1D0B6A2D}" dt="2024-05-10T09:01:50.045" v="4834" actId="1076"/>
          <ac:picMkLst>
            <pc:docMk/>
            <pc:sldMk cId="493985898" sldId="631"/>
            <ac:picMk id="1028" creationId="{D44EBFBD-60B0-70CC-216A-EB13DC7A153B}"/>
          </ac:picMkLst>
        </pc:picChg>
      </pc:sldChg>
      <pc:sldChg chg="addSp delSp modSp add mod modNotesTx">
        <pc:chgData name="Ibrahim NIANG" userId="acdf7ece8d0764a7" providerId="LiveId" clId="{0D4CE526-D4D6-4E03-8497-92AD1D0B6A2D}" dt="2024-05-10T09:22:16.707" v="5261" actId="1076"/>
        <pc:sldMkLst>
          <pc:docMk/>
          <pc:sldMk cId="225359901" sldId="632"/>
        </pc:sldMkLst>
        <pc:spChg chg="add del">
          <ac:chgData name="Ibrahim NIANG" userId="acdf7ece8d0764a7" providerId="LiveId" clId="{0D4CE526-D4D6-4E03-8497-92AD1D0B6A2D}" dt="2024-05-10T09:10:47.580" v="5121" actId="22"/>
          <ac:spMkLst>
            <pc:docMk/>
            <pc:sldMk cId="225359901" sldId="632"/>
            <ac:spMk id="4" creationId="{40BD89B5-AEED-7C58-8570-AD5610AE8C15}"/>
          </ac:spMkLst>
        </pc:spChg>
        <pc:spChg chg="add mod">
          <ac:chgData name="Ibrahim NIANG" userId="acdf7ece8d0764a7" providerId="LiveId" clId="{0D4CE526-D4D6-4E03-8497-92AD1D0B6A2D}" dt="2024-05-10T09:20:31.063" v="5260" actId="1076"/>
          <ac:spMkLst>
            <pc:docMk/>
            <pc:sldMk cId="225359901" sldId="632"/>
            <ac:spMk id="9" creationId="{5199AE43-0F6C-BDD9-229A-A080718C3FEB}"/>
          </ac:spMkLst>
        </pc:spChg>
        <pc:spChg chg="add mod">
          <ac:chgData name="Ibrahim NIANG" userId="acdf7ece8d0764a7" providerId="LiveId" clId="{0D4CE526-D4D6-4E03-8497-92AD1D0B6A2D}" dt="2024-05-10T09:20:06.717" v="5251" actId="14100"/>
          <ac:spMkLst>
            <pc:docMk/>
            <pc:sldMk cId="225359901" sldId="632"/>
            <ac:spMk id="11" creationId="{ED4D236F-8145-B38C-3527-1BA2F8E7D534}"/>
          </ac:spMkLst>
        </pc:spChg>
        <pc:spChg chg="del">
          <ac:chgData name="Ibrahim NIANG" userId="acdf7ece8d0764a7" providerId="LiveId" clId="{0D4CE526-D4D6-4E03-8497-92AD1D0B6A2D}" dt="2024-05-10T09:08:23.806" v="5102" actId="478"/>
          <ac:spMkLst>
            <pc:docMk/>
            <pc:sldMk cId="225359901" sldId="632"/>
            <ac:spMk id="15" creationId="{C13BB47B-CAD6-6963-C4AE-D9E475C8912E}"/>
          </ac:spMkLst>
        </pc:spChg>
        <pc:spChg chg="add mod">
          <ac:chgData name="Ibrahim NIANG" userId="acdf7ece8d0764a7" providerId="LiveId" clId="{0D4CE526-D4D6-4E03-8497-92AD1D0B6A2D}" dt="2024-05-10T09:19:57.115" v="5247" actId="1076"/>
          <ac:spMkLst>
            <pc:docMk/>
            <pc:sldMk cId="225359901" sldId="632"/>
            <ac:spMk id="17" creationId="{533450AE-0F91-478D-AE26-6EB2E8C54AB9}"/>
          </ac:spMkLst>
        </pc:spChg>
        <pc:graphicFrameChg chg="mod">
          <ac:chgData name="Ibrahim NIANG" userId="acdf7ece8d0764a7" providerId="LiveId" clId="{0D4CE526-D4D6-4E03-8497-92AD1D0B6A2D}" dt="2024-05-10T09:18:07.052" v="5192" actId="1076"/>
          <ac:graphicFrameMkLst>
            <pc:docMk/>
            <pc:sldMk cId="225359901" sldId="632"/>
            <ac:graphicFrameMk id="16" creationId="{1A1CF963-3B69-606A-1278-5069B0B6FA78}"/>
          </ac:graphicFrameMkLst>
        </pc:graphicFrameChg>
        <pc:picChg chg="del mod">
          <ac:chgData name="Ibrahim NIANG" userId="acdf7ece8d0764a7" providerId="LiveId" clId="{0D4CE526-D4D6-4E03-8497-92AD1D0B6A2D}" dt="2024-05-10T09:10:33.742" v="5119" actId="478"/>
          <ac:picMkLst>
            <pc:docMk/>
            <pc:sldMk cId="225359901" sldId="632"/>
            <ac:picMk id="2050" creationId="{014575DB-763A-A49E-CBCB-26FAB78777F3}"/>
          </ac:picMkLst>
        </pc:picChg>
        <pc:picChg chg="del">
          <ac:chgData name="Ibrahim NIANG" userId="acdf7ece8d0764a7" providerId="LiveId" clId="{0D4CE526-D4D6-4E03-8497-92AD1D0B6A2D}" dt="2024-05-10T09:10:30.388" v="5115" actId="478"/>
          <ac:picMkLst>
            <pc:docMk/>
            <pc:sldMk cId="225359901" sldId="632"/>
            <ac:picMk id="2052" creationId="{88D93F2E-BDBB-2FC9-B074-401BEA0935E3}"/>
          </ac:picMkLst>
        </pc:picChg>
        <pc:picChg chg="del">
          <ac:chgData name="Ibrahim NIANG" userId="acdf7ece8d0764a7" providerId="LiveId" clId="{0D4CE526-D4D6-4E03-8497-92AD1D0B6A2D}" dt="2024-05-10T09:10:32.866" v="5118" actId="478"/>
          <ac:picMkLst>
            <pc:docMk/>
            <pc:sldMk cId="225359901" sldId="632"/>
            <ac:picMk id="2054" creationId="{C2DF7F32-925F-8B11-94E5-DFCD9A7866B4}"/>
          </ac:picMkLst>
        </pc:picChg>
        <pc:picChg chg="del">
          <ac:chgData name="Ibrahim NIANG" userId="acdf7ece8d0764a7" providerId="LiveId" clId="{0D4CE526-D4D6-4E03-8497-92AD1D0B6A2D}" dt="2024-05-10T09:10:30.803" v="5116" actId="478"/>
          <ac:picMkLst>
            <pc:docMk/>
            <pc:sldMk cId="225359901" sldId="632"/>
            <ac:picMk id="2056" creationId="{551A7D19-8E22-3BB9-D35D-6A15DF926AFF}"/>
          </ac:picMkLst>
        </pc:picChg>
        <pc:picChg chg="add mod">
          <ac:chgData name="Ibrahim NIANG" userId="acdf7ece8d0764a7" providerId="LiveId" clId="{0D4CE526-D4D6-4E03-8497-92AD1D0B6A2D}" dt="2024-05-10T09:18:11.505" v="5194" actId="1076"/>
          <ac:picMkLst>
            <pc:docMk/>
            <pc:sldMk cId="225359901" sldId="632"/>
            <ac:picMk id="3074" creationId="{5A0BA6B7-905A-AF38-2BCF-DBA08D277EB7}"/>
          </ac:picMkLst>
        </pc:picChg>
        <pc:picChg chg="add del mod">
          <ac:chgData name="Ibrahim NIANG" userId="acdf7ece8d0764a7" providerId="LiveId" clId="{0D4CE526-D4D6-4E03-8497-92AD1D0B6A2D}" dt="2024-05-10T09:22:16.707" v="5261" actId="1076"/>
          <ac:picMkLst>
            <pc:docMk/>
            <pc:sldMk cId="225359901" sldId="632"/>
            <ac:picMk id="3076" creationId="{D664895D-2045-3490-6AF2-EA9000DD8BDC}"/>
          </ac:picMkLst>
        </pc:picChg>
        <pc:picChg chg="add">
          <ac:chgData name="Ibrahim NIANG" userId="acdf7ece8d0764a7" providerId="LiveId" clId="{0D4CE526-D4D6-4E03-8497-92AD1D0B6A2D}" dt="2024-05-10T09:17:00.866" v="5185"/>
          <ac:picMkLst>
            <pc:docMk/>
            <pc:sldMk cId="225359901" sldId="632"/>
            <ac:picMk id="3078" creationId="{EE5B0D81-0B4D-32B0-D554-5B2A73E480A4}"/>
          </ac:picMkLst>
        </pc:picChg>
        <pc:picChg chg="add mod">
          <ac:chgData name="Ibrahim NIANG" userId="acdf7ece8d0764a7" providerId="LiveId" clId="{0D4CE526-D4D6-4E03-8497-92AD1D0B6A2D}" dt="2024-05-10T09:20:19.203" v="5256" actId="167"/>
          <ac:picMkLst>
            <pc:docMk/>
            <pc:sldMk cId="225359901" sldId="632"/>
            <ac:picMk id="3080" creationId="{ED161C5E-D5D9-7EDD-83A9-CBC18B502035}"/>
          </ac:picMkLst>
        </pc:picChg>
        <pc:picChg chg="add mod">
          <ac:chgData name="Ibrahim NIANG" userId="acdf7ece8d0764a7" providerId="LiveId" clId="{0D4CE526-D4D6-4E03-8497-92AD1D0B6A2D}" dt="2024-05-10T09:20:08.287" v="5252" actId="1076"/>
          <ac:picMkLst>
            <pc:docMk/>
            <pc:sldMk cId="225359901" sldId="632"/>
            <ac:picMk id="3082" creationId="{C745BBB6-F100-8F6A-E211-1604C3158823}"/>
          </ac:picMkLst>
        </pc:picChg>
      </pc:sldChg>
      <pc:sldChg chg="addSp delSp modSp add mod">
        <pc:chgData name="Ibrahim NIANG" userId="acdf7ece8d0764a7" providerId="LiveId" clId="{0D4CE526-D4D6-4E03-8497-92AD1D0B6A2D}" dt="2024-05-10T09:35:47.320" v="5325" actId="1076"/>
        <pc:sldMkLst>
          <pc:docMk/>
          <pc:sldMk cId="808398249" sldId="633"/>
        </pc:sldMkLst>
        <pc:spChg chg="add mod">
          <ac:chgData name="Ibrahim NIANG" userId="acdf7ece8d0764a7" providerId="LiveId" clId="{0D4CE526-D4D6-4E03-8497-92AD1D0B6A2D}" dt="2024-05-10T09:29:56.607" v="5290" actId="1076"/>
          <ac:spMkLst>
            <pc:docMk/>
            <pc:sldMk cId="808398249" sldId="633"/>
            <ac:spMk id="4" creationId="{B0AFCCF2-8EDB-F50F-5C8A-30844CF9DB31}"/>
          </ac:spMkLst>
        </pc:spChg>
        <pc:spChg chg="del">
          <ac:chgData name="Ibrahim NIANG" userId="acdf7ece8d0764a7" providerId="LiveId" clId="{0D4CE526-D4D6-4E03-8497-92AD1D0B6A2D}" dt="2024-05-10T09:27:29.033" v="5271" actId="478"/>
          <ac:spMkLst>
            <pc:docMk/>
            <pc:sldMk cId="808398249" sldId="633"/>
            <ac:spMk id="9" creationId="{5199AE43-0F6C-BDD9-229A-A080718C3FEB}"/>
          </ac:spMkLst>
        </pc:spChg>
        <pc:spChg chg="del">
          <ac:chgData name="Ibrahim NIANG" userId="acdf7ece8d0764a7" providerId="LiveId" clId="{0D4CE526-D4D6-4E03-8497-92AD1D0B6A2D}" dt="2024-05-10T09:22:29.497" v="5266" actId="478"/>
          <ac:spMkLst>
            <pc:docMk/>
            <pc:sldMk cId="808398249" sldId="633"/>
            <ac:spMk id="11" creationId="{ED4D236F-8145-B38C-3527-1BA2F8E7D534}"/>
          </ac:spMkLst>
        </pc:spChg>
        <pc:spChg chg="del">
          <ac:chgData name="Ibrahim NIANG" userId="acdf7ece8d0764a7" providerId="LiveId" clId="{0D4CE526-D4D6-4E03-8497-92AD1D0B6A2D}" dt="2024-05-10T09:22:32.712" v="5268" actId="478"/>
          <ac:spMkLst>
            <pc:docMk/>
            <pc:sldMk cId="808398249" sldId="633"/>
            <ac:spMk id="17" creationId="{533450AE-0F91-478D-AE26-6EB2E8C54AB9}"/>
          </ac:spMkLst>
        </pc:spChg>
        <pc:picChg chg="del">
          <ac:chgData name="Ibrahim NIANG" userId="acdf7ece8d0764a7" providerId="LiveId" clId="{0D4CE526-D4D6-4E03-8497-92AD1D0B6A2D}" dt="2024-05-10T09:22:26.247" v="5263" actId="478"/>
          <ac:picMkLst>
            <pc:docMk/>
            <pc:sldMk cId="808398249" sldId="633"/>
            <ac:picMk id="3074" creationId="{5A0BA6B7-905A-AF38-2BCF-DBA08D277EB7}"/>
          </ac:picMkLst>
        </pc:picChg>
        <pc:picChg chg="del">
          <ac:chgData name="Ibrahim NIANG" userId="acdf7ece8d0764a7" providerId="LiveId" clId="{0D4CE526-D4D6-4E03-8497-92AD1D0B6A2D}" dt="2024-05-10T09:22:26.968" v="5264" actId="478"/>
          <ac:picMkLst>
            <pc:docMk/>
            <pc:sldMk cId="808398249" sldId="633"/>
            <ac:picMk id="3076" creationId="{D664895D-2045-3490-6AF2-EA9000DD8BDC}"/>
          </ac:picMkLst>
        </pc:picChg>
        <pc:picChg chg="del">
          <ac:chgData name="Ibrahim NIANG" userId="acdf7ece8d0764a7" providerId="LiveId" clId="{0D4CE526-D4D6-4E03-8497-92AD1D0B6A2D}" dt="2024-05-10T09:22:27.951" v="5265" actId="478"/>
          <ac:picMkLst>
            <pc:docMk/>
            <pc:sldMk cId="808398249" sldId="633"/>
            <ac:picMk id="3080" creationId="{ED161C5E-D5D9-7EDD-83A9-CBC18B502035}"/>
          </ac:picMkLst>
        </pc:picChg>
        <pc:picChg chg="del">
          <ac:chgData name="Ibrahim NIANG" userId="acdf7ece8d0764a7" providerId="LiveId" clId="{0D4CE526-D4D6-4E03-8497-92AD1D0B6A2D}" dt="2024-05-10T09:22:29.944" v="5267" actId="478"/>
          <ac:picMkLst>
            <pc:docMk/>
            <pc:sldMk cId="808398249" sldId="633"/>
            <ac:picMk id="3082" creationId="{C745BBB6-F100-8F6A-E211-1604C3158823}"/>
          </ac:picMkLst>
        </pc:picChg>
        <pc:picChg chg="add del mod">
          <ac:chgData name="Ibrahim NIANG" userId="acdf7ece8d0764a7" providerId="LiveId" clId="{0D4CE526-D4D6-4E03-8497-92AD1D0B6A2D}" dt="2024-05-10T09:29:43.887" v="5283" actId="478"/>
          <ac:picMkLst>
            <pc:docMk/>
            <pc:sldMk cId="808398249" sldId="633"/>
            <ac:picMk id="4098" creationId="{31C4B926-7554-9626-135E-647F08AAD614}"/>
          </ac:picMkLst>
        </pc:picChg>
        <pc:picChg chg="add mod">
          <ac:chgData name="Ibrahim NIANG" userId="acdf7ece8d0764a7" providerId="LiveId" clId="{0D4CE526-D4D6-4E03-8497-92AD1D0B6A2D}" dt="2024-05-10T09:35:47.320" v="5325" actId="1076"/>
          <ac:picMkLst>
            <pc:docMk/>
            <pc:sldMk cId="808398249" sldId="633"/>
            <ac:picMk id="4100" creationId="{86DAE078-9A33-D614-DAD3-27A9A17721DC}"/>
          </ac:picMkLst>
        </pc:picChg>
        <pc:picChg chg="add del mod">
          <ac:chgData name="Ibrahim NIANG" userId="acdf7ece8d0764a7" providerId="LiveId" clId="{0D4CE526-D4D6-4E03-8497-92AD1D0B6A2D}" dt="2024-05-10T09:30:51.416" v="5294" actId="478"/>
          <ac:picMkLst>
            <pc:docMk/>
            <pc:sldMk cId="808398249" sldId="633"/>
            <ac:picMk id="4102" creationId="{2366CCE7-AE7C-7C45-F2AC-013A800786F7}"/>
          </ac:picMkLst>
        </pc:picChg>
        <pc:picChg chg="add mod">
          <ac:chgData name="Ibrahim NIANG" userId="acdf7ece8d0764a7" providerId="LiveId" clId="{0D4CE526-D4D6-4E03-8497-92AD1D0B6A2D}" dt="2024-05-10T09:32:48.721" v="5307" actId="1076"/>
          <ac:picMkLst>
            <pc:docMk/>
            <pc:sldMk cId="808398249" sldId="633"/>
            <ac:picMk id="4104" creationId="{338EBD44-919E-5045-DBE3-D581FCC95E2B}"/>
          </ac:picMkLst>
        </pc:picChg>
        <pc:picChg chg="add mod">
          <ac:chgData name="Ibrahim NIANG" userId="acdf7ece8d0764a7" providerId="LiveId" clId="{0D4CE526-D4D6-4E03-8497-92AD1D0B6A2D}" dt="2024-05-10T09:33:38.831" v="5310" actId="1076"/>
          <ac:picMkLst>
            <pc:docMk/>
            <pc:sldMk cId="808398249" sldId="633"/>
            <ac:picMk id="4106" creationId="{D57F3E3B-3639-2E4B-5DC6-3F0DB7A2B604}"/>
          </ac:picMkLst>
        </pc:picChg>
        <pc:picChg chg="add del">
          <ac:chgData name="Ibrahim NIANG" userId="acdf7ece8d0764a7" providerId="LiveId" clId="{0D4CE526-D4D6-4E03-8497-92AD1D0B6A2D}" dt="2024-05-10T09:33:46.710" v="5312" actId="478"/>
          <ac:picMkLst>
            <pc:docMk/>
            <pc:sldMk cId="808398249" sldId="633"/>
            <ac:picMk id="4108" creationId="{4D051057-A590-F878-C2FE-592B9291CB65}"/>
          </ac:picMkLst>
        </pc:picChg>
        <pc:picChg chg="add mod">
          <ac:chgData name="Ibrahim NIANG" userId="acdf7ece8d0764a7" providerId="LiveId" clId="{0D4CE526-D4D6-4E03-8497-92AD1D0B6A2D}" dt="2024-05-10T09:33:59.796" v="5317" actId="1076"/>
          <ac:picMkLst>
            <pc:docMk/>
            <pc:sldMk cId="808398249" sldId="633"/>
            <ac:picMk id="4110" creationId="{7A0148CE-4AE8-7262-20F5-DD7DDE04C28B}"/>
          </ac:picMkLst>
        </pc:picChg>
        <pc:picChg chg="add mod">
          <ac:chgData name="Ibrahim NIANG" userId="acdf7ece8d0764a7" providerId="LiveId" clId="{0D4CE526-D4D6-4E03-8497-92AD1D0B6A2D}" dt="2024-05-10T09:35:45.379" v="5324" actId="1076"/>
          <ac:picMkLst>
            <pc:docMk/>
            <pc:sldMk cId="808398249" sldId="633"/>
            <ac:picMk id="4112" creationId="{926182FB-1A93-B4CF-0EDD-EAB9127ADBD1}"/>
          </ac:picMkLst>
        </pc:picChg>
      </pc:sldChg>
      <pc:sldChg chg="addSp delSp modSp add mod">
        <pc:chgData name="Ibrahim NIANG" userId="acdf7ece8d0764a7" providerId="LiveId" clId="{0D4CE526-D4D6-4E03-8497-92AD1D0B6A2D}" dt="2024-05-10T09:43:23.307" v="5388" actId="1076"/>
        <pc:sldMkLst>
          <pc:docMk/>
          <pc:sldMk cId="2193086677" sldId="634"/>
        </pc:sldMkLst>
        <pc:spChg chg="del">
          <ac:chgData name="Ibrahim NIANG" userId="acdf7ece8d0764a7" providerId="LiveId" clId="{0D4CE526-D4D6-4E03-8497-92AD1D0B6A2D}" dt="2024-05-10T09:38:22.597" v="5346" actId="478"/>
          <ac:spMkLst>
            <pc:docMk/>
            <pc:sldMk cId="2193086677" sldId="634"/>
            <ac:spMk id="4" creationId="{B0AFCCF2-8EDB-F50F-5C8A-30844CF9DB31}"/>
          </ac:spMkLst>
        </pc:spChg>
        <pc:spChg chg="add mod">
          <ac:chgData name="Ibrahim NIANG" userId="acdf7ece8d0764a7" providerId="LiveId" clId="{0D4CE526-D4D6-4E03-8497-92AD1D0B6A2D}" dt="2024-05-10T09:38:31.176" v="5349" actId="1076"/>
          <ac:spMkLst>
            <pc:docMk/>
            <pc:sldMk cId="2193086677" sldId="634"/>
            <ac:spMk id="8" creationId="{04AB780F-E1DF-83ED-9CA0-5970EF42EB3E}"/>
          </ac:spMkLst>
        </pc:spChg>
        <pc:picChg chg="del">
          <ac:chgData name="Ibrahim NIANG" userId="acdf7ece8d0764a7" providerId="LiveId" clId="{0D4CE526-D4D6-4E03-8497-92AD1D0B6A2D}" dt="2024-05-10T09:37:35.789" v="5327" actId="478"/>
          <ac:picMkLst>
            <pc:docMk/>
            <pc:sldMk cId="2193086677" sldId="634"/>
            <ac:picMk id="4100" creationId="{86DAE078-9A33-D614-DAD3-27A9A17721DC}"/>
          </ac:picMkLst>
        </pc:picChg>
        <pc:picChg chg="del">
          <ac:chgData name="Ibrahim NIANG" userId="acdf7ece8d0764a7" providerId="LiveId" clId="{0D4CE526-D4D6-4E03-8497-92AD1D0B6A2D}" dt="2024-05-10T09:37:36.210" v="5328" actId="478"/>
          <ac:picMkLst>
            <pc:docMk/>
            <pc:sldMk cId="2193086677" sldId="634"/>
            <ac:picMk id="4104" creationId="{338EBD44-919E-5045-DBE3-D581FCC95E2B}"/>
          </ac:picMkLst>
        </pc:picChg>
        <pc:picChg chg="del">
          <ac:chgData name="Ibrahim NIANG" userId="acdf7ece8d0764a7" providerId="LiveId" clId="{0D4CE526-D4D6-4E03-8497-92AD1D0B6A2D}" dt="2024-05-10T09:37:38.916" v="5331" actId="478"/>
          <ac:picMkLst>
            <pc:docMk/>
            <pc:sldMk cId="2193086677" sldId="634"/>
            <ac:picMk id="4106" creationId="{D57F3E3B-3639-2E4B-5DC6-3F0DB7A2B604}"/>
          </ac:picMkLst>
        </pc:picChg>
        <pc:picChg chg="del">
          <ac:chgData name="Ibrahim NIANG" userId="acdf7ece8d0764a7" providerId="LiveId" clId="{0D4CE526-D4D6-4E03-8497-92AD1D0B6A2D}" dt="2024-05-10T09:37:38.045" v="5330" actId="478"/>
          <ac:picMkLst>
            <pc:docMk/>
            <pc:sldMk cId="2193086677" sldId="634"/>
            <ac:picMk id="4110" creationId="{7A0148CE-4AE8-7262-20F5-DD7DDE04C28B}"/>
          </ac:picMkLst>
        </pc:picChg>
        <pc:picChg chg="del">
          <ac:chgData name="Ibrahim NIANG" userId="acdf7ece8d0764a7" providerId="LiveId" clId="{0D4CE526-D4D6-4E03-8497-92AD1D0B6A2D}" dt="2024-05-10T09:37:36.979" v="5329" actId="478"/>
          <ac:picMkLst>
            <pc:docMk/>
            <pc:sldMk cId="2193086677" sldId="634"/>
            <ac:picMk id="4112" creationId="{926182FB-1A93-B4CF-0EDD-EAB9127ADBD1}"/>
          </ac:picMkLst>
        </pc:picChg>
        <pc:picChg chg="add mod">
          <ac:chgData name="Ibrahim NIANG" userId="acdf7ece8d0764a7" providerId="LiveId" clId="{0D4CE526-D4D6-4E03-8497-92AD1D0B6A2D}" dt="2024-05-10T09:43:00.290" v="5381" actId="1076"/>
          <ac:picMkLst>
            <pc:docMk/>
            <pc:sldMk cId="2193086677" sldId="634"/>
            <ac:picMk id="5122" creationId="{3E6EBAC8-8A37-662B-41B3-07326FC61138}"/>
          </ac:picMkLst>
        </pc:picChg>
        <pc:picChg chg="add del mod">
          <ac:chgData name="Ibrahim NIANG" userId="acdf7ece8d0764a7" providerId="LiveId" clId="{0D4CE526-D4D6-4E03-8497-92AD1D0B6A2D}" dt="2024-05-10T09:41:37.115" v="5359" actId="478"/>
          <ac:picMkLst>
            <pc:docMk/>
            <pc:sldMk cId="2193086677" sldId="634"/>
            <ac:picMk id="5124" creationId="{72C9B84A-1F52-2995-B1EF-46E79C996AD1}"/>
          </ac:picMkLst>
        </pc:picChg>
        <pc:picChg chg="add mod">
          <ac:chgData name="Ibrahim NIANG" userId="acdf7ece8d0764a7" providerId="LiveId" clId="{0D4CE526-D4D6-4E03-8497-92AD1D0B6A2D}" dt="2024-05-10T09:43:01.348" v="5382" actId="1076"/>
          <ac:picMkLst>
            <pc:docMk/>
            <pc:sldMk cId="2193086677" sldId="634"/>
            <ac:picMk id="5126" creationId="{A9BCAB8E-C012-5E3B-4569-3E51A75A929A}"/>
          </ac:picMkLst>
        </pc:picChg>
        <pc:picChg chg="add mod">
          <ac:chgData name="Ibrahim NIANG" userId="acdf7ece8d0764a7" providerId="LiveId" clId="{0D4CE526-D4D6-4E03-8497-92AD1D0B6A2D}" dt="2024-05-10T09:43:02.147" v="5383" actId="1076"/>
          <ac:picMkLst>
            <pc:docMk/>
            <pc:sldMk cId="2193086677" sldId="634"/>
            <ac:picMk id="5128" creationId="{F2E9A7B4-7708-3B68-5CF3-6A7F7D4B8DD4}"/>
          </ac:picMkLst>
        </pc:picChg>
        <pc:picChg chg="add mod">
          <ac:chgData name="Ibrahim NIANG" userId="acdf7ece8d0764a7" providerId="LiveId" clId="{0D4CE526-D4D6-4E03-8497-92AD1D0B6A2D}" dt="2024-05-10T09:43:23.307" v="5388" actId="1076"/>
          <ac:picMkLst>
            <pc:docMk/>
            <pc:sldMk cId="2193086677" sldId="634"/>
            <ac:picMk id="5130" creationId="{7502B913-38A8-747F-ADF6-E4E3303591ED}"/>
          </ac:picMkLst>
        </pc:picChg>
      </pc:sldChg>
      <pc:sldChg chg="addSp delSp modSp add mod">
        <pc:chgData name="Ibrahim NIANG" userId="acdf7ece8d0764a7" providerId="LiveId" clId="{0D4CE526-D4D6-4E03-8497-92AD1D0B6A2D}" dt="2024-05-10T09:50:02.112" v="5442" actId="1076"/>
        <pc:sldMkLst>
          <pc:docMk/>
          <pc:sldMk cId="3508751005" sldId="635"/>
        </pc:sldMkLst>
        <pc:spChg chg="add mod">
          <ac:chgData name="Ibrahim NIANG" userId="acdf7ece8d0764a7" providerId="LiveId" clId="{0D4CE526-D4D6-4E03-8497-92AD1D0B6A2D}" dt="2024-05-10T09:45:34.708" v="5402" actId="122"/>
          <ac:spMkLst>
            <pc:docMk/>
            <pc:sldMk cId="3508751005" sldId="635"/>
            <ac:spMk id="4" creationId="{DA6B668B-70E9-89DC-9774-D626F8DB5290}"/>
          </ac:spMkLst>
        </pc:spChg>
        <pc:spChg chg="del">
          <ac:chgData name="Ibrahim NIANG" userId="acdf7ece8d0764a7" providerId="LiveId" clId="{0D4CE526-D4D6-4E03-8497-92AD1D0B6A2D}" dt="2024-05-10T09:45:30.205" v="5400" actId="478"/>
          <ac:spMkLst>
            <pc:docMk/>
            <pc:sldMk cId="3508751005" sldId="635"/>
            <ac:spMk id="8" creationId="{04AB780F-E1DF-83ED-9CA0-5970EF42EB3E}"/>
          </ac:spMkLst>
        </pc:spChg>
        <pc:picChg chg="del">
          <ac:chgData name="Ibrahim NIANG" userId="acdf7ece8d0764a7" providerId="LiveId" clId="{0D4CE526-D4D6-4E03-8497-92AD1D0B6A2D}" dt="2024-05-10T09:44:41.563" v="5390" actId="478"/>
          <ac:picMkLst>
            <pc:docMk/>
            <pc:sldMk cId="3508751005" sldId="635"/>
            <ac:picMk id="5122" creationId="{3E6EBAC8-8A37-662B-41B3-07326FC61138}"/>
          </ac:picMkLst>
        </pc:picChg>
        <pc:picChg chg="del">
          <ac:chgData name="Ibrahim NIANG" userId="acdf7ece8d0764a7" providerId="LiveId" clId="{0D4CE526-D4D6-4E03-8497-92AD1D0B6A2D}" dt="2024-05-10T09:44:42.602" v="5392" actId="478"/>
          <ac:picMkLst>
            <pc:docMk/>
            <pc:sldMk cId="3508751005" sldId="635"/>
            <ac:picMk id="5126" creationId="{A9BCAB8E-C012-5E3B-4569-3E51A75A929A}"/>
          </ac:picMkLst>
        </pc:picChg>
        <pc:picChg chg="del">
          <ac:chgData name="Ibrahim NIANG" userId="acdf7ece8d0764a7" providerId="LiveId" clId="{0D4CE526-D4D6-4E03-8497-92AD1D0B6A2D}" dt="2024-05-10T09:44:42.097" v="5391" actId="478"/>
          <ac:picMkLst>
            <pc:docMk/>
            <pc:sldMk cId="3508751005" sldId="635"/>
            <ac:picMk id="5128" creationId="{F2E9A7B4-7708-3B68-5CF3-6A7F7D4B8DD4}"/>
          </ac:picMkLst>
        </pc:picChg>
        <pc:picChg chg="del">
          <ac:chgData name="Ibrahim NIANG" userId="acdf7ece8d0764a7" providerId="LiveId" clId="{0D4CE526-D4D6-4E03-8497-92AD1D0B6A2D}" dt="2024-05-10T09:44:43.127" v="5393" actId="478"/>
          <ac:picMkLst>
            <pc:docMk/>
            <pc:sldMk cId="3508751005" sldId="635"/>
            <ac:picMk id="5130" creationId="{7502B913-38A8-747F-ADF6-E4E3303591ED}"/>
          </ac:picMkLst>
        </pc:picChg>
        <pc:picChg chg="add del mod">
          <ac:chgData name="Ibrahim NIANG" userId="acdf7ece8d0764a7" providerId="LiveId" clId="{0D4CE526-D4D6-4E03-8497-92AD1D0B6A2D}" dt="2024-05-10T09:50:02.112" v="5442" actId="1076"/>
          <ac:picMkLst>
            <pc:docMk/>
            <pc:sldMk cId="3508751005" sldId="635"/>
            <ac:picMk id="6146" creationId="{9C689A4F-FDF3-F896-6CCF-1688E04B5909}"/>
          </ac:picMkLst>
        </pc:picChg>
        <pc:picChg chg="add mod">
          <ac:chgData name="Ibrahim NIANG" userId="acdf7ece8d0764a7" providerId="LiveId" clId="{0D4CE526-D4D6-4E03-8497-92AD1D0B6A2D}" dt="2024-05-10T09:49:59.777" v="5441" actId="1076"/>
          <ac:picMkLst>
            <pc:docMk/>
            <pc:sldMk cId="3508751005" sldId="635"/>
            <ac:picMk id="6148" creationId="{380E705E-F839-2634-29E8-63929BC39481}"/>
          </ac:picMkLst>
        </pc:picChg>
        <pc:picChg chg="add mod">
          <ac:chgData name="Ibrahim NIANG" userId="acdf7ece8d0764a7" providerId="LiveId" clId="{0D4CE526-D4D6-4E03-8497-92AD1D0B6A2D}" dt="2024-05-10T09:48:48.290" v="5420" actId="1076"/>
          <ac:picMkLst>
            <pc:docMk/>
            <pc:sldMk cId="3508751005" sldId="635"/>
            <ac:picMk id="6150" creationId="{9A14B627-5C9D-2885-28BF-76E3955C22DD}"/>
          </ac:picMkLst>
        </pc:picChg>
        <pc:picChg chg="add del mod">
          <ac:chgData name="Ibrahim NIANG" userId="acdf7ece8d0764a7" providerId="LiveId" clId="{0D4CE526-D4D6-4E03-8497-92AD1D0B6A2D}" dt="2024-05-10T09:49:35.385" v="5435" actId="478"/>
          <ac:picMkLst>
            <pc:docMk/>
            <pc:sldMk cId="3508751005" sldId="635"/>
            <ac:picMk id="6152" creationId="{D334D820-EBFF-E590-3B65-1D2D66C9729F}"/>
          </ac:picMkLst>
        </pc:picChg>
        <pc:picChg chg="add mod">
          <ac:chgData name="Ibrahim NIANG" userId="acdf7ece8d0764a7" providerId="LiveId" clId="{0D4CE526-D4D6-4E03-8497-92AD1D0B6A2D}" dt="2024-05-10T09:49:54.681" v="5438" actId="1076"/>
          <ac:picMkLst>
            <pc:docMk/>
            <pc:sldMk cId="3508751005" sldId="635"/>
            <ac:picMk id="6154" creationId="{453992E5-5EAF-BF4D-AD30-741E8CBABD95}"/>
          </ac:picMkLst>
        </pc:picChg>
      </pc:sldChg>
      <pc:sldChg chg="addSp delSp modSp add mod">
        <pc:chgData name="Ibrahim NIANG" userId="acdf7ece8d0764a7" providerId="LiveId" clId="{0D4CE526-D4D6-4E03-8497-92AD1D0B6A2D}" dt="2024-05-10T09:55:22.366" v="5484" actId="1076"/>
        <pc:sldMkLst>
          <pc:docMk/>
          <pc:sldMk cId="3932067743" sldId="636"/>
        </pc:sldMkLst>
        <pc:spChg chg="del">
          <ac:chgData name="Ibrahim NIANG" userId="acdf7ece8d0764a7" providerId="LiveId" clId="{0D4CE526-D4D6-4E03-8497-92AD1D0B6A2D}" dt="2024-05-10T09:52:25.842" v="5449" actId="478"/>
          <ac:spMkLst>
            <pc:docMk/>
            <pc:sldMk cId="3932067743" sldId="636"/>
            <ac:spMk id="4" creationId="{DA6B668B-70E9-89DC-9774-D626F8DB5290}"/>
          </ac:spMkLst>
        </pc:spChg>
        <pc:spChg chg="add mod">
          <ac:chgData name="Ibrahim NIANG" userId="acdf7ece8d0764a7" providerId="LiveId" clId="{0D4CE526-D4D6-4E03-8497-92AD1D0B6A2D}" dt="2024-05-10T09:52:41.120" v="5454" actId="1076"/>
          <ac:spMkLst>
            <pc:docMk/>
            <pc:sldMk cId="3932067743" sldId="636"/>
            <ac:spMk id="8" creationId="{2B366F6C-2922-BA6E-3E59-150A41A8FB01}"/>
          </ac:spMkLst>
        </pc:spChg>
        <pc:picChg chg="del">
          <ac:chgData name="Ibrahim NIANG" userId="acdf7ece8d0764a7" providerId="LiveId" clId="{0D4CE526-D4D6-4E03-8497-92AD1D0B6A2D}" dt="2024-05-10T09:52:17.257" v="5444" actId="478"/>
          <ac:picMkLst>
            <pc:docMk/>
            <pc:sldMk cId="3932067743" sldId="636"/>
            <ac:picMk id="6146" creationId="{9C689A4F-FDF3-F896-6CCF-1688E04B5909}"/>
          </ac:picMkLst>
        </pc:picChg>
        <pc:picChg chg="del">
          <ac:chgData name="Ibrahim NIANG" userId="acdf7ece8d0764a7" providerId="LiveId" clId="{0D4CE526-D4D6-4E03-8497-92AD1D0B6A2D}" dt="2024-05-10T09:52:17.585" v="5445" actId="478"/>
          <ac:picMkLst>
            <pc:docMk/>
            <pc:sldMk cId="3932067743" sldId="636"/>
            <ac:picMk id="6148" creationId="{380E705E-F839-2634-29E8-63929BC39481}"/>
          </ac:picMkLst>
        </pc:picChg>
        <pc:picChg chg="del">
          <ac:chgData name="Ibrahim NIANG" userId="acdf7ece8d0764a7" providerId="LiveId" clId="{0D4CE526-D4D6-4E03-8497-92AD1D0B6A2D}" dt="2024-05-10T09:52:18.129" v="5446" actId="478"/>
          <ac:picMkLst>
            <pc:docMk/>
            <pc:sldMk cId="3932067743" sldId="636"/>
            <ac:picMk id="6154" creationId="{453992E5-5EAF-BF4D-AD30-741E8CBABD95}"/>
          </ac:picMkLst>
        </pc:picChg>
        <pc:picChg chg="add del mod">
          <ac:chgData name="Ibrahim NIANG" userId="acdf7ece8d0764a7" providerId="LiveId" clId="{0D4CE526-D4D6-4E03-8497-92AD1D0B6A2D}" dt="2024-05-10T09:55:04.056" v="5472" actId="478"/>
          <ac:picMkLst>
            <pc:docMk/>
            <pc:sldMk cId="3932067743" sldId="636"/>
            <ac:picMk id="7170" creationId="{296ECBAF-F116-53DA-32EB-7941A3708747}"/>
          </ac:picMkLst>
        </pc:picChg>
        <pc:picChg chg="add mod">
          <ac:chgData name="Ibrahim NIANG" userId="acdf7ece8d0764a7" providerId="LiveId" clId="{0D4CE526-D4D6-4E03-8497-92AD1D0B6A2D}" dt="2024-05-10T09:55:20.111" v="5483" actId="1076"/>
          <ac:picMkLst>
            <pc:docMk/>
            <pc:sldMk cId="3932067743" sldId="636"/>
            <ac:picMk id="7172" creationId="{8D60EA21-9CB0-BBC7-F325-E5C72BE16CA3}"/>
          </ac:picMkLst>
        </pc:picChg>
        <pc:picChg chg="add mod">
          <ac:chgData name="Ibrahim NIANG" userId="acdf7ece8d0764a7" providerId="LiveId" clId="{0D4CE526-D4D6-4E03-8497-92AD1D0B6A2D}" dt="2024-05-10T09:55:22.366" v="5484" actId="1076"/>
          <ac:picMkLst>
            <pc:docMk/>
            <pc:sldMk cId="3932067743" sldId="636"/>
            <ac:picMk id="7174" creationId="{212B7473-81BE-ADE5-875D-A4F2D1EC1661}"/>
          </ac:picMkLst>
        </pc:picChg>
      </pc:sldChg>
      <pc:sldChg chg="addSp delSp modSp add">
        <pc:chgData name="Ibrahim NIANG" userId="acdf7ece8d0764a7" providerId="LiveId" clId="{0D4CE526-D4D6-4E03-8497-92AD1D0B6A2D}" dt="2024-05-10T09:55:47.054" v="5490" actId="1076"/>
        <pc:sldMkLst>
          <pc:docMk/>
          <pc:sldMk cId="159135833" sldId="637"/>
        </pc:sldMkLst>
        <pc:picChg chg="del">
          <ac:chgData name="Ibrahim NIANG" userId="acdf7ece8d0764a7" providerId="LiveId" clId="{0D4CE526-D4D6-4E03-8497-92AD1D0B6A2D}" dt="2024-05-10T09:55:26.111" v="5485" actId="478"/>
          <ac:picMkLst>
            <pc:docMk/>
            <pc:sldMk cId="159135833" sldId="637"/>
            <ac:picMk id="7172" creationId="{8D60EA21-9CB0-BBC7-F325-E5C72BE16CA3}"/>
          </ac:picMkLst>
        </pc:picChg>
        <pc:picChg chg="add mod">
          <ac:chgData name="Ibrahim NIANG" userId="acdf7ece8d0764a7" providerId="LiveId" clId="{0D4CE526-D4D6-4E03-8497-92AD1D0B6A2D}" dt="2024-05-10T09:55:47.054" v="5490" actId="1076"/>
          <ac:picMkLst>
            <pc:docMk/>
            <pc:sldMk cId="159135833" sldId="637"/>
            <ac:picMk id="8194" creationId="{C9B75215-24AB-52FE-AEE7-C2AC01BF6227}"/>
          </ac:picMkLst>
        </pc:picChg>
      </pc:sldChg>
      <pc:sldChg chg="new del">
        <pc:chgData name="Ibrahim NIANG" userId="acdf7ece8d0764a7" providerId="LiveId" clId="{0D4CE526-D4D6-4E03-8497-92AD1D0B6A2D}" dt="2024-05-13T10:33:16.593" v="5526" actId="680"/>
        <pc:sldMkLst>
          <pc:docMk/>
          <pc:sldMk cId="942476389" sldId="638"/>
        </pc:sldMkLst>
      </pc:sldChg>
    </pc:docChg>
  </pc:docChgLst>
  <pc:docChgLst>
    <pc:chgData name="Ibrahim NIANG" userId="acdf7ece8d0764a7" providerId="LiveId" clId="{48440AA2-4A18-45AF-B753-F1255BE97F7E}"/>
    <pc:docChg chg="custSel modSld">
      <pc:chgData name="Ibrahim NIANG" userId="acdf7ece8d0764a7" providerId="LiveId" clId="{48440AA2-4A18-45AF-B753-F1255BE97F7E}" dt="2024-07-31T14:57:30.342" v="32" actId="14100"/>
      <pc:docMkLst>
        <pc:docMk/>
      </pc:docMkLst>
      <pc:sldChg chg="modSp mod">
        <pc:chgData name="Ibrahim NIANG" userId="acdf7ece8d0764a7" providerId="LiveId" clId="{48440AA2-4A18-45AF-B753-F1255BE97F7E}" dt="2024-07-24T17:06:38.659" v="10" actId="20577"/>
        <pc:sldMkLst>
          <pc:docMk/>
          <pc:sldMk cId="1528450364" sldId="593"/>
        </pc:sldMkLst>
        <pc:spChg chg="mod">
          <ac:chgData name="Ibrahim NIANG" userId="acdf7ece8d0764a7" providerId="LiveId" clId="{48440AA2-4A18-45AF-B753-F1255BE97F7E}" dt="2024-07-24T17:06:38.659" v="10" actId="20577"/>
          <ac:spMkLst>
            <pc:docMk/>
            <pc:sldMk cId="1528450364" sldId="593"/>
            <ac:spMk id="10" creationId="{B1AF610C-001C-8DEC-2B91-77E50A3E0D25}"/>
          </ac:spMkLst>
        </pc:spChg>
      </pc:sldChg>
      <pc:sldChg chg="addSp delSp modSp mod">
        <pc:chgData name="Ibrahim NIANG" userId="acdf7ece8d0764a7" providerId="LiveId" clId="{48440AA2-4A18-45AF-B753-F1255BE97F7E}" dt="2024-07-31T14:57:30.342" v="32" actId="14100"/>
        <pc:sldMkLst>
          <pc:docMk/>
          <pc:sldMk cId="1290350341" sldId="600"/>
        </pc:sldMkLst>
        <pc:spChg chg="del">
          <ac:chgData name="Ibrahim NIANG" userId="acdf7ece8d0764a7" providerId="LiveId" clId="{48440AA2-4A18-45AF-B753-F1255BE97F7E}" dt="2024-07-31T14:52:11.032" v="13" actId="478"/>
          <ac:spMkLst>
            <pc:docMk/>
            <pc:sldMk cId="1290350341" sldId="600"/>
            <ac:spMk id="9" creationId="{ABD4B74D-D25A-B594-ED64-308BFEB04412}"/>
          </ac:spMkLst>
        </pc:spChg>
        <pc:spChg chg="mod">
          <ac:chgData name="Ibrahim NIANG" userId="acdf7ece8d0764a7" providerId="LiveId" clId="{48440AA2-4A18-45AF-B753-F1255BE97F7E}" dt="2024-07-31T14:51:10.975" v="12" actId="113"/>
          <ac:spMkLst>
            <pc:docMk/>
            <pc:sldMk cId="1290350341" sldId="600"/>
            <ac:spMk id="15" creationId="{35B1BE20-3AB9-92AC-38CF-3AEA30865DAE}"/>
          </ac:spMkLst>
        </pc:spChg>
        <pc:picChg chg="add mod">
          <ac:chgData name="Ibrahim NIANG" userId="acdf7ece8d0764a7" providerId="LiveId" clId="{48440AA2-4A18-45AF-B753-F1255BE97F7E}" dt="2024-07-31T14:57:28.227" v="31" actId="1076"/>
          <ac:picMkLst>
            <pc:docMk/>
            <pc:sldMk cId="1290350341" sldId="600"/>
            <ac:picMk id="8" creationId="{6881233D-B50C-1797-CB51-ADD8E09C4D61}"/>
          </ac:picMkLst>
        </pc:picChg>
        <pc:picChg chg="add mod">
          <ac:chgData name="Ibrahim NIANG" userId="acdf7ece8d0764a7" providerId="LiveId" clId="{48440AA2-4A18-45AF-B753-F1255BE97F7E}" dt="2024-07-31T14:57:27.293" v="30" actId="1076"/>
          <ac:picMkLst>
            <pc:docMk/>
            <pc:sldMk cId="1290350341" sldId="600"/>
            <ac:picMk id="1026" creationId="{18481902-CE3D-F647-5837-65673390A6E7}"/>
          </ac:picMkLst>
        </pc:picChg>
        <pc:picChg chg="add mod">
          <ac:chgData name="Ibrahim NIANG" userId="acdf7ece8d0764a7" providerId="LiveId" clId="{48440AA2-4A18-45AF-B753-F1255BE97F7E}" dt="2024-07-31T14:57:30.342" v="32" actId="14100"/>
          <ac:picMkLst>
            <pc:docMk/>
            <pc:sldMk cId="1290350341" sldId="600"/>
            <ac:picMk id="1028" creationId="{CB7A82C0-5EC3-B37A-5184-6D28E4122428}"/>
          </ac:picMkLst>
        </pc:picChg>
        <pc:picChg chg="del mod">
          <ac:chgData name="Ibrahim NIANG" userId="acdf7ece8d0764a7" providerId="LiveId" clId="{48440AA2-4A18-45AF-B753-F1255BE97F7E}" dt="2024-07-31T14:56:25.024" v="19" actId="478"/>
          <ac:picMkLst>
            <pc:docMk/>
            <pc:sldMk cId="1290350341" sldId="600"/>
            <ac:picMk id="4098" creationId="{AC4BCB34-E8DD-A685-19A2-6B3267DA5D30}"/>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D99BE6-CCC1-48C0-915E-0328C426153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fr-FR"/>
        </a:p>
      </dgm:t>
    </dgm:pt>
    <dgm:pt modelId="{E9225561-03C0-4BC5-ADC6-4979C29DC1D3}">
      <dgm:prSet phldrT="[Texte]"/>
      <dgm:spPr/>
      <dgm:t>
        <a:bodyPr/>
        <a:lstStyle/>
        <a:p>
          <a:r>
            <a:rPr lang="fr-FR" dirty="0"/>
            <a:t>Performance mécanique</a:t>
          </a:r>
        </a:p>
      </dgm:t>
    </dgm:pt>
    <dgm:pt modelId="{25785581-B211-4560-B711-9FB15041C1F1}" type="parTrans" cxnId="{12128B55-6851-4F39-A652-2426ADF187F8}">
      <dgm:prSet/>
      <dgm:spPr/>
      <dgm:t>
        <a:bodyPr/>
        <a:lstStyle/>
        <a:p>
          <a:endParaRPr lang="fr-FR"/>
        </a:p>
      </dgm:t>
    </dgm:pt>
    <dgm:pt modelId="{53DF7F8D-9088-4569-B7BD-991484D8D3A5}" type="sibTrans" cxnId="{12128B55-6851-4F39-A652-2426ADF187F8}">
      <dgm:prSet/>
      <dgm:spPr/>
      <dgm:t>
        <a:bodyPr/>
        <a:lstStyle/>
        <a:p>
          <a:endParaRPr lang="fr-FR"/>
        </a:p>
      </dgm:t>
    </dgm:pt>
    <dgm:pt modelId="{E45E4743-6053-44F6-A0B2-12DFDF65662F}">
      <dgm:prSet phldrT="[Texte]"/>
      <dgm:spPr/>
      <dgm:t>
        <a:bodyPr/>
        <a:lstStyle/>
        <a:p>
          <a:r>
            <a:rPr lang="fr-FR" dirty="0"/>
            <a:t>Performance hygrothermique</a:t>
          </a:r>
        </a:p>
      </dgm:t>
    </dgm:pt>
    <dgm:pt modelId="{B79CA353-9FE8-4B9D-AAF3-40F5C26A0BC9}" type="parTrans" cxnId="{41096809-6E8F-46BB-ACE1-6114F2F9C0B8}">
      <dgm:prSet/>
      <dgm:spPr/>
      <dgm:t>
        <a:bodyPr/>
        <a:lstStyle/>
        <a:p>
          <a:endParaRPr lang="fr-FR"/>
        </a:p>
      </dgm:t>
    </dgm:pt>
    <dgm:pt modelId="{428E6657-CC26-40D1-A47E-9E889FEC29FF}" type="sibTrans" cxnId="{41096809-6E8F-46BB-ACE1-6114F2F9C0B8}">
      <dgm:prSet/>
      <dgm:spPr/>
      <dgm:t>
        <a:bodyPr/>
        <a:lstStyle/>
        <a:p>
          <a:endParaRPr lang="fr-FR"/>
        </a:p>
      </dgm:t>
    </dgm:pt>
    <dgm:pt modelId="{0BE650CB-9D03-4DA6-930C-E7DB1CE280CD}">
      <dgm:prSet phldrT="[Texte]"/>
      <dgm:spPr/>
      <dgm:t>
        <a:bodyPr/>
        <a:lstStyle/>
        <a:p>
          <a:r>
            <a:rPr lang="fr-FR" dirty="0"/>
            <a:t>Performance acoustique </a:t>
          </a:r>
        </a:p>
      </dgm:t>
    </dgm:pt>
    <dgm:pt modelId="{286E7B55-383D-40A5-B8A1-77638DE9C1F2}" type="parTrans" cxnId="{2488B216-8631-4AA9-8778-99E8EA782107}">
      <dgm:prSet/>
      <dgm:spPr/>
      <dgm:t>
        <a:bodyPr/>
        <a:lstStyle/>
        <a:p>
          <a:endParaRPr lang="fr-FR"/>
        </a:p>
      </dgm:t>
    </dgm:pt>
    <dgm:pt modelId="{2D6F5A90-0176-4051-A5F3-95D918EB5DEB}" type="sibTrans" cxnId="{2488B216-8631-4AA9-8778-99E8EA782107}">
      <dgm:prSet/>
      <dgm:spPr/>
      <dgm:t>
        <a:bodyPr/>
        <a:lstStyle/>
        <a:p>
          <a:endParaRPr lang="fr-FR"/>
        </a:p>
      </dgm:t>
    </dgm:pt>
    <dgm:pt modelId="{A05DDDCD-E1E5-4EA7-ADB5-BFB16E3B00E0}">
      <dgm:prSet phldrT="[Texte]"/>
      <dgm:spPr/>
      <dgm:t>
        <a:bodyPr/>
        <a:lstStyle/>
        <a:p>
          <a:r>
            <a:rPr lang="fr-FR" dirty="0"/>
            <a:t>Qualité environnementale </a:t>
          </a:r>
        </a:p>
      </dgm:t>
    </dgm:pt>
    <dgm:pt modelId="{6EEA2B78-A806-4DBF-8536-D73E4D0BBE51}" type="parTrans" cxnId="{9F76994F-E2F2-4D46-828F-C31DA996C113}">
      <dgm:prSet/>
      <dgm:spPr/>
      <dgm:t>
        <a:bodyPr/>
        <a:lstStyle/>
        <a:p>
          <a:endParaRPr lang="fr-FR"/>
        </a:p>
      </dgm:t>
    </dgm:pt>
    <dgm:pt modelId="{5D470B73-5B6F-4D2E-AAB4-7A31672032A7}" type="sibTrans" cxnId="{9F76994F-E2F2-4D46-828F-C31DA996C113}">
      <dgm:prSet/>
      <dgm:spPr/>
      <dgm:t>
        <a:bodyPr/>
        <a:lstStyle/>
        <a:p>
          <a:endParaRPr lang="fr-FR"/>
        </a:p>
      </dgm:t>
    </dgm:pt>
    <dgm:pt modelId="{B4670B3D-29F8-42BC-A23A-4A2886B26C45}">
      <dgm:prSet phldrT="[Texte]"/>
      <dgm:spPr/>
      <dgm:t>
        <a:bodyPr/>
        <a:lstStyle/>
        <a:p>
          <a:r>
            <a:rPr lang="fr-FR" dirty="0"/>
            <a:t>Durabilité </a:t>
          </a:r>
        </a:p>
      </dgm:t>
    </dgm:pt>
    <dgm:pt modelId="{05B834A5-DD6A-428A-BCA5-1E41B61A5889}" type="parTrans" cxnId="{A3CD37AD-99E9-4A55-A49A-B6FF5341902B}">
      <dgm:prSet/>
      <dgm:spPr/>
      <dgm:t>
        <a:bodyPr/>
        <a:lstStyle/>
        <a:p>
          <a:endParaRPr lang="fr-FR"/>
        </a:p>
      </dgm:t>
    </dgm:pt>
    <dgm:pt modelId="{09F922AD-1AC9-4195-AA91-F7F8E38C8067}" type="sibTrans" cxnId="{A3CD37AD-99E9-4A55-A49A-B6FF5341902B}">
      <dgm:prSet/>
      <dgm:spPr/>
      <dgm:t>
        <a:bodyPr/>
        <a:lstStyle/>
        <a:p>
          <a:endParaRPr lang="fr-FR"/>
        </a:p>
      </dgm:t>
    </dgm:pt>
    <dgm:pt modelId="{7B2D2356-26F0-4B03-8505-4436A1680B33}" type="pres">
      <dgm:prSet presAssocID="{C9D99BE6-CCC1-48C0-915E-0328C4261535}" presName="diagram" presStyleCnt="0">
        <dgm:presLayoutVars>
          <dgm:dir/>
          <dgm:resizeHandles val="exact"/>
        </dgm:presLayoutVars>
      </dgm:prSet>
      <dgm:spPr/>
    </dgm:pt>
    <dgm:pt modelId="{80C93186-1C05-4B6A-A449-CB89D84524DD}" type="pres">
      <dgm:prSet presAssocID="{E9225561-03C0-4BC5-ADC6-4979C29DC1D3}" presName="node" presStyleLbl="node1" presStyleIdx="0" presStyleCnt="5">
        <dgm:presLayoutVars>
          <dgm:bulletEnabled val="1"/>
        </dgm:presLayoutVars>
      </dgm:prSet>
      <dgm:spPr/>
    </dgm:pt>
    <dgm:pt modelId="{8063EC32-E17E-4EFD-B134-71EE98DFE518}" type="pres">
      <dgm:prSet presAssocID="{53DF7F8D-9088-4569-B7BD-991484D8D3A5}" presName="sibTrans" presStyleCnt="0"/>
      <dgm:spPr/>
    </dgm:pt>
    <dgm:pt modelId="{31EC8762-3B4B-43E1-9DF5-C1095D9CA7A8}" type="pres">
      <dgm:prSet presAssocID="{E45E4743-6053-44F6-A0B2-12DFDF65662F}" presName="node" presStyleLbl="node1" presStyleIdx="1" presStyleCnt="5">
        <dgm:presLayoutVars>
          <dgm:bulletEnabled val="1"/>
        </dgm:presLayoutVars>
      </dgm:prSet>
      <dgm:spPr/>
    </dgm:pt>
    <dgm:pt modelId="{06785FA5-82A0-458C-8409-9F4DDB697554}" type="pres">
      <dgm:prSet presAssocID="{428E6657-CC26-40D1-A47E-9E889FEC29FF}" presName="sibTrans" presStyleCnt="0"/>
      <dgm:spPr/>
    </dgm:pt>
    <dgm:pt modelId="{F2673A6D-6C31-42D5-A32B-15124E6855B7}" type="pres">
      <dgm:prSet presAssocID="{0BE650CB-9D03-4DA6-930C-E7DB1CE280CD}" presName="node" presStyleLbl="node1" presStyleIdx="2" presStyleCnt="5">
        <dgm:presLayoutVars>
          <dgm:bulletEnabled val="1"/>
        </dgm:presLayoutVars>
      </dgm:prSet>
      <dgm:spPr/>
    </dgm:pt>
    <dgm:pt modelId="{8FB65AC0-AABE-4A61-A54E-2891B533ABF6}" type="pres">
      <dgm:prSet presAssocID="{2D6F5A90-0176-4051-A5F3-95D918EB5DEB}" presName="sibTrans" presStyleCnt="0"/>
      <dgm:spPr/>
    </dgm:pt>
    <dgm:pt modelId="{F2A12D15-F560-4E52-89C2-AFC966332F00}" type="pres">
      <dgm:prSet presAssocID="{B4670B3D-29F8-42BC-A23A-4A2886B26C45}" presName="node" presStyleLbl="node1" presStyleIdx="3" presStyleCnt="5">
        <dgm:presLayoutVars>
          <dgm:bulletEnabled val="1"/>
        </dgm:presLayoutVars>
      </dgm:prSet>
      <dgm:spPr/>
    </dgm:pt>
    <dgm:pt modelId="{1DC957EF-1241-41E8-9476-71DFBED7E436}" type="pres">
      <dgm:prSet presAssocID="{09F922AD-1AC9-4195-AA91-F7F8E38C8067}" presName="sibTrans" presStyleCnt="0"/>
      <dgm:spPr/>
    </dgm:pt>
    <dgm:pt modelId="{BDAEEE17-EC12-4928-A599-0282BA577004}" type="pres">
      <dgm:prSet presAssocID="{A05DDDCD-E1E5-4EA7-ADB5-BFB16E3B00E0}" presName="node" presStyleLbl="node1" presStyleIdx="4" presStyleCnt="5">
        <dgm:presLayoutVars>
          <dgm:bulletEnabled val="1"/>
        </dgm:presLayoutVars>
      </dgm:prSet>
      <dgm:spPr/>
    </dgm:pt>
  </dgm:ptLst>
  <dgm:cxnLst>
    <dgm:cxn modelId="{1FC0DC07-00FB-4BB4-831E-C229840538E9}" type="presOf" srcId="{E45E4743-6053-44F6-A0B2-12DFDF65662F}" destId="{31EC8762-3B4B-43E1-9DF5-C1095D9CA7A8}" srcOrd="0" destOrd="0" presId="urn:microsoft.com/office/officeart/2005/8/layout/default"/>
    <dgm:cxn modelId="{41096809-6E8F-46BB-ACE1-6114F2F9C0B8}" srcId="{C9D99BE6-CCC1-48C0-915E-0328C4261535}" destId="{E45E4743-6053-44F6-A0B2-12DFDF65662F}" srcOrd="1" destOrd="0" parTransId="{B79CA353-9FE8-4B9D-AAF3-40F5C26A0BC9}" sibTransId="{428E6657-CC26-40D1-A47E-9E889FEC29FF}"/>
    <dgm:cxn modelId="{2488B216-8631-4AA9-8778-99E8EA782107}" srcId="{C9D99BE6-CCC1-48C0-915E-0328C4261535}" destId="{0BE650CB-9D03-4DA6-930C-E7DB1CE280CD}" srcOrd="2" destOrd="0" parTransId="{286E7B55-383D-40A5-B8A1-77638DE9C1F2}" sibTransId="{2D6F5A90-0176-4051-A5F3-95D918EB5DEB}"/>
    <dgm:cxn modelId="{5C1EF343-D8E4-4A2C-B1AE-8D2789DE565A}" type="presOf" srcId="{B4670B3D-29F8-42BC-A23A-4A2886B26C45}" destId="{F2A12D15-F560-4E52-89C2-AFC966332F00}" srcOrd="0" destOrd="0" presId="urn:microsoft.com/office/officeart/2005/8/layout/default"/>
    <dgm:cxn modelId="{416AA36B-2E11-4C3E-A919-A32987C373E0}" type="presOf" srcId="{E9225561-03C0-4BC5-ADC6-4979C29DC1D3}" destId="{80C93186-1C05-4B6A-A449-CB89D84524DD}" srcOrd="0" destOrd="0" presId="urn:microsoft.com/office/officeart/2005/8/layout/default"/>
    <dgm:cxn modelId="{7844006F-FAEB-4106-BAB3-B36A40577C13}" type="presOf" srcId="{C9D99BE6-CCC1-48C0-915E-0328C4261535}" destId="{7B2D2356-26F0-4B03-8505-4436A1680B33}" srcOrd="0" destOrd="0" presId="urn:microsoft.com/office/officeart/2005/8/layout/default"/>
    <dgm:cxn modelId="{9F76994F-E2F2-4D46-828F-C31DA996C113}" srcId="{C9D99BE6-CCC1-48C0-915E-0328C4261535}" destId="{A05DDDCD-E1E5-4EA7-ADB5-BFB16E3B00E0}" srcOrd="4" destOrd="0" parTransId="{6EEA2B78-A806-4DBF-8536-D73E4D0BBE51}" sibTransId="{5D470B73-5B6F-4D2E-AAB4-7A31672032A7}"/>
    <dgm:cxn modelId="{12128B55-6851-4F39-A652-2426ADF187F8}" srcId="{C9D99BE6-CCC1-48C0-915E-0328C4261535}" destId="{E9225561-03C0-4BC5-ADC6-4979C29DC1D3}" srcOrd="0" destOrd="0" parTransId="{25785581-B211-4560-B711-9FB15041C1F1}" sibTransId="{53DF7F8D-9088-4569-B7BD-991484D8D3A5}"/>
    <dgm:cxn modelId="{C7BF1C91-0F2A-4579-9804-222C792661E8}" type="presOf" srcId="{A05DDDCD-E1E5-4EA7-ADB5-BFB16E3B00E0}" destId="{BDAEEE17-EC12-4928-A599-0282BA577004}" srcOrd="0" destOrd="0" presId="urn:microsoft.com/office/officeart/2005/8/layout/default"/>
    <dgm:cxn modelId="{A3CD37AD-99E9-4A55-A49A-B6FF5341902B}" srcId="{C9D99BE6-CCC1-48C0-915E-0328C4261535}" destId="{B4670B3D-29F8-42BC-A23A-4A2886B26C45}" srcOrd="3" destOrd="0" parTransId="{05B834A5-DD6A-428A-BCA5-1E41B61A5889}" sibTransId="{09F922AD-1AC9-4195-AA91-F7F8E38C8067}"/>
    <dgm:cxn modelId="{2F47CBDE-EE80-4DBF-A281-7EFE6D9FFE6F}" type="presOf" srcId="{0BE650CB-9D03-4DA6-930C-E7DB1CE280CD}" destId="{F2673A6D-6C31-42D5-A32B-15124E6855B7}" srcOrd="0" destOrd="0" presId="urn:microsoft.com/office/officeart/2005/8/layout/default"/>
    <dgm:cxn modelId="{F2B5F0E6-4A5D-4738-AFCF-BC98B58DA3C2}" type="presParOf" srcId="{7B2D2356-26F0-4B03-8505-4436A1680B33}" destId="{80C93186-1C05-4B6A-A449-CB89D84524DD}" srcOrd="0" destOrd="0" presId="urn:microsoft.com/office/officeart/2005/8/layout/default"/>
    <dgm:cxn modelId="{7BE6C5DA-1372-49D3-8AC9-EC7697161335}" type="presParOf" srcId="{7B2D2356-26F0-4B03-8505-4436A1680B33}" destId="{8063EC32-E17E-4EFD-B134-71EE98DFE518}" srcOrd="1" destOrd="0" presId="urn:microsoft.com/office/officeart/2005/8/layout/default"/>
    <dgm:cxn modelId="{81C70A01-08B2-49EB-92D3-61E636E7103D}" type="presParOf" srcId="{7B2D2356-26F0-4B03-8505-4436A1680B33}" destId="{31EC8762-3B4B-43E1-9DF5-C1095D9CA7A8}" srcOrd="2" destOrd="0" presId="urn:microsoft.com/office/officeart/2005/8/layout/default"/>
    <dgm:cxn modelId="{68BEF849-60A2-4F6D-8F54-7488F430E65C}" type="presParOf" srcId="{7B2D2356-26F0-4B03-8505-4436A1680B33}" destId="{06785FA5-82A0-458C-8409-9F4DDB697554}" srcOrd="3" destOrd="0" presId="urn:microsoft.com/office/officeart/2005/8/layout/default"/>
    <dgm:cxn modelId="{148BC390-4BD4-44BD-A182-66D3351FB13E}" type="presParOf" srcId="{7B2D2356-26F0-4B03-8505-4436A1680B33}" destId="{F2673A6D-6C31-42D5-A32B-15124E6855B7}" srcOrd="4" destOrd="0" presId="urn:microsoft.com/office/officeart/2005/8/layout/default"/>
    <dgm:cxn modelId="{EB4B0B94-76F7-47B0-9376-B3427D8EEF44}" type="presParOf" srcId="{7B2D2356-26F0-4B03-8505-4436A1680B33}" destId="{8FB65AC0-AABE-4A61-A54E-2891B533ABF6}" srcOrd="5" destOrd="0" presId="urn:microsoft.com/office/officeart/2005/8/layout/default"/>
    <dgm:cxn modelId="{08345A2D-B2D8-4D36-8979-77D602F4B6CE}" type="presParOf" srcId="{7B2D2356-26F0-4B03-8505-4436A1680B33}" destId="{F2A12D15-F560-4E52-89C2-AFC966332F00}" srcOrd="6" destOrd="0" presId="urn:microsoft.com/office/officeart/2005/8/layout/default"/>
    <dgm:cxn modelId="{9C6BB692-54F1-463B-8022-75E1660E6E57}" type="presParOf" srcId="{7B2D2356-26F0-4B03-8505-4436A1680B33}" destId="{1DC957EF-1241-41E8-9476-71DFBED7E436}" srcOrd="7" destOrd="0" presId="urn:microsoft.com/office/officeart/2005/8/layout/default"/>
    <dgm:cxn modelId="{992F0EE4-BC88-4367-BA1A-4A8333AE2270}" type="presParOf" srcId="{7B2D2356-26F0-4B03-8505-4436A1680B33}" destId="{BDAEEE17-EC12-4928-A599-0282BA577004}" srcOrd="8"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9D99BE6-CCC1-48C0-915E-0328C426153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fr-FR"/>
        </a:p>
      </dgm:t>
    </dgm:pt>
    <dgm:pt modelId="{E9225561-03C0-4BC5-ADC6-4979C29DC1D3}">
      <dgm:prSet phldrT="[Texte]" custT="1"/>
      <dgm:spPr/>
      <dgm:t>
        <a:bodyPr/>
        <a:lstStyle/>
        <a:p>
          <a:r>
            <a:rPr lang="fr-FR" sz="2400" dirty="0"/>
            <a:t>Performance mécanique</a:t>
          </a:r>
        </a:p>
      </dgm:t>
    </dgm:pt>
    <dgm:pt modelId="{25785581-B211-4560-B711-9FB15041C1F1}" type="parTrans" cxnId="{12128B55-6851-4F39-A652-2426ADF187F8}">
      <dgm:prSet/>
      <dgm:spPr/>
      <dgm:t>
        <a:bodyPr/>
        <a:lstStyle/>
        <a:p>
          <a:endParaRPr lang="fr-FR" sz="2400"/>
        </a:p>
      </dgm:t>
    </dgm:pt>
    <dgm:pt modelId="{53DF7F8D-9088-4569-B7BD-991484D8D3A5}" type="sibTrans" cxnId="{12128B55-6851-4F39-A652-2426ADF187F8}">
      <dgm:prSet/>
      <dgm:spPr/>
      <dgm:t>
        <a:bodyPr/>
        <a:lstStyle/>
        <a:p>
          <a:endParaRPr lang="fr-FR" sz="2400"/>
        </a:p>
      </dgm:t>
    </dgm:pt>
    <dgm:pt modelId="{7B2D2356-26F0-4B03-8505-4436A1680B33}" type="pres">
      <dgm:prSet presAssocID="{C9D99BE6-CCC1-48C0-915E-0328C4261535}" presName="diagram" presStyleCnt="0">
        <dgm:presLayoutVars>
          <dgm:dir/>
          <dgm:resizeHandles val="exact"/>
        </dgm:presLayoutVars>
      </dgm:prSet>
      <dgm:spPr/>
    </dgm:pt>
    <dgm:pt modelId="{80C93186-1C05-4B6A-A449-CB89D84524DD}" type="pres">
      <dgm:prSet presAssocID="{E9225561-03C0-4BC5-ADC6-4979C29DC1D3}" presName="node" presStyleLbl="node1" presStyleIdx="0" presStyleCnt="1" custLinFactNeighborX="-6440" custLinFactNeighborY="-16255">
        <dgm:presLayoutVars>
          <dgm:bulletEnabled val="1"/>
        </dgm:presLayoutVars>
      </dgm:prSet>
      <dgm:spPr/>
    </dgm:pt>
  </dgm:ptLst>
  <dgm:cxnLst>
    <dgm:cxn modelId="{416AA36B-2E11-4C3E-A919-A32987C373E0}" type="presOf" srcId="{E9225561-03C0-4BC5-ADC6-4979C29DC1D3}" destId="{80C93186-1C05-4B6A-A449-CB89D84524DD}" srcOrd="0" destOrd="0" presId="urn:microsoft.com/office/officeart/2005/8/layout/default"/>
    <dgm:cxn modelId="{7844006F-FAEB-4106-BAB3-B36A40577C13}" type="presOf" srcId="{C9D99BE6-CCC1-48C0-915E-0328C4261535}" destId="{7B2D2356-26F0-4B03-8505-4436A1680B33}" srcOrd="0" destOrd="0" presId="urn:microsoft.com/office/officeart/2005/8/layout/default"/>
    <dgm:cxn modelId="{12128B55-6851-4F39-A652-2426ADF187F8}" srcId="{C9D99BE6-CCC1-48C0-915E-0328C4261535}" destId="{E9225561-03C0-4BC5-ADC6-4979C29DC1D3}" srcOrd="0" destOrd="0" parTransId="{25785581-B211-4560-B711-9FB15041C1F1}" sibTransId="{53DF7F8D-9088-4569-B7BD-991484D8D3A5}"/>
    <dgm:cxn modelId="{F2B5F0E6-4A5D-4738-AFCF-BC98B58DA3C2}" type="presParOf" srcId="{7B2D2356-26F0-4B03-8505-4436A1680B33}" destId="{80C93186-1C05-4B6A-A449-CB89D84524DD}" srcOrd="0" destOrd="0" presId="urn:microsoft.com/office/officeart/2005/8/layout/defaul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9D99BE6-CCC1-48C0-915E-0328C426153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fr-FR"/>
        </a:p>
      </dgm:t>
    </dgm:pt>
    <dgm:pt modelId="{E9225561-03C0-4BC5-ADC6-4979C29DC1D3}">
      <dgm:prSet phldrT="[Texte]" custT="1"/>
      <dgm:spPr/>
      <dgm:t>
        <a:bodyPr/>
        <a:lstStyle/>
        <a:p>
          <a:r>
            <a:rPr lang="fr-FR" sz="2400" dirty="0"/>
            <a:t>Performance mécanique</a:t>
          </a:r>
        </a:p>
      </dgm:t>
    </dgm:pt>
    <dgm:pt modelId="{25785581-B211-4560-B711-9FB15041C1F1}" type="parTrans" cxnId="{12128B55-6851-4F39-A652-2426ADF187F8}">
      <dgm:prSet/>
      <dgm:spPr/>
      <dgm:t>
        <a:bodyPr/>
        <a:lstStyle/>
        <a:p>
          <a:endParaRPr lang="fr-FR" sz="2400"/>
        </a:p>
      </dgm:t>
    </dgm:pt>
    <dgm:pt modelId="{53DF7F8D-9088-4569-B7BD-991484D8D3A5}" type="sibTrans" cxnId="{12128B55-6851-4F39-A652-2426ADF187F8}">
      <dgm:prSet/>
      <dgm:spPr/>
      <dgm:t>
        <a:bodyPr/>
        <a:lstStyle/>
        <a:p>
          <a:endParaRPr lang="fr-FR" sz="2400"/>
        </a:p>
      </dgm:t>
    </dgm:pt>
    <dgm:pt modelId="{7B2D2356-26F0-4B03-8505-4436A1680B33}" type="pres">
      <dgm:prSet presAssocID="{C9D99BE6-CCC1-48C0-915E-0328C4261535}" presName="diagram" presStyleCnt="0">
        <dgm:presLayoutVars>
          <dgm:dir/>
          <dgm:resizeHandles val="exact"/>
        </dgm:presLayoutVars>
      </dgm:prSet>
      <dgm:spPr/>
    </dgm:pt>
    <dgm:pt modelId="{80C93186-1C05-4B6A-A449-CB89D84524DD}" type="pres">
      <dgm:prSet presAssocID="{E9225561-03C0-4BC5-ADC6-4979C29DC1D3}" presName="node" presStyleLbl="node1" presStyleIdx="0" presStyleCnt="1" custLinFactNeighborX="-6440" custLinFactNeighborY="-16255">
        <dgm:presLayoutVars>
          <dgm:bulletEnabled val="1"/>
        </dgm:presLayoutVars>
      </dgm:prSet>
      <dgm:spPr/>
    </dgm:pt>
  </dgm:ptLst>
  <dgm:cxnLst>
    <dgm:cxn modelId="{416AA36B-2E11-4C3E-A919-A32987C373E0}" type="presOf" srcId="{E9225561-03C0-4BC5-ADC6-4979C29DC1D3}" destId="{80C93186-1C05-4B6A-A449-CB89D84524DD}" srcOrd="0" destOrd="0" presId="urn:microsoft.com/office/officeart/2005/8/layout/default"/>
    <dgm:cxn modelId="{7844006F-FAEB-4106-BAB3-B36A40577C13}" type="presOf" srcId="{C9D99BE6-CCC1-48C0-915E-0328C4261535}" destId="{7B2D2356-26F0-4B03-8505-4436A1680B33}" srcOrd="0" destOrd="0" presId="urn:microsoft.com/office/officeart/2005/8/layout/default"/>
    <dgm:cxn modelId="{12128B55-6851-4F39-A652-2426ADF187F8}" srcId="{C9D99BE6-CCC1-48C0-915E-0328C4261535}" destId="{E9225561-03C0-4BC5-ADC6-4979C29DC1D3}" srcOrd="0" destOrd="0" parTransId="{25785581-B211-4560-B711-9FB15041C1F1}" sibTransId="{53DF7F8D-9088-4569-B7BD-991484D8D3A5}"/>
    <dgm:cxn modelId="{F2B5F0E6-4A5D-4738-AFCF-BC98B58DA3C2}" type="presParOf" srcId="{7B2D2356-26F0-4B03-8505-4436A1680B33}" destId="{80C93186-1C05-4B6A-A449-CB89D84524DD}" srcOrd="0"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9D99BE6-CCC1-48C0-915E-0328C426153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fr-FR"/>
        </a:p>
      </dgm:t>
    </dgm:pt>
    <dgm:pt modelId="{E9225561-03C0-4BC5-ADC6-4979C29DC1D3}">
      <dgm:prSet phldrT="[Texte]" custT="1"/>
      <dgm:spPr/>
      <dgm:t>
        <a:bodyPr/>
        <a:lstStyle/>
        <a:p>
          <a:r>
            <a:rPr lang="fr-FR" sz="2400" dirty="0"/>
            <a:t>Performance mécanique</a:t>
          </a:r>
        </a:p>
      </dgm:t>
    </dgm:pt>
    <dgm:pt modelId="{25785581-B211-4560-B711-9FB15041C1F1}" type="parTrans" cxnId="{12128B55-6851-4F39-A652-2426ADF187F8}">
      <dgm:prSet/>
      <dgm:spPr/>
      <dgm:t>
        <a:bodyPr/>
        <a:lstStyle/>
        <a:p>
          <a:endParaRPr lang="fr-FR" sz="2400"/>
        </a:p>
      </dgm:t>
    </dgm:pt>
    <dgm:pt modelId="{53DF7F8D-9088-4569-B7BD-991484D8D3A5}" type="sibTrans" cxnId="{12128B55-6851-4F39-A652-2426ADF187F8}">
      <dgm:prSet/>
      <dgm:spPr/>
      <dgm:t>
        <a:bodyPr/>
        <a:lstStyle/>
        <a:p>
          <a:endParaRPr lang="fr-FR" sz="2400"/>
        </a:p>
      </dgm:t>
    </dgm:pt>
    <dgm:pt modelId="{7B2D2356-26F0-4B03-8505-4436A1680B33}" type="pres">
      <dgm:prSet presAssocID="{C9D99BE6-CCC1-48C0-915E-0328C4261535}" presName="diagram" presStyleCnt="0">
        <dgm:presLayoutVars>
          <dgm:dir/>
          <dgm:resizeHandles val="exact"/>
        </dgm:presLayoutVars>
      </dgm:prSet>
      <dgm:spPr/>
    </dgm:pt>
    <dgm:pt modelId="{80C93186-1C05-4B6A-A449-CB89D84524DD}" type="pres">
      <dgm:prSet presAssocID="{E9225561-03C0-4BC5-ADC6-4979C29DC1D3}" presName="node" presStyleLbl="node1" presStyleIdx="0" presStyleCnt="1" custLinFactNeighborX="-6440" custLinFactNeighborY="-16255">
        <dgm:presLayoutVars>
          <dgm:bulletEnabled val="1"/>
        </dgm:presLayoutVars>
      </dgm:prSet>
      <dgm:spPr/>
    </dgm:pt>
  </dgm:ptLst>
  <dgm:cxnLst>
    <dgm:cxn modelId="{416AA36B-2E11-4C3E-A919-A32987C373E0}" type="presOf" srcId="{E9225561-03C0-4BC5-ADC6-4979C29DC1D3}" destId="{80C93186-1C05-4B6A-A449-CB89D84524DD}" srcOrd="0" destOrd="0" presId="urn:microsoft.com/office/officeart/2005/8/layout/default"/>
    <dgm:cxn modelId="{7844006F-FAEB-4106-BAB3-B36A40577C13}" type="presOf" srcId="{C9D99BE6-CCC1-48C0-915E-0328C4261535}" destId="{7B2D2356-26F0-4B03-8505-4436A1680B33}" srcOrd="0" destOrd="0" presId="urn:microsoft.com/office/officeart/2005/8/layout/default"/>
    <dgm:cxn modelId="{12128B55-6851-4F39-A652-2426ADF187F8}" srcId="{C9D99BE6-CCC1-48C0-915E-0328C4261535}" destId="{E9225561-03C0-4BC5-ADC6-4979C29DC1D3}" srcOrd="0" destOrd="0" parTransId="{25785581-B211-4560-B711-9FB15041C1F1}" sibTransId="{53DF7F8D-9088-4569-B7BD-991484D8D3A5}"/>
    <dgm:cxn modelId="{F2B5F0E6-4A5D-4738-AFCF-BC98B58DA3C2}" type="presParOf" srcId="{7B2D2356-26F0-4B03-8505-4436A1680B33}" destId="{80C93186-1C05-4B6A-A449-CB89D84524DD}" srcOrd="0"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9D99BE6-CCC1-48C0-915E-0328C426153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fr-FR"/>
        </a:p>
      </dgm:t>
    </dgm:pt>
    <dgm:pt modelId="{E9225561-03C0-4BC5-ADC6-4979C29DC1D3}">
      <dgm:prSet phldrT="[Texte]" custT="1"/>
      <dgm:spPr/>
      <dgm:t>
        <a:bodyPr/>
        <a:lstStyle/>
        <a:p>
          <a:r>
            <a:rPr lang="fr-FR" sz="2400" dirty="0"/>
            <a:t>Performance mécanique</a:t>
          </a:r>
        </a:p>
      </dgm:t>
    </dgm:pt>
    <dgm:pt modelId="{25785581-B211-4560-B711-9FB15041C1F1}" type="parTrans" cxnId="{12128B55-6851-4F39-A652-2426ADF187F8}">
      <dgm:prSet/>
      <dgm:spPr/>
      <dgm:t>
        <a:bodyPr/>
        <a:lstStyle/>
        <a:p>
          <a:endParaRPr lang="fr-FR" sz="2400"/>
        </a:p>
      </dgm:t>
    </dgm:pt>
    <dgm:pt modelId="{53DF7F8D-9088-4569-B7BD-991484D8D3A5}" type="sibTrans" cxnId="{12128B55-6851-4F39-A652-2426ADF187F8}">
      <dgm:prSet/>
      <dgm:spPr/>
      <dgm:t>
        <a:bodyPr/>
        <a:lstStyle/>
        <a:p>
          <a:endParaRPr lang="fr-FR" sz="2400"/>
        </a:p>
      </dgm:t>
    </dgm:pt>
    <dgm:pt modelId="{7B2D2356-26F0-4B03-8505-4436A1680B33}" type="pres">
      <dgm:prSet presAssocID="{C9D99BE6-CCC1-48C0-915E-0328C4261535}" presName="diagram" presStyleCnt="0">
        <dgm:presLayoutVars>
          <dgm:dir/>
          <dgm:resizeHandles val="exact"/>
        </dgm:presLayoutVars>
      </dgm:prSet>
      <dgm:spPr/>
    </dgm:pt>
    <dgm:pt modelId="{80C93186-1C05-4B6A-A449-CB89D84524DD}" type="pres">
      <dgm:prSet presAssocID="{E9225561-03C0-4BC5-ADC6-4979C29DC1D3}" presName="node" presStyleLbl="node1" presStyleIdx="0" presStyleCnt="1" custLinFactNeighborX="-6440" custLinFactNeighborY="-16255">
        <dgm:presLayoutVars>
          <dgm:bulletEnabled val="1"/>
        </dgm:presLayoutVars>
      </dgm:prSet>
      <dgm:spPr/>
    </dgm:pt>
  </dgm:ptLst>
  <dgm:cxnLst>
    <dgm:cxn modelId="{416AA36B-2E11-4C3E-A919-A32987C373E0}" type="presOf" srcId="{E9225561-03C0-4BC5-ADC6-4979C29DC1D3}" destId="{80C93186-1C05-4B6A-A449-CB89D84524DD}" srcOrd="0" destOrd="0" presId="urn:microsoft.com/office/officeart/2005/8/layout/default"/>
    <dgm:cxn modelId="{7844006F-FAEB-4106-BAB3-B36A40577C13}" type="presOf" srcId="{C9D99BE6-CCC1-48C0-915E-0328C4261535}" destId="{7B2D2356-26F0-4B03-8505-4436A1680B33}" srcOrd="0" destOrd="0" presId="urn:microsoft.com/office/officeart/2005/8/layout/default"/>
    <dgm:cxn modelId="{12128B55-6851-4F39-A652-2426ADF187F8}" srcId="{C9D99BE6-CCC1-48C0-915E-0328C4261535}" destId="{E9225561-03C0-4BC5-ADC6-4979C29DC1D3}" srcOrd="0" destOrd="0" parTransId="{25785581-B211-4560-B711-9FB15041C1F1}" sibTransId="{53DF7F8D-9088-4569-B7BD-991484D8D3A5}"/>
    <dgm:cxn modelId="{F2B5F0E6-4A5D-4738-AFCF-BC98B58DA3C2}" type="presParOf" srcId="{7B2D2356-26F0-4B03-8505-4436A1680B33}" destId="{80C93186-1C05-4B6A-A449-CB89D84524DD}" srcOrd="0"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9D99BE6-CCC1-48C0-915E-0328C426153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fr-FR"/>
        </a:p>
      </dgm:t>
    </dgm:pt>
    <dgm:pt modelId="{E9225561-03C0-4BC5-ADC6-4979C29DC1D3}">
      <dgm:prSet phldrT="[Texte]" custT="1"/>
      <dgm:spPr/>
      <dgm:t>
        <a:bodyPr/>
        <a:lstStyle/>
        <a:p>
          <a:r>
            <a:rPr lang="fr-FR" sz="2400" dirty="0"/>
            <a:t>Performance mécanique</a:t>
          </a:r>
        </a:p>
      </dgm:t>
    </dgm:pt>
    <dgm:pt modelId="{25785581-B211-4560-B711-9FB15041C1F1}" type="parTrans" cxnId="{12128B55-6851-4F39-A652-2426ADF187F8}">
      <dgm:prSet/>
      <dgm:spPr/>
      <dgm:t>
        <a:bodyPr/>
        <a:lstStyle/>
        <a:p>
          <a:endParaRPr lang="fr-FR" sz="2400"/>
        </a:p>
      </dgm:t>
    </dgm:pt>
    <dgm:pt modelId="{53DF7F8D-9088-4569-B7BD-991484D8D3A5}" type="sibTrans" cxnId="{12128B55-6851-4F39-A652-2426ADF187F8}">
      <dgm:prSet/>
      <dgm:spPr/>
      <dgm:t>
        <a:bodyPr/>
        <a:lstStyle/>
        <a:p>
          <a:endParaRPr lang="fr-FR" sz="2400"/>
        </a:p>
      </dgm:t>
    </dgm:pt>
    <dgm:pt modelId="{7B2D2356-26F0-4B03-8505-4436A1680B33}" type="pres">
      <dgm:prSet presAssocID="{C9D99BE6-CCC1-48C0-915E-0328C4261535}" presName="diagram" presStyleCnt="0">
        <dgm:presLayoutVars>
          <dgm:dir/>
          <dgm:resizeHandles val="exact"/>
        </dgm:presLayoutVars>
      </dgm:prSet>
      <dgm:spPr/>
    </dgm:pt>
    <dgm:pt modelId="{80C93186-1C05-4B6A-A449-CB89D84524DD}" type="pres">
      <dgm:prSet presAssocID="{E9225561-03C0-4BC5-ADC6-4979C29DC1D3}" presName="node" presStyleLbl="node1" presStyleIdx="0" presStyleCnt="1" custLinFactNeighborX="-6440" custLinFactNeighborY="-16255">
        <dgm:presLayoutVars>
          <dgm:bulletEnabled val="1"/>
        </dgm:presLayoutVars>
      </dgm:prSet>
      <dgm:spPr/>
    </dgm:pt>
  </dgm:ptLst>
  <dgm:cxnLst>
    <dgm:cxn modelId="{416AA36B-2E11-4C3E-A919-A32987C373E0}" type="presOf" srcId="{E9225561-03C0-4BC5-ADC6-4979C29DC1D3}" destId="{80C93186-1C05-4B6A-A449-CB89D84524DD}" srcOrd="0" destOrd="0" presId="urn:microsoft.com/office/officeart/2005/8/layout/default"/>
    <dgm:cxn modelId="{7844006F-FAEB-4106-BAB3-B36A40577C13}" type="presOf" srcId="{C9D99BE6-CCC1-48C0-915E-0328C4261535}" destId="{7B2D2356-26F0-4B03-8505-4436A1680B33}" srcOrd="0" destOrd="0" presId="urn:microsoft.com/office/officeart/2005/8/layout/default"/>
    <dgm:cxn modelId="{12128B55-6851-4F39-A652-2426ADF187F8}" srcId="{C9D99BE6-CCC1-48C0-915E-0328C4261535}" destId="{E9225561-03C0-4BC5-ADC6-4979C29DC1D3}" srcOrd="0" destOrd="0" parTransId="{25785581-B211-4560-B711-9FB15041C1F1}" sibTransId="{53DF7F8D-9088-4569-B7BD-991484D8D3A5}"/>
    <dgm:cxn modelId="{F2B5F0E6-4A5D-4738-AFCF-BC98B58DA3C2}" type="presParOf" srcId="{7B2D2356-26F0-4B03-8505-4436A1680B33}" destId="{80C93186-1C05-4B6A-A449-CB89D84524DD}" srcOrd="0"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9D99BE6-CCC1-48C0-915E-0328C426153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fr-FR"/>
        </a:p>
      </dgm:t>
    </dgm:pt>
    <dgm:pt modelId="{E9225561-03C0-4BC5-ADC6-4979C29DC1D3}">
      <dgm:prSet phldrT="[Texte]" custT="1"/>
      <dgm:spPr/>
      <dgm:t>
        <a:bodyPr/>
        <a:lstStyle/>
        <a:p>
          <a:r>
            <a:rPr lang="fr-FR" sz="2400" dirty="0"/>
            <a:t>Performance mécanique</a:t>
          </a:r>
        </a:p>
      </dgm:t>
    </dgm:pt>
    <dgm:pt modelId="{25785581-B211-4560-B711-9FB15041C1F1}" type="parTrans" cxnId="{12128B55-6851-4F39-A652-2426ADF187F8}">
      <dgm:prSet/>
      <dgm:spPr/>
      <dgm:t>
        <a:bodyPr/>
        <a:lstStyle/>
        <a:p>
          <a:endParaRPr lang="fr-FR" sz="2400"/>
        </a:p>
      </dgm:t>
    </dgm:pt>
    <dgm:pt modelId="{53DF7F8D-9088-4569-B7BD-991484D8D3A5}" type="sibTrans" cxnId="{12128B55-6851-4F39-A652-2426ADF187F8}">
      <dgm:prSet/>
      <dgm:spPr/>
      <dgm:t>
        <a:bodyPr/>
        <a:lstStyle/>
        <a:p>
          <a:endParaRPr lang="fr-FR" sz="2400"/>
        </a:p>
      </dgm:t>
    </dgm:pt>
    <dgm:pt modelId="{7B2D2356-26F0-4B03-8505-4436A1680B33}" type="pres">
      <dgm:prSet presAssocID="{C9D99BE6-CCC1-48C0-915E-0328C4261535}" presName="diagram" presStyleCnt="0">
        <dgm:presLayoutVars>
          <dgm:dir/>
          <dgm:resizeHandles val="exact"/>
        </dgm:presLayoutVars>
      </dgm:prSet>
      <dgm:spPr/>
    </dgm:pt>
    <dgm:pt modelId="{80C93186-1C05-4B6A-A449-CB89D84524DD}" type="pres">
      <dgm:prSet presAssocID="{E9225561-03C0-4BC5-ADC6-4979C29DC1D3}" presName="node" presStyleLbl="node1" presStyleIdx="0" presStyleCnt="1" custLinFactNeighborX="-6440" custLinFactNeighborY="-16255">
        <dgm:presLayoutVars>
          <dgm:bulletEnabled val="1"/>
        </dgm:presLayoutVars>
      </dgm:prSet>
      <dgm:spPr/>
    </dgm:pt>
  </dgm:ptLst>
  <dgm:cxnLst>
    <dgm:cxn modelId="{416AA36B-2E11-4C3E-A919-A32987C373E0}" type="presOf" srcId="{E9225561-03C0-4BC5-ADC6-4979C29DC1D3}" destId="{80C93186-1C05-4B6A-A449-CB89D84524DD}" srcOrd="0" destOrd="0" presId="urn:microsoft.com/office/officeart/2005/8/layout/default"/>
    <dgm:cxn modelId="{7844006F-FAEB-4106-BAB3-B36A40577C13}" type="presOf" srcId="{C9D99BE6-CCC1-48C0-915E-0328C4261535}" destId="{7B2D2356-26F0-4B03-8505-4436A1680B33}" srcOrd="0" destOrd="0" presId="urn:microsoft.com/office/officeart/2005/8/layout/default"/>
    <dgm:cxn modelId="{12128B55-6851-4F39-A652-2426ADF187F8}" srcId="{C9D99BE6-CCC1-48C0-915E-0328C4261535}" destId="{E9225561-03C0-4BC5-ADC6-4979C29DC1D3}" srcOrd="0" destOrd="0" parTransId="{25785581-B211-4560-B711-9FB15041C1F1}" sibTransId="{53DF7F8D-9088-4569-B7BD-991484D8D3A5}"/>
    <dgm:cxn modelId="{F2B5F0E6-4A5D-4738-AFCF-BC98B58DA3C2}" type="presParOf" srcId="{7B2D2356-26F0-4B03-8505-4436A1680B33}" destId="{80C93186-1C05-4B6A-A449-CB89D84524DD}" srcOrd="0"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C93186-1C05-4B6A-A449-CB89D84524DD}">
      <dsp:nvSpPr>
        <dsp:cNvPr id="0" name=""/>
        <dsp:cNvSpPr/>
      </dsp:nvSpPr>
      <dsp:spPr>
        <a:xfrm>
          <a:off x="207733" y="764"/>
          <a:ext cx="1552393" cy="93143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dirty="0"/>
            <a:t>Performance mécanique</a:t>
          </a:r>
        </a:p>
      </dsp:txBody>
      <dsp:txXfrm>
        <a:off x="207733" y="764"/>
        <a:ext cx="1552393" cy="931435"/>
      </dsp:txXfrm>
    </dsp:sp>
    <dsp:sp modelId="{31EC8762-3B4B-43E1-9DF5-C1095D9CA7A8}">
      <dsp:nvSpPr>
        <dsp:cNvPr id="0" name=""/>
        <dsp:cNvSpPr/>
      </dsp:nvSpPr>
      <dsp:spPr>
        <a:xfrm>
          <a:off x="1915366" y="764"/>
          <a:ext cx="1552393" cy="93143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dirty="0"/>
            <a:t>Performance hygrothermique</a:t>
          </a:r>
        </a:p>
      </dsp:txBody>
      <dsp:txXfrm>
        <a:off x="1915366" y="764"/>
        <a:ext cx="1552393" cy="931435"/>
      </dsp:txXfrm>
    </dsp:sp>
    <dsp:sp modelId="{F2673A6D-6C31-42D5-A32B-15124E6855B7}">
      <dsp:nvSpPr>
        <dsp:cNvPr id="0" name=""/>
        <dsp:cNvSpPr/>
      </dsp:nvSpPr>
      <dsp:spPr>
        <a:xfrm>
          <a:off x="207733" y="1087439"/>
          <a:ext cx="1552393" cy="93143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dirty="0"/>
            <a:t>Performance acoustique </a:t>
          </a:r>
        </a:p>
      </dsp:txBody>
      <dsp:txXfrm>
        <a:off x="207733" y="1087439"/>
        <a:ext cx="1552393" cy="931435"/>
      </dsp:txXfrm>
    </dsp:sp>
    <dsp:sp modelId="{F2A12D15-F560-4E52-89C2-AFC966332F00}">
      <dsp:nvSpPr>
        <dsp:cNvPr id="0" name=""/>
        <dsp:cNvSpPr/>
      </dsp:nvSpPr>
      <dsp:spPr>
        <a:xfrm>
          <a:off x="1915366" y="1087439"/>
          <a:ext cx="1552393" cy="93143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dirty="0"/>
            <a:t>Durabilité </a:t>
          </a:r>
        </a:p>
      </dsp:txBody>
      <dsp:txXfrm>
        <a:off x="1915366" y="1087439"/>
        <a:ext cx="1552393" cy="931435"/>
      </dsp:txXfrm>
    </dsp:sp>
    <dsp:sp modelId="{BDAEEE17-EC12-4928-A599-0282BA577004}">
      <dsp:nvSpPr>
        <dsp:cNvPr id="0" name=""/>
        <dsp:cNvSpPr/>
      </dsp:nvSpPr>
      <dsp:spPr>
        <a:xfrm>
          <a:off x="1061549" y="2174114"/>
          <a:ext cx="1552393" cy="93143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dirty="0"/>
            <a:t>Qualité environnementale </a:t>
          </a:r>
        </a:p>
      </dsp:txBody>
      <dsp:txXfrm>
        <a:off x="1061549" y="2174114"/>
        <a:ext cx="1552393" cy="9314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C93186-1C05-4B6A-A449-CB89D84524DD}">
      <dsp:nvSpPr>
        <dsp:cNvPr id="0" name=""/>
        <dsp:cNvSpPr/>
      </dsp:nvSpPr>
      <dsp:spPr>
        <a:xfrm>
          <a:off x="493364" y="0"/>
          <a:ext cx="1956344" cy="117380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dirty="0"/>
            <a:t>Performance mécanique</a:t>
          </a:r>
        </a:p>
      </dsp:txBody>
      <dsp:txXfrm>
        <a:off x="493364" y="0"/>
        <a:ext cx="1956344" cy="11738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C93186-1C05-4B6A-A449-CB89D84524DD}">
      <dsp:nvSpPr>
        <dsp:cNvPr id="0" name=""/>
        <dsp:cNvSpPr/>
      </dsp:nvSpPr>
      <dsp:spPr>
        <a:xfrm>
          <a:off x="493364" y="0"/>
          <a:ext cx="1956344" cy="117380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dirty="0"/>
            <a:t>Performance mécanique</a:t>
          </a:r>
        </a:p>
      </dsp:txBody>
      <dsp:txXfrm>
        <a:off x="493364" y="0"/>
        <a:ext cx="1956344" cy="117380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C93186-1C05-4B6A-A449-CB89D84524DD}">
      <dsp:nvSpPr>
        <dsp:cNvPr id="0" name=""/>
        <dsp:cNvSpPr/>
      </dsp:nvSpPr>
      <dsp:spPr>
        <a:xfrm>
          <a:off x="493364" y="0"/>
          <a:ext cx="1956344" cy="117380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dirty="0"/>
            <a:t>Performance mécanique</a:t>
          </a:r>
        </a:p>
      </dsp:txBody>
      <dsp:txXfrm>
        <a:off x="493364" y="0"/>
        <a:ext cx="1956344" cy="117380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C93186-1C05-4B6A-A449-CB89D84524DD}">
      <dsp:nvSpPr>
        <dsp:cNvPr id="0" name=""/>
        <dsp:cNvSpPr/>
      </dsp:nvSpPr>
      <dsp:spPr>
        <a:xfrm>
          <a:off x="493364" y="0"/>
          <a:ext cx="1956344" cy="117380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dirty="0"/>
            <a:t>Performance mécanique</a:t>
          </a:r>
        </a:p>
      </dsp:txBody>
      <dsp:txXfrm>
        <a:off x="493364" y="0"/>
        <a:ext cx="1956344" cy="117380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C93186-1C05-4B6A-A449-CB89D84524DD}">
      <dsp:nvSpPr>
        <dsp:cNvPr id="0" name=""/>
        <dsp:cNvSpPr/>
      </dsp:nvSpPr>
      <dsp:spPr>
        <a:xfrm>
          <a:off x="493364" y="0"/>
          <a:ext cx="1956344" cy="117380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dirty="0"/>
            <a:t>Performance mécanique</a:t>
          </a:r>
        </a:p>
      </dsp:txBody>
      <dsp:txXfrm>
        <a:off x="493364" y="0"/>
        <a:ext cx="1956344" cy="117380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C93186-1C05-4B6A-A449-CB89D84524DD}">
      <dsp:nvSpPr>
        <dsp:cNvPr id="0" name=""/>
        <dsp:cNvSpPr/>
      </dsp:nvSpPr>
      <dsp:spPr>
        <a:xfrm>
          <a:off x="493364" y="0"/>
          <a:ext cx="1956344" cy="117380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dirty="0"/>
            <a:t>Performance mécanique</a:t>
          </a:r>
        </a:p>
      </dsp:txBody>
      <dsp:txXfrm>
        <a:off x="493364" y="0"/>
        <a:ext cx="1956344" cy="117380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435546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https://www.istockphoto.com/fr/photos/nouakchott</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21134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948440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825918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620583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826124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754600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https://www.google.com/search?q=charpente+m%C3%A9tallique+dessin+technique&amp;sca_esv=1b85392d96a2d671&amp;udm=2&amp;biw=1366&amp;bih=599&amp;sxsrf=ACQVn0-7Bph3t9Bs4HHwl_MmojtiuaW-Sg%3A1714388400689&amp;ei=sH0vZuLQKYDri-gP9bmIsAg&amp;ved=0ahUKEwji6IS9oueFAxWA9QIHHfUcAoYQ4dUDCBA&amp;uact=5&amp;oq=charpente+m%C3%A9tallique+dessin+technique&amp;gs_lp=Egxnd3Mtd2l6LXNlcnAiJmNoYXJwZW50ZSBtw6l0YWxsaXF1ZSBkZXNzaW4gdGVjaG5pcXVlMgYQABgFGB5I-TxQN1i-NXAKeACQAQCYAYgBoAGuGKoBBDAuMja4AQPIAQD4AQGYAhigAscSwgIEECMYJ8ICChAAGIAEGEMYigXCAgUQABiABMICBhAAGAgYHsICBxAAGIAEGBjCAgQQABgemAMAiAYBkgcENS4xOaAHqj8&amp;sclient=gws-wiz-serp#vhid=7cMyjOWFlaeubM&amp;vssid=mosaic</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507926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https://www.google.com/search?q=charpente+m%C3%A9tallique+dessin+technique&amp;sca_esv=1b85392d96a2d671&amp;udm=2&amp;biw=1366&amp;bih=599&amp;sxsrf=ACQVn0-7Bph3t9Bs4HHwl_MmojtiuaW-Sg%3A1714388400689&amp;ei=sH0vZuLQKYDri-gP9bmIsAg&amp;ved=0ahUKEwji6IS9oueFAxWA9QIHHfUcAoYQ4dUDCBA&amp;uact=5&amp;oq=charpente+m%C3%A9tallique+dessin+technique&amp;gs_lp=Egxnd3Mtd2l6LXNlcnAiJmNoYXJwZW50ZSBtw6l0YWxsaXF1ZSBkZXNzaW4gdGVjaG5pcXVlMgYQABgFGB5I-TxQN1i-NXAKeACQAQCYAYgBoAGuGKoBBDAuMja4AQPIAQD4AQGYAhigAscSwgIEECMYJ8ICChAAGIAEGEMYigXCAgUQABiABMICBhAAGAgYHsICBxAAGIAEGBjCAgQQABgemAMAiAYBkgcENS4xOaAHqj8&amp;sclient=gws-wiz-serp#vhid=7cMyjOWFlaeubM&amp;vssid=mosaic</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032220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https://www.google.com/search?q=charpente+m%C3%A9tallique+dessin+technique&amp;sca_esv=1b85392d96a2d671&amp;udm=2&amp;biw=1366&amp;bih=599&amp;sxsrf=ACQVn0-7Bph3t9Bs4HHwl_MmojtiuaW-Sg%3A1714388400689&amp;ei=sH0vZuLQKYDri-gP9bmIsAg&amp;ved=0ahUKEwji6IS9oueFAxWA9QIHHfUcAoYQ4dUDCBA&amp;uact=5&amp;oq=charpente+m%C3%A9tallique+dessin+technique&amp;gs_lp=Egxnd3Mtd2l6LXNlcnAiJmNoYXJwZW50ZSBtw6l0YWxsaXF1ZSBkZXNzaW4gdGVjaG5pcXVlMgYQABgFGB5I-TxQN1i-NXAKeACQAQCYAYgBoAGuGKoBBDAuMja4AQPIAQD4AQGYAhigAscSwgIEECMYJ8ICChAAGIAEGEMYigXCAgUQABiABMICBhAAGAgYHsICBxAAGIAEGBjCAgQQABgemAMAiAYBkgcENS4xOaAHqj8&amp;sclient=gws-wiz-serp#vhid=7cMyjOWFlaeubM&amp;vssid=mosaic</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888244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https://www.google.com/</a:t>
            </a:r>
            <a:r>
              <a:rPr lang="fr-FR" dirty="0" err="1"/>
              <a:t>imgres?q</a:t>
            </a:r>
            <a:r>
              <a:rPr lang="fr-FR" dirty="0"/>
              <a:t>=frise%20sur%20l%27age%20de%20pierre%20age%20de%20l%27or%2C%20l%27age%20du%20bronze&amp;imgurl=https%3A%2F%2Fmetalblog.ctif.com%2Fwp-content%2Fuploads%2Fsites%2F3%2F2020%2F12%2Fchronologie-historique-des-diff%25C3%25A9rents-ages-en-europe-occidentale-et-d%25C3%25A9veloppement-de-la-m%25C3%25A9tallurgie.jpg&amp;imgrefurl=https%3A%2F%2Fmetalblog.ctif.com%2F2020%2F01%2F13%2Fla-metallurgie-du-laiton-et-du-fer-au-neolithique%2F&amp;docid=2eLh9OUmJ9n76M&amp;tbnid=-fDkt6-rZ_PUHM&amp;vet=12ahUKEwizr6PFpueFAxWB2AIHHdb0D-kQM3oECBsQAA..i&amp;w=954&amp;h=520&amp;hcb=2&amp;ved=2ahUKEwizr6PFpueFAxWB2AIHHdb0D-kQM3oECBsQAA</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828121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r>
              <a:rPr lang="fr-FR" dirty="0"/>
              <a:t>https://fr.wikipedia.org/wiki/Histoire_de_la_d%C3%A9couverte_des_%C3%A9l%C3%A9ments_chimiques</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31280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https://www.novanea.fr/</a:t>
            </a:r>
            <a:r>
              <a:rPr lang="fr-FR" dirty="0" err="1"/>
              <a:t>actualites</a:t>
            </a:r>
            <a:r>
              <a:rPr lang="fr-FR" dirty="0"/>
              <a:t>/</a:t>
            </a:r>
            <a:r>
              <a:rPr lang="fr-FR" dirty="0" err="1"/>
              <a:t>levolution</a:t>
            </a:r>
            <a:r>
              <a:rPr lang="fr-FR" dirty="0"/>
              <a:t>-des-habitations-de-la-</a:t>
            </a:r>
            <a:r>
              <a:rPr lang="fr-FR" dirty="0" err="1"/>
              <a:t>prehistoire</a:t>
            </a:r>
            <a:r>
              <a:rPr lang="fr-FR" dirty="0"/>
              <a:t>-a-aujourd’hui</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985867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https://www.novanea.fr/</a:t>
            </a:r>
            <a:r>
              <a:rPr lang="fr-FR" dirty="0" err="1"/>
              <a:t>actualites</a:t>
            </a:r>
            <a:r>
              <a:rPr lang="fr-FR" dirty="0"/>
              <a:t>/</a:t>
            </a:r>
            <a:r>
              <a:rPr lang="fr-FR" dirty="0" err="1"/>
              <a:t>levolution</a:t>
            </a:r>
            <a:r>
              <a:rPr lang="fr-FR" dirty="0"/>
              <a:t>-des-habitations-de-la-</a:t>
            </a:r>
            <a:r>
              <a:rPr lang="fr-FR" dirty="0" err="1"/>
              <a:t>prehistoire</a:t>
            </a:r>
            <a:r>
              <a:rPr lang="fr-FR" dirty="0"/>
              <a:t>-a-aujourd’hui</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458801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https://www.novanea.fr/</a:t>
            </a:r>
            <a:r>
              <a:rPr lang="fr-FR" dirty="0" err="1"/>
              <a:t>actualites</a:t>
            </a:r>
            <a:r>
              <a:rPr lang="fr-FR" dirty="0"/>
              <a:t>/</a:t>
            </a:r>
            <a:r>
              <a:rPr lang="fr-FR" dirty="0" err="1"/>
              <a:t>levolution</a:t>
            </a:r>
            <a:r>
              <a:rPr lang="fr-FR" dirty="0"/>
              <a:t>-des-habitations-de-la-</a:t>
            </a:r>
            <a:r>
              <a:rPr lang="fr-FR" dirty="0" err="1"/>
              <a:t>prehistoire</a:t>
            </a:r>
            <a:r>
              <a:rPr lang="fr-FR" dirty="0"/>
              <a:t>-a-aujourd’hui</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080049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https://theconversation.com/le-tableau-periodique-des-chimistes-se-confronte-aux-limites-du-systeme-terre-182526</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282391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https://www.novanea.fr/</a:t>
            </a:r>
            <a:r>
              <a:rPr lang="fr-FR" dirty="0" err="1"/>
              <a:t>actualites</a:t>
            </a:r>
            <a:r>
              <a:rPr lang="fr-FR" dirty="0"/>
              <a:t>/</a:t>
            </a:r>
            <a:r>
              <a:rPr lang="fr-FR" dirty="0" err="1"/>
              <a:t>levolution</a:t>
            </a:r>
            <a:r>
              <a:rPr lang="fr-FR" dirty="0"/>
              <a:t>-des-habitations-de-la-</a:t>
            </a:r>
            <a:r>
              <a:rPr lang="fr-FR" dirty="0" err="1"/>
              <a:t>prehistoire</a:t>
            </a:r>
            <a:r>
              <a:rPr lang="fr-FR" dirty="0"/>
              <a:t>-a-aujourd’hui</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338873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https://www.novanea.fr/</a:t>
            </a:r>
            <a:r>
              <a:rPr lang="fr-FR" dirty="0" err="1"/>
              <a:t>actualites</a:t>
            </a:r>
            <a:r>
              <a:rPr lang="fr-FR" dirty="0"/>
              <a:t>/</a:t>
            </a:r>
            <a:r>
              <a:rPr lang="fr-FR" dirty="0" err="1"/>
              <a:t>levolution</a:t>
            </a:r>
            <a:r>
              <a:rPr lang="fr-FR" dirty="0"/>
              <a:t>-des-habitations-de-la-</a:t>
            </a:r>
            <a:r>
              <a:rPr lang="fr-FR" dirty="0" err="1"/>
              <a:t>prehistoire</a:t>
            </a:r>
            <a:r>
              <a:rPr lang="fr-FR" dirty="0"/>
              <a:t>-a-aujourd’hui</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936275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https://www.novanea.fr/</a:t>
            </a:r>
            <a:r>
              <a:rPr lang="fr-FR" dirty="0" err="1"/>
              <a:t>actualites</a:t>
            </a:r>
            <a:r>
              <a:rPr lang="fr-FR" dirty="0"/>
              <a:t>/</a:t>
            </a:r>
            <a:r>
              <a:rPr lang="fr-FR" dirty="0" err="1"/>
              <a:t>levolution</a:t>
            </a:r>
            <a:r>
              <a:rPr lang="fr-FR" dirty="0"/>
              <a:t>-des-habitations-de-la-</a:t>
            </a:r>
            <a:r>
              <a:rPr lang="fr-FR" dirty="0" err="1"/>
              <a:t>prehistoire</a:t>
            </a:r>
            <a:r>
              <a:rPr lang="fr-FR" dirty="0"/>
              <a:t>-a-aujourd’hui</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618824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https://www.novanea.fr/</a:t>
            </a:r>
            <a:r>
              <a:rPr lang="fr-FR" dirty="0" err="1"/>
              <a:t>actualites</a:t>
            </a:r>
            <a:r>
              <a:rPr lang="fr-FR" dirty="0"/>
              <a:t>/</a:t>
            </a:r>
            <a:r>
              <a:rPr lang="fr-FR" dirty="0" err="1"/>
              <a:t>levolution</a:t>
            </a:r>
            <a:r>
              <a:rPr lang="fr-FR" dirty="0"/>
              <a:t>-des-habitations-de-la-</a:t>
            </a:r>
            <a:r>
              <a:rPr lang="fr-FR" dirty="0" err="1"/>
              <a:t>prehistoire</a:t>
            </a:r>
            <a:r>
              <a:rPr lang="fr-FR" dirty="0"/>
              <a:t>-a-aujourd’hui</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247411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https://www.novanea.fr/</a:t>
            </a:r>
            <a:r>
              <a:rPr lang="fr-FR" dirty="0" err="1"/>
              <a:t>actualites</a:t>
            </a:r>
            <a:r>
              <a:rPr lang="fr-FR" dirty="0"/>
              <a:t>/</a:t>
            </a:r>
            <a:r>
              <a:rPr lang="fr-FR" dirty="0" err="1"/>
              <a:t>levolution</a:t>
            </a:r>
            <a:r>
              <a:rPr lang="fr-FR" dirty="0"/>
              <a:t>-des-habitations-de-la-</a:t>
            </a:r>
            <a:r>
              <a:rPr lang="fr-FR" dirty="0" err="1"/>
              <a:t>prehistoire</a:t>
            </a:r>
            <a:r>
              <a:rPr lang="fr-FR" dirty="0"/>
              <a:t>-a-aujourd’hui</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399130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https://www.novanea.fr/</a:t>
            </a:r>
            <a:r>
              <a:rPr lang="fr-FR" dirty="0" err="1"/>
              <a:t>actualites</a:t>
            </a:r>
            <a:r>
              <a:rPr lang="fr-FR" dirty="0"/>
              <a:t>/</a:t>
            </a:r>
            <a:r>
              <a:rPr lang="fr-FR" dirty="0" err="1"/>
              <a:t>levolution</a:t>
            </a:r>
            <a:r>
              <a:rPr lang="fr-FR" dirty="0"/>
              <a:t>-des-habitations-de-la-</a:t>
            </a:r>
            <a:r>
              <a:rPr lang="fr-FR" dirty="0" err="1"/>
              <a:t>prehistoire</a:t>
            </a:r>
            <a:r>
              <a:rPr lang="fr-FR" dirty="0"/>
              <a:t>-a-aujourd’hui</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040046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https://www.novanea.fr/</a:t>
            </a:r>
            <a:r>
              <a:rPr lang="fr-FR" dirty="0" err="1"/>
              <a:t>actualites</a:t>
            </a:r>
            <a:r>
              <a:rPr lang="fr-FR" dirty="0"/>
              <a:t>/</a:t>
            </a:r>
            <a:r>
              <a:rPr lang="fr-FR" dirty="0" err="1"/>
              <a:t>levolution</a:t>
            </a:r>
            <a:r>
              <a:rPr lang="fr-FR" dirty="0"/>
              <a:t>-des-habitations-de-la-</a:t>
            </a:r>
            <a:r>
              <a:rPr lang="fr-FR" dirty="0" err="1"/>
              <a:t>prehistoire</a:t>
            </a:r>
            <a:r>
              <a:rPr lang="fr-FR" dirty="0"/>
              <a:t>-a-aujourd’hui</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182297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https://www.google.com/</a:t>
            </a:r>
            <a:r>
              <a:rPr lang="fr-FR" dirty="0" err="1"/>
              <a:t>imgres?imgurl</a:t>
            </a:r>
            <a:r>
              <a:rPr lang="fr-FR" dirty="0"/>
              <a:t>=x-raw-image%3A%2F%2F%2F8a10523b3e0dfb46ec57724f6e9b3b817407b33310169f3e794633da85beabdb&amp;tbnid=</a:t>
            </a:r>
            <a:r>
              <a:rPr lang="fr-FR" dirty="0" err="1"/>
              <a:t>RvsNPjtSEIphHM&amp;vet</a:t>
            </a:r>
            <a:r>
              <a:rPr lang="fr-FR" dirty="0"/>
              <a:t>=12ahUKEwilhfGu6eyFAxWM6wIHHR91AOMQxiAoBHoECAAQLg..i&amp;imgrefurl=https%3A%2F%2Fhuppe.ent.auvergnerhonealpes.fr%2FlectureFichiergw.do%3FID_FICHIER%3D4842&amp;docid=f--8CIEyKbJqZM&amp;w=1208&amp;h=642&amp;itg=1&amp;q=classification%20des%20mat%C3%A9riaux%20dans%20l%27architecture&amp;ved=2ahUKEwilhfGu6eyFAxWM6wIHHR91AOMQxiAoBHoECAAQLg#imgrc=</a:t>
            </a:r>
            <a:r>
              <a:rPr lang="fr-FR" dirty="0" err="1"/>
              <a:t>RvsNPjtSEIphHM&amp;imgdii</a:t>
            </a:r>
            <a:r>
              <a:rPr lang="fr-FR" dirty="0"/>
              <a:t>=coPI7MZ9qxTWBM</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585123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https://www.google.com/</a:t>
            </a:r>
            <a:r>
              <a:rPr lang="fr-FR" dirty="0" err="1"/>
              <a:t>imgres?imgurl</a:t>
            </a:r>
            <a:r>
              <a:rPr lang="fr-FR" dirty="0"/>
              <a:t>=x-raw-image%3A%2F%2F%2F8a10523b3e0dfb46ec57724f6e9b3b817407b33310169f3e794633da85beabdb&amp;tbnid=</a:t>
            </a:r>
            <a:r>
              <a:rPr lang="fr-FR" dirty="0" err="1"/>
              <a:t>RvsNPjtSEIphHM&amp;vet</a:t>
            </a:r>
            <a:r>
              <a:rPr lang="fr-FR" dirty="0"/>
              <a:t>=12ahUKEwilhfGu6eyFAxWM6wIHHR91AOMQxiAoBHoECAAQLg..i&amp;imgrefurl=https%3A%2F%2Fhuppe.ent.auvergnerhonealpes.fr%2FlectureFichiergw.do%3FID_FICHIER%3D4842&amp;docid=f--8CIEyKbJqZM&amp;w=1208&amp;h=642&amp;itg=1&amp;q=classification%20des%20mat%C3%A9riaux%20dans%20l%27architecture&amp;ved=2ahUKEwilhfGu6eyFAxWM6wIHHR91AOMQxiAoBHoECAAQLg#imgrc=</a:t>
            </a:r>
            <a:r>
              <a:rPr lang="fr-FR" dirty="0" err="1"/>
              <a:t>RvsNPjtSEIphHM&amp;imgdii</a:t>
            </a:r>
            <a:r>
              <a:rPr lang="fr-FR" dirty="0"/>
              <a:t>=coPI7MZ9qxTWBM</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475932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https://www.google.com/</a:t>
            </a:r>
            <a:r>
              <a:rPr lang="fr-FR" dirty="0" err="1"/>
              <a:t>imgres?imgurl</a:t>
            </a:r>
            <a:r>
              <a:rPr lang="fr-FR" dirty="0"/>
              <a:t>=x-raw-image%3A%2F%2F%2F8a10523b3e0dfb46ec57724f6e9b3b817407b33310169f3e794633da85beabdb&amp;tbnid=</a:t>
            </a:r>
            <a:r>
              <a:rPr lang="fr-FR" dirty="0" err="1"/>
              <a:t>RvsNPjtSEIphHM&amp;vet</a:t>
            </a:r>
            <a:r>
              <a:rPr lang="fr-FR" dirty="0"/>
              <a:t>=12ahUKEwilhfGu6eyFAxWM6wIHHR91AOMQxiAoBHoECAAQLg..i&amp;imgrefurl=https%3A%2F%2Fhuppe.ent.auvergnerhonealpes.fr%2FlectureFichiergw.do%3FID_FICHIER%3D4842&amp;docid=f--8CIEyKbJqZM&amp;w=1208&amp;h=642&amp;itg=1&amp;q=classification%20des%20mat%C3%A9riaux%20dans%20l%27architecture&amp;ved=2ahUKEwilhfGu6eyFAxWM6wIHHR91AOMQxiAoBHoECAAQLg#imgrc=</a:t>
            </a:r>
            <a:r>
              <a:rPr lang="fr-FR" dirty="0" err="1"/>
              <a:t>RvsNPjtSEIphHM&amp;imgdii</a:t>
            </a:r>
            <a:r>
              <a:rPr lang="fr-FR" dirty="0"/>
              <a:t>=coPI7MZ9qxTWBM</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198854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https://www.google.com/</a:t>
            </a:r>
            <a:r>
              <a:rPr lang="fr-FR" dirty="0" err="1"/>
              <a:t>imgres?imgurl</a:t>
            </a:r>
            <a:r>
              <a:rPr lang="fr-FR" dirty="0"/>
              <a:t>=x-raw-image%3A%2F%2F%2F8a10523b3e0dfb46ec57724f6e9b3b817407b33310169f3e794633da85beabdb&amp;tbnid=</a:t>
            </a:r>
            <a:r>
              <a:rPr lang="fr-FR" dirty="0" err="1"/>
              <a:t>RvsNPjtSEIphHM&amp;vet</a:t>
            </a:r>
            <a:r>
              <a:rPr lang="fr-FR" dirty="0"/>
              <a:t>=12ahUKEwilhfGu6eyFAxWM6wIHHR91AOMQxiAoBHoECAAQLg..i&amp;imgrefurl=https%3A%2F%2Fhuppe.ent.auvergnerhonealpes.fr%2FlectureFichiergw.do%3FID_FICHIER%3D4842&amp;docid=f--8CIEyKbJqZM&amp;w=1208&amp;h=642&amp;itg=1&amp;q=classification%20des%20mat%C3%A9riaux%20dans%20l%27architecture&amp;ved=2ahUKEwilhfGu6eyFAxWM6wIHHR91AOMQxiAoBHoECAAQLg#imgrc=</a:t>
            </a:r>
            <a:r>
              <a:rPr lang="fr-FR" dirty="0" err="1"/>
              <a:t>RvsNPjtSEIphHM&amp;imgdii</a:t>
            </a:r>
            <a:r>
              <a:rPr lang="fr-FR" dirty="0"/>
              <a:t>=coPI7MZ9qxTWBM</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800789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https://www.novanea.fr/</a:t>
            </a:r>
            <a:r>
              <a:rPr lang="fr-FR" dirty="0" err="1"/>
              <a:t>actualites</a:t>
            </a:r>
            <a:r>
              <a:rPr lang="fr-FR" dirty="0"/>
              <a:t>/</a:t>
            </a:r>
            <a:r>
              <a:rPr lang="fr-FR" dirty="0" err="1"/>
              <a:t>levolution</a:t>
            </a:r>
            <a:r>
              <a:rPr lang="fr-FR" dirty="0"/>
              <a:t>-des-habitations-de-la-</a:t>
            </a:r>
            <a:r>
              <a:rPr lang="fr-FR" dirty="0" err="1"/>
              <a:t>prehistoire</a:t>
            </a:r>
            <a:r>
              <a:rPr lang="fr-FR" dirty="0"/>
              <a:t>-a-aujourd’hui</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539702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https://www.google.com/</a:t>
            </a:r>
            <a:r>
              <a:rPr lang="fr-FR" dirty="0" err="1"/>
              <a:t>imgres?imgurl</a:t>
            </a:r>
            <a:r>
              <a:rPr lang="fr-FR" dirty="0"/>
              <a:t>=x-raw-image%3A%2F%2F%2F8a10523b3e0dfb46ec57724f6e9b3b817407b33310169f3e794633da85beabdb&amp;tbnid=</a:t>
            </a:r>
            <a:r>
              <a:rPr lang="fr-FR" dirty="0" err="1"/>
              <a:t>RvsNPjtSEIphHM&amp;vet</a:t>
            </a:r>
            <a:r>
              <a:rPr lang="fr-FR" dirty="0"/>
              <a:t>=12ahUKEwilhfGu6eyFAxWM6wIHHR91AOMQxiAoBHoECAAQLg..i&amp;imgrefurl=https%3A%2F%2Fhuppe.ent.auvergnerhonealpes.fr%2FlectureFichiergw.do%3FID_FICHIER%3D4842&amp;docid=f--8CIEyKbJqZM&amp;w=1208&amp;h=642&amp;itg=1&amp;q=classification%20des%20mat%C3%A9riaux%20dans%20l%27architecture&amp;ved=2ahUKEwilhfGu6eyFAxWM6wIHHR91AOMQxiAoBHoECAAQLg#imgrc=</a:t>
            </a:r>
            <a:r>
              <a:rPr lang="fr-FR" dirty="0" err="1"/>
              <a:t>RvsNPjtSEIphHM&amp;imgdii</a:t>
            </a:r>
            <a:r>
              <a:rPr lang="fr-FR" dirty="0"/>
              <a:t>=coPI7MZ9qxTWBM</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8341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https://www.google.com/</a:t>
            </a:r>
            <a:r>
              <a:rPr lang="fr-FR" dirty="0" err="1"/>
              <a:t>imgres?imgurl</a:t>
            </a:r>
            <a:r>
              <a:rPr lang="fr-FR" dirty="0"/>
              <a:t>=x-raw-image%3A%2F%2F%2F8a10523b3e0dfb46ec57724f6e9b3b817407b33310169f3e794633da85beabdb&amp;tbnid=</a:t>
            </a:r>
            <a:r>
              <a:rPr lang="fr-FR" dirty="0" err="1"/>
              <a:t>RvsNPjtSEIphHM&amp;vet</a:t>
            </a:r>
            <a:r>
              <a:rPr lang="fr-FR" dirty="0"/>
              <a:t>=12ahUKEwilhfGu6eyFAxWM6wIHHR91AOMQxiAoBHoECAAQLg..i&amp;imgrefurl=https%3A%2F%2Fhuppe.ent.auvergnerhonealpes.fr%2FlectureFichiergw.do%3FID_FICHIER%3D4842&amp;docid=f--8CIEyKbJqZM&amp;w=1208&amp;h=642&amp;itg=1&amp;q=classification%20des%20mat%C3%A9riaux%20dans%20l%27architecture&amp;ved=2ahUKEwilhfGu6eyFAxWM6wIHHR91AOMQxiAoBHoECAAQLg#imgrc=</a:t>
            </a:r>
            <a:r>
              <a:rPr lang="fr-FR" dirty="0" err="1"/>
              <a:t>RvsNPjtSEIphHM&amp;imgdii</a:t>
            </a:r>
            <a:r>
              <a:rPr lang="fr-FR" dirty="0"/>
              <a:t>=coPI7MZ9qxTWBM</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097817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https://www.google.com/</a:t>
            </a:r>
            <a:r>
              <a:rPr lang="fr-FR" dirty="0" err="1"/>
              <a:t>imgres?imgurl</a:t>
            </a:r>
            <a:r>
              <a:rPr lang="fr-FR" dirty="0"/>
              <a:t>=x-raw-image%3A%2F%2F%2F8a10523b3e0dfb46ec57724f6e9b3b817407b33310169f3e794633da85beabdb&amp;tbnid=</a:t>
            </a:r>
            <a:r>
              <a:rPr lang="fr-FR" dirty="0" err="1"/>
              <a:t>RvsNPjtSEIphHM&amp;vet</a:t>
            </a:r>
            <a:r>
              <a:rPr lang="fr-FR" dirty="0"/>
              <a:t>=12ahUKEwilhfGu6eyFAxWM6wIHHR91AOMQxiAoBHoECAAQLg..i&amp;imgrefurl=https%3A%2F%2Fhuppe.ent.auvergnerhonealpes.fr%2FlectureFichiergw.do%3FID_FICHIER%3D4842&amp;docid=f--8CIEyKbJqZM&amp;w=1208&amp;h=642&amp;itg=1&amp;q=classification%20des%20mat%C3%A9riaux%20dans%20l%27architecture&amp;ved=2ahUKEwilhfGu6eyFAxWM6wIHHR91AOMQxiAoBHoECAAQLg#imgrc=</a:t>
            </a:r>
            <a:r>
              <a:rPr lang="fr-FR" dirty="0" err="1"/>
              <a:t>RvsNPjtSEIphHM&amp;imgdii</a:t>
            </a:r>
            <a:r>
              <a:rPr lang="fr-FR" dirty="0"/>
              <a:t>=coPI7MZ9qxTWBM</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75072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https://www.google.com/</a:t>
            </a:r>
            <a:r>
              <a:rPr lang="fr-FR" dirty="0" err="1"/>
              <a:t>imgres?imgurl</a:t>
            </a:r>
            <a:r>
              <a:rPr lang="fr-FR" dirty="0"/>
              <a:t>=x-raw-image%3A%2F%2F%2F8a10523b3e0dfb46ec57724f6e9b3b817407b33310169f3e794633da85beabdb&amp;tbnid=</a:t>
            </a:r>
            <a:r>
              <a:rPr lang="fr-FR" dirty="0" err="1"/>
              <a:t>RvsNPjtSEIphHM&amp;vet</a:t>
            </a:r>
            <a:r>
              <a:rPr lang="fr-FR" dirty="0"/>
              <a:t>=12ahUKEwilhfGu6eyFAxWM6wIHHR91AOMQxiAoBHoECAAQLg..i&amp;imgrefurl=https%3A%2F%2Fhuppe.ent.auvergnerhonealpes.fr%2FlectureFichiergw.do%3FID_FICHIER%3D4842&amp;docid=f--8CIEyKbJqZM&amp;w=1208&amp;h=642&amp;itg=1&amp;q=classification%20des%20mat%C3%A9riaux%20dans%20l%27architecture&amp;ved=2ahUKEwilhfGu6eyFAxWM6wIHHR91AOMQxiAoBHoECAAQLg#imgrc=</a:t>
            </a:r>
            <a:r>
              <a:rPr lang="fr-FR" dirty="0" err="1"/>
              <a:t>RvsNPjtSEIphHM&amp;imgdii</a:t>
            </a:r>
            <a:r>
              <a:rPr lang="fr-FR" dirty="0"/>
              <a:t>=coPI7MZ9qxTWBM</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340527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https://www.google.com/</a:t>
            </a:r>
            <a:r>
              <a:rPr lang="fr-FR" dirty="0" err="1"/>
              <a:t>imgres?imgurl</a:t>
            </a:r>
            <a:r>
              <a:rPr lang="fr-FR" dirty="0"/>
              <a:t>=x-raw-image%3A%2F%2F%2F8a10523b3e0dfb46ec57724f6e9b3b817407b33310169f3e794633da85beabdb&amp;tbnid=</a:t>
            </a:r>
            <a:r>
              <a:rPr lang="fr-FR" dirty="0" err="1"/>
              <a:t>RvsNPjtSEIphHM&amp;vet</a:t>
            </a:r>
            <a:r>
              <a:rPr lang="fr-FR" dirty="0"/>
              <a:t>=12ahUKEwilhfGu6eyFAxWM6wIHHR91AOMQxiAoBHoECAAQLg..i&amp;imgrefurl=https%3A%2F%2Fhuppe.ent.auvergnerhonealpes.fr%2FlectureFichiergw.do%3FID_FICHIER%3D4842&amp;docid=f--8CIEyKbJqZM&amp;w=1208&amp;h=642&amp;itg=1&amp;q=classification%20des%20mat%C3%A9riaux%20dans%20l%27architecture&amp;ved=2ahUKEwilhfGu6eyFAxWM6wIHHR91AOMQxiAoBHoECAAQLg#imgrc=</a:t>
            </a:r>
            <a:r>
              <a:rPr lang="fr-FR" dirty="0" err="1"/>
              <a:t>RvsNPjtSEIphHM&amp;imgdii</a:t>
            </a:r>
            <a:r>
              <a:rPr lang="fr-FR" dirty="0"/>
              <a:t>=coPI7MZ9qxTWBM</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104873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https://www.google.com/</a:t>
            </a:r>
            <a:r>
              <a:rPr lang="fr-FR" dirty="0" err="1"/>
              <a:t>imgres?imgurl</a:t>
            </a:r>
            <a:r>
              <a:rPr lang="fr-FR" dirty="0"/>
              <a:t>=x-raw-image%3A%2F%2F%2F8a10523b3e0dfb46ec57724f6e9b3b817407b33310169f3e794633da85beabdb&amp;tbnid=</a:t>
            </a:r>
            <a:r>
              <a:rPr lang="fr-FR" dirty="0" err="1"/>
              <a:t>RvsNPjtSEIphHM&amp;vet</a:t>
            </a:r>
            <a:r>
              <a:rPr lang="fr-FR" dirty="0"/>
              <a:t>=12ahUKEwilhfGu6eyFAxWM6wIHHR91AOMQxiAoBHoECAAQLg..i&amp;imgrefurl=https%3A%2F%2Fhuppe.ent.auvergnerhonealpes.fr%2FlectureFichiergw.do%3FID_FICHIER%3D4842&amp;docid=f--8CIEyKbJqZM&amp;w=1208&amp;h=642&amp;itg=1&amp;q=classification%20des%20mat%C3%A9riaux%20dans%20l%27architecture&amp;ved=2ahUKEwilhfGu6eyFAxWM6wIHHR91AOMQxiAoBHoECAAQLg#imgrc=</a:t>
            </a:r>
            <a:r>
              <a:rPr lang="fr-FR" dirty="0" err="1"/>
              <a:t>RvsNPjtSEIphHM&amp;imgdii</a:t>
            </a:r>
            <a:r>
              <a:rPr lang="fr-FR" dirty="0"/>
              <a:t>=coPI7MZ9qxTWBM</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81223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https://www.google.com/</a:t>
            </a:r>
            <a:r>
              <a:rPr lang="fr-FR" dirty="0" err="1"/>
              <a:t>imgres?imgurl</a:t>
            </a:r>
            <a:r>
              <a:rPr lang="fr-FR" dirty="0"/>
              <a:t>=x-raw-image%3A%2F%2F%2F8a10523b3e0dfb46ec57724f6e9b3b817407b33310169f3e794633da85beabdb&amp;tbnid=</a:t>
            </a:r>
            <a:r>
              <a:rPr lang="fr-FR" dirty="0" err="1"/>
              <a:t>RvsNPjtSEIphHM&amp;vet</a:t>
            </a:r>
            <a:r>
              <a:rPr lang="fr-FR" dirty="0"/>
              <a:t>=12ahUKEwilhfGu6eyFAxWM6wIHHR91AOMQxiAoBHoECAAQLg..i&amp;imgrefurl=https%3A%2F%2Fhuppe.ent.auvergnerhonealpes.fr%2FlectureFichiergw.do%3FID_FICHIER%3D4842&amp;docid=f--8CIEyKbJqZM&amp;w=1208&amp;h=642&amp;itg=1&amp;q=classification%20des%20mat%C3%A9riaux%20dans%20l%27architecture&amp;ved=2ahUKEwilhfGu6eyFAxWM6wIHHR91AOMQxiAoBHoECAAQLg#imgrc=</a:t>
            </a:r>
            <a:r>
              <a:rPr lang="fr-FR" dirty="0" err="1"/>
              <a:t>RvsNPjtSEIphHM&amp;imgdii</a:t>
            </a:r>
            <a:r>
              <a:rPr lang="fr-FR" dirty="0"/>
              <a:t>=coPI7MZ9qxTWBM</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228726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https://www.google.com/</a:t>
            </a:r>
            <a:r>
              <a:rPr lang="fr-FR" dirty="0" err="1"/>
              <a:t>imgres?imgurl</a:t>
            </a:r>
            <a:r>
              <a:rPr lang="fr-FR" dirty="0"/>
              <a:t>=x-raw-image%3A%2F%2F%2F8a10523b3e0dfb46ec57724f6e9b3b817407b33310169f3e794633da85beabdb&amp;tbnid=</a:t>
            </a:r>
            <a:r>
              <a:rPr lang="fr-FR" dirty="0" err="1"/>
              <a:t>RvsNPjtSEIphHM&amp;vet</a:t>
            </a:r>
            <a:r>
              <a:rPr lang="fr-FR" dirty="0"/>
              <a:t>=12ahUKEwilhfGu6eyFAxWM6wIHHR91AOMQxiAoBHoECAAQLg..i&amp;imgrefurl=https%3A%2F%2Fhuppe.ent.auvergnerhonealpes.fr%2FlectureFichiergw.do%3FID_FICHIER%3D4842&amp;docid=f--8CIEyKbJqZM&amp;w=1208&amp;h=642&amp;itg=1&amp;q=classification%20des%20mat%C3%A9riaux%20dans%20l%27architecture&amp;ved=2ahUKEwilhfGu6eyFAxWM6wIHHR91AOMQxiAoBHoECAAQLg#imgrc=</a:t>
            </a:r>
            <a:r>
              <a:rPr lang="fr-FR" dirty="0" err="1"/>
              <a:t>RvsNPjtSEIphHM&amp;imgdii</a:t>
            </a:r>
            <a:r>
              <a:rPr lang="fr-FR" dirty="0"/>
              <a:t>=coPI7MZ9qxTWBM</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474012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https://www.google.com/</a:t>
            </a:r>
            <a:r>
              <a:rPr lang="fr-FR" dirty="0" err="1"/>
              <a:t>imgres?imgurl</a:t>
            </a:r>
            <a:r>
              <a:rPr lang="fr-FR" dirty="0"/>
              <a:t>=x-raw-image%3A%2F%2F%2F8a10523b3e0dfb46ec57724f6e9b3b817407b33310169f3e794633da85beabdb&amp;tbnid=</a:t>
            </a:r>
            <a:r>
              <a:rPr lang="fr-FR" dirty="0" err="1"/>
              <a:t>RvsNPjtSEIphHM&amp;vet</a:t>
            </a:r>
            <a:r>
              <a:rPr lang="fr-FR" dirty="0"/>
              <a:t>=12ahUKEwilhfGu6eyFAxWM6wIHHR91AOMQxiAoBHoECAAQLg..i&amp;imgrefurl=https%3A%2F%2Fhuppe.ent.auvergnerhonealpes.fr%2FlectureFichiergw.do%3FID_FICHIER%3D4842&amp;docid=f--8CIEyKbJqZM&amp;w=1208&amp;h=642&amp;itg=1&amp;q=classification%20des%20mat%C3%A9riaux%20dans%20l%27architecture&amp;ved=2ahUKEwilhfGu6eyFAxWM6wIHHR91AOMQxiAoBHoECAAQLg#imgrc=</a:t>
            </a:r>
            <a:r>
              <a:rPr lang="fr-FR" dirty="0" err="1"/>
              <a:t>RvsNPjtSEIphHM&amp;imgdii</a:t>
            </a:r>
            <a:r>
              <a:rPr lang="fr-FR" dirty="0"/>
              <a:t>=coPI7MZ9qxTWBM</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436027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https://www.google.com/</a:t>
            </a:r>
            <a:r>
              <a:rPr lang="fr-FR" dirty="0" err="1"/>
              <a:t>imgres?imgurl</a:t>
            </a:r>
            <a:r>
              <a:rPr lang="fr-FR" dirty="0"/>
              <a:t>=x-raw-image%3A%2F%2F%2F8a10523b3e0dfb46ec57724f6e9b3b817407b33310169f3e794633da85beabdb&amp;tbnid=</a:t>
            </a:r>
            <a:r>
              <a:rPr lang="fr-FR" dirty="0" err="1"/>
              <a:t>RvsNPjtSEIphHM&amp;vet</a:t>
            </a:r>
            <a:r>
              <a:rPr lang="fr-FR" dirty="0"/>
              <a:t>=12ahUKEwilhfGu6eyFAxWM6wIHHR91AOMQxiAoBHoECAAQLg..i&amp;imgrefurl=https%3A%2F%2Fhuppe.ent.auvergnerhonealpes.fr%2FlectureFichiergw.do%3FID_FICHIER%3D4842&amp;docid=f--8CIEyKbJqZM&amp;w=1208&amp;h=642&amp;itg=1&amp;q=classification%20des%20mat%C3%A9riaux%20dans%20l%27architecture&amp;ved=2ahUKEwilhfGu6eyFAxWM6wIHHR91AOMQxiAoBHoECAAQLg#imgrc=</a:t>
            </a:r>
            <a:r>
              <a:rPr lang="fr-FR" dirty="0" err="1"/>
              <a:t>RvsNPjtSEIphHM&amp;imgdii</a:t>
            </a:r>
            <a:r>
              <a:rPr lang="fr-FR" dirty="0"/>
              <a:t>=coPI7MZ9qxTWBM</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486790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https://www.google.com/</a:t>
            </a:r>
            <a:r>
              <a:rPr lang="fr-FR" dirty="0" err="1"/>
              <a:t>imgres?imgurl</a:t>
            </a:r>
            <a:r>
              <a:rPr lang="fr-FR" dirty="0"/>
              <a:t>=x-raw-image%3A%2F%2F%2F8a10523b3e0dfb46ec57724f6e9b3b817407b33310169f3e794633da85beabdb&amp;tbnid=</a:t>
            </a:r>
            <a:r>
              <a:rPr lang="fr-FR" dirty="0" err="1"/>
              <a:t>RvsNPjtSEIphHM&amp;vet</a:t>
            </a:r>
            <a:r>
              <a:rPr lang="fr-FR" dirty="0"/>
              <a:t>=12ahUKEwilhfGu6eyFAxWM6wIHHR91AOMQxiAoBHoECAAQLg..i&amp;imgrefurl=https%3A%2F%2Fhuppe.ent.auvergnerhonealpes.fr%2FlectureFichiergw.do%3FID_FICHIER%3D4842&amp;docid=f--8CIEyKbJqZM&amp;w=1208&amp;h=642&amp;itg=1&amp;q=classification%20des%20mat%C3%A9riaux%20dans%20l%27architecture&amp;ved=2ahUKEwilhfGu6eyFAxWM6wIHHR91AOMQxiAoBHoECAAQLg#imgrc=</a:t>
            </a:r>
            <a:r>
              <a:rPr lang="fr-FR" dirty="0" err="1"/>
              <a:t>RvsNPjtSEIphHM&amp;imgdii</a:t>
            </a:r>
            <a:r>
              <a:rPr lang="fr-FR" dirty="0"/>
              <a:t>=coPI7MZ9qxTWBM</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272397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https://www.google.com/</a:t>
            </a:r>
            <a:r>
              <a:rPr lang="fr-FR" dirty="0" err="1"/>
              <a:t>imgres?imgurl</a:t>
            </a:r>
            <a:r>
              <a:rPr lang="fr-FR" dirty="0"/>
              <a:t>=x-raw-image%3A%2F%2F%2F8a10523b3e0dfb46ec57724f6e9b3b817407b33310169f3e794633da85beabdb&amp;tbnid=</a:t>
            </a:r>
            <a:r>
              <a:rPr lang="fr-FR" dirty="0" err="1"/>
              <a:t>RvsNPjtSEIphHM&amp;vet</a:t>
            </a:r>
            <a:r>
              <a:rPr lang="fr-FR" dirty="0"/>
              <a:t>=12ahUKEwilhfGu6eyFAxWM6wIHHR91AOMQxiAoBHoECAAQLg..i&amp;imgrefurl=https%3A%2F%2Fhuppe.ent.auvergnerhonealpes.fr%2FlectureFichiergw.do%3FID_FICHIER%3D4842&amp;docid=f--8CIEyKbJqZM&amp;w=1208&amp;h=642&amp;itg=1&amp;q=classification%20des%20mat%C3%A9riaux%20dans%20l%27architecture&amp;ved=2ahUKEwilhfGu6eyFAxWM6wIHHR91AOMQxiAoBHoECAAQLg#imgrc=</a:t>
            </a:r>
            <a:r>
              <a:rPr lang="fr-FR" dirty="0" err="1"/>
              <a:t>RvsNPjtSEIphHM&amp;imgdii</a:t>
            </a:r>
            <a:r>
              <a:rPr lang="fr-FR" dirty="0"/>
              <a:t>=coPI7MZ9qxTWBM</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035987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https://www.google.com/</a:t>
            </a:r>
            <a:r>
              <a:rPr lang="fr-FR" dirty="0" err="1"/>
              <a:t>imgres?imgurl</a:t>
            </a:r>
            <a:r>
              <a:rPr lang="fr-FR" dirty="0"/>
              <a:t>=x-raw-image%3A%2F%2F%2F8a10523b3e0dfb46ec57724f6e9b3b817407b33310169f3e794633da85beabdb&amp;tbnid=</a:t>
            </a:r>
            <a:r>
              <a:rPr lang="fr-FR" dirty="0" err="1"/>
              <a:t>RvsNPjtSEIphHM&amp;vet</a:t>
            </a:r>
            <a:r>
              <a:rPr lang="fr-FR" dirty="0"/>
              <a:t>=12ahUKEwilhfGu6eyFAxWM6wIHHR91AOMQxiAoBHoECAAQLg..i&amp;imgrefurl=https%3A%2F%2Fhuppe.ent.auvergnerhonealpes.fr%2FlectureFichiergw.do%3FID_FICHIER%3D4842&amp;docid=f--8CIEyKbJqZM&amp;w=1208&amp;h=642&amp;itg=1&amp;q=classification%20des%20mat%C3%A9riaux%20dans%20l%27architecture&amp;ved=2ahUKEwilhfGu6eyFAxWM6wIHHR91AOMQxiAoBHoECAAQLg#imgrc=</a:t>
            </a:r>
            <a:r>
              <a:rPr lang="fr-FR" dirty="0" err="1"/>
              <a:t>RvsNPjtSEIphHM&amp;imgdii</a:t>
            </a:r>
            <a:r>
              <a:rPr lang="fr-FR" dirty="0"/>
              <a:t>=coPI7MZ9qxTWBM</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4563943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https://www.google.com/</a:t>
            </a:r>
            <a:r>
              <a:rPr lang="fr-FR" dirty="0" err="1"/>
              <a:t>imgres?imgurl</a:t>
            </a:r>
            <a:r>
              <a:rPr lang="fr-FR" dirty="0"/>
              <a:t>=x-raw-image%3A%2F%2F%2F8a10523b3e0dfb46ec57724f6e9b3b817407b33310169f3e794633da85beabdb&amp;tbnid=</a:t>
            </a:r>
            <a:r>
              <a:rPr lang="fr-FR" dirty="0" err="1"/>
              <a:t>RvsNPjtSEIphHM&amp;vet</a:t>
            </a:r>
            <a:r>
              <a:rPr lang="fr-FR" dirty="0"/>
              <a:t>=12ahUKEwilhfGu6eyFAxWM6wIHHR91AOMQxiAoBHoECAAQLg..i&amp;imgrefurl=https%3A%2F%2Fhuppe.ent.auvergnerhonealpes.fr%2FlectureFichiergw.do%3FID_FICHIER%3D4842&amp;docid=f--8CIEyKbJqZM&amp;w=1208&amp;h=642&amp;itg=1&amp;q=classification%20des%20mat%C3%A9riaux%20dans%20l%27architecture&amp;ved=2ahUKEwilhfGu6eyFAxWM6wIHHR91AOMQxiAoBHoECAAQLg#imgrc=</a:t>
            </a:r>
            <a:r>
              <a:rPr lang="fr-FR" dirty="0" err="1"/>
              <a:t>RvsNPjtSEIphHM&amp;imgdii</a:t>
            </a:r>
            <a:r>
              <a:rPr lang="fr-FR" dirty="0"/>
              <a:t>=coPI7MZ9qxTWBM</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0686146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https://www.google.com/</a:t>
            </a:r>
            <a:r>
              <a:rPr lang="fr-FR" dirty="0" err="1"/>
              <a:t>imgres?imgurl</a:t>
            </a:r>
            <a:r>
              <a:rPr lang="fr-FR" dirty="0"/>
              <a:t>=x-raw-image%3A%2F%2F%2F8a10523b3e0dfb46ec57724f6e9b3b817407b33310169f3e794633da85beabdb&amp;tbnid=</a:t>
            </a:r>
            <a:r>
              <a:rPr lang="fr-FR" dirty="0" err="1"/>
              <a:t>RvsNPjtSEIphHM&amp;vet</a:t>
            </a:r>
            <a:r>
              <a:rPr lang="fr-FR" dirty="0"/>
              <a:t>=12ahUKEwilhfGu6eyFAxWM6wIHHR91AOMQxiAoBHoECAAQLg..i&amp;imgrefurl=https%3A%2F%2Fhuppe.ent.auvergnerhonealpes.fr%2FlectureFichiergw.do%3FID_FICHIER%3D4842&amp;docid=f--8CIEyKbJqZM&amp;w=1208&amp;h=642&amp;itg=1&amp;q=classification%20des%20mat%C3%A9riaux%20dans%20l%27architecture&amp;ved=2ahUKEwilhfGu6eyFAxWM6wIHHR91AOMQxiAoBHoECAAQLg#imgrc=</a:t>
            </a:r>
            <a:r>
              <a:rPr lang="fr-FR" dirty="0" err="1"/>
              <a:t>RvsNPjtSEIphHM&amp;imgdii</a:t>
            </a:r>
            <a:r>
              <a:rPr lang="fr-FR" dirty="0"/>
              <a:t>=coPI7MZ9qxTWBM</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997782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dirty="0"/>
              <a:t>https://www.google.com/</a:t>
            </a:r>
            <a:r>
              <a:rPr lang="fr-FR" dirty="0" err="1"/>
              <a:t>imgres?imgurl</a:t>
            </a:r>
            <a:r>
              <a:rPr lang="fr-FR" dirty="0"/>
              <a:t>=x-raw-image%3A%2F%2F%2F8a10523b3e0dfb46ec57724f6e9b3b817407b33310169f3e794633da85beabdb&amp;tbnid=</a:t>
            </a:r>
            <a:r>
              <a:rPr lang="fr-FR" dirty="0" err="1"/>
              <a:t>RvsNPjtSEIphHM&amp;vet</a:t>
            </a:r>
            <a:r>
              <a:rPr lang="fr-FR" dirty="0"/>
              <a:t>=12ahUKEwilhfGu6eyFAxWM6wIHHR91AOMQxiAoBHoECAAQLg..i&amp;imgrefurl=https%3A%2F%2Fhuppe.ent.auvergnerhonealpes.fr%2FlectureFichiergw.do%3FID_FICHIER%3D4842&amp;docid=f--8CIEyKbJqZM&amp;w=1208&amp;h=642&amp;itg=1&amp;q=classification%20des%20mat%C3%A9riaux%20dans%20l%27architecture&amp;ved=2ahUKEwilhfGu6eyFAxWM6wIHHR91AOMQxiAoBHoECAAQLg#imgrc=</a:t>
            </a:r>
            <a:r>
              <a:rPr lang="fr-FR" dirty="0" err="1"/>
              <a:t>RvsNPjtSEIphHM&amp;imgdii</a:t>
            </a:r>
            <a:r>
              <a:rPr lang="fr-FR" dirty="0"/>
              <a:t>=coPI7MZ9qxTWBM</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566105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r>
              <a:rPr lang="fr-FR" dirty="0"/>
              <a:t>https://www.researchgate.net/publication/322508516_Contribution_a_l%27etude_experimentale_et_a_la_modelisation_des_risques_toxiques_lies_au_phenomene_de_sorption_des_aliments_par_l%27emballage_en_polyethylene_acetate_de_vinyle/figures?lo=1&amp;utm_source=google&amp;utm_medium=organic</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43091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r>
              <a:rPr lang="fr-FR" dirty="0"/>
              <a:t>https://www.researchgate.net/publication/322508516_Contribution_a_l%27etude_experimentale_et_a_la_modelisation_des_risques_toxiques_lies_au_phenomene_de_sorption_des_aliments_par_l%27emballage_en_polyethylene_acetate_de_vinyle/figures?lo=1&amp;utm_source=google&amp;utm_medium=organic</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5378961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r>
              <a:rPr lang="fr-FR" dirty="0"/>
              <a:t>https://www.researchgate.net/publication/322508516_Contribution_a_l%27etude_experimentale_et_a_la_modelisation_des_risques_toxiques_lies_au_phenomene_de_sorption_des_aliments_par_l%27emballage_en_polyethylene_acetate_de_vinyle/figures?lo=1&amp;utm_source=google&amp;utm_medium=organic</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28444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r>
              <a:rPr lang="fr-FR" dirty="0"/>
              <a:t>https://www.researchgate.net/publication/322508516_Contribution_a_l%27etude_experimentale_et_a_la_modelisation_des_risques_toxiques_lies_au_phenomene_de_sorption_des_aliments_par_l%27emballage_en_polyethylene_acetate_de_vinyle/figures?lo=1&amp;utm_source=google&amp;utm_medium=organic</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576432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r>
              <a:rPr lang="fr-FR" dirty="0"/>
              <a:t>https://www.researchgate.net/publication/322508516_Contribution_a_l%27etude_experimentale_et_a_la_modelisation_des_risques_toxiques_lies_au_phenomene_de_sorption_des_aliments_par_l%27emballage_en_polyethylene_acetate_de_vinyle/figures?lo=1&amp;utm_source=google&amp;utm_medium=organic</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747255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r>
              <a:rPr lang="fr-FR" dirty="0"/>
              <a:t>https://www.researchgate.net/publication/322508516_Contribution_a_l%27etude_experimentale_et_a_la_modelisation_des_risques_toxiques_lies_au_phenomene_de_sorption_des_aliments_par_l%27emballage_en_polyethylene_acetate_de_vinyle/figures?lo=1&amp;utm_source=google&amp;utm_medium=organic</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80150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21"/>
        <p:cNvGrpSpPr/>
        <p:nvPr/>
      </p:nvGrpSpPr>
      <p:grpSpPr>
        <a:xfrm>
          <a:off x="0" y="0"/>
          <a:ext cx="0" cy="0"/>
          <a:chOff x="0" y="0"/>
          <a:chExt cx="0" cy="0"/>
        </a:xfrm>
      </p:grpSpPr>
      <p:sp>
        <p:nvSpPr>
          <p:cNvPr id="22" name="Google Shape;22;p6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6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24" name="Google Shape;24;p6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5" name="Google Shape;25;p6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6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52"/>
        <p:cNvGrpSpPr/>
        <p:nvPr/>
      </p:nvGrpSpPr>
      <p:grpSpPr>
        <a:xfrm>
          <a:off x="0" y="0"/>
          <a:ext cx="0" cy="0"/>
          <a:chOff x="0" y="0"/>
          <a:chExt cx="0" cy="0"/>
        </a:xfrm>
      </p:grpSpPr>
      <p:sp>
        <p:nvSpPr>
          <p:cNvPr id="53" name="Google Shape;53;p6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6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5" name="Google Shape;55;p6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6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7" name="Google Shape;57;p6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65"/>
        <p:cNvGrpSpPr/>
        <p:nvPr/>
      </p:nvGrpSpPr>
      <p:grpSpPr>
        <a:xfrm>
          <a:off x="0" y="0"/>
          <a:ext cx="0" cy="0"/>
          <a:chOff x="0" y="0"/>
          <a:chExt cx="0" cy="0"/>
        </a:xfrm>
      </p:grpSpPr>
      <p:sp>
        <p:nvSpPr>
          <p:cNvPr id="66" name="Google Shape;66;p7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71"/>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7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72"/>
        <p:cNvGrpSpPr/>
        <p:nvPr/>
      </p:nvGrpSpPr>
      <p:grpSpPr>
        <a:xfrm>
          <a:off x="0" y="0"/>
          <a:ext cx="0" cy="0"/>
          <a:chOff x="0" y="0"/>
          <a:chExt cx="0" cy="0"/>
        </a:xfrm>
      </p:grpSpPr>
      <p:sp>
        <p:nvSpPr>
          <p:cNvPr id="73" name="Google Shape;73;p7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7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78"/>
        <p:cNvGrpSpPr/>
        <p:nvPr/>
      </p:nvGrpSpPr>
      <p:grpSpPr>
        <a:xfrm>
          <a:off x="0" y="0"/>
          <a:ext cx="0" cy="0"/>
          <a:chOff x="0" y="0"/>
          <a:chExt cx="0" cy="0"/>
        </a:xfrm>
      </p:grpSpPr>
      <p:sp>
        <p:nvSpPr>
          <p:cNvPr id="79" name="Google Shape;79;p7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7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 bg1="lt1" tx1="dk1" bg2="dk2" tx2="lt2" accent1="accent1" accent2="accent2" accent3="accent3" accent4="accent4" accent5="accent5" accent6="accent6" hlink="hlink" folHlink="folHlink"/>
  <p:sldLayoutIdLst>
    <p:sldLayoutId id="2147483650" r:id="rId1"/>
    <p:sldLayoutId id="2147483655" r:id="rId2"/>
    <p:sldLayoutId id="2147483657" r:id="rId3"/>
    <p:sldLayoutId id="2147483658" r:id="rId4"/>
    <p:sldLayoutId id="2147483659" r:id="rId5"/>
  </p:sldLayoutIdLst>
  <mc:AlternateContent xmlns:mc="http://schemas.openxmlformats.org/markup-compatibility/2006" xmlns:p14="http://schemas.microsoft.com/office/powerpoint/2010/main">
    <mc:Choice Requires="p14">
      <p:transition spd="slow">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2.jpg"/><Relationship Id="rId7"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 Id="rId9"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image" Target="../media/image13.png"/><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jpeg"/><Relationship Id="rId5" Type="http://schemas.microsoft.com/office/2007/relationships/hdphoto" Target="../media/hdphoto1.wdp"/><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image" Target="../media/image19.png"/><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image" Target="../media/image2.jpg"/><Relationship Id="rId7" Type="http://schemas.openxmlformats.org/officeDocument/2006/relationships/image" Target="../media/image23.jpe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jpe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4.jpeg"/></Relationships>
</file>

<file path=ppt/slides/_rels/slide1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image" Target="../media/image26.jpeg"/><Relationship Id="rId4" Type="http://schemas.openxmlformats.org/officeDocument/2006/relationships/image" Target="../media/image2.jp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7.jpe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image" Target="../media/image2.jpg"/><Relationship Id="rId7" Type="http://schemas.openxmlformats.org/officeDocument/2006/relationships/image" Target="../media/image32.jpe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29.jpeg"/></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36.jpeg"/></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image" Target="../media/image38.jpeg"/><Relationship Id="rId4" Type="http://schemas.openxmlformats.org/officeDocument/2006/relationships/image" Target="../media/image37.jpeg"/></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39.jpeg"/></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image" Target="../media/image43.jpeg"/><Relationship Id="rId4" Type="http://schemas.openxmlformats.org/officeDocument/2006/relationships/image" Target="../media/image42.jpeg"/></Relationships>
</file>

<file path=ppt/slides/_rels/slide21.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image" Target="../media/image44.png"/><Relationship Id="rId7" Type="http://schemas.openxmlformats.org/officeDocument/2006/relationships/image" Target="../media/image46.jpe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image" Target="../media/image45.jpeg"/><Relationship Id="rId4" Type="http://schemas.microsoft.com/office/2007/relationships/hdphoto" Target="../media/hdphoto2.wdp"/></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47.png"/></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g"/></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49.png"/></Relationships>
</file>

<file path=ppt/slides/_rels/slide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51.png"/></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54.png"/></Relationships>
</file>

<file path=ppt/slides/_rels/slide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55.png"/></Relationships>
</file>

<file path=ppt/slides/_rels/slide3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3.jpe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jpeg"/><Relationship Id="rId4" Type="http://schemas.openxmlformats.org/officeDocument/2006/relationships/image" Target="../media/image58.jpeg"/></Relationships>
</file>

<file path=ppt/slides/_rels/slide3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image" Target="../media/image62.png"/><Relationship Id="rId4" Type="http://schemas.openxmlformats.org/officeDocument/2006/relationships/image" Target="../media/image61.jpeg"/></Relationships>
</file>

<file path=ppt/slides/_rels/slide33.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image" Target="../media/image2.jpg"/><Relationship Id="rId7" Type="http://schemas.openxmlformats.org/officeDocument/2006/relationships/image" Target="../media/image66.jpe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65.jpeg"/><Relationship Id="rId5" Type="http://schemas.openxmlformats.org/officeDocument/2006/relationships/image" Target="../media/image64.jpeg"/><Relationship Id="rId4" Type="http://schemas.openxmlformats.org/officeDocument/2006/relationships/image" Target="../media/image63.jpeg"/></Relationships>
</file>

<file path=ppt/slides/_rels/slide34.xml.rels><?xml version="1.0" encoding="UTF-8" standalone="yes"?>
<Relationships xmlns="http://schemas.openxmlformats.org/package/2006/relationships"><Relationship Id="rId8" Type="http://schemas.openxmlformats.org/officeDocument/2006/relationships/image" Target="../media/image71.jpeg"/><Relationship Id="rId3" Type="http://schemas.openxmlformats.org/officeDocument/2006/relationships/image" Target="../media/image67.jpeg"/><Relationship Id="rId7" Type="http://schemas.openxmlformats.org/officeDocument/2006/relationships/image" Target="../media/image70.jpe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69.jpeg"/><Relationship Id="rId11" Type="http://schemas.openxmlformats.org/officeDocument/2006/relationships/image" Target="../media/image3.jpeg"/><Relationship Id="rId5" Type="http://schemas.openxmlformats.org/officeDocument/2006/relationships/image" Target="../media/image2.jpg"/><Relationship Id="rId10" Type="http://schemas.openxmlformats.org/officeDocument/2006/relationships/image" Target="../media/image73.jpeg"/><Relationship Id="rId4" Type="http://schemas.openxmlformats.org/officeDocument/2006/relationships/image" Target="../media/image68.jpeg"/><Relationship Id="rId9" Type="http://schemas.openxmlformats.org/officeDocument/2006/relationships/image" Target="../media/image72.jpeg"/></Relationships>
</file>

<file path=ppt/slides/_rels/slide35.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3.jpe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76.jpeg"/><Relationship Id="rId5" Type="http://schemas.openxmlformats.org/officeDocument/2006/relationships/image" Target="../media/image75.jpeg"/><Relationship Id="rId4" Type="http://schemas.openxmlformats.org/officeDocument/2006/relationships/image" Target="../media/image74.jpeg"/></Relationships>
</file>

<file path=ppt/slides/_rels/slide36.xml.rels><?xml version="1.0" encoding="UTF-8" standalone="yes"?>
<Relationships xmlns="http://schemas.openxmlformats.org/package/2006/relationships"><Relationship Id="rId8" Type="http://schemas.openxmlformats.org/officeDocument/2006/relationships/image" Target="../media/image81.jpeg"/><Relationship Id="rId3" Type="http://schemas.openxmlformats.org/officeDocument/2006/relationships/image" Target="../media/image2.jpg"/><Relationship Id="rId7" Type="http://schemas.openxmlformats.org/officeDocument/2006/relationships/image" Target="../media/image80.jpe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79.jpeg"/><Relationship Id="rId11" Type="http://schemas.openxmlformats.org/officeDocument/2006/relationships/image" Target="../media/image3.jpeg"/><Relationship Id="rId5" Type="http://schemas.openxmlformats.org/officeDocument/2006/relationships/image" Target="../media/image78.jpeg"/><Relationship Id="rId10" Type="http://schemas.openxmlformats.org/officeDocument/2006/relationships/image" Target="../media/image83.jpeg"/><Relationship Id="rId4" Type="http://schemas.openxmlformats.org/officeDocument/2006/relationships/image" Target="../media/image77.jpeg"/><Relationship Id="rId9" Type="http://schemas.openxmlformats.org/officeDocument/2006/relationships/image" Target="../media/image82.jpeg"/></Relationships>
</file>

<file path=ppt/slides/_rels/slide3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image" Target="../media/image85.emf"/><Relationship Id="rId4" Type="http://schemas.openxmlformats.org/officeDocument/2006/relationships/image" Target="../media/image84.png"/></Relationships>
</file>

<file path=ppt/slides/_rels/slide38.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88.jpe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87.jpeg"/><Relationship Id="rId5" Type="http://schemas.openxmlformats.org/officeDocument/2006/relationships/image" Target="../media/image86.png"/><Relationship Id="rId4" Type="http://schemas.openxmlformats.org/officeDocument/2006/relationships/image" Target="../media/image3.jpeg"/></Relationships>
</file>

<file path=ppt/slides/_rels/slide3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89.jpeg"/></Relationships>
</file>

<file path=ppt/slides/_rels/slide40.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image" Target="../media/image2.jpg"/><Relationship Id="rId7" Type="http://schemas.openxmlformats.org/officeDocument/2006/relationships/image" Target="../media/image92.jpe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91.jpeg"/><Relationship Id="rId5" Type="http://schemas.openxmlformats.org/officeDocument/2006/relationships/hyperlink" Target="https://www.toureiffel.paris/fr/actualites/130-ans/comment-la-tour-eiffel-t-elle-ete-inventee" TargetMode="External"/><Relationship Id="rId4" Type="http://schemas.openxmlformats.org/officeDocument/2006/relationships/image" Target="../media/image90.jpeg"/></Relationships>
</file>

<file path=ppt/slides/_rels/slide4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image" Target="../media/image94.jpeg"/><Relationship Id="rId4" Type="http://schemas.openxmlformats.org/officeDocument/2006/relationships/image" Target="../media/image93.jpeg"/></Relationships>
</file>

<file path=ppt/slides/_rels/slide4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image" Target="../media/image96.jpeg"/><Relationship Id="rId4" Type="http://schemas.openxmlformats.org/officeDocument/2006/relationships/image" Target="../media/image95.jpeg"/></Relationships>
</file>

<file path=ppt/slides/_rels/slide4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image" Target="../media/image98.jpeg"/><Relationship Id="rId4" Type="http://schemas.openxmlformats.org/officeDocument/2006/relationships/image" Target="../media/image97.jpeg"/></Relationships>
</file>

<file path=ppt/slides/_rels/slide44.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image" Target="../media/image3.jpeg"/><Relationship Id="rId3" Type="http://schemas.openxmlformats.org/officeDocument/2006/relationships/image" Target="../media/image99.png"/><Relationship Id="rId7" Type="http://schemas.openxmlformats.org/officeDocument/2006/relationships/diagramQuickStyle" Target="../diagrams/quickStyle1.xml"/><Relationship Id="rId12" Type="http://schemas.openxmlformats.org/officeDocument/2006/relationships/image" Target="../media/image102.jpe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diagramLayout" Target="../diagrams/layout1.xml"/><Relationship Id="rId11" Type="http://schemas.openxmlformats.org/officeDocument/2006/relationships/image" Target="../media/image101.jpeg"/><Relationship Id="rId5" Type="http://schemas.openxmlformats.org/officeDocument/2006/relationships/diagramData" Target="../diagrams/data1.xml"/><Relationship Id="rId10" Type="http://schemas.openxmlformats.org/officeDocument/2006/relationships/image" Target="../media/image100.jpeg"/><Relationship Id="rId4" Type="http://schemas.openxmlformats.org/officeDocument/2006/relationships/image" Target="../media/image2.jpg"/><Relationship Id="rId9" Type="http://schemas.microsoft.com/office/2007/relationships/diagramDrawing" Target="../diagrams/drawing1.xml"/></Relationships>
</file>

<file path=ppt/slides/_rels/slide45.xml.rels><?xml version="1.0" encoding="UTF-8" standalone="yes"?>
<Relationships xmlns="http://schemas.openxmlformats.org/package/2006/relationships"><Relationship Id="rId8" Type="http://schemas.openxmlformats.org/officeDocument/2006/relationships/diagramQuickStyle" Target="../diagrams/quickStyle2.xml"/><Relationship Id="rId13" Type="http://schemas.openxmlformats.org/officeDocument/2006/relationships/hyperlink" Target="https://www.dailymotion.com/video/x5isciz" TargetMode="External"/><Relationship Id="rId3" Type="http://schemas.openxmlformats.org/officeDocument/2006/relationships/image" Target="../media/image103.jpeg"/><Relationship Id="rId7" Type="http://schemas.openxmlformats.org/officeDocument/2006/relationships/diagramLayout" Target="../diagrams/layout2.xml"/><Relationship Id="rId12" Type="http://schemas.openxmlformats.org/officeDocument/2006/relationships/image" Target="../media/image106.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diagramData" Target="../diagrams/data2.xml"/><Relationship Id="rId11" Type="http://schemas.openxmlformats.org/officeDocument/2006/relationships/image" Target="../media/image105.jpeg"/><Relationship Id="rId5" Type="http://schemas.openxmlformats.org/officeDocument/2006/relationships/image" Target="../media/image2.jpg"/><Relationship Id="rId10" Type="http://schemas.microsoft.com/office/2007/relationships/diagramDrawing" Target="../diagrams/drawing2.xml"/><Relationship Id="rId4" Type="http://schemas.openxmlformats.org/officeDocument/2006/relationships/image" Target="../media/image104.jpeg"/><Relationship Id="rId9" Type="http://schemas.openxmlformats.org/officeDocument/2006/relationships/diagramColors" Target="../diagrams/colors2.xml"/><Relationship Id="rId14" Type="http://schemas.openxmlformats.org/officeDocument/2006/relationships/image" Target="../media/image3.jpeg"/></Relationships>
</file>

<file path=ppt/slides/_rels/slide46.xml.rels><?xml version="1.0" encoding="UTF-8" standalone="yes"?>
<Relationships xmlns="http://schemas.openxmlformats.org/package/2006/relationships"><Relationship Id="rId8" Type="http://schemas.microsoft.com/office/2007/relationships/diagramDrawing" Target="../diagrams/drawing3.xml"/><Relationship Id="rId13" Type="http://schemas.openxmlformats.org/officeDocument/2006/relationships/image" Target="../media/image111.jpeg"/><Relationship Id="rId3" Type="http://schemas.openxmlformats.org/officeDocument/2006/relationships/image" Target="../media/image2.jpg"/><Relationship Id="rId7" Type="http://schemas.openxmlformats.org/officeDocument/2006/relationships/diagramColors" Target="../diagrams/colors3.xml"/><Relationship Id="rId12" Type="http://schemas.openxmlformats.org/officeDocument/2006/relationships/image" Target="../media/image110.jpe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diagramQuickStyle" Target="../diagrams/quickStyle3.xml"/><Relationship Id="rId11" Type="http://schemas.openxmlformats.org/officeDocument/2006/relationships/image" Target="../media/image109.jpeg"/><Relationship Id="rId5" Type="http://schemas.openxmlformats.org/officeDocument/2006/relationships/diagramLayout" Target="../diagrams/layout3.xml"/><Relationship Id="rId10" Type="http://schemas.openxmlformats.org/officeDocument/2006/relationships/image" Target="../media/image108.jpeg"/><Relationship Id="rId4" Type="http://schemas.openxmlformats.org/officeDocument/2006/relationships/diagramData" Target="../diagrams/data3.xml"/><Relationship Id="rId9" Type="http://schemas.openxmlformats.org/officeDocument/2006/relationships/image" Target="../media/image107.jpeg"/><Relationship Id="rId14" Type="http://schemas.openxmlformats.org/officeDocument/2006/relationships/image" Target="../media/image3.jpeg"/></Relationships>
</file>

<file path=ppt/slides/_rels/slide47.xml.rels><?xml version="1.0" encoding="UTF-8" standalone="yes"?>
<Relationships xmlns="http://schemas.openxmlformats.org/package/2006/relationships"><Relationship Id="rId8" Type="http://schemas.openxmlformats.org/officeDocument/2006/relationships/diagramColors" Target="../diagrams/colors4.xml"/><Relationship Id="rId13" Type="http://schemas.openxmlformats.org/officeDocument/2006/relationships/image" Target="../media/image3.jpeg"/><Relationship Id="rId3" Type="http://schemas.openxmlformats.org/officeDocument/2006/relationships/image" Target="../media/image112.png"/><Relationship Id="rId7" Type="http://schemas.openxmlformats.org/officeDocument/2006/relationships/diagramQuickStyle" Target="../diagrams/quickStyle4.xml"/><Relationship Id="rId12" Type="http://schemas.openxmlformats.org/officeDocument/2006/relationships/image" Target="../media/image115.jpe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diagramLayout" Target="../diagrams/layout4.xml"/><Relationship Id="rId11" Type="http://schemas.openxmlformats.org/officeDocument/2006/relationships/image" Target="../media/image114.jpeg"/><Relationship Id="rId5" Type="http://schemas.openxmlformats.org/officeDocument/2006/relationships/diagramData" Target="../diagrams/data4.xml"/><Relationship Id="rId10" Type="http://schemas.openxmlformats.org/officeDocument/2006/relationships/image" Target="../media/image113.png"/><Relationship Id="rId4" Type="http://schemas.openxmlformats.org/officeDocument/2006/relationships/image" Target="../media/image2.jpg"/><Relationship Id="rId9" Type="http://schemas.microsoft.com/office/2007/relationships/diagramDrawing" Target="../diagrams/drawing4.xml"/></Relationships>
</file>

<file path=ppt/slides/_rels/slide48.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jpg"/><Relationship Id="rId7" Type="http://schemas.openxmlformats.org/officeDocument/2006/relationships/diagramColors" Target="../diagrams/colors5.xml"/><Relationship Id="rId12" Type="http://schemas.openxmlformats.org/officeDocument/2006/relationships/image" Target="../media/image3.jpe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diagramQuickStyle" Target="../diagrams/quickStyle5.xml"/><Relationship Id="rId11" Type="http://schemas.openxmlformats.org/officeDocument/2006/relationships/image" Target="../media/image118.jpeg"/><Relationship Id="rId5" Type="http://schemas.openxmlformats.org/officeDocument/2006/relationships/diagramLayout" Target="../diagrams/layout5.xml"/><Relationship Id="rId10" Type="http://schemas.openxmlformats.org/officeDocument/2006/relationships/image" Target="../media/image117.jpeg"/><Relationship Id="rId4" Type="http://schemas.openxmlformats.org/officeDocument/2006/relationships/diagramData" Target="../diagrams/data5.xml"/><Relationship Id="rId9" Type="http://schemas.openxmlformats.org/officeDocument/2006/relationships/image" Target="../media/image116.jpeg"/></Relationships>
</file>

<file path=ppt/slides/_rels/slide49.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jpg"/><Relationship Id="rId7" Type="http://schemas.openxmlformats.org/officeDocument/2006/relationships/diagramColors" Target="../diagrams/colors6.xml"/><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diagramQuickStyle" Target="../diagrams/quickStyle6.xml"/><Relationship Id="rId11" Type="http://schemas.openxmlformats.org/officeDocument/2006/relationships/image" Target="../media/image3.jpeg"/><Relationship Id="rId5" Type="http://schemas.openxmlformats.org/officeDocument/2006/relationships/diagramLayout" Target="../diagrams/layout6.xml"/><Relationship Id="rId10" Type="http://schemas.openxmlformats.org/officeDocument/2006/relationships/image" Target="../media/image120.png"/><Relationship Id="rId4" Type="http://schemas.openxmlformats.org/officeDocument/2006/relationships/diagramData" Target="../diagrams/data6.xml"/><Relationship Id="rId9" Type="http://schemas.openxmlformats.org/officeDocument/2006/relationships/image" Target="../media/image119.png"/></Relationships>
</file>

<file path=ppt/slides/_rels/slide50.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2.jpg"/><Relationship Id="rId7" Type="http://schemas.openxmlformats.org/officeDocument/2006/relationships/diagramColors" Target="../diagrams/colors7.xml"/><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diagramQuickStyle" Target="../diagrams/quickStyle7.xml"/><Relationship Id="rId11" Type="http://schemas.openxmlformats.org/officeDocument/2006/relationships/image" Target="../media/image3.jpeg"/><Relationship Id="rId5" Type="http://schemas.openxmlformats.org/officeDocument/2006/relationships/diagramLayout" Target="../diagrams/layout7.xml"/><Relationship Id="rId10" Type="http://schemas.openxmlformats.org/officeDocument/2006/relationships/image" Target="../media/image122.jpeg"/><Relationship Id="rId4" Type="http://schemas.openxmlformats.org/officeDocument/2006/relationships/diagramData" Target="../diagrams/data7.xml"/><Relationship Id="rId9" Type="http://schemas.openxmlformats.org/officeDocument/2006/relationships/image" Target="../media/image1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1036" name="Picture 12" descr="ensemble de matériaux de construction - matériau de construction photos et images de collection">
            <a:extLst>
              <a:ext uri="{FF2B5EF4-FFF2-40B4-BE49-F238E27FC236}">
                <a16:creationId xmlns:a16="http://schemas.microsoft.com/office/drawing/2014/main" id="{82F4B8DE-8888-F768-0889-F7C277B951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6208" y="1911907"/>
            <a:ext cx="6948922" cy="3474461"/>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a16="http://schemas.microsoft.com/office/drawing/2014/main" id="{6A63A4CA-4D5D-9B4F-40E0-42FDE3C197BA}"/>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pic>
        <p:nvPicPr>
          <p:cNvPr id="8" name="Image 7">
            <a:extLst>
              <a:ext uri="{FF2B5EF4-FFF2-40B4-BE49-F238E27FC236}">
                <a16:creationId xmlns:a16="http://schemas.microsoft.com/office/drawing/2014/main" id="{6EE7AD9E-88CB-AC12-0ED3-3E921AB1FEF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597916" y="1"/>
            <a:ext cx="1516108" cy="1365654"/>
          </a:xfrm>
          <a:prstGeom prst="rect">
            <a:avLst/>
          </a:prstGeom>
          <a:noFill/>
          <a:ln>
            <a:noFill/>
          </a:ln>
        </p:spPr>
      </p:pic>
      <p:sp>
        <p:nvSpPr>
          <p:cNvPr id="10" name="ZoneTexte 9">
            <a:extLst>
              <a:ext uri="{FF2B5EF4-FFF2-40B4-BE49-F238E27FC236}">
                <a16:creationId xmlns:a16="http://schemas.microsoft.com/office/drawing/2014/main" id="{8A8DF2B9-A7E7-5801-AD87-D4883697B765}"/>
              </a:ext>
            </a:extLst>
          </p:cNvPr>
          <p:cNvSpPr txBox="1"/>
          <p:nvPr/>
        </p:nvSpPr>
        <p:spPr>
          <a:xfrm>
            <a:off x="0" y="3221601"/>
            <a:ext cx="5500254" cy="1077218"/>
          </a:xfrm>
          <a:prstGeom prst="rect">
            <a:avLst/>
          </a:prstGeom>
          <a:noFill/>
        </p:spPr>
        <p:txBody>
          <a:bodyPr wrap="square">
            <a:spAutoFit/>
          </a:bodyPr>
          <a:lstStyle/>
          <a:p>
            <a:pPr algn="ctr"/>
            <a:r>
              <a:rPr lang="fr-FR" sz="3200" b="1" dirty="0">
                <a:solidFill>
                  <a:srgbClr val="1F3864"/>
                </a:solidFill>
                <a:latin typeface="Aptos" panose="020B0004020202020204" pitchFamily="34" charset="0"/>
                <a:ea typeface="Calibri"/>
                <a:cs typeface="Calibri"/>
              </a:rPr>
              <a:t>C1 : Introduction aux matériaux de construction </a:t>
            </a:r>
          </a:p>
        </p:txBody>
      </p:sp>
      <p:pic>
        <p:nvPicPr>
          <p:cNvPr id="3" name="officeArt object">
            <a:extLst>
              <a:ext uri="{FF2B5EF4-FFF2-40B4-BE49-F238E27FC236}">
                <a16:creationId xmlns:a16="http://schemas.microsoft.com/office/drawing/2014/main" id="{EB310012-43B2-1747-A2A2-8F4290FD6DAF}"/>
              </a:ext>
            </a:extLst>
          </p:cNvPr>
          <p:cNvPicPr/>
          <p:nvPr/>
        </p:nvPicPr>
        <p:blipFill rotWithShape="1">
          <a:blip r:embed="rId5"/>
          <a:srcRect l="12854" r="8048"/>
          <a:stretch/>
        </p:blipFill>
        <p:spPr>
          <a:xfrm>
            <a:off x="194872" y="0"/>
            <a:ext cx="1199213" cy="1506125"/>
          </a:xfrm>
          <a:prstGeom prst="rect">
            <a:avLst/>
          </a:prstGeom>
          <a:ln w="12700" cap="flat">
            <a:noFill/>
            <a:miter lim="400000"/>
          </a:ln>
          <a:effectLst/>
        </p:spPr>
      </p:pic>
    </p:spTree>
    <p:extLst>
      <p:ext uri="{BB962C8B-B14F-4D97-AF65-F5344CB8AC3E}">
        <p14:creationId xmlns:p14="http://schemas.microsoft.com/office/powerpoint/2010/main" val="1838747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3" name="Picture 12" descr="ensemble de matériaux de construction - matériau de construction photos et images de collection">
            <a:extLst>
              <a:ext uri="{FF2B5EF4-FFF2-40B4-BE49-F238E27FC236}">
                <a16:creationId xmlns:a16="http://schemas.microsoft.com/office/drawing/2014/main" id="{6A07121D-1EBD-9107-0B51-045FBE6393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1789" y="1867735"/>
            <a:ext cx="6714832" cy="335741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48F604D1-FE06-45DF-A1B6-4B0AB0EFB09B}"/>
              </a:ext>
            </a:extLst>
          </p:cNvPr>
          <p:cNvSpPr/>
          <p:nvPr/>
        </p:nvSpPr>
        <p:spPr>
          <a:xfrm>
            <a:off x="4661999" y="136525"/>
            <a:ext cx="4245073" cy="1395062"/>
          </a:xfrm>
          <a:prstGeom prst="rect">
            <a:avLst/>
          </a:prstGeom>
        </p:spPr>
        <p:txBody>
          <a:bodyPr wrap="square">
            <a:spAutoFit/>
          </a:bodyPr>
          <a:lstStyle/>
          <a:p>
            <a:pPr>
              <a:lnSpc>
                <a:spcPct val="150000"/>
              </a:lnSpc>
              <a:buClr>
                <a:schemeClr val="accent1"/>
              </a:buClr>
              <a:buSzPct val="47000"/>
            </a:pPr>
            <a:r>
              <a:rPr lang="fr-FR" sz="4000" b="1" dirty="0">
                <a:solidFill>
                  <a:srgbClr val="1F3864"/>
                </a:solidFill>
                <a:latin typeface="Aptos" panose="020B0004020202020204" pitchFamily="34" charset="0"/>
                <a:ea typeface="Calibri"/>
                <a:cs typeface="Calibri"/>
                <a:sym typeface="Calibri"/>
              </a:rPr>
              <a:t>Plan</a:t>
            </a:r>
          </a:p>
          <a:p>
            <a:pPr>
              <a:lnSpc>
                <a:spcPct val="150000"/>
              </a:lnSpc>
            </a:pPr>
            <a:endParaRPr lang="fr-FR" sz="1800" dirty="0">
              <a:solidFill>
                <a:srgbClr val="1F3864"/>
              </a:solidFill>
              <a:latin typeface="Proxima Nova"/>
              <a:cs typeface="Calibri"/>
              <a:sym typeface="Calibri"/>
            </a:endParaRPr>
          </a:p>
        </p:txBody>
      </p:sp>
      <p:pic>
        <p:nvPicPr>
          <p:cNvPr id="4" name="Image 3">
            <a:extLst>
              <a:ext uri="{FF2B5EF4-FFF2-40B4-BE49-F238E27FC236}">
                <a16:creationId xmlns:a16="http://schemas.microsoft.com/office/drawing/2014/main" id="{EE1A7C04-7ACE-1CD8-AA15-44C29060692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950877" y="116060"/>
            <a:ext cx="1090163" cy="981979"/>
          </a:xfrm>
          <a:prstGeom prst="rect">
            <a:avLst/>
          </a:prstGeom>
          <a:noFill/>
          <a:ln>
            <a:noFill/>
          </a:ln>
        </p:spPr>
      </p:pic>
      <p:sp>
        <p:nvSpPr>
          <p:cNvPr id="2" name="Espace réservé du numéro de diapositive 1">
            <a:extLst>
              <a:ext uri="{FF2B5EF4-FFF2-40B4-BE49-F238E27FC236}">
                <a16:creationId xmlns:a16="http://schemas.microsoft.com/office/drawing/2014/main" id="{C9936702-4E8E-BA51-7DA2-8775F51DB9F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a:t>
            </a:fld>
            <a:endParaRPr lang="fr-FR"/>
          </a:p>
        </p:txBody>
      </p:sp>
      <p:sp>
        <p:nvSpPr>
          <p:cNvPr id="5" name="ZoneTexte 4">
            <a:extLst>
              <a:ext uri="{FF2B5EF4-FFF2-40B4-BE49-F238E27FC236}">
                <a16:creationId xmlns:a16="http://schemas.microsoft.com/office/drawing/2014/main" id="{2432E38D-A66F-409A-FD5F-C20A242ACFD6}"/>
              </a:ext>
            </a:extLst>
          </p:cNvPr>
          <p:cNvSpPr txBox="1"/>
          <p:nvPr/>
        </p:nvSpPr>
        <p:spPr>
          <a:xfrm>
            <a:off x="3048719" y="6428395"/>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a:t>
            </a:r>
            <a:r>
              <a:rPr lang="en-US" sz="1600" b="1" dirty="0">
                <a:solidFill>
                  <a:srgbClr val="1F3864"/>
                </a:solidFill>
                <a:latin typeface="Proxima Nova"/>
                <a:ea typeface="Calibri"/>
                <a:cs typeface="Calibri"/>
              </a:rPr>
              <a:t> </a:t>
            </a:r>
            <a:endParaRPr lang="fr-FR" sz="1600" b="1" dirty="0">
              <a:solidFill>
                <a:srgbClr val="1F3864"/>
              </a:solidFill>
              <a:latin typeface="Proxima Nova"/>
              <a:ea typeface="Calibri"/>
              <a:cs typeface="Calibri"/>
            </a:endParaRPr>
          </a:p>
        </p:txBody>
      </p:sp>
      <p:sp>
        <p:nvSpPr>
          <p:cNvPr id="10" name="ZoneTexte 9">
            <a:extLst>
              <a:ext uri="{FF2B5EF4-FFF2-40B4-BE49-F238E27FC236}">
                <a16:creationId xmlns:a16="http://schemas.microsoft.com/office/drawing/2014/main" id="{8244EEA1-5138-20D9-409A-7D780C09D319}"/>
              </a:ext>
            </a:extLst>
          </p:cNvPr>
          <p:cNvSpPr txBox="1"/>
          <p:nvPr/>
        </p:nvSpPr>
        <p:spPr>
          <a:xfrm>
            <a:off x="55379" y="1462703"/>
            <a:ext cx="6096000" cy="5078313"/>
          </a:xfrm>
          <a:prstGeom prst="rect">
            <a:avLst/>
          </a:prstGeom>
          <a:noFill/>
        </p:spPr>
        <p:txBody>
          <a:bodyPr wrap="square">
            <a:spAutoFit/>
          </a:bodyPr>
          <a:lstStyle/>
          <a:p>
            <a:pPr marL="571500" indent="-571500" fontAlgn="ctr">
              <a:lnSpc>
                <a:spcPct val="150000"/>
              </a:lnSpc>
              <a:buClr>
                <a:srgbClr val="1F3864"/>
              </a:buClr>
              <a:buSzPct val="49000"/>
              <a:buFont typeface="+mj-lt"/>
              <a:buAutoNum type="romanUcPeriod"/>
            </a:pPr>
            <a:r>
              <a:rPr lang="fr-FR" sz="2400" b="1" dirty="0">
                <a:solidFill>
                  <a:srgbClr val="1F3864"/>
                </a:solidFill>
                <a:latin typeface="Aptos" panose="020B0004020202020204" pitchFamily="34" charset="0"/>
                <a:ea typeface="Calibri"/>
                <a:cs typeface="Calibri"/>
              </a:rPr>
              <a:t>Définitions </a:t>
            </a:r>
          </a:p>
          <a:p>
            <a:pPr marL="571500" indent="-571500" fontAlgn="ctr">
              <a:lnSpc>
                <a:spcPct val="150000"/>
              </a:lnSpc>
              <a:buClr>
                <a:srgbClr val="1F3864"/>
              </a:buClr>
              <a:buSzPct val="49000"/>
              <a:buFont typeface="+mj-lt"/>
              <a:buAutoNum type="romanUcPeriod"/>
            </a:pPr>
            <a:r>
              <a:rPr lang="fr-FR" sz="2400" b="1" dirty="0">
                <a:solidFill>
                  <a:srgbClr val="1F3864"/>
                </a:solidFill>
                <a:latin typeface="Aptos" panose="020B0004020202020204" pitchFamily="34" charset="0"/>
                <a:ea typeface="Calibri"/>
                <a:cs typeface="Calibri"/>
              </a:rPr>
              <a:t>Histoire des matériaux </a:t>
            </a:r>
          </a:p>
          <a:p>
            <a:pPr marL="571500" indent="-571500" fontAlgn="ctr">
              <a:lnSpc>
                <a:spcPct val="150000"/>
              </a:lnSpc>
              <a:buClr>
                <a:srgbClr val="1F3864"/>
              </a:buClr>
              <a:buSzPct val="49000"/>
              <a:buFont typeface="+mj-lt"/>
              <a:buAutoNum type="romanUcPeriod"/>
            </a:pPr>
            <a:r>
              <a:rPr lang="fr-FR" sz="2400" b="1" dirty="0">
                <a:solidFill>
                  <a:srgbClr val="1F3864"/>
                </a:solidFill>
                <a:latin typeface="Aptos" panose="020B0004020202020204" pitchFamily="34" charset="0"/>
                <a:ea typeface="Calibri"/>
                <a:cs typeface="Calibri"/>
              </a:rPr>
              <a:t>Matériaux de construction &amp; défis sociétaux </a:t>
            </a:r>
          </a:p>
          <a:p>
            <a:pPr marL="571500" indent="-571500" fontAlgn="ctr">
              <a:lnSpc>
                <a:spcPct val="150000"/>
              </a:lnSpc>
              <a:buClr>
                <a:srgbClr val="1F3864"/>
              </a:buClr>
              <a:buSzPct val="49000"/>
              <a:buFont typeface="+mj-lt"/>
              <a:buAutoNum type="romanUcPeriod"/>
            </a:pPr>
            <a:r>
              <a:rPr lang="fr-FR" sz="2400" b="1" dirty="0">
                <a:solidFill>
                  <a:srgbClr val="1F3864"/>
                </a:solidFill>
                <a:latin typeface="Aptos" panose="020B0004020202020204" pitchFamily="34" charset="0"/>
                <a:ea typeface="Calibri"/>
                <a:cs typeface="Calibri"/>
              </a:rPr>
              <a:t>Science des matériaux </a:t>
            </a:r>
          </a:p>
          <a:p>
            <a:pPr marL="571500" indent="-571500" fontAlgn="ctr">
              <a:lnSpc>
                <a:spcPct val="150000"/>
              </a:lnSpc>
              <a:buClr>
                <a:srgbClr val="1F3864"/>
              </a:buClr>
              <a:buSzPct val="49000"/>
              <a:buFont typeface="+mj-lt"/>
              <a:buAutoNum type="romanUcPeriod"/>
            </a:pPr>
            <a:r>
              <a:rPr lang="fr-FR" sz="2400" b="1" dirty="0">
                <a:solidFill>
                  <a:srgbClr val="1F3864"/>
                </a:solidFill>
                <a:latin typeface="Aptos" panose="020B0004020202020204" pitchFamily="34" charset="0"/>
                <a:ea typeface="Calibri"/>
                <a:cs typeface="Calibri"/>
              </a:rPr>
              <a:t>Classification des matériaux dans l’architecture </a:t>
            </a:r>
          </a:p>
          <a:p>
            <a:pPr marL="571500" indent="-571500" fontAlgn="ctr">
              <a:lnSpc>
                <a:spcPct val="150000"/>
              </a:lnSpc>
              <a:buClr>
                <a:srgbClr val="1F3864"/>
              </a:buClr>
              <a:buSzPct val="49000"/>
              <a:buFont typeface="+mj-lt"/>
              <a:buAutoNum type="romanUcPeriod"/>
            </a:pPr>
            <a:r>
              <a:rPr lang="fr-FR" sz="2400" b="1" dirty="0">
                <a:solidFill>
                  <a:srgbClr val="1F3864"/>
                </a:solidFill>
                <a:latin typeface="Aptos" panose="020B0004020202020204" pitchFamily="34" charset="0"/>
                <a:ea typeface="Calibri"/>
                <a:cs typeface="Calibri"/>
              </a:rPr>
              <a:t>Propriétés des matériaux de construction </a:t>
            </a:r>
          </a:p>
        </p:txBody>
      </p:sp>
      <p:pic>
        <p:nvPicPr>
          <p:cNvPr id="6" name="officeArt object">
            <a:extLst>
              <a:ext uri="{FF2B5EF4-FFF2-40B4-BE49-F238E27FC236}">
                <a16:creationId xmlns:a16="http://schemas.microsoft.com/office/drawing/2014/main" id="{C4FFD905-ECB7-1F88-67A3-F7D99529E439}"/>
              </a:ext>
            </a:extLst>
          </p:cNvPr>
          <p:cNvPicPr/>
          <p:nvPr/>
        </p:nvPicPr>
        <p:blipFill rotWithShape="1">
          <a:blip r:embed="rId5"/>
          <a:srcRect l="12854" r="8048"/>
          <a:stretch/>
        </p:blipFill>
        <p:spPr>
          <a:xfrm>
            <a:off x="194872" y="0"/>
            <a:ext cx="1199213" cy="1506125"/>
          </a:xfrm>
          <a:prstGeom prst="rect">
            <a:avLst/>
          </a:prstGeom>
          <a:ln w="12700" cap="flat">
            <a:noFill/>
            <a:miter lim="400000"/>
          </a:ln>
          <a:effectLst/>
        </p:spPr>
      </p:pic>
    </p:spTree>
    <p:extLst>
      <p:ext uri="{BB962C8B-B14F-4D97-AF65-F5344CB8AC3E}">
        <p14:creationId xmlns:p14="http://schemas.microsoft.com/office/powerpoint/2010/main" val="3535838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a:t>
            </a:fld>
            <a:endParaRPr lang="fr-FR"/>
          </a:p>
        </p:txBody>
      </p:sp>
      <p:sp>
        <p:nvSpPr>
          <p:cNvPr id="11" name="Rectangle 10">
            <a:extLst>
              <a:ext uri="{FF2B5EF4-FFF2-40B4-BE49-F238E27FC236}">
                <a16:creationId xmlns:a16="http://schemas.microsoft.com/office/drawing/2014/main" id="{20BAFBF7-29E1-AA7E-2DFE-6D43BCAE4C7F}"/>
              </a:ext>
            </a:extLst>
          </p:cNvPr>
          <p:cNvSpPr/>
          <p:nvPr/>
        </p:nvSpPr>
        <p:spPr>
          <a:xfrm>
            <a:off x="4703844" y="1134417"/>
            <a:ext cx="2906565"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Matière première </a:t>
            </a:r>
            <a:endParaRPr lang="fr-FR" sz="5400" b="0" cap="none" spc="0" dirty="0">
              <a:ln w="0"/>
              <a:solidFill>
                <a:srgbClr val="1F3864"/>
              </a:solidFill>
            </a:endParaRP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4" name="Rectangle 3">
            <a:extLst>
              <a:ext uri="{FF2B5EF4-FFF2-40B4-BE49-F238E27FC236}">
                <a16:creationId xmlns:a16="http://schemas.microsoft.com/office/drawing/2014/main" id="{E2D39D85-5E0D-2D90-70BA-BFBE367A61E6}"/>
              </a:ext>
            </a:extLst>
          </p:cNvPr>
          <p:cNvSpPr/>
          <p:nvPr/>
        </p:nvSpPr>
        <p:spPr>
          <a:xfrm>
            <a:off x="-63745" y="-107207"/>
            <a:ext cx="4245073"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a:pPr>
            <a:r>
              <a:rPr lang="fr-FR" sz="3200" b="1" dirty="0">
                <a:solidFill>
                  <a:srgbClr val="1F3864"/>
                </a:solidFill>
                <a:latin typeface="Aptos" panose="020B0004020202020204" pitchFamily="34" charset="0"/>
                <a:ea typeface="Calibri"/>
                <a:cs typeface="Calibri"/>
                <a:sym typeface="Calibri"/>
              </a:rPr>
              <a:t>Définition</a:t>
            </a:r>
          </a:p>
          <a:p>
            <a:pPr>
              <a:lnSpc>
                <a:spcPct val="150000"/>
              </a:lnSpc>
            </a:pPr>
            <a:endParaRPr lang="fr-FR" sz="2400" dirty="0">
              <a:solidFill>
                <a:srgbClr val="1F3864"/>
              </a:solidFill>
              <a:latin typeface="Proxima Nova"/>
              <a:cs typeface="Calibri"/>
              <a:sym typeface="Calibri"/>
            </a:endParaRPr>
          </a:p>
        </p:txBody>
      </p:sp>
      <p:sp>
        <p:nvSpPr>
          <p:cNvPr id="15" name="ZoneTexte 14">
            <a:extLst>
              <a:ext uri="{FF2B5EF4-FFF2-40B4-BE49-F238E27FC236}">
                <a16:creationId xmlns:a16="http://schemas.microsoft.com/office/drawing/2014/main" id="{8C473BAB-00E7-7A67-E1EF-03A263917669}"/>
              </a:ext>
            </a:extLst>
          </p:cNvPr>
          <p:cNvSpPr txBox="1"/>
          <p:nvPr/>
        </p:nvSpPr>
        <p:spPr>
          <a:xfrm>
            <a:off x="238985" y="1703523"/>
            <a:ext cx="11890669" cy="923330"/>
          </a:xfrm>
          <a:prstGeom prst="rect">
            <a:avLst/>
          </a:prstGeom>
          <a:noFill/>
        </p:spPr>
        <p:txBody>
          <a:bodyPr wrap="square">
            <a:spAutoFit/>
          </a:bodyPr>
          <a:lstStyle/>
          <a:p>
            <a:r>
              <a:rPr lang="fr-FR" sz="1800" dirty="0">
                <a:solidFill>
                  <a:srgbClr val="111111"/>
                </a:solidFill>
                <a:highlight>
                  <a:srgbClr val="FFFFFF"/>
                </a:highlight>
                <a:latin typeface="Aptos" panose="020B0004020202020204" pitchFamily="34" charset="0"/>
              </a:rPr>
              <a:t>Substance de base utilisée pour fabriquer d’autres matériaux. Il s’agit d’un élément brut, extrait ou produit directement par la nature. C'est une matière non transformée. Par exemple, le bois, le minerai de fer, le pétrole brut, etc. sont considérés comme des matières premières.</a:t>
            </a:r>
          </a:p>
        </p:txBody>
      </p:sp>
      <p:pic>
        <p:nvPicPr>
          <p:cNvPr id="2050" name="Picture 2" descr="Investir dans les matières premières - Cafédutrading">
            <a:extLst>
              <a:ext uri="{FF2B5EF4-FFF2-40B4-BE49-F238E27FC236}">
                <a16:creationId xmlns:a16="http://schemas.microsoft.com/office/drawing/2014/main" id="{42C25F36-AAF4-9D05-0C2B-B1B05F7B15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948" y="2764985"/>
            <a:ext cx="5882724" cy="342405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Matière première - Page 1 | vie-publique.fr">
            <a:extLst>
              <a:ext uri="{FF2B5EF4-FFF2-40B4-BE49-F238E27FC236}">
                <a16:creationId xmlns:a16="http://schemas.microsoft.com/office/drawing/2014/main" id="{9DBFCC5C-1807-6151-49EC-0C07E05481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79835" y="2457810"/>
            <a:ext cx="3659657" cy="205626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Qu'appelle-t-on Matière première ? Définition et explications">
            <a:extLst>
              <a:ext uri="{FF2B5EF4-FFF2-40B4-BE49-F238E27FC236}">
                <a16:creationId xmlns:a16="http://schemas.microsoft.com/office/drawing/2014/main" id="{43D48C67-8BBB-15F0-5438-6049F915BC6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94738" y="4627634"/>
            <a:ext cx="2809875" cy="1628775"/>
          </a:xfrm>
          <a:prstGeom prst="rect">
            <a:avLst/>
          </a:prstGeom>
          <a:noFill/>
          <a:extLst>
            <a:ext uri="{909E8E84-426E-40DD-AFC4-6F175D3DCCD1}">
              <a14:hiddenFill xmlns:a14="http://schemas.microsoft.com/office/drawing/2010/main">
                <a:solidFill>
                  <a:srgbClr val="FFFFFF"/>
                </a:solidFill>
              </a14:hiddenFill>
            </a:ext>
          </a:extLst>
        </p:spPr>
      </p:pic>
      <p:pic>
        <p:nvPicPr>
          <p:cNvPr id="3" name="officeArt object">
            <a:extLst>
              <a:ext uri="{FF2B5EF4-FFF2-40B4-BE49-F238E27FC236}">
                <a16:creationId xmlns:a16="http://schemas.microsoft.com/office/drawing/2014/main" id="{9339C166-60E2-2F48-C0FF-2489209AA33B}"/>
              </a:ext>
            </a:extLst>
          </p:cNvPr>
          <p:cNvPicPr/>
          <p:nvPr/>
        </p:nvPicPr>
        <p:blipFill rotWithShape="1">
          <a:blip r:embed="rId7"/>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154245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a:t>
            </a:fld>
            <a:endParaRPr lang="fr-FR"/>
          </a:p>
        </p:txBody>
      </p:sp>
      <p:sp>
        <p:nvSpPr>
          <p:cNvPr id="11" name="Rectangle 10">
            <a:extLst>
              <a:ext uri="{FF2B5EF4-FFF2-40B4-BE49-F238E27FC236}">
                <a16:creationId xmlns:a16="http://schemas.microsoft.com/office/drawing/2014/main" id="{20BAFBF7-29E1-AA7E-2DFE-6D43BCAE4C7F}"/>
              </a:ext>
            </a:extLst>
          </p:cNvPr>
          <p:cNvSpPr/>
          <p:nvPr/>
        </p:nvSpPr>
        <p:spPr>
          <a:xfrm>
            <a:off x="3888723" y="1134417"/>
            <a:ext cx="4536819" cy="523220"/>
          </a:xfrm>
          <a:prstGeom prst="rect">
            <a:avLst/>
          </a:prstGeom>
          <a:noFill/>
        </p:spPr>
        <p:txBody>
          <a:bodyPr wrap="none" lIns="91440" tIns="45720" rIns="91440" bIns="45720">
            <a:spAutoFit/>
          </a:bodyPr>
          <a:lstStyle/>
          <a:p>
            <a:pPr algn="ctr"/>
            <a:r>
              <a:rPr lang="fr-FR" sz="2800" b="0" cap="none" spc="0" dirty="0">
                <a:ln w="0"/>
                <a:solidFill>
                  <a:srgbClr val="1F3864"/>
                </a:solidFill>
                <a:effectLst>
                  <a:outerShdw blurRad="38100" dist="19050" dir="2700000" algn="tl" rotWithShape="0">
                    <a:schemeClr val="dk1">
                      <a:alpha val="40000"/>
                    </a:schemeClr>
                  </a:outerShdw>
                </a:effectLst>
                <a:latin typeface="Aptos" panose="020B0004020202020204" pitchFamily="34" charset="0"/>
              </a:rPr>
              <a:t>Composant de construction</a:t>
            </a:r>
            <a:endParaRPr lang="fr-FR" sz="5400" b="0" cap="none" spc="0" dirty="0">
              <a:ln w="0"/>
              <a:solidFill>
                <a:srgbClr val="1F3864"/>
              </a:solidFill>
              <a:effectLst>
                <a:outerShdw blurRad="38100" dist="19050" dir="2700000" algn="tl" rotWithShape="0">
                  <a:schemeClr val="dk1">
                    <a:alpha val="40000"/>
                  </a:schemeClr>
                </a:outerShdw>
              </a:effectLst>
            </a:endParaRP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4" name="Rectangle 3">
            <a:extLst>
              <a:ext uri="{FF2B5EF4-FFF2-40B4-BE49-F238E27FC236}">
                <a16:creationId xmlns:a16="http://schemas.microsoft.com/office/drawing/2014/main" id="{E2D39D85-5E0D-2D90-70BA-BFBE367A61E6}"/>
              </a:ext>
            </a:extLst>
          </p:cNvPr>
          <p:cNvSpPr/>
          <p:nvPr/>
        </p:nvSpPr>
        <p:spPr>
          <a:xfrm>
            <a:off x="-63745" y="-107207"/>
            <a:ext cx="4245073"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a:pPr>
            <a:r>
              <a:rPr lang="fr-FR" sz="3200" b="1" dirty="0">
                <a:solidFill>
                  <a:srgbClr val="1F3864"/>
                </a:solidFill>
                <a:latin typeface="Aptos" panose="020B0004020202020204" pitchFamily="34" charset="0"/>
                <a:ea typeface="Calibri"/>
                <a:cs typeface="Calibri"/>
                <a:sym typeface="Calibri"/>
              </a:rPr>
              <a:t>Définition</a:t>
            </a:r>
          </a:p>
          <a:p>
            <a:pPr>
              <a:lnSpc>
                <a:spcPct val="150000"/>
              </a:lnSpc>
            </a:pPr>
            <a:endParaRPr lang="fr-FR" sz="2400" dirty="0">
              <a:solidFill>
                <a:srgbClr val="1F3864"/>
              </a:solidFill>
              <a:latin typeface="Proxima Nova"/>
              <a:cs typeface="Calibri"/>
              <a:sym typeface="Calibri"/>
            </a:endParaRPr>
          </a:p>
        </p:txBody>
      </p:sp>
      <p:sp>
        <p:nvSpPr>
          <p:cNvPr id="6" name="ZoneTexte 5">
            <a:extLst>
              <a:ext uri="{FF2B5EF4-FFF2-40B4-BE49-F238E27FC236}">
                <a16:creationId xmlns:a16="http://schemas.microsoft.com/office/drawing/2014/main" id="{CAEF0E0D-E571-B687-D76D-B6EDBCB62D13}"/>
              </a:ext>
            </a:extLst>
          </p:cNvPr>
          <p:cNvSpPr txBox="1"/>
          <p:nvPr/>
        </p:nvSpPr>
        <p:spPr>
          <a:xfrm>
            <a:off x="573673" y="1817857"/>
            <a:ext cx="11010900" cy="646331"/>
          </a:xfrm>
          <a:prstGeom prst="rect">
            <a:avLst/>
          </a:prstGeom>
          <a:noFill/>
        </p:spPr>
        <p:txBody>
          <a:bodyPr wrap="square">
            <a:spAutoFit/>
          </a:bodyPr>
          <a:lstStyle/>
          <a:p>
            <a:r>
              <a:rPr lang="fr-FR" sz="1800" dirty="0">
                <a:solidFill>
                  <a:srgbClr val="111111"/>
                </a:solidFill>
                <a:highlight>
                  <a:srgbClr val="FFFFFF"/>
                </a:highlight>
                <a:latin typeface="Aptos" panose="020B0004020202020204" pitchFamily="34" charset="0"/>
              </a:rPr>
              <a:t>Ce sont les éléments individuels qui composent une structure. Les composants de construction peuvent inclure des éléments tels que les fondations, les murs, les poutres, les colonnes, les fenêtres, les portes, etc.</a:t>
            </a:r>
          </a:p>
        </p:txBody>
      </p:sp>
      <p:pic>
        <p:nvPicPr>
          <p:cNvPr id="4098" name="Picture 2" descr="Construction : comprendre et calculer les dimensions des semelles">
            <a:extLst>
              <a:ext uri="{FF2B5EF4-FFF2-40B4-BE49-F238E27FC236}">
                <a16:creationId xmlns:a16="http://schemas.microsoft.com/office/drawing/2014/main" id="{7AE2EB48-AE5B-ADBE-36D8-628F8022DA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347927"/>
            <a:ext cx="2466975" cy="184785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ÉCLOSIONS URBAINES_TRAVAUX D'ÉLÉVATION DES MURS SUR LA PLACE  ABÊSSAN_FINANCEMENT AFD - Ouadada">
            <a:extLst>
              <a:ext uri="{FF2B5EF4-FFF2-40B4-BE49-F238E27FC236}">
                <a16:creationId xmlns:a16="http://schemas.microsoft.com/office/drawing/2014/main" id="{FD0CE620-F417-6364-21EB-83E6901F83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28863" y="2557462"/>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Poutres 20 x 20 Béton Armé">
            <a:extLst>
              <a:ext uri="{FF2B5EF4-FFF2-40B4-BE49-F238E27FC236}">
                <a16:creationId xmlns:a16="http://schemas.microsoft.com/office/drawing/2014/main" id="{DF7D2C76-9BA4-AB51-3E72-56EB435615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43764" y="2596032"/>
            <a:ext cx="2503975" cy="1703071"/>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Poteaux &amp; Colonnes - Ronveaux : Ronveaux">
            <a:extLst>
              <a:ext uri="{FF2B5EF4-FFF2-40B4-BE49-F238E27FC236}">
                <a16:creationId xmlns:a16="http://schemas.microsoft.com/office/drawing/2014/main" id="{C4BE4679-A85E-C006-6FA6-0788E5B9D51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64770" y="4490802"/>
            <a:ext cx="2686050" cy="1704975"/>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Les portes-fenêtres Aluminium - Pasquet Menuiseries">
            <a:extLst>
              <a:ext uri="{FF2B5EF4-FFF2-40B4-BE49-F238E27FC236}">
                <a16:creationId xmlns:a16="http://schemas.microsoft.com/office/drawing/2014/main" id="{77BF745C-9E5E-0C0B-3926-2CDD5C515FD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63137" y="4256164"/>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3" name="officeArt object">
            <a:extLst>
              <a:ext uri="{FF2B5EF4-FFF2-40B4-BE49-F238E27FC236}">
                <a16:creationId xmlns:a16="http://schemas.microsoft.com/office/drawing/2014/main" id="{BE7A2EEC-30DF-C8E6-08D6-F889CEB9F3F7}"/>
              </a:ext>
            </a:extLst>
          </p:cNvPr>
          <p:cNvPicPr/>
          <p:nvPr/>
        </p:nvPicPr>
        <p:blipFill rotWithShape="1">
          <a:blip r:embed="rId9"/>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2949851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a:t>
            </a:fld>
            <a:endParaRPr lang="fr-FR"/>
          </a:p>
        </p:txBody>
      </p:sp>
      <p:sp>
        <p:nvSpPr>
          <p:cNvPr id="11" name="Rectangle 10">
            <a:extLst>
              <a:ext uri="{FF2B5EF4-FFF2-40B4-BE49-F238E27FC236}">
                <a16:creationId xmlns:a16="http://schemas.microsoft.com/office/drawing/2014/main" id="{20BAFBF7-29E1-AA7E-2DFE-6D43BCAE4C7F}"/>
              </a:ext>
            </a:extLst>
          </p:cNvPr>
          <p:cNvSpPr/>
          <p:nvPr/>
        </p:nvSpPr>
        <p:spPr>
          <a:xfrm>
            <a:off x="4511495" y="1134417"/>
            <a:ext cx="3291286"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Système constructif</a:t>
            </a:r>
            <a:endParaRPr lang="fr-FR" sz="5400" b="0" cap="none" spc="0" dirty="0">
              <a:ln w="0"/>
              <a:solidFill>
                <a:srgbClr val="1F3864"/>
              </a:solidFill>
            </a:endParaRP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4" name="Rectangle 3">
            <a:extLst>
              <a:ext uri="{FF2B5EF4-FFF2-40B4-BE49-F238E27FC236}">
                <a16:creationId xmlns:a16="http://schemas.microsoft.com/office/drawing/2014/main" id="{E2D39D85-5E0D-2D90-70BA-BFBE367A61E6}"/>
              </a:ext>
            </a:extLst>
          </p:cNvPr>
          <p:cNvSpPr/>
          <p:nvPr/>
        </p:nvSpPr>
        <p:spPr>
          <a:xfrm>
            <a:off x="-63745" y="-107207"/>
            <a:ext cx="4245073"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a:pPr>
            <a:r>
              <a:rPr lang="fr-FR" sz="3200" b="1" dirty="0">
                <a:solidFill>
                  <a:srgbClr val="1F3864"/>
                </a:solidFill>
                <a:latin typeface="Aptos" panose="020B0004020202020204" pitchFamily="34" charset="0"/>
                <a:ea typeface="Calibri"/>
                <a:cs typeface="Calibri"/>
                <a:sym typeface="Calibri"/>
              </a:rPr>
              <a:t>Définition</a:t>
            </a:r>
          </a:p>
          <a:p>
            <a:pPr>
              <a:lnSpc>
                <a:spcPct val="150000"/>
              </a:lnSpc>
            </a:pPr>
            <a:endParaRPr lang="fr-FR" sz="2400" dirty="0">
              <a:solidFill>
                <a:srgbClr val="1F3864"/>
              </a:solidFill>
              <a:latin typeface="Proxima Nova"/>
              <a:cs typeface="Calibri"/>
              <a:sym typeface="Calibri"/>
            </a:endParaRPr>
          </a:p>
        </p:txBody>
      </p:sp>
      <p:sp>
        <p:nvSpPr>
          <p:cNvPr id="7" name="ZoneTexte 6">
            <a:extLst>
              <a:ext uri="{FF2B5EF4-FFF2-40B4-BE49-F238E27FC236}">
                <a16:creationId xmlns:a16="http://schemas.microsoft.com/office/drawing/2014/main" id="{C30FF006-9BF1-0F56-E0C3-09F90A9B613F}"/>
              </a:ext>
            </a:extLst>
          </p:cNvPr>
          <p:cNvSpPr txBox="1"/>
          <p:nvPr/>
        </p:nvSpPr>
        <p:spPr>
          <a:xfrm>
            <a:off x="153486" y="2066184"/>
            <a:ext cx="11885027" cy="923330"/>
          </a:xfrm>
          <a:prstGeom prst="rect">
            <a:avLst/>
          </a:prstGeom>
          <a:noFill/>
        </p:spPr>
        <p:txBody>
          <a:bodyPr wrap="square">
            <a:spAutoFit/>
          </a:bodyPr>
          <a:lstStyle/>
          <a:p>
            <a:r>
              <a:rPr lang="fr-FR" sz="1800" dirty="0">
                <a:solidFill>
                  <a:srgbClr val="111111"/>
                </a:solidFill>
                <a:highlight>
                  <a:srgbClr val="FFFFFF"/>
                </a:highlight>
                <a:latin typeface="Aptos" panose="020B0004020202020204" pitchFamily="34" charset="0"/>
              </a:rPr>
              <a:t>Un système constructif est une méthode ou une technique utilisée pour assembler les composants de construction et créer une structure complète. Par exemple, les systèmes de charpente en bois, les systèmes de construction en béton armé,</a:t>
            </a:r>
          </a:p>
        </p:txBody>
      </p:sp>
      <p:pic>
        <p:nvPicPr>
          <p:cNvPr id="6152" name="Picture 8" descr="Poteaux et poutres | Ebawe">
            <a:extLst>
              <a:ext uri="{FF2B5EF4-FFF2-40B4-BE49-F238E27FC236}">
                <a16:creationId xmlns:a16="http://schemas.microsoft.com/office/drawing/2014/main" id="{F5404BEF-4D01-881D-1E4A-D1C341B6BD0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000" t="9823" r="10009" b="12632"/>
          <a:stretch/>
        </p:blipFill>
        <p:spPr bwMode="auto">
          <a:xfrm>
            <a:off x="7226825" y="3077028"/>
            <a:ext cx="3242229" cy="3100037"/>
          </a:xfrm>
          <a:prstGeom prst="rect">
            <a:avLst/>
          </a:prstGeom>
          <a:noFill/>
          <a:extLst>
            <a:ext uri="{909E8E84-426E-40DD-AFC4-6F175D3DCCD1}">
              <a14:hiddenFill xmlns:a14="http://schemas.microsoft.com/office/drawing/2010/main">
                <a:solidFill>
                  <a:srgbClr val="FFFFFF"/>
                </a:solidFill>
              </a14:hiddenFill>
            </a:ext>
          </a:extLst>
        </p:spPr>
      </p:pic>
      <p:pic>
        <p:nvPicPr>
          <p:cNvPr id="6156" name="Picture 12" descr="POTEAUX &amp; POUTRES - Génie Civil">
            <a:extLst>
              <a:ext uri="{FF2B5EF4-FFF2-40B4-BE49-F238E27FC236}">
                <a16:creationId xmlns:a16="http://schemas.microsoft.com/office/drawing/2014/main" id="{999F9089-FF58-6BB7-650F-9667B0FFDB0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7139" y="2911338"/>
            <a:ext cx="5302942" cy="3523188"/>
          </a:xfrm>
          <a:prstGeom prst="rect">
            <a:avLst/>
          </a:prstGeom>
          <a:noFill/>
          <a:extLst>
            <a:ext uri="{909E8E84-426E-40DD-AFC4-6F175D3DCCD1}">
              <a14:hiddenFill xmlns:a14="http://schemas.microsoft.com/office/drawing/2010/main">
                <a:solidFill>
                  <a:srgbClr val="FFFFFF"/>
                </a:solidFill>
              </a14:hiddenFill>
            </a:ext>
          </a:extLst>
        </p:spPr>
      </p:pic>
      <p:pic>
        <p:nvPicPr>
          <p:cNvPr id="3" name="officeArt object">
            <a:extLst>
              <a:ext uri="{FF2B5EF4-FFF2-40B4-BE49-F238E27FC236}">
                <a16:creationId xmlns:a16="http://schemas.microsoft.com/office/drawing/2014/main" id="{AF3AF8D3-8BC1-097F-0A17-417980E323A8}"/>
              </a:ext>
            </a:extLst>
          </p:cNvPr>
          <p:cNvPicPr/>
          <p:nvPr/>
        </p:nvPicPr>
        <p:blipFill rotWithShape="1">
          <a:blip r:embed="rId6"/>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712961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a:t>
            </a:fld>
            <a:endParaRPr lang="fr-FR"/>
          </a:p>
        </p:txBody>
      </p:sp>
      <p:sp>
        <p:nvSpPr>
          <p:cNvPr id="11" name="Rectangle 10">
            <a:extLst>
              <a:ext uri="{FF2B5EF4-FFF2-40B4-BE49-F238E27FC236}">
                <a16:creationId xmlns:a16="http://schemas.microsoft.com/office/drawing/2014/main" id="{20BAFBF7-29E1-AA7E-2DFE-6D43BCAE4C7F}"/>
              </a:ext>
            </a:extLst>
          </p:cNvPr>
          <p:cNvSpPr/>
          <p:nvPr/>
        </p:nvSpPr>
        <p:spPr>
          <a:xfrm>
            <a:off x="4511495" y="1134417"/>
            <a:ext cx="3291286"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Système constructif</a:t>
            </a:r>
            <a:endParaRPr lang="fr-FR" sz="5400" b="0" cap="none" spc="0" dirty="0">
              <a:ln w="0"/>
              <a:solidFill>
                <a:srgbClr val="1F3864"/>
              </a:solidFill>
            </a:endParaRP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4" name="Rectangle 3">
            <a:extLst>
              <a:ext uri="{FF2B5EF4-FFF2-40B4-BE49-F238E27FC236}">
                <a16:creationId xmlns:a16="http://schemas.microsoft.com/office/drawing/2014/main" id="{E2D39D85-5E0D-2D90-70BA-BFBE367A61E6}"/>
              </a:ext>
            </a:extLst>
          </p:cNvPr>
          <p:cNvSpPr/>
          <p:nvPr/>
        </p:nvSpPr>
        <p:spPr>
          <a:xfrm>
            <a:off x="-63745" y="-107207"/>
            <a:ext cx="4245073"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a:pPr>
            <a:r>
              <a:rPr lang="fr-FR" sz="3200" b="1" dirty="0">
                <a:solidFill>
                  <a:srgbClr val="1F3864"/>
                </a:solidFill>
                <a:latin typeface="Aptos" panose="020B0004020202020204" pitchFamily="34" charset="0"/>
                <a:ea typeface="Calibri"/>
                <a:cs typeface="Calibri"/>
                <a:sym typeface="Calibri"/>
              </a:rPr>
              <a:t>Définition</a:t>
            </a:r>
          </a:p>
          <a:p>
            <a:pPr>
              <a:lnSpc>
                <a:spcPct val="150000"/>
              </a:lnSpc>
            </a:pPr>
            <a:endParaRPr lang="fr-FR" sz="2400" dirty="0">
              <a:solidFill>
                <a:srgbClr val="1F3864"/>
              </a:solidFill>
              <a:latin typeface="Proxima Nova"/>
              <a:cs typeface="Calibri"/>
              <a:sym typeface="Calibri"/>
            </a:endParaRPr>
          </a:p>
        </p:txBody>
      </p:sp>
      <p:sp>
        <p:nvSpPr>
          <p:cNvPr id="7" name="ZoneTexte 6">
            <a:extLst>
              <a:ext uri="{FF2B5EF4-FFF2-40B4-BE49-F238E27FC236}">
                <a16:creationId xmlns:a16="http://schemas.microsoft.com/office/drawing/2014/main" id="{C30FF006-9BF1-0F56-E0C3-09F90A9B613F}"/>
              </a:ext>
            </a:extLst>
          </p:cNvPr>
          <p:cNvSpPr txBox="1"/>
          <p:nvPr/>
        </p:nvSpPr>
        <p:spPr>
          <a:xfrm>
            <a:off x="153486" y="1802209"/>
            <a:ext cx="11885027" cy="923330"/>
          </a:xfrm>
          <a:prstGeom prst="rect">
            <a:avLst/>
          </a:prstGeom>
          <a:noFill/>
        </p:spPr>
        <p:txBody>
          <a:bodyPr wrap="square">
            <a:spAutoFit/>
          </a:bodyPr>
          <a:lstStyle/>
          <a:p>
            <a:r>
              <a:rPr lang="fr-FR" sz="1800" dirty="0">
                <a:solidFill>
                  <a:srgbClr val="111111"/>
                </a:solidFill>
                <a:highlight>
                  <a:srgbClr val="FFFFFF"/>
                </a:highlight>
                <a:latin typeface="Aptos" panose="020B0004020202020204" pitchFamily="34" charset="0"/>
              </a:rPr>
              <a:t>Un système constructif est une méthode ou une technique utilisée pour assembler les composants de construction et créer une structure complète. Par exemple, les systèmes de charpente en bois, les systèmes de construction en béton armé,</a:t>
            </a:r>
          </a:p>
        </p:txBody>
      </p:sp>
      <p:pic>
        <p:nvPicPr>
          <p:cNvPr id="6158" name="Picture 14" descr="POTEAUX &amp; POUTRES - Génie Civil">
            <a:extLst>
              <a:ext uri="{FF2B5EF4-FFF2-40B4-BE49-F238E27FC236}">
                <a16:creationId xmlns:a16="http://schemas.microsoft.com/office/drawing/2014/main" id="{30CD172E-424A-9642-F314-103DE9D8A862}"/>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t="15215"/>
          <a:stretch/>
        </p:blipFill>
        <p:spPr bwMode="auto">
          <a:xfrm>
            <a:off x="1569684" y="2569287"/>
            <a:ext cx="9174908" cy="3630811"/>
          </a:xfrm>
          <a:prstGeom prst="rect">
            <a:avLst/>
          </a:prstGeom>
          <a:noFill/>
          <a:extLst>
            <a:ext uri="{909E8E84-426E-40DD-AFC4-6F175D3DCCD1}">
              <a14:hiddenFill xmlns:a14="http://schemas.microsoft.com/office/drawing/2010/main">
                <a:solidFill>
                  <a:srgbClr val="FFFFFF"/>
                </a:solidFill>
              </a14:hiddenFill>
            </a:ext>
          </a:extLst>
        </p:spPr>
      </p:pic>
      <p:pic>
        <p:nvPicPr>
          <p:cNvPr id="3" name="officeArt object">
            <a:extLst>
              <a:ext uri="{FF2B5EF4-FFF2-40B4-BE49-F238E27FC236}">
                <a16:creationId xmlns:a16="http://schemas.microsoft.com/office/drawing/2014/main" id="{7F77452D-4BB8-BBA0-698F-42E3C4703EE3}"/>
              </a:ext>
            </a:extLst>
          </p:cNvPr>
          <p:cNvPicPr/>
          <p:nvPr/>
        </p:nvPicPr>
        <p:blipFill rotWithShape="1">
          <a:blip r:embed="rId6"/>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2212745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7</a:t>
            </a:fld>
            <a:endParaRPr lang="fr-FR"/>
          </a:p>
        </p:txBody>
      </p:sp>
      <p:sp>
        <p:nvSpPr>
          <p:cNvPr id="11" name="Rectangle 10">
            <a:extLst>
              <a:ext uri="{FF2B5EF4-FFF2-40B4-BE49-F238E27FC236}">
                <a16:creationId xmlns:a16="http://schemas.microsoft.com/office/drawing/2014/main" id="{20BAFBF7-29E1-AA7E-2DFE-6D43BCAE4C7F}"/>
              </a:ext>
            </a:extLst>
          </p:cNvPr>
          <p:cNvSpPr/>
          <p:nvPr/>
        </p:nvSpPr>
        <p:spPr>
          <a:xfrm>
            <a:off x="4511495" y="1134417"/>
            <a:ext cx="3291286"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Système constructif</a:t>
            </a:r>
            <a:endParaRPr lang="fr-FR" sz="5400" b="0" cap="none" spc="0" dirty="0">
              <a:ln w="0"/>
              <a:solidFill>
                <a:srgbClr val="1F3864"/>
              </a:solidFill>
            </a:endParaRP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4" name="Rectangle 3">
            <a:extLst>
              <a:ext uri="{FF2B5EF4-FFF2-40B4-BE49-F238E27FC236}">
                <a16:creationId xmlns:a16="http://schemas.microsoft.com/office/drawing/2014/main" id="{E2D39D85-5E0D-2D90-70BA-BFBE367A61E6}"/>
              </a:ext>
            </a:extLst>
          </p:cNvPr>
          <p:cNvSpPr/>
          <p:nvPr/>
        </p:nvSpPr>
        <p:spPr>
          <a:xfrm>
            <a:off x="-63745" y="-107207"/>
            <a:ext cx="4245073"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a:pPr>
            <a:r>
              <a:rPr lang="fr-FR" sz="3200" b="1" dirty="0">
                <a:solidFill>
                  <a:srgbClr val="1F3864"/>
                </a:solidFill>
                <a:latin typeface="Aptos" panose="020B0004020202020204" pitchFamily="34" charset="0"/>
                <a:ea typeface="Calibri"/>
                <a:cs typeface="Calibri"/>
                <a:sym typeface="Calibri"/>
              </a:rPr>
              <a:t>Définition</a:t>
            </a:r>
          </a:p>
          <a:p>
            <a:pPr>
              <a:lnSpc>
                <a:spcPct val="150000"/>
              </a:lnSpc>
            </a:pPr>
            <a:endParaRPr lang="fr-FR" sz="2400" dirty="0">
              <a:solidFill>
                <a:srgbClr val="1F3864"/>
              </a:solidFill>
              <a:latin typeface="Proxima Nova"/>
              <a:cs typeface="Calibri"/>
              <a:sym typeface="Calibri"/>
            </a:endParaRPr>
          </a:p>
        </p:txBody>
      </p:sp>
      <p:sp>
        <p:nvSpPr>
          <p:cNvPr id="7" name="ZoneTexte 6">
            <a:extLst>
              <a:ext uri="{FF2B5EF4-FFF2-40B4-BE49-F238E27FC236}">
                <a16:creationId xmlns:a16="http://schemas.microsoft.com/office/drawing/2014/main" id="{C30FF006-9BF1-0F56-E0C3-09F90A9B613F}"/>
              </a:ext>
            </a:extLst>
          </p:cNvPr>
          <p:cNvSpPr txBox="1"/>
          <p:nvPr/>
        </p:nvSpPr>
        <p:spPr>
          <a:xfrm>
            <a:off x="153486" y="2066184"/>
            <a:ext cx="11885027" cy="923330"/>
          </a:xfrm>
          <a:prstGeom prst="rect">
            <a:avLst/>
          </a:prstGeom>
          <a:noFill/>
        </p:spPr>
        <p:txBody>
          <a:bodyPr wrap="square">
            <a:spAutoFit/>
          </a:bodyPr>
          <a:lstStyle/>
          <a:p>
            <a:r>
              <a:rPr lang="fr-FR" sz="1800" dirty="0">
                <a:solidFill>
                  <a:srgbClr val="111111"/>
                </a:solidFill>
                <a:highlight>
                  <a:srgbClr val="FFFFFF"/>
                </a:highlight>
                <a:latin typeface="Aptos" panose="020B0004020202020204" pitchFamily="34" charset="0"/>
              </a:rPr>
              <a:t>Un système constructif est une méthode ou une technique utilisée pour assembler les composants de construction et créer une structure complète. Par exemple, les systèmes de charpente en bois, les systèmes de construction en béton armé,</a:t>
            </a:r>
          </a:p>
        </p:txBody>
      </p:sp>
      <p:pic>
        <p:nvPicPr>
          <p:cNvPr id="6146" name="Picture 2" descr="Poutres en béton préfabriquées pour vos constructions, qualité Eurobéton">
            <a:extLst>
              <a:ext uri="{FF2B5EF4-FFF2-40B4-BE49-F238E27FC236}">
                <a16:creationId xmlns:a16="http://schemas.microsoft.com/office/drawing/2014/main" id="{A06FF176-9794-E336-FC44-507A528095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4405" y="3497598"/>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Les nouveaux cinémas de Clermont-Ferrand... c'est du béton !">
            <a:extLst>
              <a:ext uri="{FF2B5EF4-FFF2-40B4-BE49-F238E27FC236}">
                <a16:creationId xmlns:a16="http://schemas.microsoft.com/office/drawing/2014/main" id="{9965315D-0933-5C2E-BCA0-65CBD8CDBC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671" y="2738705"/>
            <a:ext cx="4333551" cy="324598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La structure poteaux-poutres favorise les matériaux biosourcés">
            <a:extLst>
              <a:ext uri="{FF2B5EF4-FFF2-40B4-BE49-F238E27FC236}">
                <a16:creationId xmlns:a16="http://schemas.microsoft.com/office/drawing/2014/main" id="{08A8685D-6A58-EBB2-AF52-328700F550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10600" y="3168351"/>
            <a:ext cx="3160337" cy="2367202"/>
          </a:xfrm>
          <a:prstGeom prst="rect">
            <a:avLst/>
          </a:prstGeom>
          <a:noFill/>
          <a:extLst>
            <a:ext uri="{909E8E84-426E-40DD-AFC4-6F175D3DCCD1}">
              <a14:hiddenFill xmlns:a14="http://schemas.microsoft.com/office/drawing/2010/main">
                <a:solidFill>
                  <a:srgbClr val="FFFFFF"/>
                </a:solidFill>
              </a14:hiddenFill>
            </a:ext>
          </a:extLst>
        </p:spPr>
      </p:pic>
      <p:pic>
        <p:nvPicPr>
          <p:cNvPr id="3" name="officeArt object">
            <a:extLst>
              <a:ext uri="{FF2B5EF4-FFF2-40B4-BE49-F238E27FC236}">
                <a16:creationId xmlns:a16="http://schemas.microsoft.com/office/drawing/2014/main" id="{8B68492F-20F2-FDA5-64AA-AA53208C69A3}"/>
              </a:ext>
            </a:extLst>
          </p:cNvPr>
          <p:cNvPicPr/>
          <p:nvPr/>
        </p:nvPicPr>
        <p:blipFill rotWithShape="1">
          <a:blip r:embed="rId7"/>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1610213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5132" name="Picture 12" descr="EUROCODE 3 : terminologie - BTP">
            <a:extLst>
              <a:ext uri="{FF2B5EF4-FFF2-40B4-BE49-F238E27FC236}">
                <a16:creationId xmlns:a16="http://schemas.microsoft.com/office/drawing/2014/main" id="{26A0F5FD-2BD0-D285-920E-540728D583D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7857"/>
          <a:stretch/>
        </p:blipFill>
        <p:spPr bwMode="auto">
          <a:xfrm>
            <a:off x="153486" y="2534045"/>
            <a:ext cx="5726372" cy="3822305"/>
          </a:xfrm>
          <a:prstGeom prst="rect">
            <a:avLst/>
          </a:prstGeom>
          <a:noFill/>
          <a:extLst>
            <a:ext uri="{909E8E84-426E-40DD-AFC4-6F175D3DCCD1}">
              <a14:hiddenFill xmlns:a14="http://schemas.microsoft.com/office/drawing/2010/main">
                <a:solidFill>
                  <a:srgbClr val="FFFFFF"/>
                </a:solidFill>
              </a14:hiddenFill>
            </a:ext>
          </a:extLst>
        </p:spPr>
      </p:pic>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8</a:t>
            </a:fld>
            <a:endParaRPr lang="fr-FR"/>
          </a:p>
        </p:txBody>
      </p:sp>
      <p:sp>
        <p:nvSpPr>
          <p:cNvPr id="11" name="Rectangle 10">
            <a:extLst>
              <a:ext uri="{FF2B5EF4-FFF2-40B4-BE49-F238E27FC236}">
                <a16:creationId xmlns:a16="http://schemas.microsoft.com/office/drawing/2014/main" id="{20BAFBF7-29E1-AA7E-2DFE-6D43BCAE4C7F}"/>
              </a:ext>
            </a:extLst>
          </p:cNvPr>
          <p:cNvSpPr/>
          <p:nvPr/>
        </p:nvSpPr>
        <p:spPr>
          <a:xfrm>
            <a:off x="4511495" y="1134417"/>
            <a:ext cx="3291286"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Système constructif</a:t>
            </a:r>
            <a:endParaRPr lang="fr-FR" sz="5400" b="0" cap="none" spc="0" dirty="0">
              <a:ln w="0"/>
              <a:solidFill>
                <a:srgbClr val="1F3864"/>
              </a:solidFill>
            </a:endParaRP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4" name="Rectangle 3">
            <a:extLst>
              <a:ext uri="{FF2B5EF4-FFF2-40B4-BE49-F238E27FC236}">
                <a16:creationId xmlns:a16="http://schemas.microsoft.com/office/drawing/2014/main" id="{E2D39D85-5E0D-2D90-70BA-BFBE367A61E6}"/>
              </a:ext>
            </a:extLst>
          </p:cNvPr>
          <p:cNvSpPr/>
          <p:nvPr/>
        </p:nvSpPr>
        <p:spPr>
          <a:xfrm>
            <a:off x="-63745" y="-107207"/>
            <a:ext cx="4245073"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a:pPr>
            <a:r>
              <a:rPr lang="fr-FR" sz="3200" b="1" dirty="0">
                <a:solidFill>
                  <a:srgbClr val="1F3864"/>
                </a:solidFill>
                <a:latin typeface="Aptos" panose="020B0004020202020204" pitchFamily="34" charset="0"/>
                <a:ea typeface="Calibri"/>
                <a:cs typeface="Calibri"/>
                <a:sym typeface="Calibri"/>
              </a:rPr>
              <a:t>Définition</a:t>
            </a:r>
          </a:p>
          <a:p>
            <a:pPr>
              <a:lnSpc>
                <a:spcPct val="150000"/>
              </a:lnSpc>
            </a:pPr>
            <a:endParaRPr lang="fr-FR" sz="2400" dirty="0">
              <a:solidFill>
                <a:srgbClr val="1F3864"/>
              </a:solidFill>
              <a:latin typeface="Proxima Nova"/>
              <a:cs typeface="Calibri"/>
              <a:sym typeface="Calibri"/>
            </a:endParaRPr>
          </a:p>
        </p:txBody>
      </p:sp>
      <p:sp>
        <p:nvSpPr>
          <p:cNvPr id="7" name="ZoneTexte 6">
            <a:extLst>
              <a:ext uri="{FF2B5EF4-FFF2-40B4-BE49-F238E27FC236}">
                <a16:creationId xmlns:a16="http://schemas.microsoft.com/office/drawing/2014/main" id="{C30FF006-9BF1-0F56-E0C3-09F90A9B613F}"/>
              </a:ext>
            </a:extLst>
          </p:cNvPr>
          <p:cNvSpPr txBox="1"/>
          <p:nvPr/>
        </p:nvSpPr>
        <p:spPr>
          <a:xfrm>
            <a:off x="153486" y="1777030"/>
            <a:ext cx="11885027" cy="923330"/>
          </a:xfrm>
          <a:prstGeom prst="rect">
            <a:avLst/>
          </a:prstGeom>
          <a:noFill/>
        </p:spPr>
        <p:txBody>
          <a:bodyPr wrap="square">
            <a:spAutoFit/>
          </a:bodyPr>
          <a:lstStyle/>
          <a:p>
            <a:r>
              <a:rPr lang="fr-FR" sz="1800" dirty="0">
                <a:solidFill>
                  <a:srgbClr val="111111"/>
                </a:solidFill>
                <a:highlight>
                  <a:srgbClr val="FFFFFF"/>
                </a:highlight>
                <a:latin typeface="Aptos" panose="020B0004020202020204" pitchFamily="34" charset="0"/>
              </a:rPr>
              <a:t>Un système constructif est une méthode ou une technique utilisée pour assembler les composants de construction et créer une structure complète. Par exemple, les systèmes de charpente en bois, les systèmes de construction en béton armé,</a:t>
            </a:r>
          </a:p>
        </p:txBody>
      </p:sp>
      <p:pic>
        <p:nvPicPr>
          <p:cNvPr id="7170" name="Picture 2" descr="Conception générale des bâtiments à simple rez-de-chaussée en charpente  métallique – #LefersavoirduCTICM">
            <a:extLst>
              <a:ext uri="{FF2B5EF4-FFF2-40B4-BE49-F238E27FC236}">
                <a16:creationId xmlns:a16="http://schemas.microsoft.com/office/drawing/2014/main" id="{2DF68428-35D7-59A3-B68F-7E30333411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27530" y="3120088"/>
            <a:ext cx="5863311" cy="2650217"/>
          </a:xfrm>
          <a:prstGeom prst="rect">
            <a:avLst/>
          </a:prstGeom>
          <a:noFill/>
          <a:extLst>
            <a:ext uri="{909E8E84-426E-40DD-AFC4-6F175D3DCCD1}">
              <a14:hiddenFill xmlns:a14="http://schemas.microsoft.com/office/drawing/2010/main">
                <a:solidFill>
                  <a:srgbClr val="FFFFFF"/>
                </a:solidFill>
              </a14:hiddenFill>
            </a:ext>
          </a:extLst>
        </p:spPr>
      </p:pic>
      <p:pic>
        <p:nvPicPr>
          <p:cNvPr id="3" name="officeArt object">
            <a:extLst>
              <a:ext uri="{FF2B5EF4-FFF2-40B4-BE49-F238E27FC236}">
                <a16:creationId xmlns:a16="http://schemas.microsoft.com/office/drawing/2014/main" id="{0AAA5D3C-42D5-64BC-7BAB-7AF95951A972}"/>
              </a:ext>
            </a:extLst>
          </p:cNvPr>
          <p:cNvPicPr/>
          <p:nvPr/>
        </p:nvPicPr>
        <p:blipFill rotWithShape="1">
          <a:blip r:embed="rId6"/>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36630980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9</a:t>
            </a:fld>
            <a:endParaRPr lang="fr-FR"/>
          </a:p>
        </p:txBody>
      </p:sp>
      <p:sp>
        <p:nvSpPr>
          <p:cNvPr id="11" name="Rectangle 10">
            <a:extLst>
              <a:ext uri="{FF2B5EF4-FFF2-40B4-BE49-F238E27FC236}">
                <a16:creationId xmlns:a16="http://schemas.microsoft.com/office/drawing/2014/main" id="{20BAFBF7-29E1-AA7E-2DFE-6D43BCAE4C7F}"/>
              </a:ext>
            </a:extLst>
          </p:cNvPr>
          <p:cNvSpPr/>
          <p:nvPr/>
        </p:nvSpPr>
        <p:spPr>
          <a:xfrm>
            <a:off x="4516207" y="1021376"/>
            <a:ext cx="3291286"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Système constructif</a:t>
            </a:r>
            <a:endParaRPr lang="fr-FR" sz="5400" b="0" cap="none" spc="0" dirty="0">
              <a:ln w="0"/>
              <a:solidFill>
                <a:srgbClr val="1F3864"/>
              </a:solidFill>
            </a:endParaRP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4" name="Rectangle 3">
            <a:extLst>
              <a:ext uri="{FF2B5EF4-FFF2-40B4-BE49-F238E27FC236}">
                <a16:creationId xmlns:a16="http://schemas.microsoft.com/office/drawing/2014/main" id="{E2D39D85-5E0D-2D90-70BA-BFBE367A61E6}"/>
              </a:ext>
            </a:extLst>
          </p:cNvPr>
          <p:cNvSpPr/>
          <p:nvPr/>
        </p:nvSpPr>
        <p:spPr>
          <a:xfrm>
            <a:off x="-63745" y="-107207"/>
            <a:ext cx="4245073"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a:pPr>
            <a:r>
              <a:rPr lang="fr-FR" sz="3200" b="1" dirty="0">
                <a:solidFill>
                  <a:srgbClr val="1F3864"/>
                </a:solidFill>
                <a:latin typeface="Aptos" panose="020B0004020202020204" pitchFamily="34" charset="0"/>
                <a:ea typeface="Calibri"/>
                <a:cs typeface="Calibri"/>
                <a:sym typeface="Calibri"/>
              </a:rPr>
              <a:t>Définition</a:t>
            </a:r>
          </a:p>
          <a:p>
            <a:pPr>
              <a:lnSpc>
                <a:spcPct val="150000"/>
              </a:lnSpc>
            </a:pPr>
            <a:endParaRPr lang="fr-FR" sz="2400" dirty="0">
              <a:solidFill>
                <a:srgbClr val="1F3864"/>
              </a:solidFill>
              <a:latin typeface="Proxima Nova"/>
              <a:cs typeface="Calibri"/>
              <a:sym typeface="Calibri"/>
            </a:endParaRPr>
          </a:p>
        </p:txBody>
      </p:sp>
      <p:sp>
        <p:nvSpPr>
          <p:cNvPr id="7" name="ZoneTexte 6">
            <a:extLst>
              <a:ext uri="{FF2B5EF4-FFF2-40B4-BE49-F238E27FC236}">
                <a16:creationId xmlns:a16="http://schemas.microsoft.com/office/drawing/2014/main" id="{C30FF006-9BF1-0F56-E0C3-09F90A9B613F}"/>
              </a:ext>
            </a:extLst>
          </p:cNvPr>
          <p:cNvSpPr txBox="1"/>
          <p:nvPr/>
        </p:nvSpPr>
        <p:spPr>
          <a:xfrm>
            <a:off x="219336" y="1640868"/>
            <a:ext cx="11885027" cy="923330"/>
          </a:xfrm>
          <a:prstGeom prst="rect">
            <a:avLst/>
          </a:prstGeom>
          <a:noFill/>
        </p:spPr>
        <p:txBody>
          <a:bodyPr wrap="square">
            <a:spAutoFit/>
          </a:bodyPr>
          <a:lstStyle/>
          <a:p>
            <a:r>
              <a:rPr lang="fr-FR" sz="1800" dirty="0">
                <a:solidFill>
                  <a:srgbClr val="111111"/>
                </a:solidFill>
                <a:highlight>
                  <a:srgbClr val="FFFFFF"/>
                </a:highlight>
                <a:latin typeface="Aptos" panose="020B0004020202020204" pitchFamily="34" charset="0"/>
              </a:rPr>
              <a:t>Un système constructif est une méthode ou une technique utilisée pour assembler les composants de construction et créer une structure complète. Par exemple, les systèmes de charpente en bois, les systèmes de construction en béton armé,</a:t>
            </a:r>
          </a:p>
        </p:txBody>
      </p:sp>
      <p:pic>
        <p:nvPicPr>
          <p:cNvPr id="5122" name="Picture 2" descr="Charpente bois traditionnelle : tout ce qu'il faut savoir">
            <a:extLst>
              <a:ext uri="{FF2B5EF4-FFF2-40B4-BE49-F238E27FC236}">
                <a16:creationId xmlns:a16="http://schemas.microsoft.com/office/drawing/2014/main" id="{479A1ED9-77A2-9EF3-0D19-E273DF713F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4933" y="4822092"/>
            <a:ext cx="4083965" cy="1840832"/>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CHARPENTE BÉTON - Portfolio - B.C.M Groupe">
            <a:extLst>
              <a:ext uri="{FF2B5EF4-FFF2-40B4-BE49-F238E27FC236}">
                <a16:creationId xmlns:a16="http://schemas.microsoft.com/office/drawing/2014/main" id="{4C000704-C407-3AEB-CCA2-CE66747580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26437" y="2855230"/>
            <a:ext cx="1706729" cy="1806488"/>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Charpente métallique : notre guide travaux">
            <a:extLst>
              <a:ext uri="{FF2B5EF4-FFF2-40B4-BE49-F238E27FC236}">
                <a16:creationId xmlns:a16="http://schemas.microsoft.com/office/drawing/2014/main" id="{D3A975B3-F707-1F81-579C-10BD8013317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3486" y="3137635"/>
            <a:ext cx="3190875" cy="1438275"/>
          </a:xfrm>
          <a:prstGeom prst="rect">
            <a:avLst/>
          </a:prstGeom>
          <a:noFill/>
          <a:extLst>
            <a:ext uri="{909E8E84-426E-40DD-AFC4-6F175D3DCCD1}">
              <a14:hiddenFill xmlns:a14="http://schemas.microsoft.com/office/drawing/2010/main">
                <a:solidFill>
                  <a:srgbClr val="FFFFFF"/>
                </a:solidFill>
              </a14:hiddenFill>
            </a:ext>
          </a:extLst>
        </p:spPr>
      </p:pic>
      <p:pic>
        <p:nvPicPr>
          <p:cNvPr id="5134" name="Picture 14" descr="Construction de mon garage">
            <a:extLst>
              <a:ext uri="{FF2B5EF4-FFF2-40B4-BE49-F238E27FC236}">
                <a16:creationId xmlns:a16="http://schemas.microsoft.com/office/drawing/2014/main" id="{8439F993-D64B-A19E-03C8-8F83AEDB6677}"/>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4879" t="41116" r="5756"/>
          <a:stretch/>
        </p:blipFill>
        <p:spPr bwMode="auto">
          <a:xfrm>
            <a:off x="5771375" y="3355737"/>
            <a:ext cx="6267138" cy="2753015"/>
          </a:xfrm>
          <a:prstGeom prst="rect">
            <a:avLst/>
          </a:prstGeom>
          <a:noFill/>
          <a:extLst>
            <a:ext uri="{909E8E84-426E-40DD-AFC4-6F175D3DCCD1}">
              <a14:hiddenFill xmlns:a14="http://schemas.microsoft.com/office/drawing/2010/main">
                <a:solidFill>
                  <a:srgbClr val="FFFFFF"/>
                </a:solidFill>
              </a14:hiddenFill>
            </a:ext>
          </a:extLst>
        </p:spPr>
      </p:pic>
      <p:pic>
        <p:nvPicPr>
          <p:cNvPr id="3" name="officeArt object">
            <a:extLst>
              <a:ext uri="{FF2B5EF4-FFF2-40B4-BE49-F238E27FC236}">
                <a16:creationId xmlns:a16="http://schemas.microsoft.com/office/drawing/2014/main" id="{3330E360-7B9C-2F1B-0AF0-2076DC3CF0F6}"/>
              </a:ext>
            </a:extLst>
          </p:cNvPr>
          <p:cNvPicPr/>
          <p:nvPr/>
        </p:nvPicPr>
        <p:blipFill rotWithShape="1">
          <a:blip r:embed="rId8"/>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15380042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10</a:t>
            </a:fld>
            <a:endParaRPr lang="fr-FR"/>
          </a:p>
        </p:txBody>
      </p:sp>
      <p:sp>
        <p:nvSpPr>
          <p:cNvPr id="11" name="Rectangle 10">
            <a:extLst>
              <a:ext uri="{FF2B5EF4-FFF2-40B4-BE49-F238E27FC236}">
                <a16:creationId xmlns:a16="http://schemas.microsoft.com/office/drawing/2014/main" id="{20BAFBF7-29E1-AA7E-2DFE-6D43BCAE4C7F}"/>
              </a:ext>
            </a:extLst>
          </p:cNvPr>
          <p:cNvSpPr/>
          <p:nvPr/>
        </p:nvSpPr>
        <p:spPr>
          <a:xfrm>
            <a:off x="5240767" y="1021376"/>
            <a:ext cx="1842171"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Matérialité</a:t>
            </a:r>
            <a:endParaRPr lang="fr-FR" sz="5400" b="0" cap="none" spc="0" dirty="0">
              <a:ln w="0"/>
              <a:solidFill>
                <a:srgbClr val="1F3864"/>
              </a:solidFill>
            </a:endParaRP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4" name="Rectangle 3">
            <a:extLst>
              <a:ext uri="{FF2B5EF4-FFF2-40B4-BE49-F238E27FC236}">
                <a16:creationId xmlns:a16="http://schemas.microsoft.com/office/drawing/2014/main" id="{E2D39D85-5E0D-2D90-70BA-BFBE367A61E6}"/>
              </a:ext>
            </a:extLst>
          </p:cNvPr>
          <p:cNvSpPr/>
          <p:nvPr/>
        </p:nvSpPr>
        <p:spPr>
          <a:xfrm>
            <a:off x="-63745" y="-107207"/>
            <a:ext cx="4245073"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a:pPr>
            <a:r>
              <a:rPr lang="fr-FR" sz="3200" b="1" dirty="0">
                <a:solidFill>
                  <a:srgbClr val="1F3864"/>
                </a:solidFill>
                <a:latin typeface="Aptos" panose="020B0004020202020204" pitchFamily="34" charset="0"/>
                <a:ea typeface="Calibri"/>
                <a:cs typeface="Calibri"/>
                <a:sym typeface="Calibri"/>
              </a:rPr>
              <a:t>Définition</a:t>
            </a:r>
          </a:p>
          <a:p>
            <a:pPr>
              <a:lnSpc>
                <a:spcPct val="150000"/>
              </a:lnSpc>
            </a:pPr>
            <a:endParaRPr lang="fr-FR" sz="2400" dirty="0">
              <a:solidFill>
                <a:srgbClr val="1F3864"/>
              </a:solidFill>
              <a:latin typeface="Proxima Nova"/>
              <a:cs typeface="Calibri"/>
              <a:sym typeface="Calibri"/>
            </a:endParaRPr>
          </a:p>
        </p:txBody>
      </p:sp>
      <p:sp>
        <p:nvSpPr>
          <p:cNvPr id="6" name="ZoneTexte 5">
            <a:extLst>
              <a:ext uri="{FF2B5EF4-FFF2-40B4-BE49-F238E27FC236}">
                <a16:creationId xmlns:a16="http://schemas.microsoft.com/office/drawing/2014/main" id="{DF95C194-3547-B624-1CA0-7A35149ACA0F}"/>
              </a:ext>
            </a:extLst>
          </p:cNvPr>
          <p:cNvSpPr txBox="1"/>
          <p:nvPr/>
        </p:nvSpPr>
        <p:spPr>
          <a:xfrm>
            <a:off x="67290" y="1964063"/>
            <a:ext cx="5622310" cy="4247317"/>
          </a:xfrm>
          <a:prstGeom prst="rect">
            <a:avLst/>
          </a:prstGeom>
          <a:noFill/>
        </p:spPr>
        <p:txBody>
          <a:bodyPr wrap="square">
            <a:spAutoFit/>
          </a:bodyPr>
          <a:lstStyle/>
          <a:p>
            <a:pPr algn="ctr"/>
            <a:r>
              <a:rPr lang="fr-FR" sz="1800" dirty="0">
                <a:solidFill>
                  <a:srgbClr val="111111"/>
                </a:solidFill>
                <a:highlight>
                  <a:srgbClr val="FFFFFF"/>
                </a:highlight>
                <a:latin typeface="Aptos" panose="020B0004020202020204" pitchFamily="34" charset="0"/>
              </a:rPr>
              <a:t>La matérialité en architecture est un concept complexe qui englobe </a:t>
            </a:r>
            <a:r>
              <a:rPr lang="fr-FR" sz="1800" b="1" dirty="0">
                <a:solidFill>
                  <a:srgbClr val="111111"/>
                </a:solidFill>
                <a:highlight>
                  <a:srgbClr val="FFFFFF"/>
                </a:highlight>
                <a:latin typeface="Aptos" panose="020B0004020202020204" pitchFamily="34" charset="0"/>
              </a:rPr>
              <a:t>la relation entre l’architecture et les matériaux physiques </a:t>
            </a:r>
            <a:r>
              <a:rPr lang="fr-FR" sz="1800" dirty="0">
                <a:solidFill>
                  <a:srgbClr val="111111"/>
                </a:solidFill>
                <a:highlight>
                  <a:srgbClr val="FFFFFF"/>
                </a:highlight>
                <a:latin typeface="Aptos" panose="020B0004020202020204" pitchFamily="34" charset="0"/>
              </a:rPr>
              <a:t>utilisés dans la construction. </a:t>
            </a:r>
          </a:p>
          <a:p>
            <a:pPr algn="ctr"/>
            <a:endParaRPr lang="fr-FR" sz="1800" dirty="0">
              <a:solidFill>
                <a:srgbClr val="111111"/>
              </a:solidFill>
              <a:highlight>
                <a:srgbClr val="FFFFFF"/>
              </a:highlight>
              <a:latin typeface="Aptos" panose="020B0004020202020204" pitchFamily="34" charset="0"/>
            </a:endParaRPr>
          </a:p>
          <a:p>
            <a:pPr algn="ctr"/>
            <a:r>
              <a:rPr lang="fr-FR" sz="1800" dirty="0">
                <a:solidFill>
                  <a:srgbClr val="111111"/>
                </a:solidFill>
                <a:highlight>
                  <a:srgbClr val="FFFFFF"/>
                </a:highlight>
                <a:latin typeface="Aptos" panose="020B0004020202020204" pitchFamily="34" charset="0"/>
              </a:rPr>
              <a:t>Elle explore la </a:t>
            </a:r>
            <a:r>
              <a:rPr lang="fr-FR" sz="1800" b="1" dirty="0">
                <a:solidFill>
                  <a:srgbClr val="111111"/>
                </a:solidFill>
                <a:highlight>
                  <a:srgbClr val="FFFFFF"/>
                </a:highlight>
                <a:latin typeface="Aptos" panose="020B0004020202020204" pitchFamily="34" charset="0"/>
              </a:rPr>
              <a:t>relation entre la forme bâtie, les matériaux et notre expérience sensorielle (son, lumière, odeur)</a:t>
            </a:r>
          </a:p>
          <a:p>
            <a:pPr algn="ctr"/>
            <a:endParaRPr lang="fr-FR" sz="1800" dirty="0">
              <a:solidFill>
                <a:srgbClr val="111111"/>
              </a:solidFill>
              <a:highlight>
                <a:srgbClr val="FFFFFF"/>
              </a:highlight>
              <a:latin typeface="Aptos" panose="020B0004020202020204" pitchFamily="34" charset="0"/>
            </a:endParaRPr>
          </a:p>
          <a:p>
            <a:pPr algn="ctr"/>
            <a:r>
              <a:rPr lang="fr-FR" sz="1800" dirty="0">
                <a:solidFill>
                  <a:srgbClr val="111111"/>
                </a:solidFill>
                <a:highlight>
                  <a:srgbClr val="FFFFFF"/>
                </a:highlight>
                <a:latin typeface="Aptos" panose="020B0004020202020204" pitchFamily="34" charset="0"/>
              </a:rPr>
              <a:t>Elle concerne également la façon dont ces </a:t>
            </a:r>
            <a:r>
              <a:rPr lang="fr-FR" sz="1800" b="1" dirty="0">
                <a:solidFill>
                  <a:srgbClr val="111111"/>
                </a:solidFill>
                <a:highlight>
                  <a:srgbClr val="FFFFFF"/>
                </a:highlight>
                <a:latin typeface="Aptos" panose="020B0004020202020204" pitchFamily="34" charset="0"/>
              </a:rPr>
              <a:t>matériaux communiquent des significations, des émotions et des expériences aux occupants</a:t>
            </a:r>
            <a:r>
              <a:rPr lang="fr-FR" sz="1800" dirty="0">
                <a:solidFill>
                  <a:srgbClr val="111111"/>
                </a:solidFill>
                <a:highlight>
                  <a:srgbClr val="FFFFFF"/>
                </a:highlight>
                <a:latin typeface="Aptos" panose="020B0004020202020204" pitchFamily="34" charset="0"/>
              </a:rPr>
              <a:t> et </a:t>
            </a:r>
            <a:r>
              <a:rPr lang="fr-FR" sz="1800" b="1" dirty="0">
                <a:solidFill>
                  <a:srgbClr val="111111"/>
                </a:solidFill>
                <a:highlight>
                  <a:srgbClr val="FFFFFF"/>
                </a:highlight>
                <a:latin typeface="Aptos" panose="020B0004020202020204" pitchFamily="34" charset="0"/>
              </a:rPr>
              <a:t>aux observateurs</a:t>
            </a:r>
          </a:p>
          <a:p>
            <a:pPr algn="ctr"/>
            <a:endParaRPr lang="fr-FR" sz="1800" dirty="0">
              <a:solidFill>
                <a:srgbClr val="111111"/>
              </a:solidFill>
              <a:highlight>
                <a:srgbClr val="FFFFFF"/>
              </a:highlight>
              <a:latin typeface="Aptos" panose="020B0004020202020204" pitchFamily="34" charset="0"/>
            </a:endParaRPr>
          </a:p>
          <a:p>
            <a:pPr algn="ctr"/>
            <a:r>
              <a:rPr lang="fr-FR" sz="1800" dirty="0">
                <a:solidFill>
                  <a:srgbClr val="111111"/>
                </a:solidFill>
                <a:highlight>
                  <a:srgbClr val="FFFFFF"/>
                </a:highlight>
                <a:latin typeface="Aptos" panose="020B0004020202020204" pitchFamily="34" charset="0"/>
              </a:rPr>
              <a:t>L’histoire de la construction s’intéresse de plus en plus à la matérialité, </a:t>
            </a:r>
            <a:r>
              <a:rPr lang="fr-FR" sz="1800" b="1" dirty="0">
                <a:solidFill>
                  <a:srgbClr val="111111"/>
                </a:solidFill>
                <a:highlight>
                  <a:srgbClr val="FFFFFF"/>
                </a:highlight>
                <a:latin typeface="Aptos" panose="020B0004020202020204" pitchFamily="34" charset="0"/>
              </a:rPr>
              <a:t>explorant les matériaux utilisés dans les bâtiments et leurs implications</a:t>
            </a:r>
          </a:p>
        </p:txBody>
      </p:sp>
      <p:pic>
        <p:nvPicPr>
          <p:cNvPr id="2052" name="Picture 4">
            <a:extLst>
              <a:ext uri="{FF2B5EF4-FFF2-40B4-BE49-F238E27FC236}">
                <a16:creationId xmlns:a16="http://schemas.microsoft.com/office/drawing/2014/main" id="{13B623C1-33C3-486A-F418-643F4E7E89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2402" y="2288011"/>
            <a:ext cx="4825876" cy="3264563"/>
          </a:xfrm>
          <a:prstGeom prst="rect">
            <a:avLst/>
          </a:prstGeom>
          <a:noFill/>
          <a:extLst>
            <a:ext uri="{909E8E84-426E-40DD-AFC4-6F175D3DCCD1}">
              <a14:hiddenFill xmlns:a14="http://schemas.microsoft.com/office/drawing/2010/main">
                <a:solidFill>
                  <a:srgbClr val="FFFFFF"/>
                </a:solidFill>
              </a14:hiddenFill>
            </a:ext>
          </a:extLst>
        </p:spPr>
      </p:pic>
      <p:pic>
        <p:nvPicPr>
          <p:cNvPr id="3" name="officeArt object">
            <a:extLst>
              <a:ext uri="{FF2B5EF4-FFF2-40B4-BE49-F238E27FC236}">
                <a16:creationId xmlns:a16="http://schemas.microsoft.com/office/drawing/2014/main" id="{D5070ADB-E841-8080-390A-99C8753DB97C}"/>
              </a:ext>
            </a:extLst>
          </p:cNvPr>
          <p:cNvPicPr/>
          <p:nvPr/>
        </p:nvPicPr>
        <p:blipFill rotWithShape="1">
          <a:blip r:embed="rId5"/>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170766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9218" name="Picture 2" descr="La métallurgie du laiton et du fer au néolithique - MetalBlog">
            <a:extLst>
              <a:ext uri="{FF2B5EF4-FFF2-40B4-BE49-F238E27FC236}">
                <a16:creationId xmlns:a16="http://schemas.microsoft.com/office/drawing/2014/main" id="{025B3446-6398-7B24-9496-1F0DECA5C3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1624" y="1962010"/>
            <a:ext cx="8396856" cy="4576902"/>
          </a:xfrm>
          <a:prstGeom prst="rect">
            <a:avLst/>
          </a:prstGeom>
          <a:noFill/>
          <a:extLst>
            <a:ext uri="{909E8E84-426E-40DD-AFC4-6F175D3DCCD1}">
              <a14:hiddenFill xmlns:a14="http://schemas.microsoft.com/office/drawing/2010/main">
                <a:solidFill>
                  <a:srgbClr val="FFFFFF"/>
                </a:solidFill>
              </a14:hiddenFill>
            </a:ext>
          </a:extLst>
        </p:spPr>
      </p:pic>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11</a:t>
            </a:fld>
            <a:endParaRPr lang="fr-FR"/>
          </a:p>
        </p:txBody>
      </p:sp>
      <p:sp>
        <p:nvSpPr>
          <p:cNvPr id="11" name="Rectangle 10">
            <a:extLst>
              <a:ext uri="{FF2B5EF4-FFF2-40B4-BE49-F238E27FC236}">
                <a16:creationId xmlns:a16="http://schemas.microsoft.com/office/drawing/2014/main" id="{20BAFBF7-29E1-AA7E-2DFE-6D43BCAE4C7F}"/>
              </a:ext>
            </a:extLst>
          </p:cNvPr>
          <p:cNvSpPr/>
          <p:nvPr/>
        </p:nvSpPr>
        <p:spPr>
          <a:xfrm>
            <a:off x="4494633" y="536086"/>
            <a:ext cx="3406703"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Frise chronologique  </a:t>
            </a:r>
            <a:endParaRPr lang="fr-FR" sz="5400" b="0" cap="none" spc="0" dirty="0">
              <a:ln w="0"/>
              <a:solidFill>
                <a:srgbClr val="1F3864"/>
              </a:solidFill>
            </a:endParaRP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4" name="Rectangle 3">
            <a:extLst>
              <a:ext uri="{FF2B5EF4-FFF2-40B4-BE49-F238E27FC236}">
                <a16:creationId xmlns:a16="http://schemas.microsoft.com/office/drawing/2014/main" id="{E2D39D85-5E0D-2D90-70BA-BFBE367A61E6}"/>
              </a:ext>
            </a:extLst>
          </p:cNvPr>
          <p:cNvSpPr/>
          <p:nvPr/>
        </p:nvSpPr>
        <p:spPr>
          <a:xfrm>
            <a:off x="-63745" y="-107207"/>
            <a:ext cx="5212643"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Histoire des matériaux</a:t>
            </a:r>
          </a:p>
          <a:p>
            <a:pPr>
              <a:lnSpc>
                <a:spcPct val="150000"/>
              </a:lnSpc>
            </a:pPr>
            <a:endParaRPr lang="fr-FR" sz="2400" dirty="0">
              <a:solidFill>
                <a:srgbClr val="1F3864"/>
              </a:solidFill>
              <a:latin typeface="Proxima Nova"/>
              <a:cs typeface="Calibri"/>
              <a:sym typeface="Calibri"/>
            </a:endParaRPr>
          </a:p>
        </p:txBody>
      </p:sp>
      <p:sp>
        <p:nvSpPr>
          <p:cNvPr id="8" name="ZoneTexte 7">
            <a:extLst>
              <a:ext uri="{FF2B5EF4-FFF2-40B4-BE49-F238E27FC236}">
                <a16:creationId xmlns:a16="http://schemas.microsoft.com/office/drawing/2014/main" id="{4AC91EBC-0AC8-D3AC-27C6-7F822B921B66}"/>
              </a:ext>
            </a:extLst>
          </p:cNvPr>
          <p:cNvSpPr txBox="1"/>
          <p:nvPr/>
        </p:nvSpPr>
        <p:spPr>
          <a:xfrm>
            <a:off x="101456" y="1581618"/>
            <a:ext cx="2947263" cy="3323987"/>
          </a:xfrm>
          <a:prstGeom prst="rect">
            <a:avLst/>
          </a:prstGeom>
          <a:noFill/>
        </p:spPr>
        <p:txBody>
          <a:bodyPr wrap="square">
            <a:spAutoFit/>
          </a:bodyPr>
          <a:lstStyle/>
          <a:p>
            <a:pPr algn="ctr"/>
            <a:r>
              <a:rPr lang="fr-FR" b="1" dirty="0">
                <a:ln w="0"/>
                <a:solidFill>
                  <a:schemeClr val="tx1"/>
                </a:solidFill>
                <a:latin typeface="Aptos" panose="020B0004020202020204" pitchFamily="34" charset="0"/>
              </a:rPr>
              <a:t>Les historiens ont traditionnellement baptisé les différentes ères </a:t>
            </a:r>
            <a:r>
              <a:rPr lang="fr-FR" dirty="0">
                <a:ln w="0"/>
                <a:solidFill>
                  <a:schemeClr val="tx1"/>
                </a:solidFill>
                <a:latin typeface="Aptos" panose="020B0004020202020204" pitchFamily="34" charset="0"/>
              </a:rPr>
              <a:t>de l’humanité du nom des matériaux qui les ont prédominées </a:t>
            </a:r>
            <a:r>
              <a:rPr lang="fr-FR" b="1" dirty="0">
                <a:ln w="0"/>
                <a:solidFill>
                  <a:schemeClr val="tx1"/>
                </a:solidFill>
                <a:latin typeface="Aptos" panose="020B0004020202020204" pitchFamily="34" charset="0"/>
              </a:rPr>
              <a:t>: l’âge de pierre, l’âge du cuivre, du bronze et du fe</a:t>
            </a:r>
            <a:r>
              <a:rPr lang="fr-FR" dirty="0">
                <a:ln w="0"/>
                <a:solidFill>
                  <a:schemeClr val="tx1"/>
                </a:solidFill>
                <a:latin typeface="Aptos" panose="020B0004020202020204" pitchFamily="34" charset="0"/>
              </a:rPr>
              <a:t>r. Au </a:t>
            </a:r>
            <a:r>
              <a:rPr lang="fr-FR" b="1" dirty="0">
                <a:ln w="0"/>
                <a:solidFill>
                  <a:schemeClr val="tx1"/>
                </a:solidFill>
                <a:latin typeface="Aptos" panose="020B0004020202020204" pitchFamily="34" charset="0"/>
              </a:rPr>
              <a:t>XIXe siècle</a:t>
            </a:r>
            <a:r>
              <a:rPr lang="fr-FR" dirty="0">
                <a:ln w="0"/>
                <a:solidFill>
                  <a:schemeClr val="tx1"/>
                </a:solidFill>
                <a:latin typeface="Aptos" panose="020B0004020202020204" pitchFamily="34" charset="0"/>
              </a:rPr>
              <a:t>, </a:t>
            </a:r>
            <a:r>
              <a:rPr lang="fr-FR" b="1" dirty="0">
                <a:ln w="0"/>
                <a:solidFill>
                  <a:schemeClr val="tx1"/>
                </a:solidFill>
                <a:latin typeface="Aptos" panose="020B0004020202020204" pitchFamily="34" charset="0"/>
              </a:rPr>
              <a:t>l’âge de l’acier </a:t>
            </a:r>
            <a:r>
              <a:rPr lang="fr-FR" dirty="0">
                <a:ln w="0"/>
                <a:solidFill>
                  <a:schemeClr val="tx1"/>
                </a:solidFill>
                <a:latin typeface="Aptos" panose="020B0004020202020204" pitchFamily="34" charset="0"/>
              </a:rPr>
              <a:t>a marqué l’époque, tandis que le </a:t>
            </a:r>
            <a:r>
              <a:rPr lang="fr-FR" b="1" dirty="0">
                <a:ln w="0"/>
                <a:solidFill>
                  <a:schemeClr val="tx1"/>
                </a:solidFill>
                <a:latin typeface="Aptos" panose="020B0004020202020204" pitchFamily="34" charset="0"/>
              </a:rPr>
              <a:t>XXe siècle</a:t>
            </a:r>
            <a:r>
              <a:rPr lang="fr-FR" dirty="0">
                <a:ln w="0"/>
                <a:solidFill>
                  <a:schemeClr val="tx1"/>
                </a:solidFill>
                <a:latin typeface="Aptos" panose="020B0004020202020204" pitchFamily="34" charset="0"/>
              </a:rPr>
              <a:t> a été celui des </a:t>
            </a:r>
            <a:r>
              <a:rPr lang="fr-FR" b="1" dirty="0">
                <a:ln w="0"/>
                <a:solidFill>
                  <a:schemeClr val="tx1"/>
                </a:solidFill>
                <a:latin typeface="Aptos" panose="020B0004020202020204" pitchFamily="34" charset="0"/>
              </a:rPr>
              <a:t>polymères et du silicium</a:t>
            </a:r>
            <a:r>
              <a:rPr lang="fr-FR" dirty="0">
                <a:ln w="0"/>
                <a:solidFill>
                  <a:schemeClr val="tx1"/>
                </a:solidFill>
                <a:latin typeface="Aptos" panose="020B0004020202020204" pitchFamily="34" charset="0"/>
              </a:rPr>
              <a:t>. Cette pratique révèle que le </a:t>
            </a:r>
            <a:r>
              <a:rPr lang="fr-FR" b="1" dirty="0">
                <a:ln w="0"/>
                <a:solidFill>
                  <a:schemeClr val="tx1"/>
                </a:solidFill>
                <a:latin typeface="Aptos" panose="020B0004020202020204" pitchFamily="34" charset="0"/>
              </a:rPr>
              <a:t>progrès de nos civilisations matérielles </a:t>
            </a:r>
            <a:r>
              <a:rPr lang="fr-FR" dirty="0">
                <a:ln w="0"/>
                <a:solidFill>
                  <a:schemeClr val="tx1"/>
                </a:solidFill>
                <a:latin typeface="Aptos" panose="020B0004020202020204" pitchFamily="34" charset="0"/>
              </a:rPr>
              <a:t>est étroitement lié au </a:t>
            </a:r>
            <a:r>
              <a:rPr lang="fr-FR" b="1" dirty="0">
                <a:ln w="0"/>
                <a:solidFill>
                  <a:schemeClr val="tx1"/>
                </a:solidFill>
                <a:latin typeface="Aptos" panose="020B0004020202020204" pitchFamily="34" charset="0"/>
              </a:rPr>
              <a:t>développement des matériaux et des ressources énergétiques.</a:t>
            </a:r>
          </a:p>
        </p:txBody>
      </p:sp>
      <p:pic>
        <p:nvPicPr>
          <p:cNvPr id="9220" name="Picture 4">
            <a:extLst>
              <a:ext uri="{FF2B5EF4-FFF2-40B4-BE49-F238E27FC236}">
                <a16:creationId xmlns:a16="http://schemas.microsoft.com/office/drawing/2014/main" id="{56E65D08-4732-AA4C-9E07-37A36D6F07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0568" y="5322176"/>
            <a:ext cx="1744751" cy="1167491"/>
          </a:xfrm>
          <a:prstGeom prst="rect">
            <a:avLst/>
          </a:prstGeom>
          <a:noFill/>
          <a:extLst>
            <a:ext uri="{909E8E84-426E-40DD-AFC4-6F175D3DCCD1}">
              <a14:hiddenFill xmlns:a14="http://schemas.microsoft.com/office/drawing/2010/main">
                <a:solidFill>
                  <a:srgbClr val="FFFFFF"/>
                </a:solidFill>
              </a14:hiddenFill>
            </a:ext>
          </a:extLst>
        </p:spPr>
      </p:pic>
      <p:sp>
        <p:nvSpPr>
          <p:cNvPr id="10" name="ZoneTexte 9">
            <a:extLst>
              <a:ext uri="{FF2B5EF4-FFF2-40B4-BE49-F238E27FC236}">
                <a16:creationId xmlns:a16="http://schemas.microsoft.com/office/drawing/2014/main" id="{B483B894-E9D5-ABCB-5275-9137E53989A0}"/>
              </a:ext>
            </a:extLst>
          </p:cNvPr>
          <p:cNvSpPr txBox="1"/>
          <p:nvPr/>
        </p:nvSpPr>
        <p:spPr>
          <a:xfrm>
            <a:off x="838200" y="6531213"/>
            <a:ext cx="6168452" cy="307777"/>
          </a:xfrm>
          <a:prstGeom prst="rect">
            <a:avLst/>
          </a:prstGeom>
          <a:noFill/>
        </p:spPr>
        <p:txBody>
          <a:bodyPr wrap="square">
            <a:spAutoFit/>
          </a:bodyPr>
          <a:lstStyle/>
          <a:p>
            <a:r>
              <a:rPr lang="fr-FR" i="1" dirty="0">
                <a:ln w="0"/>
                <a:solidFill>
                  <a:srgbClr val="1F3864"/>
                </a:solidFill>
                <a:latin typeface="Aptos" panose="020B0004020202020204" pitchFamily="34" charset="0"/>
              </a:rPr>
              <a:t>Yves bréchet </a:t>
            </a:r>
            <a:endParaRPr lang="fr-FR" i="1" dirty="0"/>
          </a:p>
        </p:txBody>
      </p:sp>
      <p:sp>
        <p:nvSpPr>
          <p:cNvPr id="15" name="ZoneTexte 14">
            <a:extLst>
              <a:ext uri="{FF2B5EF4-FFF2-40B4-BE49-F238E27FC236}">
                <a16:creationId xmlns:a16="http://schemas.microsoft.com/office/drawing/2014/main" id="{785E1395-194F-F3B8-47FA-EB98B3D5B6DF}"/>
              </a:ext>
            </a:extLst>
          </p:cNvPr>
          <p:cNvSpPr txBox="1"/>
          <p:nvPr/>
        </p:nvSpPr>
        <p:spPr>
          <a:xfrm>
            <a:off x="3048719" y="1274700"/>
            <a:ext cx="8396855" cy="523220"/>
          </a:xfrm>
          <a:prstGeom prst="rect">
            <a:avLst/>
          </a:prstGeom>
          <a:noFill/>
        </p:spPr>
        <p:txBody>
          <a:bodyPr wrap="square">
            <a:spAutoFit/>
          </a:bodyPr>
          <a:lstStyle/>
          <a:p>
            <a:r>
              <a:rPr lang="fr-FR" dirty="0">
                <a:ln w="0"/>
                <a:solidFill>
                  <a:schemeClr val="tx1"/>
                </a:solidFill>
                <a:latin typeface="Aptos" panose="020B0004020202020204" pitchFamily="34" charset="0"/>
              </a:rPr>
              <a:t>Nos ancêtres se servaient exclusivement de </a:t>
            </a:r>
            <a:r>
              <a:rPr lang="fr-FR" b="1" i="1" dirty="0">
                <a:ln w="0"/>
                <a:solidFill>
                  <a:schemeClr val="tx1"/>
                </a:solidFill>
                <a:latin typeface="Aptos" panose="020B0004020202020204" pitchFamily="34" charset="0"/>
              </a:rPr>
              <a:t>matériaux naturels, </a:t>
            </a:r>
            <a:r>
              <a:rPr lang="fr-FR" dirty="0">
                <a:ln w="0"/>
                <a:solidFill>
                  <a:schemeClr val="tx1"/>
                </a:solidFill>
                <a:latin typeface="Aptos" panose="020B0004020202020204" pitchFamily="34" charset="0"/>
              </a:rPr>
              <a:t>qu’ils soient </a:t>
            </a:r>
            <a:r>
              <a:rPr lang="fr-FR" b="1" i="1" dirty="0">
                <a:ln w="0"/>
                <a:solidFill>
                  <a:schemeClr val="tx1"/>
                </a:solidFill>
                <a:latin typeface="Aptos" panose="020B0004020202020204" pitchFamily="34" charset="0"/>
              </a:rPr>
              <a:t>d’origine minérale ou organique</a:t>
            </a:r>
            <a:r>
              <a:rPr lang="fr-FR" dirty="0">
                <a:ln w="0"/>
                <a:solidFill>
                  <a:schemeClr val="tx1"/>
                </a:solidFill>
                <a:latin typeface="Aptos" panose="020B0004020202020204" pitchFamily="34" charset="0"/>
              </a:rPr>
              <a:t>. Leur sélection était principalement dictée par la</a:t>
            </a:r>
            <a:r>
              <a:rPr lang="fr-FR" b="1" i="1" dirty="0">
                <a:ln w="0"/>
                <a:solidFill>
                  <a:schemeClr val="tx1"/>
                </a:solidFill>
                <a:latin typeface="Aptos" panose="020B0004020202020204" pitchFamily="34" charset="0"/>
              </a:rPr>
              <a:t> disponibilité locale.</a:t>
            </a:r>
          </a:p>
        </p:txBody>
      </p:sp>
      <p:pic>
        <p:nvPicPr>
          <p:cNvPr id="3" name="officeArt object">
            <a:extLst>
              <a:ext uri="{FF2B5EF4-FFF2-40B4-BE49-F238E27FC236}">
                <a16:creationId xmlns:a16="http://schemas.microsoft.com/office/drawing/2014/main" id="{06318D5D-403B-8C74-A6D5-0374071B0295}"/>
              </a:ext>
            </a:extLst>
          </p:cNvPr>
          <p:cNvPicPr/>
          <p:nvPr/>
        </p:nvPicPr>
        <p:blipFill rotWithShape="1">
          <a:blip r:embed="rId6"/>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23196448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12</a:t>
            </a:fld>
            <a:endParaRPr lang="fr-FR"/>
          </a:p>
        </p:txBody>
      </p:sp>
      <p:sp>
        <p:nvSpPr>
          <p:cNvPr id="11" name="Rectangle 10">
            <a:extLst>
              <a:ext uri="{FF2B5EF4-FFF2-40B4-BE49-F238E27FC236}">
                <a16:creationId xmlns:a16="http://schemas.microsoft.com/office/drawing/2014/main" id="{20BAFBF7-29E1-AA7E-2DFE-6D43BCAE4C7F}"/>
              </a:ext>
            </a:extLst>
          </p:cNvPr>
          <p:cNvSpPr/>
          <p:nvPr/>
        </p:nvSpPr>
        <p:spPr>
          <a:xfrm>
            <a:off x="3168756" y="977061"/>
            <a:ext cx="5854488"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Découverte des éléments chimiques</a:t>
            </a:r>
            <a:endParaRPr lang="fr-FR" sz="5400" b="0" cap="none" spc="0" dirty="0">
              <a:ln w="0"/>
              <a:solidFill>
                <a:srgbClr val="1F3864"/>
              </a:solidFill>
            </a:endParaRP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4" name="Rectangle 3">
            <a:extLst>
              <a:ext uri="{FF2B5EF4-FFF2-40B4-BE49-F238E27FC236}">
                <a16:creationId xmlns:a16="http://schemas.microsoft.com/office/drawing/2014/main" id="{E2D39D85-5E0D-2D90-70BA-BFBE367A61E6}"/>
              </a:ext>
            </a:extLst>
          </p:cNvPr>
          <p:cNvSpPr/>
          <p:nvPr/>
        </p:nvSpPr>
        <p:spPr>
          <a:xfrm>
            <a:off x="-63745" y="-107207"/>
            <a:ext cx="5212643"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Histoire des matériaux</a:t>
            </a:r>
          </a:p>
          <a:p>
            <a:pPr>
              <a:lnSpc>
                <a:spcPct val="150000"/>
              </a:lnSpc>
            </a:pPr>
            <a:endParaRPr lang="fr-FR" sz="2400" dirty="0">
              <a:solidFill>
                <a:srgbClr val="1F3864"/>
              </a:solidFill>
              <a:latin typeface="Proxima Nova"/>
              <a:cs typeface="Calibri"/>
              <a:sym typeface="Calibri"/>
            </a:endParaRPr>
          </a:p>
        </p:txBody>
      </p:sp>
      <p:pic>
        <p:nvPicPr>
          <p:cNvPr id="11266" name="Picture 2" descr="Le graphique montre l'évolution dans le temps du nombre des éléments connus. Une longue période pendant la quelle ils furent peu nombreux et puis à partir de la fin du XVIIIe siècle un accroissement rapide par la mise en place de différentes démarches.">
            <a:extLst>
              <a:ext uri="{FF2B5EF4-FFF2-40B4-BE49-F238E27FC236}">
                <a16:creationId xmlns:a16="http://schemas.microsoft.com/office/drawing/2014/main" id="{D88870B7-F8D9-3DC1-71A9-2A618D04560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447"/>
          <a:stretch/>
        </p:blipFill>
        <p:spPr bwMode="auto">
          <a:xfrm>
            <a:off x="1421567" y="1426721"/>
            <a:ext cx="8560633" cy="5104492"/>
          </a:xfrm>
          <a:prstGeom prst="rect">
            <a:avLst/>
          </a:prstGeom>
          <a:noFill/>
          <a:extLst>
            <a:ext uri="{909E8E84-426E-40DD-AFC4-6F175D3DCCD1}">
              <a14:hiddenFill xmlns:a14="http://schemas.microsoft.com/office/drawing/2010/main">
                <a:solidFill>
                  <a:srgbClr val="FFFFFF"/>
                </a:solidFill>
              </a14:hiddenFill>
            </a:ext>
          </a:extLst>
        </p:spPr>
      </p:pic>
      <p:pic>
        <p:nvPicPr>
          <p:cNvPr id="3" name="officeArt object">
            <a:extLst>
              <a:ext uri="{FF2B5EF4-FFF2-40B4-BE49-F238E27FC236}">
                <a16:creationId xmlns:a16="http://schemas.microsoft.com/office/drawing/2014/main" id="{3FF61450-057D-3B01-7AB3-79BDB0C96AB1}"/>
              </a:ext>
            </a:extLst>
          </p:cNvPr>
          <p:cNvPicPr/>
          <p:nvPr/>
        </p:nvPicPr>
        <p:blipFill rotWithShape="1">
          <a:blip r:embed="rId5"/>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1506449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13</a:t>
            </a:fld>
            <a:endParaRPr lang="fr-FR"/>
          </a:p>
        </p:txBody>
      </p:sp>
      <p:sp>
        <p:nvSpPr>
          <p:cNvPr id="11" name="Rectangle 10">
            <a:extLst>
              <a:ext uri="{FF2B5EF4-FFF2-40B4-BE49-F238E27FC236}">
                <a16:creationId xmlns:a16="http://schemas.microsoft.com/office/drawing/2014/main" id="{20BAFBF7-29E1-AA7E-2DFE-6D43BCAE4C7F}"/>
              </a:ext>
            </a:extLst>
          </p:cNvPr>
          <p:cNvSpPr/>
          <p:nvPr/>
        </p:nvSpPr>
        <p:spPr>
          <a:xfrm>
            <a:off x="4468189" y="857853"/>
            <a:ext cx="3459601"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Evolution de l’habitat</a:t>
            </a:r>
            <a:endParaRPr lang="fr-FR" sz="5400" b="0" cap="none" spc="0" dirty="0">
              <a:ln w="0"/>
              <a:solidFill>
                <a:srgbClr val="1F3864"/>
              </a:solidFill>
            </a:endParaRP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4" name="Rectangle 3">
            <a:extLst>
              <a:ext uri="{FF2B5EF4-FFF2-40B4-BE49-F238E27FC236}">
                <a16:creationId xmlns:a16="http://schemas.microsoft.com/office/drawing/2014/main" id="{E2D39D85-5E0D-2D90-70BA-BFBE367A61E6}"/>
              </a:ext>
            </a:extLst>
          </p:cNvPr>
          <p:cNvSpPr/>
          <p:nvPr/>
        </p:nvSpPr>
        <p:spPr>
          <a:xfrm>
            <a:off x="-63745" y="-107207"/>
            <a:ext cx="5212643"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Histoire des matériaux</a:t>
            </a:r>
          </a:p>
          <a:p>
            <a:pPr>
              <a:lnSpc>
                <a:spcPct val="150000"/>
              </a:lnSpc>
            </a:pPr>
            <a:endParaRPr lang="fr-FR" sz="2400" dirty="0">
              <a:solidFill>
                <a:srgbClr val="1F3864"/>
              </a:solidFill>
              <a:latin typeface="Proxima Nova"/>
              <a:cs typeface="Calibri"/>
              <a:sym typeface="Calibri"/>
            </a:endParaRPr>
          </a:p>
        </p:txBody>
      </p:sp>
      <p:pic>
        <p:nvPicPr>
          <p:cNvPr id="10244" name="Picture 4" descr="L’évolution des habitations de la préhistoire à aujourd’hui">
            <a:extLst>
              <a:ext uri="{FF2B5EF4-FFF2-40B4-BE49-F238E27FC236}">
                <a16:creationId xmlns:a16="http://schemas.microsoft.com/office/drawing/2014/main" id="{EFEE691C-9405-5796-25F9-EAB9AB441D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192" y="2939140"/>
            <a:ext cx="11803514" cy="3061007"/>
          </a:xfrm>
          <a:prstGeom prst="rect">
            <a:avLst/>
          </a:prstGeom>
          <a:noFill/>
          <a:extLst>
            <a:ext uri="{909E8E84-426E-40DD-AFC4-6F175D3DCCD1}">
              <a14:hiddenFill xmlns:a14="http://schemas.microsoft.com/office/drawing/2010/main">
                <a:solidFill>
                  <a:srgbClr val="FFFFFF"/>
                </a:solidFill>
              </a14:hiddenFill>
            </a:ext>
          </a:extLst>
        </p:spPr>
      </p:pic>
      <p:sp>
        <p:nvSpPr>
          <p:cNvPr id="14" name="ZoneTexte 13">
            <a:extLst>
              <a:ext uri="{FF2B5EF4-FFF2-40B4-BE49-F238E27FC236}">
                <a16:creationId xmlns:a16="http://schemas.microsoft.com/office/drawing/2014/main" id="{166B4A4E-DE88-B37D-D942-74DED873961D}"/>
              </a:ext>
            </a:extLst>
          </p:cNvPr>
          <p:cNvSpPr txBox="1"/>
          <p:nvPr/>
        </p:nvSpPr>
        <p:spPr>
          <a:xfrm>
            <a:off x="194243" y="1466920"/>
            <a:ext cx="11935412" cy="923330"/>
          </a:xfrm>
          <a:prstGeom prst="rect">
            <a:avLst/>
          </a:prstGeom>
          <a:noFill/>
        </p:spPr>
        <p:txBody>
          <a:bodyPr wrap="square">
            <a:spAutoFit/>
          </a:bodyPr>
          <a:lstStyle/>
          <a:p>
            <a:r>
              <a:rPr lang="fr-FR" sz="1800" dirty="0">
                <a:solidFill>
                  <a:srgbClr val="111111"/>
                </a:solidFill>
                <a:highlight>
                  <a:srgbClr val="FFFFFF"/>
                </a:highlight>
                <a:latin typeface="Aptos" panose="020B0004020202020204" pitchFamily="34" charset="0"/>
              </a:rPr>
              <a:t>L'homme a évolué depuis les grottes primitives jusqu'à l'habitat moderne grâce à l'innovation agricole et technologique, passant d'une vie nomade à une existence sédentaire confortable dans des maisons équipées de technologies avancées.</a:t>
            </a:r>
          </a:p>
        </p:txBody>
      </p:sp>
      <p:sp>
        <p:nvSpPr>
          <p:cNvPr id="6" name="ZoneTexte 5">
            <a:extLst>
              <a:ext uri="{FF2B5EF4-FFF2-40B4-BE49-F238E27FC236}">
                <a16:creationId xmlns:a16="http://schemas.microsoft.com/office/drawing/2014/main" id="{EEED8493-CE7E-027B-D3AE-1B22BFB0CBF8}"/>
              </a:ext>
            </a:extLst>
          </p:cNvPr>
          <p:cNvSpPr txBox="1"/>
          <p:nvPr/>
        </p:nvSpPr>
        <p:spPr>
          <a:xfrm>
            <a:off x="791847" y="2415920"/>
            <a:ext cx="3501457" cy="523220"/>
          </a:xfrm>
          <a:prstGeom prst="rect">
            <a:avLst/>
          </a:prstGeom>
          <a:noFill/>
        </p:spPr>
        <p:txBody>
          <a:bodyPr wrap="square">
            <a:spAutoFit/>
          </a:bodyPr>
          <a:lstStyle/>
          <a:p>
            <a:pPr algn="ctr"/>
            <a:r>
              <a:rPr lang="fr-FR" sz="1400" dirty="0">
                <a:solidFill>
                  <a:srgbClr val="111111"/>
                </a:solidFill>
                <a:highlight>
                  <a:srgbClr val="FFFFFF"/>
                </a:highlight>
                <a:latin typeface="Aptos" panose="020B0004020202020204" pitchFamily="34" charset="0"/>
              </a:rPr>
              <a:t>Disponibilité des matériaux, climat</a:t>
            </a:r>
            <a:r>
              <a:rPr lang="fr-FR" dirty="0">
                <a:solidFill>
                  <a:srgbClr val="111111"/>
                </a:solidFill>
                <a:highlight>
                  <a:srgbClr val="FFFFFF"/>
                </a:highlight>
                <a:latin typeface="Aptos" panose="020B0004020202020204" pitchFamily="34" charset="0"/>
              </a:rPr>
              <a:t>, portabilité et mobilité, fonctionnalité</a:t>
            </a:r>
            <a:endParaRPr lang="fr-FR" dirty="0"/>
          </a:p>
        </p:txBody>
      </p:sp>
      <p:pic>
        <p:nvPicPr>
          <p:cNvPr id="3" name="officeArt object">
            <a:extLst>
              <a:ext uri="{FF2B5EF4-FFF2-40B4-BE49-F238E27FC236}">
                <a16:creationId xmlns:a16="http://schemas.microsoft.com/office/drawing/2014/main" id="{E9EBBEFF-A3AD-D407-FA0E-5CC14D06BE4E}"/>
              </a:ext>
            </a:extLst>
          </p:cNvPr>
          <p:cNvPicPr/>
          <p:nvPr/>
        </p:nvPicPr>
        <p:blipFill rotWithShape="1">
          <a:blip r:embed="rId5"/>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1713667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14</a:t>
            </a:fld>
            <a:endParaRPr lang="fr-FR"/>
          </a:p>
        </p:txBody>
      </p:sp>
      <p:sp>
        <p:nvSpPr>
          <p:cNvPr id="11" name="Rectangle 10">
            <a:extLst>
              <a:ext uri="{FF2B5EF4-FFF2-40B4-BE49-F238E27FC236}">
                <a16:creationId xmlns:a16="http://schemas.microsoft.com/office/drawing/2014/main" id="{20BAFBF7-29E1-AA7E-2DFE-6D43BCAE4C7F}"/>
              </a:ext>
            </a:extLst>
          </p:cNvPr>
          <p:cNvSpPr/>
          <p:nvPr/>
        </p:nvSpPr>
        <p:spPr>
          <a:xfrm>
            <a:off x="5446850" y="1017248"/>
            <a:ext cx="1430200"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Solidité </a:t>
            </a:r>
            <a:endParaRPr lang="fr-FR" sz="5400" b="0" cap="none" spc="0" dirty="0">
              <a:ln w="0"/>
              <a:solidFill>
                <a:srgbClr val="1F3864"/>
              </a:solidFill>
            </a:endParaRP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4" name="Rectangle 3">
            <a:extLst>
              <a:ext uri="{FF2B5EF4-FFF2-40B4-BE49-F238E27FC236}">
                <a16:creationId xmlns:a16="http://schemas.microsoft.com/office/drawing/2014/main" id="{E2D39D85-5E0D-2D90-70BA-BFBE367A61E6}"/>
              </a:ext>
            </a:extLst>
          </p:cNvPr>
          <p:cNvSpPr/>
          <p:nvPr/>
        </p:nvSpPr>
        <p:spPr>
          <a:xfrm>
            <a:off x="-63745" y="-107207"/>
            <a:ext cx="10152625"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startAt="3"/>
            </a:pPr>
            <a:r>
              <a:rPr lang="fr-FR" sz="3200" b="1" dirty="0">
                <a:solidFill>
                  <a:srgbClr val="1F3864"/>
                </a:solidFill>
                <a:latin typeface="Aptos" panose="020B0004020202020204" pitchFamily="34" charset="0"/>
                <a:ea typeface="Calibri"/>
                <a:cs typeface="Calibri"/>
              </a:rPr>
              <a:t>Matériaux de construction &amp; défis sociétaux </a:t>
            </a:r>
          </a:p>
          <a:p>
            <a:pPr marL="571500" indent="-571500">
              <a:lnSpc>
                <a:spcPct val="150000"/>
              </a:lnSpc>
              <a:buClr>
                <a:srgbClr val="1F3864"/>
              </a:buClr>
              <a:buSzPct val="65000"/>
              <a:buFont typeface="+mj-lt"/>
              <a:buAutoNum type="romanUcPeriod" startAt="3"/>
            </a:pPr>
            <a:endParaRPr lang="fr-FR" sz="2400" dirty="0">
              <a:solidFill>
                <a:srgbClr val="1F3864"/>
              </a:solidFill>
              <a:latin typeface="Proxima Nova"/>
              <a:cs typeface="Calibri"/>
              <a:sym typeface="Calibri"/>
            </a:endParaRPr>
          </a:p>
        </p:txBody>
      </p:sp>
      <p:sp>
        <p:nvSpPr>
          <p:cNvPr id="6" name="ZoneTexte 5">
            <a:extLst>
              <a:ext uri="{FF2B5EF4-FFF2-40B4-BE49-F238E27FC236}">
                <a16:creationId xmlns:a16="http://schemas.microsoft.com/office/drawing/2014/main" id="{C01814EC-D38D-0E59-9A80-73A3EFBB2B5E}"/>
              </a:ext>
            </a:extLst>
          </p:cNvPr>
          <p:cNvSpPr txBox="1"/>
          <p:nvPr/>
        </p:nvSpPr>
        <p:spPr>
          <a:xfrm>
            <a:off x="9654688" y="6231135"/>
            <a:ext cx="1250399" cy="307777"/>
          </a:xfrm>
          <a:prstGeom prst="rect">
            <a:avLst/>
          </a:prstGeom>
          <a:noFill/>
        </p:spPr>
        <p:txBody>
          <a:bodyPr wrap="square">
            <a:spAutoFit/>
          </a:bodyPr>
          <a:lstStyle/>
          <a:p>
            <a:pPr rtl="0" fontAlgn="ctr">
              <a:spcBef>
                <a:spcPts val="0"/>
              </a:spcBef>
              <a:spcAft>
                <a:spcPts val="0"/>
              </a:spcAft>
            </a:pPr>
            <a:r>
              <a:rPr lang="fr-FR" sz="1400" dirty="0">
                <a:effectLst/>
                <a:latin typeface="Ebrima" panose="02000000000000000000" pitchFamily="2" charset="0"/>
              </a:rPr>
              <a:t>lamellé-collé </a:t>
            </a:r>
          </a:p>
        </p:txBody>
      </p:sp>
      <p:sp>
        <p:nvSpPr>
          <p:cNvPr id="10" name="ZoneTexte 9">
            <a:extLst>
              <a:ext uri="{FF2B5EF4-FFF2-40B4-BE49-F238E27FC236}">
                <a16:creationId xmlns:a16="http://schemas.microsoft.com/office/drawing/2014/main" id="{B8886614-7C63-E37D-90D6-39CEA93AF44F}"/>
              </a:ext>
            </a:extLst>
          </p:cNvPr>
          <p:cNvSpPr txBox="1"/>
          <p:nvPr/>
        </p:nvSpPr>
        <p:spPr>
          <a:xfrm>
            <a:off x="511507" y="1678120"/>
            <a:ext cx="3447025" cy="1384995"/>
          </a:xfrm>
          <a:prstGeom prst="rect">
            <a:avLst/>
          </a:prstGeom>
          <a:noFill/>
        </p:spPr>
        <p:txBody>
          <a:bodyPr wrap="square">
            <a:spAutoFit/>
          </a:bodyPr>
          <a:lstStyle/>
          <a:p>
            <a:pPr algn="ctr"/>
            <a:r>
              <a:rPr lang="fr-FR" b="1" dirty="0">
                <a:latin typeface="Aptos" panose="020B0004020202020204" pitchFamily="34" charset="0"/>
              </a:rPr>
              <a:t>Préserver la solidité des constructions </a:t>
            </a:r>
            <a:r>
              <a:rPr lang="fr-FR" dirty="0">
                <a:latin typeface="Aptos" panose="020B0004020202020204" pitchFamily="34" charset="0"/>
              </a:rPr>
              <a:t>face aux </a:t>
            </a:r>
            <a:r>
              <a:rPr lang="fr-FR" b="1" dirty="0">
                <a:latin typeface="Aptos" panose="020B0004020202020204" pitchFamily="34" charset="0"/>
              </a:rPr>
              <a:t>contraintes mécaniques </a:t>
            </a:r>
            <a:r>
              <a:rPr lang="fr-FR" dirty="0">
                <a:latin typeface="Aptos" panose="020B0004020202020204" pitchFamily="34" charset="0"/>
              </a:rPr>
              <a:t>afin d'</a:t>
            </a:r>
            <a:r>
              <a:rPr lang="fr-FR" b="1" dirty="0">
                <a:latin typeface="Aptos" panose="020B0004020202020204" pitchFamily="34" charset="0"/>
              </a:rPr>
              <a:t>éviter</a:t>
            </a:r>
            <a:r>
              <a:rPr lang="fr-FR" dirty="0">
                <a:latin typeface="Aptos" panose="020B0004020202020204" pitchFamily="34" charset="0"/>
              </a:rPr>
              <a:t> les conséquences sur le plan </a:t>
            </a:r>
            <a:r>
              <a:rPr lang="fr-FR" b="1" dirty="0">
                <a:latin typeface="Aptos" panose="020B0004020202020204" pitchFamily="34" charset="0"/>
              </a:rPr>
              <a:t>économique et humain </a:t>
            </a:r>
            <a:r>
              <a:rPr lang="fr-FR" dirty="0">
                <a:latin typeface="Aptos" panose="020B0004020202020204" pitchFamily="34" charset="0"/>
              </a:rPr>
              <a:t>engendrées par les </a:t>
            </a:r>
            <a:r>
              <a:rPr lang="fr-FR" b="1" dirty="0">
                <a:latin typeface="Aptos" panose="020B0004020202020204" pitchFamily="34" charset="0"/>
              </a:rPr>
              <a:t>charges permanentes, temporaires</a:t>
            </a:r>
            <a:r>
              <a:rPr lang="fr-FR" dirty="0">
                <a:latin typeface="Aptos" panose="020B0004020202020204" pitchFamily="34" charset="0"/>
              </a:rPr>
              <a:t> et les </a:t>
            </a:r>
            <a:r>
              <a:rPr lang="fr-FR" b="1" dirty="0">
                <a:latin typeface="Aptos" panose="020B0004020202020204" pitchFamily="34" charset="0"/>
              </a:rPr>
              <a:t>forces induites par le vent.</a:t>
            </a:r>
          </a:p>
        </p:txBody>
      </p:sp>
      <p:pic>
        <p:nvPicPr>
          <p:cNvPr id="13314" name="Picture 2" descr="FAQ : le Béton Fibré Ultra-Haute Performance - Francioli">
            <a:extLst>
              <a:ext uri="{FF2B5EF4-FFF2-40B4-BE49-F238E27FC236}">
                <a16:creationId xmlns:a16="http://schemas.microsoft.com/office/drawing/2014/main" id="{3DF25014-B70F-2B0F-D7EC-8179D89228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32413" y="1599093"/>
            <a:ext cx="6172200" cy="1543050"/>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Étude expérimentale d'un béton à hautes performances recyclé à base de  fumée de silice (Granitex, Sika)">
            <a:extLst>
              <a:ext uri="{FF2B5EF4-FFF2-40B4-BE49-F238E27FC236}">
                <a16:creationId xmlns:a16="http://schemas.microsoft.com/office/drawing/2014/main" id="{2376A390-9920-41BA-E169-1A07D6CB52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3055" y="3561868"/>
            <a:ext cx="4199358" cy="2794482"/>
          </a:xfrm>
          <a:prstGeom prst="rect">
            <a:avLst/>
          </a:prstGeom>
          <a:noFill/>
          <a:extLst>
            <a:ext uri="{909E8E84-426E-40DD-AFC4-6F175D3DCCD1}">
              <a14:hiddenFill xmlns:a14="http://schemas.microsoft.com/office/drawing/2010/main">
                <a:solidFill>
                  <a:srgbClr val="FFFFFF"/>
                </a:solidFill>
              </a14:hiddenFill>
            </a:ext>
          </a:extLst>
        </p:spPr>
      </p:pic>
      <p:pic>
        <p:nvPicPr>
          <p:cNvPr id="13318" name="Picture 6" descr="Béton autoplaçant - Définition - Avantages - Comment faire? - Betonix">
            <a:extLst>
              <a:ext uri="{FF2B5EF4-FFF2-40B4-BE49-F238E27FC236}">
                <a16:creationId xmlns:a16="http://schemas.microsoft.com/office/drawing/2014/main" id="{AFB613D8-0813-257F-7A52-E26F54E1E26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50830" y="4190325"/>
            <a:ext cx="3328146" cy="1543050"/>
          </a:xfrm>
          <a:prstGeom prst="rect">
            <a:avLst/>
          </a:prstGeom>
          <a:noFill/>
          <a:extLst>
            <a:ext uri="{909E8E84-426E-40DD-AFC4-6F175D3DCCD1}">
              <a14:hiddenFill xmlns:a14="http://schemas.microsoft.com/office/drawing/2010/main">
                <a:solidFill>
                  <a:srgbClr val="FFFFFF"/>
                </a:solidFill>
              </a14:hiddenFill>
            </a:ext>
          </a:extLst>
        </p:spPr>
      </p:pic>
      <p:sp>
        <p:nvSpPr>
          <p:cNvPr id="16" name="ZoneTexte 15">
            <a:extLst>
              <a:ext uri="{FF2B5EF4-FFF2-40B4-BE49-F238E27FC236}">
                <a16:creationId xmlns:a16="http://schemas.microsoft.com/office/drawing/2014/main" id="{C5535B12-98B8-E887-3EB9-DC14E604D93B}"/>
              </a:ext>
            </a:extLst>
          </p:cNvPr>
          <p:cNvSpPr txBox="1"/>
          <p:nvPr/>
        </p:nvSpPr>
        <p:spPr>
          <a:xfrm>
            <a:off x="543000" y="6445804"/>
            <a:ext cx="6172200" cy="307777"/>
          </a:xfrm>
          <a:prstGeom prst="rect">
            <a:avLst/>
          </a:prstGeom>
          <a:noFill/>
        </p:spPr>
        <p:txBody>
          <a:bodyPr wrap="square">
            <a:spAutoFit/>
          </a:bodyPr>
          <a:lstStyle/>
          <a:p>
            <a:r>
              <a:rPr lang="fr-FR" sz="1400" dirty="0">
                <a:effectLst/>
                <a:latin typeface="Ebrima" panose="02000000000000000000" pitchFamily="2" charset="0"/>
              </a:rPr>
              <a:t>BHP ou BTHP (béton très hautes performances)</a:t>
            </a:r>
            <a:endParaRPr lang="fr-FR" dirty="0"/>
          </a:p>
        </p:txBody>
      </p:sp>
      <p:sp>
        <p:nvSpPr>
          <p:cNvPr id="18" name="ZoneTexte 17">
            <a:extLst>
              <a:ext uri="{FF2B5EF4-FFF2-40B4-BE49-F238E27FC236}">
                <a16:creationId xmlns:a16="http://schemas.microsoft.com/office/drawing/2014/main" id="{D931EBD9-F89B-E9AC-9161-442E95A8F39F}"/>
              </a:ext>
            </a:extLst>
          </p:cNvPr>
          <p:cNvSpPr txBox="1"/>
          <p:nvPr/>
        </p:nvSpPr>
        <p:spPr>
          <a:xfrm>
            <a:off x="5042786" y="5812400"/>
            <a:ext cx="2743200" cy="307777"/>
          </a:xfrm>
          <a:prstGeom prst="rect">
            <a:avLst/>
          </a:prstGeom>
          <a:noFill/>
        </p:spPr>
        <p:txBody>
          <a:bodyPr wrap="square">
            <a:spAutoFit/>
          </a:bodyPr>
          <a:lstStyle/>
          <a:p>
            <a:pPr algn="ctr"/>
            <a:r>
              <a:rPr lang="fr-FR" sz="1400" dirty="0">
                <a:effectLst/>
                <a:latin typeface="Ebrima" panose="02000000000000000000" pitchFamily="2" charset="0"/>
              </a:rPr>
              <a:t>BAP (béton auto plaçant)</a:t>
            </a:r>
            <a:endParaRPr lang="fr-FR" dirty="0"/>
          </a:p>
        </p:txBody>
      </p:sp>
      <p:pic>
        <p:nvPicPr>
          <p:cNvPr id="13320" name="Picture 8" descr="Auvents nouveau terminal Ivato">
            <a:extLst>
              <a:ext uri="{FF2B5EF4-FFF2-40B4-BE49-F238E27FC236}">
                <a16:creationId xmlns:a16="http://schemas.microsoft.com/office/drawing/2014/main" id="{C1A3D1D2-1DA7-C43B-742A-1B9FA9A2462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97393" y="3686514"/>
            <a:ext cx="3832261" cy="2554841"/>
          </a:xfrm>
          <a:prstGeom prst="rect">
            <a:avLst/>
          </a:prstGeom>
          <a:noFill/>
          <a:extLst>
            <a:ext uri="{909E8E84-426E-40DD-AFC4-6F175D3DCCD1}">
              <a14:hiddenFill xmlns:a14="http://schemas.microsoft.com/office/drawing/2010/main">
                <a:solidFill>
                  <a:srgbClr val="FFFFFF"/>
                </a:solidFill>
              </a14:hiddenFill>
            </a:ext>
          </a:extLst>
        </p:spPr>
      </p:pic>
      <p:pic>
        <p:nvPicPr>
          <p:cNvPr id="3" name="officeArt object">
            <a:extLst>
              <a:ext uri="{FF2B5EF4-FFF2-40B4-BE49-F238E27FC236}">
                <a16:creationId xmlns:a16="http://schemas.microsoft.com/office/drawing/2014/main" id="{211D1BCD-F58D-0BD4-7F64-DA0975C5FB9E}"/>
              </a:ext>
            </a:extLst>
          </p:cNvPr>
          <p:cNvPicPr/>
          <p:nvPr/>
        </p:nvPicPr>
        <p:blipFill rotWithShape="1">
          <a:blip r:embed="rId8"/>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19446182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15</a:t>
            </a:fld>
            <a:endParaRPr lang="fr-FR"/>
          </a:p>
        </p:txBody>
      </p:sp>
      <p:sp>
        <p:nvSpPr>
          <p:cNvPr id="11" name="Rectangle 10">
            <a:extLst>
              <a:ext uri="{FF2B5EF4-FFF2-40B4-BE49-F238E27FC236}">
                <a16:creationId xmlns:a16="http://schemas.microsoft.com/office/drawing/2014/main" id="{20BAFBF7-29E1-AA7E-2DFE-6D43BCAE4C7F}"/>
              </a:ext>
            </a:extLst>
          </p:cNvPr>
          <p:cNvSpPr/>
          <p:nvPr/>
        </p:nvSpPr>
        <p:spPr>
          <a:xfrm>
            <a:off x="4056259" y="943700"/>
            <a:ext cx="4211410"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Qualit</a:t>
            </a:r>
            <a:r>
              <a:rPr lang="fr-FR" sz="2800" dirty="0">
                <a:ln w="0"/>
                <a:solidFill>
                  <a:srgbClr val="1F3864"/>
                </a:solidFill>
                <a:latin typeface="Aptos" panose="020B0004020202020204" pitchFamily="34" charset="0"/>
              </a:rPr>
              <a:t>é environnementale</a:t>
            </a:r>
            <a:endParaRPr lang="fr-FR" sz="5400" b="0" cap="none" spc="0" dirty="0">
              <a:ln w="0"/>
              <a:solidFill>
                <a:srgbClr val="1F3864"/>
              </a:solidFill>
            </a:endParaRP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4" name="Rectangle 3">
            <a:extLst>
              <a:ext uri="{FF2B5EF4-FFF2-40B4-BE49-F238E27FC236}">
                <a16:creationId xmlns:a16="http://schemas.microsoft.com/office/drawing/2014/main" id="{E2D39D85-5E0D-2D90-70BA-BFBE367A61E6}"/>
              </a:ext>
            </a:extLst>
          </p:cNvPr>
          <p:cNvSpPr/>
          <p:nvPr/>
        </p:nvSpPr>
        <p:spPr>
          <a:xfrm>
            <a:off x="-63745" y="-107207"/>
            <a:ext cx="10152625"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rPr>
              <a:t>Matériaux de construction &amp; défis sociétaux </a:t>
            </a:r>
          </a:p>
          <a:p>
            <a:pPr marL="571500" indent="-571500">
              <a:lnSpc>
                <a:spcPct val="150000"/>
              </a:lnSpc>
              <a:buClr>
                <a:srgbClr val="1F3864"/>
              </a:buClr>
              <a:buSzPct val="65000"/>
              <a:buFont typeface="+mj-lt"/>
              <a:buAutoNum type="romanUcPeriod" startAt="2"/>
            </a:pPr>
            <a:endParaRPr lang="fr-FR" sz="2400" dirty="0">
              <a:solidFill>
                <a:srgbClr val="1F3864"/>
              </a:solidFill>
              <a:latin typeface="Proxima Nova"/>
              <a:cs typeface="Calibri"/>
              <a:sym typeface="Calibri"/>
            </a:endParaRPr>
          </a:p>
        </p:txBody>
      </p:sp>
      <p:pic>
        <p:nvPicPr>
          <p:cNvPr id="13" name="Image 12">
            <a:extLst>
              <a:ext uri="{FF2B5EF4-FFF2-40B4-BE49-F238E27FC236}">
                <a16:creationId xmlns:a16="http://schemas.microsoft.com/office/drawing/2014/main" id="{D4B55EC0-4433-7BB9-8957-26E3E6332FA8}"/>
              </a:ext>
            </a:extLst>
          </p:cNvPr>
          <p:cNvPicPr/>
          <p:nvPr/>
        </p:nvPicPr>
        <p:blipFill>
          <a:blip r:embed="rId4" cstate="print">
            <a:extLst>
              <a:ext uri="{28A0092B-C50C-407E-A947-70E740481C1C}">
                <a14:useLocalDpi xmlns:a14="http://schemas.microsoft.com/office/drawing/2010/main" val="0"/>
              </a:ext>
            </a:extLst>
          </a:blip>
          <a:stretch>
            <a:fillRect/>
          </a:stretch>
        </p:blipFill>
        <p:spPr bwMode="auto">
          <a:xfrm>
            <a:off x="9143281" y="23602"/>
            <a:ext cx="1561332" cy="961514"/>
          </a:xfrm>
          <a:prstGeom prst="rect">
            <a:avLst/>
          </a:prstGeom>
          <a:noFill/>
          <a:ln>
            <a:noFill/>
          </a:ln>
        </p:spPr>
      </p:pic>
      <p:pic>
        <p:nvPicPr>
          <p:cNvPr id="3" name="Image 2">
            <a:extLst>
              <a:ext uri="{FF2B5EF4-FFF2-40B4-BE49-F238E27FC236}">
                <a16:creationId xmlns:a16="http://schemas.microsoft.com/office/drawing/2014/main" id="{AF84A616-DBCA-F189-2EBB-6725D95D23D7}"/>
              </a:ext>
            </a:extLst>
          </p:cNvPr>
          <p:cNvPicPr>
            <a:picLocks noChangeAspect="1"/>
          </p:cNvPicPr>
          <p:nvPr/>
        </p:nvPicPr>
        <p:blipFill rotWithShape="1">
          <a:blip r:embed="rId5"/>
          <a:srcRect t="4748" b="4577"/>
          <a:stretch/>
        </p:blipFill>
        <p:spPr>
          <a:xfrm>
            <a:off x="157588" y="2067207"/>
            <a:ext cx="5123770" cy="3394798"/>
          </a:xfrm>
          <a:prstGeom prst="rect">
            <a:avLst/>
          </a:prstGeom>
        </p:spPr>
      </p:pic>
      <p:sp>
        <p:nvSpPr>
          <p:cNvPr id="6" name="ZoneTexte 5">
            <a:extLst>
              <a:ext uri="{FF2B5EF4-FFF2-40B4-BE49-F238E27FC236}">
                <a16:creationId xmlns:a16="http://schemas.microsoft.com/office/drawing/2014/main" id="{7B316816-94D5-F101-7149-AADA16E1F578}"/>
              </a:ext>
            </a:extLst>
          </p:cNvPr>
          <p:cNvSpPr txBox="1"/>
          <p:nvPr/>
        </p:nvSpPr>
        <p:spPr>
          <a:xfrm>
            <a:off x="157588" y="5394957"/>
            <a:ext cx="4808571" cy="461665"/>
          </a:xfrm>
          <a:prstGeom prst="rect">
            <a:avLst/>
          </a:prstGeom>
          <a:noFill/>
        </p:spPr>
        <p:txBody>
          <a:bodyPr wrap="square">
            <a:spAutoFit/>
          </a:bodyPr>
          <a:lstStyle/>
          <a:p>
            <a:pPr algn="ctr"/>
            <a:r>
              <a:rPr lang="fr-FR" sz="1200" dirty="0">
                <a:ln w="0"/>
                <a:solidFill>
                  <a:srgbClr val="1F3864"/>
                </a:solidFill>
                <a:latin typeface="Aptos" panose="020B0004020202020204" pitchFamily="34" charset="0"/>
              </a:rPr>
              <a:t>Le secteur de la construction est responsable de plus d'un tiers des émissions mondiales de carbone liées à l'énergie (UNEP 2022)</a:t>
            </a:r>
          </a:p>
        </p:txBody>
      </p:sp>
      <p:sp>
        <p:nvSpPr>
          <p:cNvPr id="8" name="ZoneTexte 7">
            <a:extLst>
              <a:ext uri="{FF2B5EF4-FFF2-40B4-BE49-F238E27FC236}">
                <a16:creationId xmlns:a16="http://schemas.microsoft.com/office/drawing/2014/main" id="{B1C9A4F0-DE1D-7ABD-37C3-B74AD6E0DBE4}"/>
              </a:ext>
            </a:extLst>
          </p:cNvPr>
          <p:cNvSpPr txBox="1"/>
          <p:nvPr/>
        </p:nvSpPr>
        <p:spPr>
          <a:xfrm>
            <a:off x="157588" y="6007062"/>
            <a:ext cx="5191470" cy="646331"/>
          </a:xfrm>
          <a:prstGeom prst="rect">
            <a:avLst/>
          </a:prstGeom>
          <a:noFill/>
        </p:spPr>
        <p:txBody>
          <a:bodyPr wrap="square">
            <a:spAutoFit/>
          </a:bodyPr>
          <a:lstStyle/>
          <a:p>
            <a:pPr marL="285750" indent="-285750">
              <a:buFont typeface="Arial" panose="020B0604020202020204" pitchFamily="34" charset="0"/>
              <a:buChar char="•"/>
            </a:pPr>
            <a:r>
              <a:rPr lang="fr-FR" sz="1200" b="1" dirty="0">
                <a:ln w="0"/>
                <a:solidFill>
                  <a:srgbClr val="1F3864"/>
                </a:solidFill>
                <a:latin typeface="Aptos" panose="020B0004020202020204" pitchFamily="34" charset="0"/>
              </a:rPr>
              <a:t>Emission de gaz à effet de serre comme principale du réchauffement climatique</a:t>
            </a:r>
          </a:p>
          <a:p>
            <a:pPr marL="285750" indent="-285750">
              <a:buFont typeface="Arial" panose="020B0604020202020204" pitchFamily="34" charset="0"/>
              <a:buChar char="•"/>
            </a:pPr>
            <a:r>
              <a:rPr lang="fr-FR" sz="1200" b="1" dirty="0">
                <a:ln w="0"/>
                <a:solidFill>
                  <a:srgbClr val="1F3864"/>
                </a:solidFill>
                <a:latin typeface="Aptos" panose="020B0004020202020204" pitchFamily="34" charset="0"/>
              </a:rPr>
              <a:t>Pression sur les ressources naturelles </a:t>
            </a:r>
          </a:p>
        </p:txBody>
      </p:sp>
      <p:sp>
        <p:nvSpPr>
          <p:cNvPr id="10" name="ZoneTexte 9">
            <a:extLst>
              <a:ext uri="{FF2B5EF4-FFF2-40B4-BE49-F238E27FC236}">
                <a16:creationId xmlns:a16="http://schemas.microsoft.com/office/drawing/2014/main" id="{B1AF610C-001C-8DEC-2B91-77E50A3E0D25}"/>
              </a:ext>
            </a:extLst>
          </p:cNvPr>
          <p:cNvSpPr txBox="1"/>
          <p:nvPr/>
        </p:nvSpPr>
        <p:spPr>
          <a:xfrm>
            <a:off x="360218" y="1416283"/>
            <a:ext cx="11471564" cy="646331"/>
          </a:xfrm>
          <a:prstGeom prst="rect">
            <a:avLst/>
          </a:prstGeom>
          <a:noFill/>
        </p:spPr>
        <p:txBody>
          <a:bodyPr wrap="square">
            <a:spAutoFit/>
          </a:bodyPr>
          <a:lstStyle/>
          <a:p>
            <a:r>
              <a:rPr lang="fr-FR" sz="1800" dirty="0">
                <a:solidFill>
                  <a:srgbClr val="111111"/>
                </a:solidFill>
                <a:highlight>
                  <a:srgbClr val="FFFFFF"/>
                </a:highlight>
                <a:latin typeface="Aptos" panose="020B0004020202020204" pitchFamily="34" charset="0"/>
              </a:rPr>
              <a:t>L'adoption d'une approche basée sur le cycle de vie de la conception à la déconstruction d'une structure permettrait d'optimiser l'usage des matériaux, de réaliser des économies d’argent</a:t>
            </a:r>
          </a:p>
        </p:txBody>
      </p:sp>
      <p:pic>
        <p:nvPicPr>
          <p:cNvPr id="1026" name="Picture 2" descr="L'analyse du cycle de vie dans la construction écologique">
            <a:extLst>
              <a:ext uri="{FF2B5EF4-FFF2-40B4-BE49-F238E27FC236}">
                <a16:creationId xmlns:a16="http://schemas.microsoft.com/office/drawing/2014/main" id="{48534703-1D87-71AB-4AA9-B332622900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56354" y="2147173"/>
            <a:ext cx="4974992" cy="41830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2981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16</a:t>
            </a:fld>
            <a:endParaRPr lang="fr-FR"/>
          </a:p>
        </p:txBody>
      </p:sp>
      <p:sp>
        <p:nvSpPr>
          <p:cNvPr id="11" name="Rectangle 10">
            <a:extLst>
              <a:ext uri="{FF2B5EF4-FFF2-40B4-BE49-F238E27FC236}">
                <a16:creationId xmlns:a16="http://schemas.microsoft.com/office/drawing/2014/main" id="{20BAFBF7-29E1-AA7E-2DFE-6D43BCAE4C7F}"/>
              </a:ext>
            </a:extLst>
          </p:cNvPr>
          <p:cNvSpPr/>
          <p:nvPr/>
        </p:nvSpPr>
        <p:spPr>
          <a:xfrm>
            <a:off x="3870137" y="829107"/>
            <a:ext cx="4562467"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Epuisement des ressources </a:t>
            </a:r>
            <a:endParaRPr lang="fr-FR" sz="5400" b="0" cap="none" spc="0" dirty="0">
              <a:ln w="0"/>
              <a:solidFill>
                <a:srgbClr val="1F3864"/>
              </a:solidFill>
            </a:endParaRP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4" name="Rectangle 3">
            <a:extLst>
              <a:ext uri="{FF2B5EF4-FFF2-40B4-BE49-F238E27FC236}">
                <a16:creationId xmlns:a16="http://schemas.microsoft.com/office/drawing/2014/main" id="{E2D39D85-5E0D-2D90-70BA-BFBE367A61E6}"/>
              </a:ext>
            </a:extLst>
          </p:cNvPr>
          <p:cNvSpPr/>
          <p:nvPr/>
        </p:nvSpPr>
        <p:spPr>
          <a:xfrm>
            <a:off x="-212663" y="-122442"/>
            <a:ext cx="10660807"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rPr>
              <a:t>Matériaux de construction &amp; défis sociétaux </a:t>
            </a:r>
          </a:p>
          <a:p>
            <a:pPr marL="571500" indent="-571500">
              <a:lnSpc>
                <a:spcPct val="150000"/>
              </a:lnSpc>
              <a:buClr>
                <a:srgbClr val="1F3864"/>
              </a:buClr>
              <a:buSzPct val="65000"/>
              <a:buFont typeface="+mj-lt"/>
              <a:buAutoNum type="romanUcPeriod" startAt="2"/>
            </a:pPr>
            <a:endParaRPr lang="fr-FR" sz="2400" dirty="0">
              <a:solidFill>
                <a:srgbClr val="1F3864"/>
              </a:solidFill>
              <a:latin typeface="Proxima Nova"/>
              <a:cs typeface="Calibri"/>
              <a:sym typeface="Calibri"/>
            </a:endParaRPr>
          </a:p>
        </p:txBody>
      </p:sp>
      <p:pic>
        <p:nvPicPr>
          <p:cNvPr id="2050" name="Picture 2" descr="Tableau périodique aux cases déformées, et colorées selon un code couleur.">
            <a:extLst>
              <a:ext uri="{FF2B5EF4-FFF2-40B4-BE49-F238E27FC236}">
                <a16:creationId xmlns:a16="http://schemas.microsoft.com/office/drawing/2014/main" id="{A1886780-061E-5C3C-9EB6-FFD6FBC68CE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 r="1579"/>
          <a:stretch/>
        </p:blipFill>
        <p:spPr bwMode="auto">
          <a:xfrm>
            <a:off x="2360032" y="1251906"/>
            <a:ext cx="7471935" cy="5411018"/>
          </a:xfrm>
          <a:prstGeom prst="rect">
            <a:avLst/>
          </a:prstGeom>
          <a:noFill/>
          <a:extLst>
            <a:ext uri="{909E8E84-426E-40DD-AFC4-6F175D3DCCD1}">
              <a14:hiddenFill xmlns:a14="http://schemas.microsoft.com/office/drawing/2010/main">
                <a:solidFill>
                  <a:srgbClr val="FFFFFF"/>
                </a:solidFill>
              </a14:hiddenFill>
            </a:ext>
          </a:extLst>
        </p:spPr>
      </p:pic>
      <p:pic>
        <p:nvPicPr>
          <p:cNvPr id="3" name="officeArt object">
            <a:extLst>
              <a:ext uri="{FF2B5EF4-FFF2-40B4-BE49-F238E27FC236}">
                <a16:creationId xmlns:a16="http://schemas.microsoft.com/office/drawing/2014/main" id="{4A5BFA8B-08BD-D312-E83B-8AB01BE4B309}"/>
              </a:ext>
            </a:extLst>
          </p:cNvPr>
          <p:cNvPicPr/>
          <p:nvPr/>
        </p:nvPicPr>
        <p:blipFill rotWithShape="1">
          <a:blip r:embed="rId5"/>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325324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17</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10" name="ZoneTexte 9">
            <a:extLst>
              <a:ext uri="{FF2B5EF4-FFF2-40B4-BE49-F238E27FC236}">
                <a16:creationId xmlns:a16="http://schemas.microsoft.com/office/drawing/2014/main" id="{B1AF610C-001C-8DEC-2B91-77E50A3E0D25}"/>
              </a:ext>
            </a:extLst>
          </p:cNvPr>
          <p:cNvSpPr txBox="1"/>
          <p:nvPr/>
        </p:nvSpPr>
        <p:spPr>
          <a:xfrm>
            <a:off x="1112003" y="1197653"/>
            <a:ext cx="3103418" cy="369332"/>
          </a:xfrm>
          <a:prstGeom prst="rect">
            <a:avLst/>
          </a:prstGeom>
          <a:noFill/>
        </p:spPr>
        <p:txBody>
          <a:bodyPr wrap="square">
            <a:spAutoFit/>
          </a:bodyPr>
          <a:lstStyle/>
          <a:p>
            <a:r>
              <a:rPr lang="fr-FR" sz="1800" dirty="0">
                <a:latin typeface="Aptos" panose="020B0004020202020204" pitchFamily="34" charset="0"/>
              </a:rPr>
              <a:t>3 mesures  </a:t>
            </a:r>
          </a:p>
        </p:txBody>
      </p:sp>
      <p:sp>
        <p:nvSpPr>
          <p:cNvPr id="14" name="ZoneTexte 13">
            <a:extLst>
              <a:ext uri="{FF2B5EF4-FFF2-40B4-BE49-F238E27FC236}">
                <a16:creationId xmlns:a16="http://schemas.microsoft.com/office/drawing/2014/main" id="{A6424C28-B443-1796-85BB-34730E7F20E3}"/>
              </a:ext>
            </a:extLst>
          </p:cNvPr>
          <p:cNvSpPr txBox="1"/>
          <p:nvPr/>
        </p:nvSpPr>
        <p:spPr>
          <a:xfrm>
            <a:off x="81408" y="1545340"/>
            <a:ext cx="4375409" cy="2462213"/>
          </a:xfrm>
          <a:prstGeom prst="rect">
            <a:avLst/>
          </a:prstGeom>
          <a:noFill/>
        </p:spPr>
        <p:txBody>
          <a:bodyPr wrap="square">
            <a:spAutoFit/>
          </a:bodyPr>
          <a:lstStyle/>
          <a:p>
            <a:pPr marL="285750" indent="-285750">
              <a:buFont typeface="Arial" panose="020B0604020202020204" pitchFamily="34" charset="0"/>
              <a:buChar char="•"/>
            </a:pPr>
            <a:r>
              <a:rPr lang="fr-FR" b="1" dirty="0">
                <a:latin typeface="Aptos" panose="020B0004020202020204" pitchFamily="34" charset="0"/>
              </a:rPr>
              <a:t>Préventives : </a:t>
            </a:r>
            <a:r>
              <a:rPr lang="fr-FR" dirty="0">
                <a:latin typeface="Aptos" panose="020B0004020202020204" pitchFamily="34" charset="0"/>
              </a:rPr>
              <a:t>visant à limiter la dégradation (comme le drainage des eaux et l'enrobage des armatures).</a:t>
            </a:r>
          </a:p>
          <a:p>
            <a:pPr marL="285750" indent="-285750">
              <a:buFont typeface="Arial" panose="020B0604020202020204" pitchFamily="34" charset="0"/>
              <a:buChar char="•"/>
            </a:pPr>
            <a:r>
              <a:rPr lang="fr-FR" b="1" dirty="0">
                <a:latin typeface="Aptos" panose="020B0004020202020204" pitchFamily="34" charset="0"/>
              </a:rPr>
              <a:t>Préservatrices : </a:t>
            </a:r>
            <a:r>
              <a:rPr lang="fr-FR" dirty="0">
                <a:latin typeface="Aptos" panose="020B0004020202020204" pitchFamily="34" charset="0"/>
              </a:rPr>
              <a:t>destinées à remédier aux défauts constatés pendant l'utilisation des matériaux (par exemple, la gestion technique du patrimoine immobilier).</a:t>
            </a:r>
          </a:p>
          <a:p>
            <a:pPr marL="285750" indent="-285750">
              <a:buFont typeface="Arial" panose="020B0604020202020204" pitchFamily="34" charset="0"/>
              <a:buChar char="•"/>
            </a:pPr>
            <a:r>
              <a:rPr lang="fr-FR" b="1" dirty="0">
                <a:latin typeface="Aptos" panose="020B0004020202020204" pitchFamily="34" charset="0"/>
              </a:rPr>
              <a:t>Curatives : </a:t>
            </a:r>
            <a:r>
              <a:rPr lang="fr-FR" dirty="0">
                <a:latin typeface="Aptos" panose="020B0004020202020204" pitchFamily="34" charset="0"/>
              </a:rPr>
              <a:t>visant à éliminer la source de détérioration (par exemple, une intervention sur un chantier de rénovation pour stabiliser les fondations menacées par une nappe phréatique).</a:t>
            </a:r>
          </a:p>
        </p:txBody>
      </p:sp>
      <p:pic>
        <p:nvPicPr>
          <p:cNvPr id="2050" name="Picture 2" descr="La protection cathodique – Protection Cathodique.">
            <a:extLst>
              <a:ext uri="{FF2B5EF4-FFF2-40B4-BE49-F238E27FC236}">
                <a16:creationId xmlns:a16="http://schemas.microsoft.com/office/drawing/2014/main" id="{63D763E8-1C94-5137-E919-6510DB1102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76580" y="1426967"/>
            <a:ext cx="3377220" cy="2384419"/>
          </a:xfrm>
          <a:prstGeom prst="rect">
            <a:avLst/>
          </a:prstGeom>
          <a:noFill/>
          <a:extLst>
            <a:ext uri="{909E8E84-426E-40DD-AFC4-6F175D3DCCD1}">
              <a14:hiddenFill xmlns:a14="http://schemas.microsoft.com/office/drawing/2010/main">
                <a:solidFill>
                  <a:srgbClr val="FFFFFF"/>
                </a:solidFill>
              </a14:hiddenFill>
            </a:ext>
          </a:extLst>
        </p:spPr>
      </p:pic>
      <p:sp>
        <p:nvSpPr>
          <p:cNvPr id="16" name="ZoneTexte 15">
            <a:extLst>
              <a:ext uri="{FF2B5EF4-FFF2-40B4-BE49-F238E27FC236}">
                <a16:creationId xmlns:a16="http://schemas.microsoft.com/office/drawing/2014/main" id="{EBDBE7F0-3097-7253-14F2-94551EF31FB7}"/>
              </a:ext>
            </a:extLst>
          </p:cNvPr>
          <p:cNvSpPr txBox="1"/>
          <p:nvPr/>
        </p:nvSpPr>
        <p:spPr>
          <a:xfrm>
            <a:off x="1264921" y="6600807"/>
            <a:ext cx="2018607" cy="307777"/>
          </a:xfrm>
          <a:prstGeom prst="rect">
            <a:avLst/>
          </a:prstGeom>
          <a:noFill/>
        </p:spPr>
        <p:txBody>
          <a:bodyPr wrap="square">
            <a:spAutoFit/>
          </a:bodyPr>
          <a:lstStyle/>
          <a:p>
            <a:r>
              <a:rPr lang="fr-FR" sz="1400" dirty="0">
                <a:latin typeface="Aptos" panose="020B0004020202020204" pitchFamily="34" charset="0"/>
              </a:rPr>
              <a:t>Protection cathodique</a:t>
            </a:r>
            <a:endParaRPr lang="fr-FR" dirty="0"/>
          </a:p>
        </p:txBody>
      </p:sp>
      <p:sp>
        <p:nvSpPr>
          <p:cNvPr id="17" name="ZoneTexte 16">
            <a:extLst>
              <a:ext uri="{FF2B5EF4-FFF2-40B4-BE49-F238E27FC236}">
                <a16:creationId xmlns:a16="http://schemas.microsoft.com/office/drawing/2014/main" id="{A378A9AE-05F6-65B2-38E6-E9CD39EF087B}"/>
              </a:ext>
            </a:extLst>
          </p:cNvPr>
          <p:cNvSpPr txBox="1"/>
          <p:nvPr/>
        </p:nvSpPr>
        <p:spPr>
          <a:xfrm>
            <a:off x="8694890" y="3768059"/>
            <a:ext cx="2458113" cy="338554"/>
          </a:xfrm>
          <a:prstGeom prst="rect">
            <a:avLst/>
          </a:prstGeom>
          <a:noFill/>
        </p:spPr>
        <p:txBody>
          <a:bodyPr wrap="square">
            <a:spAutoFit/>
          </a:bodyPr>
          <a:lstStyle/>
          <a:p>
            <a:r>
              <a:rPr lang="fr-FR" sz="1600" dirty="0">
                <a:latin typeface="Aptos" panose="020B0004020202020204" pitchFamily="34" charset="0"/>
              </a:rPr>
              <a:t>Protection cathodique </a:t>
            </a:r>
          </a:p>
        </p:txBody>
      </p:sp>
      <p:pic>
        <p:nvPicPr>
          <p:cNvPr id="2052" name="Picture 4" descr="Reprise en sous-œuvre : tout comprendre">
            <a:extLst>
              <a:ext uri="{FF2B5EF4-FFF2-40B4-BE49-F238E27FC236}">
                <a16:creationId xmlns:a16="http://schemas.microsoft.com/office/drawing/2014/main" id="{F4BDFDC4-3F06-4A52-CF4D-DA975D989A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99361" y="3381385"/>
            <a:ext cx="3377219" cy="2532915"/>
          </a:xfrm>
          <a:prstGeom prst="rect">
            <a:avLst/>
          </a:prstGeom>
          <a:noFill/>
          <a:extLst>
            <a:ext uri="{909E8E84-426E-40DD-AFC4-6F175D3DCCD1}">
              <a14:hiddenFill xmlns:a14="http://schemas.microsoft.com/office/drawing/2010/main">
                <a:solidFill>
                  <a:srgbClr val="FFFFFF"/>
                </a:solidFill>
              </a14:hiddenFill>
            </a:ext>
          </a:extLst>
        </p:spPr>
      </p:pic>
      <p:sp>
        <p:nvSpPr>
          <p:cNvPr id="18" name="ZoneTexte 17">
            <a:extLst>
              <a:ext uri="{FF2B5EF4-FFF2-40B4-BE49-F238E27FC236}">
                <a16:creationId xmlns:a16="http://schemas.microsoft.com/office/drawing/2014/main" id="{5123BD62-F981-61CB-A0C6-8E5CF9728BEE}"/>
              </a:ext>
            </a:extLst>
          </p:cNvPr>
          <p:cNvSpPr txBox="1"/>
          <p:nvPr/>
        </p:nvSpPr>
        <p:spPr>
          <a:xfrm>
            <a:off x="5298582" y="6006072"/>
            <a:ext cx="2458113" cy="338554"/>
          </a:xfrm>
          <a:prstGeom prst="rect">
            <a:avLst/>
          </a:prstGeom>
          <a:noFill/>
        </p:spPr>
        <p:txBody>
          <a:bodyPr wrap="square">
            <a:spAutoFit/>
          </a:bodyPr>
          <a:lstStyle/>
          <a:p>
            <a:r>
              <a:rPr lang="fr-FR" sz="1600" dirty="0">
                <a:latin typeface="Aptos" panose="020B0004020202020204" pitchFamily="34" charset="0"/>
              </a:rPr>
              <a:t>Reprise sous œuvre </a:t>
            </a:r>
          </a:p>
        </p:txBody>
      </p:sp>
      <p:sp>
        <p:nvSpPr>
          <p:cNvPr id="19" name="Rectangle 18">
            <a:extLst>
              <a:ext uri="{FF2B5EF4-FFF2-40B4-BE49-F238E27FC236}">
                <a16:creationId xmlns:a16="http://schemas.microsoft.com/office/drawing/2014/main" id="{16E82B6F-102E-B91D-75E4-145953DF37F6}"/>
              </a:ext>
            </a:extLst>
          </p:cNvPr>
          <p:cNvSpPr/>
          <p:nvPr/>
        </p:nvSpPr>
        <p:spPr>
          <a:xfrm>
            <a:off x="5329169" y="888231"/>
            <a:ext cx="1712328" cy="523220"/>
          </a:xfrm>
          <a:prstGeom prst="rect">
            <a:avLst/>
          </a:prstGeom>
          <a:noFill/>
        </p:spPr>
        <p:txBody>
          <a:bodyPr wrap="none" lIns="91440" tIns="45720" rIns="91440" bIns="45720">
            <a:spAutoFit/>
          </a:bodyPr>
          <a:lstStyle/>
          <a:p>
            <a:pPr algn="ctr"/>
            <a:r>
              <a:rPr lang="fr-FR" sz="2800" dirty="0">
                <a:ln w="0"/>
                <a:solidFill>
                  <a:srgbClr val="1F3864"/>
                </a:solidFill>
                <a:latin typeface="Aptos" panose="020B0004020202020204" pitchFamily="34" charset="0"/>
              </a:rPr>
              <a:t>Durabilité</a:t>
            </a:r>
            <a:endParaRPr lang="fr-FR" sz="5400" b="0" cap="none" spc="0" dirty="0">
              <a:ln w="0"/>
              <a:solidFill>
                <a:srgbClr val="1F3864"/>
              </a:solidFill>
            </a:endParaRPr>
          </a:p>
        </p:txBody>
      </p:sp>
      <p:sp>
        <p:nvSpPr>
          <p:cNvPr id="3" name="Rectangle 2">
            <a:extLst>
              <a:ext uri="{FF2B5EF4-FFF2-40B4-BE49-F238E27FC236}">
                <a16:creationId xmlns:a16="http://schemas.microsoft.com/office/drawing/2014/main" id="{879D9303-C404-072F-C3D8-7DAAF44DE7CF}"/>
              </a:ext>
            </a:extLst>
          </p:cNvPr>
          <p:cNvSpPr/>
          <p:nvPr/>
        </p:nvSpPr>
        <p:spPr>
          <a:xfrm>
            <a:off x="-63745" y="-107207"/>
            <a:ext cx="10152625"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startAt="3"/>
            </a:pPr>
            <a:r>
              <a:rPr lang="fr-FR" sz="3200" b="1" dirty="0">
                <a:solidFill>
                  <a:srgbClr val="1F3864"/>
                </a:solidFill>
                <a:latin typeface="Aptos" panose="020B0004020202020204" pitchFamily="34" charset="0"/>
                <a:ea typeface="Calibri"/>
                <a:cs typeface="Calibri"/>
              </a:rPr>
              <a:t>Matériaux de construction &amp; défis sociétaux </a:t>
            </a:r>
          </a:p>
          <a:p>
            <a:pPr marL="571500" indent="-571500">
              <a:lnSpc>
                <a:spcPct val="150000"/>
              </a:lnSpc>
              <a:buClr>
                <a:srgbClr val="1F3864"/>
              </a:buClr>
              <a:buSzPct val="65000"/>
              <a:buFont typeface="+mj-lt"/>
              <a:buAutoNum type="romanUcPeriod" startAt="3"/>
            </a:pPr>
            <a:endParaRPr lang="fr-FR" sz="2400" dirty="0">
              <a:solidFill>
                <a:srgbClr val="1F3864"/>
              </a:solidFill>
              <a:latin typeface="Proxima Nova"/>
              <a:cs typeface="Calibri"/>
              <a:sym typeface="Calibri"/>
            </a:endParaRPr>
          </a:p>
        </p:txBody>
      </p:sp>
      <p:pic>
        <p:nvPicPr>
          <p:cNvPr id="4" name="officeArt object">
            <a:extLst>
              <a:ext uri="{FF2B5EF4-FFF2-40B4-BE49-F238E27FC236}">
                <a16:creationId xmlns:a16="http://schemas.microsoft.com/office/drawing/2014/main" id="{F7DED781-39E6-4168-227D-D9F605516E2E}"/>
              </a:ext>
            </a:extLst>
          </p:cNvPr>
          <p:cNvPicPr/>
          <p:nvPr/>
        </p:nvPicPr>
        <p:blipFill rotWithShape="1">
          <a:blip r:embed="rId6"/>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1528450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18</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3" name="Rectangle 2">
            <a:extLst>
              <a:ext uri="{FF2B5EF4-FFF2-40B4-BE49-F238E27FC236}">
                <a16:creationId xmlns:a16="http://schemas.microsoft.com/office/drawing/2014/main" id="{DD9FC6C7-F8F1-49E5-29AC-B2239260E3D7}"/>
              </a:ext>
            </a:extLst>
          </p:cNvPr>
          <p:cNvSpPr/>
          <p:nvPr/>
        </p:nvSpPr>
        <p:spPr>
          <a:xfrm>
            <a:off x="3898367" y="943700"/>
            <a:ext cx="4527201"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Consommation énergétique</a:t>
            </a:r>
            <a:endParaRPr lang="fr-FR" sz="5400" b="0" cap="none" spc="0" dirty="0">
              <a:ln w="0"/>
              <a:solidFill>
                <a:srgbClr val="1F3864"/>
              </a:solidFill>
            </a:endParaRPr>
          </a:p>
        </p:txBody>
      </p:sp>
      <p:sp>
        <p:nvSpPr>
          <p:cNvPr id="8" name="ZoneTexte 7">
            <a:extLst>
              <a:ext uri="{FF2B5EF4-FFF2-40B4-BE49-F238E27FC236}">
                <a16:creationId xmlns:a16="http://schemas.microsoft.com/office/drawing/2014/main" id="{851C5E0A-2651-1172-DE71-EBE6060B4E4A}"/>
              </a:ext>
            </a:extLst>
          </p:cNvPr>
          <p:cNvSpPr txBox="1"/>
          <p:nvPr/>
        </p:nvSpPr>
        <p:spPr>
          <a:xfrm>
            <a:off x="138546" y="2031160"/>
            <a:ext cx="4682836" cy="3046988"/>
          </a:xfrm>
          <a:prstGeom prst="rect">
            <a:avLst/>
          </a:prstGeom>
          <a:noFill/>
        </p:spPr>
        <p:txBody>
          <a:bodyPr wrap="square">
            <a:spAutoFit/>
          </a:bodyPr>
          <a:lstStyle/>
          <a:p>
            <a:pPr algn="l"/>
            <a:r>
              <a:rPr lang="fr-FR" sz="1600" b="0" i="0" dirty="0">
                <a:solidFill>
                  <a:srgbClr val="111111"/>
                </a:solidFill>
                <a:effectLst/>
                <a:highlight>
                  <a:srgbClr val="FFFFFF"/>
                </a:highlight>
                <a:latin typeface="Aptos" panose="020B0004020202020204" pitchFamily="34" charset="0"/>
              </a:rPr>
              <a:t>L’émission de </a:t>
            </a:r>
            <a:r>
              <a:rPr lang="fr-FR" sz="1600" b="1" i="0" dirty="0">
                <a:solidFill>
                  <a:srgbClr val="111111"/>
                </a:solidFill>
                <a:effectLst/>
                <a:highlight>
                  <a:srgbClr val="FFFFFF"/>
                </a:highlight>
                <a:latin typeface="Aptos" panose="020B0004020202020204" pitchFamily="34" charset="0"/>
              </a:rPr>
              <a:t>CO₂</a:t>
            </a:r>
            <a:r>
              <a:rPr lang="fr-FR" sz="1600" b="0" i="0" dirty="0">
                <a:solidFill>
                  <a:srgbClr val="111111"/>
                </a:solidFill>
                <a:effectLst/>
                <a:highlight>
                  <a:srgbClr val="FFFFFF"/>
                </a:highlight>
                <a:latin typeface="Aptos" panose="020B0004020202020204" pitchFamily="34" charset="0"/>
              </a:rPr>
              <a:t>, à l’origine du dérèglement climatique, nécessite des actions concrètes. Pour ce faire, il est essentiel de :</a:t>
            </a:r>
          </a:p>
          <a:p>
            <a:pPr algn="l">
              <a:buFont typeface="+mj-lt"/>
              <a:buAutoNum type="arabicPeriod"/>
            </a:pPr>
            <a:r>
              <a:rPr lang="fr-FR" sz="1600" b="1" i="0" dirty="0">
                <a:solidFill>
                  <a:srgbClr val="111111"/>
                </a:solidFill>
                <a:effectLst/>
                <a:highlight>
                  <a:srgbClr val="FFFFFF"/>
                </a:highlight>
                <a:latin typeface="Aptos" panose="020B0004020202020204" pitchFamily="34" charset="0"/>
              </a:rPr>
              <a:t>Améliorer les performances énergétiques des bâtiments</a:t>
            </a:r>
            <a:r>
              <a:rPr lang="fr-FR" sz="1600" b="0" i="0" dirty="0">
                <a:solidFill>
                  <a:srgbClr val="111111"/>
                </a:solidFill>
                <a:effectLst/>
                <a:highlight>
                  <a:srgbClr val="FFFFFF"/>
                </a:highlight>
                <a:latin typeface="Aptos" panose="020B0004020202020204" pitchFamily="34" charset="0"/>
              </a:rPr>
              <a:t> en renforçant l’</a:t>
            </a:r>
            <a:r>
              <a:rPr lang="fr-FR" sz="1600" b="1" i="0" dirty="0">
                <a:solidFill>
                  <a:srgbClr val="111111"/>
                </a:solidFill>
                <a:effectLst/>
                <a:highlight>
                  <a:srgbClr val="FFFFFF"/>
                </a:highlight>
                <a:latin typeface="Aptos" panose="020B0004020202020204" pitchFamily="34" charset="0"/>
              </a:rPr>
              <a:t>isolation des parois et des vitrages</a:t>
            </a:r>
            <a:r>
              <a:rPr lang="fr-FR" sz="1600" b="0" i="0" dirty="0">
                <a:solidFill>
                  <a:srgbClr val="111111"/>
                </a:solidFill>
                <a:effectLst/>
                <a:highlight>
                  <a:srgbClr val="FFFFFF"/>
                </a:highlight>
                <a:latin typeface="Aptos" panose="020B0004020202020204" pitchFamily="34" charset="0"/>
              </a:rPr>
              <a:t>.</a:t>
            </a:r>
          </a:p>
          <a:p>
            <a:pPr algn="l">
              <a:buFont typeface="+mj-lt"/>
              <a:buAutoNum type="arabicPeriod"/>
            </a:pPr>
            <a:r>
              <a:rPr lang="fr-FR" sz="1600" b="1" i="0" dirty="0">
                <a:solidFill>
                  <a:srgbClr val="111111"/>
                </a:solidFill>
                <a:effectLst/>
                <a:highlight>
                  <a:srgbClr val="FFFFFF"/>
                </a:highlight>
                <a:latin typeface="Aptos" panose="020B0004020202020204" pitchFamily="34" charset="0"/>
              </a:rPr>
              <a:t>Diversifier les sources d’approvisionnement</a:t>
            </a:r>
            <a:r>
              <a:rPr lang="fr-FR" sz="1600" b="0" i="0" dirty="0">
                <a:solidFill>
                  <a:srgbClr val="111111"/>
                </a:solidFill>
                <a:effectLst/>
                <a:highlight>
                  <a:srgbClr val="FFFFFF"/>
                </a:highlight>
                <a:latin typeface="Aptos" panose="020B0004020202020204" pitchFamily="34" charset="0"/>
              </a:rPr>
              <a:t> en privilégiant les </a:t>
            </a:r>
            <a:r>
              <a:rPr lang="fr-FR" sz="1600" b="1" i="0" dirty="0">
                <a:solidFill>
                  <a:srgbClr val="111111"/>
                </a:solidFill>
                <a:effectLst/>
                <a:highlight>
                  <a:srgbClr val="FFFFFF"/>
                </a:highlight>
                <a:latin typeface="Aptos" panose="020B0004020202020204" pitchFamily="34" charset="0"/>
              </a:rPr>
              <a:t>énergies renouvelables (ENR)</a:t>
            </a:r>
            <a:r>
              <a:rPr lang="fr-FR" sz="1600" b="0" i="0" dirty="0">
                <a:solidFill>
                  <a:srgbClr val="111111"/>
                </a:solidFill>
                <a:effectLst/>
                <a:highlight>
                  <a:srgbClr val="FFFFFF"/>
                </a:highlight>
                <a:latin typeface="Aptos" panose="020B0004020202020204" pitchFamily="34" charset="0"/>
              </a:rPr>
              <a:t>.</a:t>
            </a:r>
          </a:p>
          <a:p>
            <a:pPr algn="l">
              <a:buFont typeface="+mj-lt"/>
              <a:buAutoNum type="arabicPeriod"/>
            </a:pPr>
            <a:r>
              <a:rPr lang="fr-FR" sz="1600" b="1" i="0" dirty="0">
                <a:solidFill>
                  <a:srgbClr val="111111"/>
                </a:solidFill>
                <a:effectLst/>
                <a:highlight>
                  <a:srgbClr val="FFFFFF"/>
                </a:highlight>
                <a:latin typeface="Aptos" panose="020B0004020202020204" pitchFamily="34" charset="0"/>
              </a:rPr>
              <a:t>Modifier les comportements énergivores</a:t>
            </a:r>
            <a:r>
              <a:rPr lang="fr-FR" sz="1600" b="0" i="0" dirty="0">
                <a:solidFill>
                  <a:srgbClr val="111111"/>
                </a:solidFill>
                <a:effectLst/>
                <a:highlight>
                  <a:srgbClr val="FFFFFF"/>
                </a:highlight>
                <a:latin typeface="Aptos" panose="020B0004020202020204" pitchFamily="34" charset="0"/>
              </a:rPr>
              <a:t> des usagers et des équipements pour réduire notre empreinte carbone.</a:t>
            </a:r>
          </a:p>
        </p:txBody>
      </p:sp>
      <p:pic>
        <p:nvPicPr>
          <p:cNvPr id="3074" name="Picture 2" descr="L'architecture bioclimatique : quels avantages pour votre projet ?">
            <a:extLst>
              <a:ext uri="{FF2B5EF4-FFF2-40B4-BE49-F238E27FC236}">
                <a16:creationId xmlns:a16="http://schemas.microsoft.com/office/drawing/2014/main" id="{2A68494F-C4C4-3BF6-1602-6F19D45EFE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753084"/>
            <a:ext cx="5046518" cy="3364345"/>
          </a:xfrm>
          <a:prstGeom prst="rect">
            <a:avLst/>
          </a:prstGeom>
          <a:noFill/>
          <a:extLst>
            <a:ext uri="{909E8E84-426E-40DD-AFC4-6F175D3DCCD1}">
              <a14:hiddenFill xmlns:a14="http://schemas.microsoft.com/office/drawing/2010/main">
                <a:solidFill>
                  <a:srgbClr val="FFFFFF"/>
                </a:solidFill>
              </a14:hiddenFill>
            </a:ext>
          </a:extLst>
        </p:spPr>
      </p:pic>
      <p:sp>
        <p:nvSpPr>
          <p:cNvPr id="9" name="ZoneTexte 8">
            <a:extLst>
              <a:ext uri="{FF2B5EF4-FFF2-40B4-BE49-F238E27FC236}">
                <a16:creationId xmlns:a16="http://schemas.microsoft.com/office/drawing/2014/main" id="{8DC55534-9303-878D-9F13-84BD93B8DD9C}"/>
              </a:ext>
            </a:extLst>
          </p:cNvPr>
          <p:cNvSpPr txBox="1"/>
          <p:nvPr/>
        </p:nvSpPr>
        <p:spPr>
          <a:xfrm>
            <a:off x="7805297" y="5209201"/>
            <a:ext cx="5191470" cy="276999"/>
          </a:xfrm>
          <a:prstGeom prst="rect">
            <a:avLst/>
          </a:prstGeom>
          <a:noFill/>
        </p:spPr>
        <p:txBody>
          <a:bodyPr wrap="square">
            <a:spAutoFit/>
          </a:bodyPr>
          <a:lstStyle/>
          <a:p>
            <a:r>
              <a:rPr lang="fr-FR" sz="1200" b="1" dirty="0">
                <a:ln w="0"/>
                <a:solidFill>
                  <a:srgbClr val="1F3864"/>
                </a:solidFill>
                <a:latin typeface="Aptos" panose="020B0004020202020204" pitchFamily="34" charset="0"/>
              </a:rPr>
              <a:t>Conception bioclimatique </a:t>
            </a:r>
          </a:p>
        </p:txBody>
      </p:sp>
      <p:sp>
        <p:nvSpPr>
          <p:cNvPr id="6" name="Rectangle 5">
            <a:extLst>
              <a:ext uri="{FF2B5EF4-FFF2-40B4-BE49-F238E27FC236}">
                <a16:creationId xmlns:a16="http://schemas.microsoft.com/office/drawing/2014/main" id="{87891718-1E70-8482-0F20-56EE7CB34039}"/>
              </a:ext>
            </a:extLst>
          </p:cNvPr>
          <p:cNvSpPr/>
          <p:nvPr/>
        </p:nvSpPr>
        <p:spPr>
          <a:xfrm>
            <a:off x="-63745" y="-107207"/>
            <a:ext cx="10152625"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startAt="3"/>
            </a:pPr>
            <a:r>
              <a:rPr lang="fr-FR" sz="3200" b="1" dirty="0">
                <a:solidFill>
                  <a:srgbClr val="1F3864"/>
                </a:solidFill>
                <a:latin typeface="Aptos" panose="020B0004020202020204" pitchFamily="34" charset="0"/>
                <a:ea typeface="Calibri"/>
                <a:cs typeface="Calibri"/>
              </a:rPr>
              <a:t>Matériaux de construction &amp; défis sociétaux </a:t>
            </a:r>
          </a:p>
          <a:p>
            <a:pPr marL="571500" indent="-571500">
              <a:lnSpc>
                <a:spcPct val="150000"/>
              </a:lnSpc>
              <a:buClr>
                <a:srgbClr val="1F3864"/>
              </a:buClr>
              <a:buSzPct val="65000"/>
              <a:buFont typeface="+mj-lt"/>
              <a:buAutoNum type="romanUcPeriod" startAt="3"/>
            </a:pPr>
            <a:endParaRPr lang="fr-FR" sz="2400" dirty="0">
              <a:solidFill>
                <a:srgbClr val="1F3864"/>
              </a:solidFill>
              <a:latin typeface="Proxima Nova"/>
              <a:cs typeface="Calibri"/>
              <a:sym typeface="Calibri"/>
            </a:endParaRPr>
          </a:p>
        </p:txBody>
      </p:sp>
      <p:pic>
        <p:nvPicPr>
          <p:cNvPr id="4" name="officeArt object">
            <a:extLst>
              <a:ext uri="{FF2B5EF4-FFF2-40B4-BE49-F238E27FC236}">
                <a16:creationId xmlns:a16="http://schemas.microsoft.com/office/drawing/2014/main" id="{9BEAF03B-BC8A-B6C4-F7A2-E40DB8CB7598}"/>
              </a:ext>
            </a:extLst>
          </p:cNvPr>
          <p:cNvPicPr/>
          <p:nvPr/>
        </p:nvPicPr>
        <p:blipFill rotWithShape="1">
          <a:blip r:embed="rId5"/>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23685739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19</a:t>
            </a:fld>
            <a:endParaRPr lang="fr-FR"/>
          </a:p>
        </p:txBody>
      </p:sp>
      <p:sp>
        <p:nvSpPr>
          <p:cNvPr id="11" name="Rectangle 10">
            <a:extLst>
              <a:ext uri="{FF2B5EF4-FFF2-40B4-BE49-F238E27FC236}">
                <a16:creationId xmlns:a16="http://schemas.microsoft.com/office/drawing/2014/main" id="{20BAFBF7-29E1-AA7E-2DFE-6D43BCAE4C7F}"/>
              </a:ext>
            </a:extLst>
          </p:cNvPr>
          <p:cNvSpPr/>
          <p:nvPr/>
        </p:nvSpPr>
        <p:spPr>
          <a:xfrm>
            <a:off x="4373361" y="909069"/>
            <a:ext cx="3308919" cy="1354217"/>
          </a:xfrm>
          <a:prstGeom prst="rect">
            <a:avLst/>
          </a:prstGeom>
          <a:noFill/>
        </p:spPr>
        <p:txBody>
          <a:bodyPr wrap="none" lIns="91440" tIns="45720" rIns="91440" bIns="45720">
            <a:spAutoFit/>
          </a:bodyPr>
          <a:lstStyle/>
          <a:p>
            <a:pPr algn="ctr"/>
            <a:r>
              <a:rPr lang="fr-FR" sz="2800" dirty="0">
                <a:ln w="0"/>
                <a:solidFill>
                  <a:srgbClr val="1F3864"/>
                </a:solidFill>
                <a:latin typeface="Aptos" panose="020B0004020202020204" pitchFamily="34" charset="0"/>
              </a:rPr>
              <a:t>Confort des usagers</a:t>
            </a:r>
          </a:p>
          <a:p>
            <a:pPr algn="ctr"/>
            <a:endParaRPr lang="fr-FR" sz="5400" b="0" cap="none" spc="0" dirty="0">
              <a:ln w="0"/>
              <a:solidFill>
                <a:srgbClr val="1F3864"/>
              </a:solidFill>
            </a:endParaRP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pic>
        <p:nvPicPr>
          <p:cNvPr id="13" name="Image 12">
            <a:extLst>
              <a:ext uri="{FF2B5EF4-FFF2-40B4-BE49-F238E27FC236}">
                <a16:creationId xmlns:a16="http://schemas.microsoft.com/office/drawing/2014/main" id="{D4B55EC0-4433-7BB9-8957-26E3E6332FA8}"/>
              </a:ext>
            </a:extLst>
          </p:cNvPr>
          <p:cNvPicPr/>
          <p:nvPr/>
        </p:nvPicPr>
        <p:blipFill>
          <a:blip r:embed="rId4" cstate="print">
            <a:extLst>
              <a:ext uri="{28A0092B-C50C-407E-A947-70E740481C1C}">
                <a14:useLocalDpi xmlns:a14="http://schemas.microsoft.com/office/drawing/2010/main" val="0"/>
              </a:ext>
            </a:extLst>
          </a:blip>
          <a:stretch>
            <a:fillRect/>
          </a:stretch>
        </p:blipFill>
        <p:spPr bwMode="auto">
          <a:xfrm>
            <a:off x="9143281" y="23602"/>
            <a:ext cx="1561332" cy="961514"/>
          </a:xfrm>
          <a:prstGeom prst="rect">
            <a:avLst/>
          </a:prstGeom>
          <a:noFill/>
          <a:ln>
            <a:noFill/>
          </a:ln>
        </p:spPr>
      </p:pic>
      <p:sp>
        <p:nvSpPr>
          <p:cNvPr id="6" name="ZoneTexte 5">
            <a:extLst>
              <a:ext uri="{FF2B5EF4-FFF2-40B4-BE49-F238E27FC236}">
                <a16:creationId xmlns:a16="http://schemas.microsoft.com/office/drawing/2014/main" id="{80883301-92FF-568D-6E9A-6D23EE1141D8}"/>
              </a:ext>
            </a:extLst>
          </p:cNvPr>
          <p:cNvSpPr txBox="1"/>
          <p:nvPr/>
        </p:nvSpPr>
        <p:spPr>
          <a:xfrm>
            <a:off x="402874" y="1156507"/>
            <a:ext cx="11249891" cy="1477328"/>
          </a:xfrm>
          <a:prstGeom prst="rect">
            <a:avLst/>
          </a:prstGeom>
          <a:noFill/>
        </p:spPr>
        <p:txBody>
          <a:bodyPr wrap="square">
            <a:spAutoFit/>
          </a:bodyPr>
          <a:lstStyle/>
          <a:p>
            <a:endParaRPr lang="fr-FR" sz="1800" dirty="0">
              <a:solidFill>
                <a:srgbClr val="111111"/>
              </a:solidFill>
              <a:highlight>
                <a:srgbClr val="FFFFFF"/>
              </a:highlight>
              <a:latin typeface="Aptos" panose="020B0004020202020204" pitchFamily="34" charset="0"/>
            </a:endParaRPr>
          </a:p>
          <a:p>
            <a:r>
              <a:rPr lang="fr-FR" sz="1800" dirty="0">
                <a:solidFill>
                  <a:srgbClr val="111111"/>
                </a:solidFill>
                <a:highlight>
                  <a:srgbClr val="FFFFFF"/>
                </a:highlight>
                <a:latin typeface="Aptos" panose="020B0004020202020204" pitchFamily="34" charset="0"/>
              </a:rPr>
              <a:t>Améliorer le confort des usagers est important car cela contribue à leur bien-être, à leur productivité et à leur satisfaction globale. Cela peut également favoriser une meilleure qualité de vie et renforcer les liens sociaux dans les espaces de vie et de travail.  Cela passe par la maitrise les flux de chaleur, lumière, le son  qui entre dans le bâtiment</a:t>
            </a:r>
          </a:p>
        </p:txBody>
      </p:sp>
      <p:pic>
        <p:nvPicPr>
          <p:cNvPr id="4098" name="Picture 2" descr="Pare-soleil extérieur métallique - Swistek métallerie à Lille - Nord - 59">
            <a:extLst>
              <a:ext uri="{FF2B5EF4-FFF2-40B4-BE49-F238E27FC236}">
                <a16:creationId xmlns:a16="http://schemas.microsoft.com/office/drawing/2014/main" id="{61A4ADE9-C166-7D9A-4391-2AFAB3CADE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6545" y="2836568"/>
            <a:ext cx="4384348" cy="2740218"/>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66983605-C1F5-974C-AF92-1D03833FF3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20265" y="2659202"/>
            <a:ext cx="4384348" cy="291758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59246D5E-48E6-7E6D-F2CC-F739678C3EB5}"/>
              </a:ext>
            </a:extLst>
          </p:cNvPr>
          <p:cNvSpPr/>
          <p:nvPr/>
        </p:nvSpPr>
        <p:spPr>
          <a:xfrm>
            <a:off x="-63745" y="-107207"/>
            <a:ext cx="10152625"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startAt="3"/>
            </a:pPr>
            <a:r>
              <a:rPr lang="fr-FR" sz="3200" b="1" dirty="0">
                <a:solidFill>
                  <a:srgbClr val="1F3864"/>
                </a:solidFill>
                <a:latin typeface="Aptos" panose="020B0004020202020204" pitchFamily="34" charset="0"/>
                <a:ea typeface="Calibri"/>
                <a:cs typeface="Calibri"/>
              </a:rPr>
              <a:t>Matériaux de construction &amp; défis sociétaux </a:t>
            </a:r>
          </a:p>
          <a:p>
            <a:pPr marL="571500" indent="-571500">
              <a:lnSpc>
                <a:spcPct val="150000"/>
              </a:lnSpc>
              <a:buClr>
                <a:srgbClr val="1F3864"/>
              </a:buClr>
              <a:buSzPct val="65000"/>
              <a:buFont typeface="+mj-lt"/>
              <a:buAutoNum type="romanUcPeriod" startAt="3"/>
            </a:pPr>
            <a:endParaRPr lang="fr-FR" sz="2400" dirty="0">
              <a:solidFill>
                <a:srgbClr val="1F3864"/>
              </a:solidFill>
              <a:latin typeface="Proxima Nova"/>
              <a:cs typeface="Calibri"/>
              <a:sym typeface="Calibri"/>
            </a:endParaRPr>
          </a:p>
        </p:txBody>
      </p:sp>
    </p:spTree>
    <p:extLst>
      <p:ext uri="{BB962C8B-B14F-4D97-AF65-F5344CB8AC3E}">
        <p14:creationId xmlns:p14="http://schemas.microsoft.com/office/powerpoint/2010/main" val="6871717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20</a:t>
            </a:fld>
            <a:endParaRPr lang="fr-FR"/>
          </a:p>
        </p:txBody>
      </p:sp>
      <p:sp>
        <p:nvSpPr>
          <p:cNvPr id="11" name="Rectangle 10">
            <a:extLst>
              <a:ext uri="{FF2B5EF4-FFF2-40B4-BE49-F238E27FC236}">
                <a16:creationId xmlns:a16="http://schemas.microsoft.com/office/drawing/2014/main" id="{20BAFBF7-29E1-AA7E-2DFE-6D43BCAE4C7F}"/>
              </a:ext>
            </a:extLst>
          </p:cNvPr>
          <p:cNvSpPr/>
          <p:nvPr/>
        </p:nvSpPr>
        <p:spPr>
          <a:xfrm>
            <a:off x="4373361" y="909069"/>
            <a:ext cx="3308919" cy="1354217"/>
          </a:xfrm>
          <a:prstGeom prst="rect">
            <a:avLst/>
          </a:prstGeom>
          <a:noFill/>
        </p:spPr>
        <p:txBody>
          <a:bodyPr wrap="none" lIns="91440" tIns="45720" rIns="91440" bIns="45720">
            <a:spAutoFit/>
          </a:bodyPr>
          <a:lstStyle/>
          <a:p>
            <a:pPr algn="ctr"/>
            <a:r>
              <a:rPr lang="fr-FR" sz="2800" dirty="0">
                <a:ln w="0"/>
                <a:solidFill>
                  <a:srgbClr val="1F3864"/>
                </a:solidFill>
                <a:latin typeface="Aptos" panose="020B0004020202020204" pitchFamily="34" charset="0"/>
              </a:rPr>
              <a:t>Confort des usagers</a:t>
            </a:r>
          </a:p>
          <a:p>
            <a:pPr algn="ctr"/>
            <a:endParaRPr lang="fr-FR" sz="5400" b="0" cap="none" spc="0" dirty="0">
              <a:ln w="0"/>
              <a:solidFill>
                <a:srgbClr val="1F3864"/>
              </a:solidFill>
            </a:endParaRP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6" name="ZoneTexte 5">
            <a:extLst>
              <a:ext uri="{FF2B5EF4-FFF2-40B4-BE49-F238E27FC236}">
                <a16:creationId xmlns:a16="http://schemas.microsoft.com/office/drawing/2014/main" id="{80883301-92FF-568D-6E9A-6D23EE1141D8}"/>
              </a:ext>
            </a:extLst>
          </p:cNvPr>
          <p:cNvSpPr txBox="1"/>
          <p:nvPr/>
        </p:nvSpPr>
        <p:spPr>
          <a:xfrm>
            <a:off x="402874" y="1156507"/>
            <a:ext cx="11249891" cy="1477328"/>
          </a:xfrm>
          <a:prstGeom prst="rect">
            <a:avLst/>
          </a:prstGeom>
          <a:noFill/>
        </p:spPr>
        <p:txBody>
          <a:bodyPr wrap="square">
            <a:spAutoFit/>
          </a:bodyPr>
          <a:lstStyle/>
          <a:p>
            <a:endParaRPr lang="fr-FR" sz="1800" dirty="0">
              <a:solidFill>
                <a:srgbClr val="111111"/>
              </a:solidFill>
              <a:highlight>
                <a:srgbClr val="FFFFFF"/>
              </a:highlight>
              <a:latin typeface="Aptos" panose="020B0004020202020204" pitchFamily="34" charset="0"/>
            </a:endParaRPr>
          </a:p>
          <a:p>
            <a:r>
              <a:rPr lang="fr-FR" sz="1800" dirty="0">
                <a:solidFill>
                  <a:srgbClr val="111111"/>
                </a:solidFill>
                <a:highlight>
                  <a:srgbClr val="FFFFFF"/>
                </a:highlight>
                <a:latin typeface="Aptos" panose="020B0004020202020204" pitchFamily="34" charset="0"/>
              </a:rPr>
              <a:t>Améliorer le confort des usagers est important car cela contribue à leur bien-être, à leur productivité et à leur satisfaction globale. Cela peut également favoriser une meilleure qualité de vie et renforcer les liens sociaux dans les espaces de vie et de travail.  Cela passe par la maitrise les flux de chaleur, lumière, le son  qui entre dans le bâtiment</a:t>
            </a:r>
          </a:p>
        </p:txBody>
      </p:sp>
      <p:pic>
        <p:nvPicPr>
          <p:cNvPr id="5122" name="Picture 2" descr="Archives des Verre autonettoyant - Emaver, leader de la transformation des  produits verriers.">
            <a:extLst>
              <a:ext uri="{FF2B5EF4-FFF2-40B4-BE49-F238E27FC236}">
                <a16:creationId xmlns:a16="http://schemas.microsoft.com/office/drawing/2014/main" id="{64E09399-08C4-7560-3706-5D576279FC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1681" y="2798829"/>
            <a:ext cx="2743200" cy="27432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Un guide complet sur les lunettes de soleil photochromiques | Lentiamo">
            <a:extLst>
              <a:ext uri="{FF2B5EF4-FFF2-40B4-BE49-F238E27FC236}">
                <a16:creationId xmlns:a16="http://schemas.microsoft.com/office/drawing/2014/main" id="{F2B2A680-7FA1-A67C-92CC-4832E17340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2874" y="2844050"/>
            <a:ext cx="6999948" cy="330208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03E863BB-0F0F-02D8-ED91-D3D99580178F}"/>
              </a:ext>
            </a:extLst>
          </p:cNvPr>
          <p:cNvSpPr/>
          <p:nvPr/>
        </p:nvSpPr>
        <p:spPr>
          <a:xfrm>
            <a:off x="-63745" y="-107207"/>
            <a:ext cx="10152625"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startAt="3"/>
            </a:pPr>
            <a:r>
              <a:rPr lang="fr-FR" sz="3200" b="1" dirty="0">
                <a:solidFill>
                  <a:srgbClr val="1F3864"/>
                </a:solidFill>
                <a:latin typeface="Aptos" panose="020B0004020202020204" pitchFamily="34" charset="0"/>
                <a:ea typeface="Calibri"/>
                <a:cs typeface="Calibri"/>
              </a:rPr>
              <a:t>Matériaux de construction &amp; défis sociétaux </a:t>
            </a:r>
          </a:p>
          <a:p>
            <a:pPr marL="571500" indent="-571500">
              <a:lnSpc>
                <a:spcPct val="150000"/>
              </a:lnSpc>
              <a:buClr>
                <a:srgbClr val="1F3864"/>
              </a:buClr>
              <a:buSzPct val="65000"/>
              <a:buFont typeface="+mj-lt"/>
              <a:buAutoNum type="romanUcPeriod" startAt="3"/>
            </a:pPr>
            <a:endParaRPr lang="fr-FR" sz="2400" dirty="0">
              <a:solidFill>
                <a:srgbClr val="1F3864"/>
              </a:solidFill>
              <a:latin typeface="Proxima Nova"/>
              <a:cs typeface="Calibri"/>
              <a:sym typeface="Calibri"/>
            </a:endParaRPr>
          </a:p>
        </p:txBody>
      </p:sp>
      <p:pic>
        <p:nvPicPr>
          <p:cNvPr id="4" name="officeArt object">
            <a:extLst>
              <a:ext uri="{FF2B5EF4-FFF2-40B4-BE49-F238E27FC236}">
                <a16:creationId xmlns:a16="http://schemas.microsoft.com/office/drawing/2014/main" id="{417AE90D-7030-0E3D-F3AE-9FCD79452B78}"/>
              </a:ext>
            </a:extLst>
          </p:cNvPr>
          <p:cNvPicPr/>
          <p:nvPr/>
        </p:nvPicPr>
        <p:blipFill rotWithShape="1">
          <a:blip r:embed="rId6"/>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21755926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9" name="Image 8">
            <a:extLst>
              <a:ext uri="{FF2B5EF4-FFF2-40B4-BE49-F238E27FC236}">
                <a16:creationId xmlns:a16="http://schemas.microsoft.com/office/drawing/2014/main" id="{EBCC7D45-B8DD-21A1-FE5C-26FDB2C37688}"/>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1049457" y="2317679"/>
            <a:ext cx="3702651" cy="4555312"/>
          </a:xfrm>
          <a:prstGeom prst="rect">
            <a:avLst/>
          </a:prstGeom>
        </p:spPr>
      </p:pic>
      <p:pic>
        <p:nvPicPr>
          <p:cNvPr id="6150" name="Picture 6" descr="Comprendre le son, ses caractéristiques et ses enjeux">
            <a:extLst>
              <a:ext uri="{FF2B5EF4-FFF2-40B4-BE49-F238E27FC236}">
                <a16:creationId xmlns:a16="http://schemas.microsoft.com/office/drawing/2014/main" id="{30B74613-A448-BC9D-DC11-6F94D18F46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34568" y="3314341"/>
            <a:ext cx="2744796" cy="2058597"/>
          </a:xfrm>
          <a:prstGeom prst="rect">
            <a:avLst/>
          </a:prstGeom>
          <a:noFill/>
          <a:extLst>
            <a:ext uri="{909E8E84-426E-40DD-AFC4-6F175D3DCCD1}">
              <a14:hiddenFill xmlns:a14="http://schemas.microsoft.com/office/drawing/2010/main">
                <a:solidFill>
                  <a:srgbClr val="FFFFFF"/>
                </a:solidFill>
              </a14:hiddenFill>
            </a:ext>
          </a:extLst>
        </p:spPr>
      </p:pic>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21</a:t>
            </a:fld>
            <a:endParaRPr lang="fr-FR"/>
          </a:p>
        </p:txBody>
      </p:sp>
      <p:sp>
        <p:nvSpPr>
          <p:cNvPr id="11" name="Rectangle 10">
            <a:extLst>
              <a:ext uri="{FF2B5EF4-FFF2-40B4-BE49-F238E27FC236}">
                <a16:creationId xmlns:a16="http://schemas.microsoft.com/office/drawing/2014/main" id="{20BAFBF7-29E1-AA7E-2DFE-6D43BCAE4C7F}"/>
              </a:ext>
            </a:extLst>
          </p:cNvPr>
          <p:cNvSpPr/>
          <p:nvPr/>
        </p:nvSpPr>
        <p:spPr>
          <a:xfrm>
            <a:off x="4373361" y="909069"/>
            <a:ext cx="3308919" cy="1354217"/>
          </a:xfrm>
          <a:prstGeom prst="rect">
            <a:avLst/>
          </a:prstGeom>
          <a:noFill/>
        </p:spPr>
        <p:txBody>
          <a:bodyPr wrap="none" lIns="91440" tIns="45720" rIns="91440" bIns="45720">
            <a:spAutoFit/>
          </a:bodyPr>
          <a:lstStyle/>
          <a:p>
            <a:pPr algn="ctr"/>
            <a:r>
              <a:rPr lang="fr-FR" sz="2800" dirty="0">
                <a:ln w="0"/>
                <a:solidFill>
                  <a:srgbClr val="1F3864"/>
                </a:solidFill>
                <a:latin typeface="Aptos" panose="020B0004020202020204" pitchFamily="34" charset="0"/>
              </a:rPr>
              <a:t>Confort des usagers</a:t>
            </a:r>
          </a:p>
          <a:p>
            <a:pPr algn="ctr"/>
            <a:endParaRPr lang="fr-FR" sz="5400" b="0" cap="none" spc="0" dirty="0">
              <a:ln w="0"/>
              <a:solidFill>
                <a:srgbClr val="1F3864"/>
              </a:solidFill>
            </a:endParaRP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6" name="ZoneTexte 5">
            <a:extLst>
              <a:ext uri="{FF2B5EF4-FFF2-40B4-BE49-F238E27FC236}">
                <a16:creationId xmlns:a16="http://schemas.microsoft.com/office/drawing/2014/main" id="{80883301-92FF-568D-6E9A-6D23EE1141D8}"/>
              </a:ext>
            </a:extLst>
          </p:cNvPr>
          <p:cNvSpPr txBox="1"/>
          <p:nvPr/>
        </p:nvSpPr>
        <p:spPr>
          <a:xfrm>
            <a:off x="471054" y="1392819"/>
            <a:ext cx="11249891" cy="1477328"/>
          </a:xfrm>
          <a:prstGeom prst="rect">
            <a:avLst/>
          </a:prstGeom>
          <a:noFill/>
        </p:spPr>
        <p:txBody>
          <a:bodyPr wrap="square">
            <a:spAutoFit/>
          </a:bodyPr>
          <a:lstStyle/>
          <a:p>
            <a:endParaRPr lang="fr-FR" sz="1800" dirty="0">
              <a:solidFill>
                <a:srgbClr val="111111"/>
              </a:solidFill>
              <a:highlight>
                <a:srgbClr val="FFFFFF"/>
              </a:highlight>
              <a:latin typeface="Aptos" panose="020B0004020202020204" pitchFamily="34" charset="0"/>
            </a:endParaRPr>
          </a:p>
          <a:p>
            <a:r>
              <a:rPr lang="fr-FR" sz="1800" dirty="0">
                <a:solidFill>
                  <a:srgbClr val="111111"/>
                </a:solidFill>
                <a:highlight>
                  <a:srgbClr val="FFFFFF"/>
                </a:highlight>
                <a:latin typeface="Aptos" panose="020B0004020202020204" pitchFamily="34" charset="0"/>
              </a:rPr>
              <a:t>Améliorer le confort des usagers est important car cela contribue à leur bien-être, à leur productivité et à leur satisfaction globale. Cela peut également favoriser une meilleure qualité de vie et renforcer les liens sociaux dans les espaces de vie et de travail.  Cela passe par la maitrise les flux de chaleur, lumière, le son  qui entre dans le bâtiment</a:t>
            </a:r>
          </a:p>
        </p:txBody>
      </p:sp>
      <p:pic>
        <p:nvPicPr>
          <p:cNvPr id="6148" name="Picture 4" descr="Comment traiter l'acoustique dans les grandes salles ?">
            <a:extLst>
              <a:ext uri="{FF2B5EF4-FFF2-40B4-BE49-F238E27FC236}">
                <a16:creationId xmlns:a16="http://schemas.microsoft.com/office/drawing/2014/main" id="{F0F53B36-DC80-60D4-1B62-7A4DEA29D2C3}"/>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r="50000"/>
          <a:stretch/>
        </p:blipFill>
        <p:spPr bwMode="auto">
          <a:xfrm>
            <a:off x="5810514" y="3037595"/>
            <a:ext cx="3380784" cy="237314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EDCF603B-8405-E58D-5777-4516F5531507}"/>
              </a:ext>
            </a:extLst>
          </p:cNvPr>
          <p:cNvSpPr/>
          <p:nvPr/>
        </p:nvSpPr>
        <p:spPr>
          <a:xfrm>
            <a:off x="-63745" y="-107207"/>
            <a:ext cx="10152625"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startAt="3"/>
            </a:pPr>
            <a:r>
              <a:rPr lang="fr-FR" sz="3200" b="1" dirty="0">
                <a:solidFill>
                  <a:srgbClr val="1F3864"/>
                </a:solidFill>
                <a:latin typeface="Aptos" panose="020B0004020202020204" pitchFamily="34" charset="0"/>
                <a:ea typeface="Calibri"/>
                <a:cs typeface="Calibri"/>
              </a:rPr>
              <a:t>Matériaux de construction &amp; défis sociétaux </a:t>
            </a:r>
          </a:p>
          <a:p>
            <a:pPr marL="571500" indent="-571500">
              <a:lnSpc>
                <a:spcPct val="150000"/>
              </a:lnSpc>
              <a:buClr>
                <a:srgbClr val="1F3864"/>
              </a:buClr>
              <a:buSzPct val="65000"/>
              <a:buFont typeface="+mj-lt"/>
              <a:buAutoNum type="romanUcPeriod" startAt="3"/>
            </a:pPr>
            <a:endParaRPr lang="fr-FR" sz="2400" dirty="0">
              <a:solidFill>
                <a:srgbClr val="1F3864"/>
              </a:solidFill>
              <a:latin typeface="Proxima Nova"/>
              <a:cs typeface="Calibri"/>
              <a:sym typeface="Calibri"/>
            </a:endParaRPr>
          </a:p>
        </p:txBody>
      </p:sp>
      <p:pic>
        <p:nvPicPr>
          <p:cNvPr id="4" name="officeArt object">
            <a:extLst>
              <a:ext uri="{FF2B5EF4-FFF2-40B4-BE49-F238E27FC236}">
                <a16:creationId xmlns:a16="http://schemas.microsoft.com/office/drawing/2014/main" id="{68BE7192-E574-5E82-D9F7-CB27AC6C4643}"/>
              </a:ext>
            </a:extLst>
          </p:cNvPr>
          <p:cNvPicPr/>
          <p:nvPr/>
        </p:nvPicPr>
        <p:blipFill rotWithShape="1">
          <a:blip r:embed="rId8"/>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11248045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22</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7" name="ZoneTexte 6">
            <a:extLst>
              <a:ext uri="{FF2B5EF4-FFF2-40B4-BE49-F238E27FC236}">
                <a16:creationId xmlns:a16="http://schemas.microsoft.com/office/drawing/2014/main" id="{6C7A46FC-6446-FC8F-9C53-4F0A4A71A878}"/>
              </a:ext>
            </a:extLst>
          </p:cNvPr>
          <p:cNvSpPr txBox="1"/>
          <p:nvPr/>
        </p:nvSpPr>
        <p:spPr>
          <a:xfrm>
            <a:off x="3048719" y="780509"/>
            <a:ext cx="6172200" cy="523220"/>
          </a:xfrm>
          <a:prstGeom prst="rect">
            <a:avLst/>
          </a:prstGeom>
          <a:noFill/>
        </p:spPr>
        <p:txBody>
          <a:bodyPr wrap="square">
            <a:spAutoFit/>
          </a:bodyPr>
          <a:lstStyle/>
          <a:p>
            <a:r>
              <a:rPr lang="fr-FR" sz="2800" dirty="0">
                <a:ln w="0"/>
                <a:solidFill>
                  <a:srgbClr val="1F3864"/>
                </a:solidFill>
                <a:latin typeface="Aptos" panose="020B0004020202020204" pitchFamily="34" charset="0"/>
              </a:rPr>
              <a:t>Santé et sécurité de fonctionnement </a:t>
            </a:r>
          </a:p>
        </p:txBody>
      </p:sp>
      <p:pic>
        <p:nvPicPr>
          <p:cNvPr id="6" name="Image 5">
            <a:extLst>
              <a:ext uri="{FF2B5EF4-FFF2-40B4-BE49-F238E27FC236}">
                <a16:creationId xmlns:a16="http://schemas.microsoft.com/office/drawing/2014/main" id="{95053C34-B2BB-4227-9BC0-C21C8E39194F}"/>
              </a:ext>
            </a:extLst>
          </p:cNvPr>
          <p:cNvPicPr>
            <a:picLocks noChangeAspect="1"/>
          </p:cNvPicPr>
          <p:nvPr/>
        </p:nvPicPr>
        <p:blipFill>
          <a:blip r:embed="rId4"/>
          <a:stretch>
            <a:fillRect/>
          </a:stretch>
        </p:blipFill>
        <p:spPr>
          <a:xfrm>
            <a:off x="1288012" y="1877184"/>
            <a:ext cx="9288171" cy="4706007"/>
          </a:xfrm>
          <a:prstGeom prst="rect">
            <a:avLst/>
          </a:prstGeom>
        </p:spPr>
      </p:pic>
      <p:sp>
        <p:nvSpPr>
          <p:cNvPr id="14" name="ZoneTexte 13">
            <a:extLst>
              <a:ext uri="{FF2B5EF4-FFF2-40B4-BE49-F238E27FC236}">
                <a16:creationId xmlns:a16="http://schemas.microsoft.com/office/drawing/2014/main" id="{9F6A245E-EE15-32B3-B8C9-E7BE98FC0012}"/>
              </a:ext>
            </a:extLst>
          </p:cNvPr>
          <p:cNvSpPr txBox="1"/>
          <p:nvPr/>
        </p:nvSpPr>
        <p:spPr>
          <a:xfrm>
            <a:off x="3376522" y="1526018"/>
            <a:ext cx="6129068" cy="307777"/>
          </a:xfrm>
          <a:prstGeom prst="rect">
            <a:avLst/>
          </a:prstGeom>
          <a:noFill/>
        </p:spPr>
        <p:txBody>
          <a:bodyPr wrap="square">
            <a:spAutoFit/>
          </a:bodyPr>
          <a:lstStyle/>
          <a:p>
            <a:r>
              <a:rPr lang="fr-FR" dirty="0">
                <a:solidFill>
                  <a:srgbClr val="111111"/>
                </a:solidFill>
                <a:highlight>
                  <a:srgbClr val="FFFFFF"/>
                </a:highlight>
                <a:latin typeface="Aptos" panose="020B0004020202020204" pitchFamily="34" charset="0"/>
              </a:rPr>
              <a:t>Les 14 cibles de la démarche de haute qualité environnementale</a:t>
            </a:r>
          </a:p>
        </p:txBody>
      </p:sp>
      <p:sp>
        <p:nvSpPr>
          <p:cNvPr id="15" name="Rectangle 14">
            <a:extLst>
              <a:ext uri="{FF2B5EF4-FFF2-40B4-BE49-F238E27FC236}">
                <a16:creationId xmlns:a16="http://schemas.microsoft.com/office/drawing/2014/main" id="{D19E6CDD-40F7-5506-2D32-33CC3E255F0C}"/>
              </a:ext>
            </a:extLst>
          </p:cNvPr>
          <p:cNvSpPr/>
          <p:nvPr/>
        </p:nvSpPr>
        <p:spPr>
          <a:xfrm>
            <a:off x="-63745" y="-107207"/>
            <a:ext cx="10152625"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startAt="3"/>
            </a:pPr>
            <a:r>
              <a:rPr lang="fr-FR" sz="3200" b="1" dirty="0">
                <a:solidFill>
                  <a:srgbClr val="1F3864"/>
                </a:solidFill>
                <a:latin typeface="Aptos" panose="020B0004020202020204" pitchFamily="34" charset="0"/>
                <a:ea typeface="Calibri"/>
                <a:cs typeface="Calibri"/>
              </a:rPr>
              <a:t>Matériaux de construction &amp; défis sociétaux </a:t>
            </a:r>
          </a:p>
          <a:p>
            <a:pPr marL="571500" indent="-571500">
              <a:lnSpc>
                <a:spcPct val="150000"/>
              </a:lnSpc>
              <a:buClr>
                <a:srgbClr val="1F3864"/>
              </a:buClr>
              <a:buSzPct val="65000"/>
              <a:buFont typeface="+mj-lt"/>
              <a:buAutoNum type="romanUcPeriod" startAt="3"/>
            </a:pPr>
            <a:endParaRPr lang="fr-FR" sz="2400" dirty="0">
              <a:solidFill>
                <a:srgbClr val="1F3864"/>
              </a:solidFill>
              <a:latin typeface="Proxima Nova"/>
              <a:cs typeface="Calibri"/>
              <a:sym typeface="Calibri"/>
            </a:endParaRPr>
          </a:p>
        </p:txBody>
      </p:sp>
      <p:pic>
        <p:nvPicPr>
          <p:cNvPr id="3" name="officeArt object">
            <a:extLst>
              <a:ext uri="{FF2B5EF4-FFF2-40B4-BE49-F238E27FC236}">
                <a16:creationId xmlns:a16="http://schemas.microsoft.com/office/drawing/2014/main" id="{ACDDE5B1-09C8-D051-516E-423ABA36CD57}"/>
              </a:ext>
            </a:extLst>
          </p:cNvPr>
          <p:cNvPicPr/>
          <p:nvPr/>
        </p:nvPicPr>
        <p:blipFill rotWithShape="1">
          <a:blip r:embed="rId5"/>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15650686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15" name="Image 14">
            <a:extLst>
              <a:ext uri="{FF2B5EF4-FFF2-40B4-BE49-F238E27FC236}">
                <a16:creationId xmlns:a16="http://schemas.microsoft.com/office/drawing/2014/main" id="{77C21C6C-D8D5-6555-D977-6C2AC0DB1912}"/>
              </a:ext>
            </a:extLst>
          </p:cNvPr>
          <p:cNvPicPr/>
          <p:nvPr/>
        </p:nvPicPr>
        <p:blipFill rotWithShape="1">
          <a:blip r:embed="rId3">
            <a:extLst>
              <a:ext uri="{28A0092B-C50C-407E-A947-70E740481C1C}">
                <a14:useLocalDpi xmlns:a14="http://schemas.microsoft.com/office/drawing/2010/main" val="0"/>
              </a:ext>
            </a:extLst>
          </a:blip>
          <a:srcRect l="1849" r="1730" b="2950"/>
          <a:stretch/>
        </p:blipFill>
        <p:spPr bwMode="auto">
          <a:xfrm>
            <a:off x="2854265" y="2085533"/>
            <a:ext cx="6483470" cy="4400806"/>
          </a:xfrm>
          <a:prstGeom prst="rect">
            <a:avLst/>
          </a:prstGeom>
          <a:noFill/>
          <a:ln>
            <a:noFill/>
          </a:ln>
        </p:spPr>
      </p:pic>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23</a:t>
            </a:fld>
            <a:endParaRPr lang="fr-FR"/>
          </a:p>
        </p:txBody>
      </p:sp>
      <p:sp>
        <p:nvSpPr>
          <p:cNvPr id="11" name="Rectangle 10">
            <a:extLst>
              <a:ext uri="{FF2B5EF4-FFF2-40B4-BE49-F238E27FC236}">
                <a16:creationId xmlns:a16="http://schemas.microsoft.com/office/drawing/2014/main" id="{20BAFBF7-29E1-AA7E-2DFE-6D43BCAE4C7F}"/>
              </a:ext>
            </a:extLst>
          </p:cNvPr>
          <p:cNvSpPr/>
          <p:nvPr/>
        </p:nvSpPr>
        <p:spPr>
          <a:xfrm>
            <a:off x="4157235" y="897814"/>
            <a:ext cx="4009432"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Développemen</a:t>
            </a:r>
            <a:r>
              <a:rPr lang="fr-FR" sz="2800" dirty="0">
                <a:ln w="0"/>
                <a:solidFill>
                  <a:srgbClr val="1F3864"/>
                </a:solidFill>
                <a:latin typeface="Aptos" panose="020B0004020202020204" pitchFamily="34" charset="0"/>
              </a:rPr>
              <a:t>t durable </a:t>
            </a:r>
            <a:endParaRPr lang="fr-FR" sz="5400" b="0" cap="none" spc="0" dirty="0">
              <a:ln w="0"/>
              <a:solidFill>
                <a:srgbClr val="1F3864"/>
              </a:solidFill>
            </a:endParaRP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7" name="ZoneTexte 6">
            <a:extLst>
              <a:ext uri="{FF2B5EF4-FFF2-40B4-BE49-F238E27FC236}">
                <a16:creationId xmlns:a16="http://schemas.microsoft.com/office/drawing/2014/main" id="{3E00F9F6-CB9D-D225-107B-4860C9FFC15E}"/>
              </a:ext>
            </a:extLst>
          </p:cNvPr>
          <p:cNvSpPr txBox="1"/>
          <p:nvPr/>
        </p:nvSpPr>
        <p:spPr>
          <a:xfrm>
            <a:off x="338667" y="1292192"/>
            <a:ext cx="11790988" cy="923330"/>
          </a:xfrm>
          <a:prstGeom prst="rect">
            <a:avLst/>
          </a:prstGeom>
          <a:noFill/>
        </p:spPr>
        <p:txBody>
          <a:bodyPr wrap="square">
            <a:spAutoFit/>
          </a:bodyPr>
          <a:lstStyle/>
          <a:p>
            <a:r>
              <a:rPr lang="fr-FR" sz="1800" dirty="0">
                <a:solidFill>
                  <a:srgbClr val="111111"/>
                </a:solidFill>
                <a:highlight>
                  <a:srgbClr val="FFFFFF"/>
                </a:highlight>
                <a:latin typeface="Aptos" panose="020B0004020202020204" pitchFamily="34" charset="0"/>
              </a:rPr>
              <a:t>Le développement durable des matériaux de construction vise à assurer que les ressources nécessaires sont préservées pour les générations futures, afin de maintenir un niveau de vie comparable, tant sur le plan économique, social que environnemental, à celui que nous connaissons actuellement</a:t>
            </a:r>
          </a:p>
        </p:txBody>
      </p:sp>
      <p:sp>
        <p:nvSpPr>
          <p:cNvPr id="3" name="Rectangle 2">
            <a:extLst>
              <a:ext uri="{FF2B5EF4-FFF2-40B4-BE49-F238E27FC236}">
                <a16:creationId xmlns:a16="http://schemas.microsoft.com/office/drawing/2014/main" id="{6D82212C-CE10-579F-3C99-2713B5BEF614}"/>
              </a:ext>
            </a:extLst>
          </p:cNvPr>
          <p:cNvSpPr/>
          <p:nvPr/>
        </p:nvSpPr>
        <p:spPr>
          <a:xfrm>
            <a:off x="-63745" y="-107207"/>
            <a:ext cx="10152625"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startAt="3"/>
            </a:pPr>
            <a:r>
              <a:rPr lang="fr-FR" sz="3200" b="1" dirty="0">
                <a:solidFill>
                  <a:srgbClr val="1F3864"/>
                </a:solidFill>
                <a:latin typeface="Aptos" panose="020B0004020202020204" pitchFamily="34" charset="0"/>
                <a:ea typeface="Calibri"/>
                <a:cs typeface="Calibri"/>
              </a:rPr>
              <a:t>Matériaux de construction &amp; défis sociétaux </a:t>
            </a:r>
          </a:p>
          <a:p>
            <a:pPr marL="571500" indent="-571500">
              <a:lnSpc>
                <a:spcPct val="150000"/>
              </a:lnSpc>
              <a:buClr>
                <a:srgbClr val="1F3864"/>
              </a:buClr>
              <a:buSzPct val="65000"/>
              <a:buFont typeface="+mj-lt"/>
              <a:buAutoNum type="romanUcPeriod" startAt="3"/>
            </a:pPr>
            <a:endParaRPr lang="fr-FR" sz="2400" dirty="0">
              <a:solidFill>
                <a:srgbClr val="1F3864"/>
              </a:solidFill>
              <a:latin typeface="Proxima Nova"/>
              <a:cs typeface="Calibri"/>
              <a:sym typeface="Calibri"/>
            </a:endParaRPr>
          </a:p>
        </p:txBody>
      </p:sp>
      <p:pic>
        <p:nvPicPr>
          <p:cNvPr id="4" name="officeArt object">
            <a:extLst>
              <a:ext uri="{FF2B5EF4-FFF2-40B4-BE49-F238E27FC236}">
                <a16:creationId xmlns:a16="http://schemas.microsoft.com/office/drawing/2014/main" id="{5DA170B3-EAA6-A3DD-EECF-0F5473E45577}"/>
              </a:ext>
            </a:extLst>
          </p:cNvPr>
          <p:cNvPicPr/>
          <p:nvPr/>
        </p:nvPicPr>
        <p:blipFill rotWithShape="1">
          <a:blip r:embed="rId5"/>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3413002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24</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pic>
        <p:nvPicPr>
          <p:cNvPr id="4106" name="Picture 10" descr="Les matériaux - Technopartage, technologie au collège">
            <a:extLst>
              <a:ext uri="{FF2B5EF4-FFF2-40B4-BE49-F238E27FC236}">
                <a16:creationId xmlns:a16="http://schemas.microsoft.com/office/drawing/2014/main" id="{BDE86187-7D01-0B6C-C81F-576EE2814D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1099" y="1153429"/>
            <a:ext cx="7326872" cy="5034608"/>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64FF4857-84B6-1AF1-EEB7-5713CE266C23}"/>
              </a:ext>
            </a:extLst>
          </p:cNvPr>
          <p:cNvSpPr/>
          <p:nvPr/>
        </p:nvSpPr>
        <p:spPr>
          <a:xfrm>
            <a:off x="4272370" y="669963"/>
            <a:ext cx="3424335"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Famille de matériaux</a:t>
            </a:r>
            <a:endParaRPr lang="fr-FR" sz="5400" b="0" cap="none" spc="0" dirty="0">
              <a:ln w="0"/>
              <a:solidFill>
                <a:srgbClr val="1F3864"/>
              </a:solidFill>
            </a:endParaRPr>
          </a:p>
        </p:txBody>
      </p:sp>
      <p:sp>
        <p:nvSpPr>
          <p:cNvPr id="3" name="Rectangle 2">
            <a:extLst>
              <a:ext uri="{FF2B5EF4-FFF2-40B4-BE49-F238E27FC236}">
                <a16:creationId xmlns:a16="http://schemas.microsoft.com/office/drawing/2014/main" id="{F41E8A82-F7AC-D412-0742-BDFAB9B707E3}"/>
              </a:ext>
            </a:extLst>
          </p:cNvPr>
          <p:cNvSpPr/>
          <p:nvPr/>
        </p:nvSpPr>
        <p:spPr>
          <a:xfrm>
            <a:off x="-63745" y="-107207"/>
            <a:ext cx="10152625"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startAt="4"/>
            </a:pPr>
            <a:r>
              <a:rPr lang="fr-FR" sz="3200" b="1" dirty="0">
                <a:solidFill>
                  <a:srgbClr val="1F3864"/>
                </a:solidFill>
                <a:latin typeface="Aptos" panose="020B0004020202020204" pitchFamily="34" charset="0"/>
                <a:ea typeface="Calibri"/>
                <a:cs typeface="Calibri"/>
              </a:rPr>
              <a:t>Science des matériaux </a:t>
            </a:r>
          </a:p>
          <a:p>
            <a:pPr marL="571500" indent="-571500">
              <a:lnSpc>
                <a:spcPct val="150000"/>
              </a:lnSpc>
              <a:buClr>
                <a:srgbClr val="1F3864"/>
              </a:buClr>
              <a:buSzPct val="65000"/>
              <a:buFont typeface="+mj-lt"/>
              <a:buAutoNum type="romanUcPeriod" startAt="4"/>
            </a:pPr>
            <a:endParaRPr lang="fr-FR" sz="2400" dirty="0">
              <a:solidFill>
                <a:srgbClr val="1F3864"/>
              </a:solidFill>
              <a:latin typeface="Proxima Nova"/>
              <a:cs typeface="Calibri"/>
              <a:sym typeface="Calibri"/>
            </a:endParaRPr>
          </a:p>
        </p:txBody>
      </p:sp>
      <p:pic>
        <p:nvPicPr>
          <p:cNvPr id="4" name="officeArt object">
            <a:extLst>
              <a:ext uri="{FF2B5EF4-FFF2-40B4-BE49-F238E27FC236}">
                <a16:creationId xmlns:a16="http://schemas.microsoft.com/office/drawing/2014/main" id="{E254A154-4FC5-54C5-BDF1-8CD9D91E7828}"/>
              </a:ext>
            </a:extLst>
          </p:cNvPr>
          <p:cNvPicPr/>
          <p:nvPr/>
        </p:nvPicPr>
        <p:blipFill rotWithShape="1">
          <a:blip r:embed="rId5"/>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19459450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25</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pic>
        <p:nvPicPr>
          <p:cNvPr id="4" name="Image 3">
            <a:extLst>
              <a:ext uri="{FF2B5EF4-FFF2-40B4-BE49-F238E27FC236}">
                <a16:creationId xmlns:a16="http://schemas.microsoft.com/office/drawing/2014/main" id="{79D2A5A1-B4D5-A67F-3EA4-61E2ACFC8C94}"/>
              </a:ext>
            </a:extLst>
          </p:cNvPr>
          <p:cNvPicPr>
            <a:picLocks noChangeAspect="1"/>
          </p:cNvPicPr>
          <p:nvPr/>
        </p:nvPicPr>
        <p:blipFill>
          <a:blip r:embed="rId4"/>
          <a:stretch>
            <a:fillRect/>
          </a:stretch>
        </p:blipFill>
        <p:spPr>
          <a:xfrm>
            <a:off x="3619326" y="1394437"/>
            <a:ext cx="4730422" cy="4793600"/>
          </a:xfrm>
          <a:prstGeom prst="rect">
            <a:avLst/>
          </a:prstGeom>
        </p:spPr>
      </p:pic>
      <p:sp>
        <p:nvSpPr>
          <p:cNvPr id="8" name="ZoneTexte 7">
            <a:extLst>
              <a:ext uri="{FF2B5EF4-FFF2-40B4-BE49-F238E27FC236}">
                <a16:creationId xmlns:a16="http://schemas.microsoft.com/office/drawing/2014/main" id="{DBEB9970-BEFA-7C64-083E-CB6D23A2C356}"/>
              </a:ext>
            </a:extLst>
          </p:cNvPr>
          <p:cNvSpPr txBox="1"/>
          <p:nvPr/>
        </p:nvSpPr>
        <p:spPr>
          <a:xfrm>
            <a:off x="932508" y="3791237"/>
            <a:ext cx="2387816"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Céramique</a:t>
            </a:r>
          </a:p>
        </p:txBody>
      </p:sp>
      <p:sp>
        <p:nvSpPr>
          <p:cNvPr id="9" name="ZoneTexte 8">
            <a:extLst>
              <a:ext uri="{FF2B5EF4-FFF2-40B4-BE49-F238E27FC236}">
                <a16:creationId xmlns:a16="http://schemas.microsoft.com/office/drawing/2014/main" id="{566D02DB-A262-5831-64F3-00A58A93143D}"/>
              </a:ext>
            </a:extLst>
          </p:cNvPr>
          <p:cNvSpPr txBox="1"/>
          <p:nvPr/>
        </p:nvSpPr>
        <p:spPr>
          <a:xfrm>
            <a:off x="8478870" y="3529627"/>
            <a:ext cx="2560622" cy="523220"/>
          </a:xfrm>
          <a:prstGeom prst="rect">
            <a:avLst/>
          </a:prstGeom>
          <a:noFill/>
        </p:spPr>
        <p:txBody>
          <a:bodyPr wrap="square">
            <a:spAutoFit/>
          </a:bodyPr>
          <a:lstStyle>
            <a:defPPr marR="0" lvl="0" algn="l" rtl="0">
              <a:lnSpc>
                <a:spcPct val="100000"/>
              </a:lnSpc>
              <a:spcBef>
                <a:spcPts val="0"/>
              </a:spcBef>
              <a:spcAft>
                <a:spcPts val="0"/>
              </a:spcAft>
            </a:defPPr>
            <a:lvl1pPr algn="ctr">
              <a:defRPr sz="2800">
                <a:ln w="0"/>
                <a:solidFill>
                  <a:srgbClr val="1F3864"/>
                </a:solidFill>
                <a:latin typeface="Aptos" panose="020B0004020202020204" pitchFamily="34" charset="0"/>
              </a:defRPr>
            </a:lvl1pPr>
          </a:lstStyle>
          <a:p>
            <a:r>
              <a:rPr lang="fr-FR" dirty="0"/>
              <a:t>Organique</a:t>
            </a:r>
          </a:p>
        </p:txBody>
      </p:sp>
      <p:sp>
        <p:nvSpPr>
          <p:cNvPr id="10" name="ZoneTexte 9">
            <a:extLst>
              <a:ext uri="{FF2B5EF4-FFF2-40B4-BE49-F238E27FC236}">
                <a16:creationId xmlns:a16="http://schemas.microsoft.com/office/drawing/2014/main" id="{70E4A18E-B8E8-8956-FEFD-26B01ABA7013}"/>
              </a:ext>
            </a:extLst>
          </p:cNvPr>
          <p:cNvSpPr txBox="1"/>
          <p:nvPr/>
        </p:nvSpPr>
        <p:spPr>
          <a:xfrm>
            <a:off x="4790629" y="754552"/>
            <a:ext cx="2387816"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Métallique</a:t>
            </a:r>
          </a:p>
        </p:txBody>
      </p:sp>
      <p:sp>
        <p:nvSpPr>
          <p:cNvPr id="3" name="Rectangle 2">
            <a:extLst>
              <a:ext uri="{FF2B5EF4-FFF2-40B4-BE49-F238E27FC236}">
                <a16:creationId xmlns:a16="http://schemas.microsoft.com/office/drawing/2014/main" id="{5ACA47D8-4F71-02C1-B856-788A4A990C97}"/>
              </a:ext>
            </a:extLst>
          </p:cNvPr>
          <p:cNvSpPr/>
          <p:nvPr/>
        </p:nvSpPr>
        <p:spPr>
          <a:xfrm>
            <a:off x="-63745" y="-107207"/>
            <a:ext cx="10152625"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startAt="4"/>
            </a:pPr>
            <a:r>
              <a:rPr lang="fr-FR" sz="3200" b="1" dirty="0">
                <a:solidFill>
                  <a:srgbClr val="1F3864"/>
                </a:solidFill>
                <a:latin typeface="Aptos" panose="020B0004020202020204" pitchFamily="34" charset="0"/>
                <a:ea typeface="Calibri"/>
                <a:cs typeface="Calibri"/>
              </a:rPr>
              <a:t>Science des matériaux </a:t>
            </a:r>
          </a:p>
          <a:p>
            <a:pPr marL="571500" indent="-571500">
              <a:lnSpc>
                <a:spcPct val="150000"/>
              </a:lnSpc>
              <a:buClr>
                <a:srgbClr val="1F3864"/>
              </a:buClr>
              <a:buSzPct val="65000"/>
              <a:buFont typeface="+mj-lt"/>
              <a:buAutoNum type="romanUcPeriod" startAt="4"/>
            </a:pPr>
            <a:endParaRPr lang="fr-FR" sz="2400" dirty="0">
              <a:solidFill>
                <a:srgbClr val="1F3864"/>
              </a:solidFill>
              <a:latin typeface="Proxima Nova"/>
              <a:cs typeface="Calibri"/>
              <a:sym typeface="Calibri"/>
            </a:endParaRPr>
          </a:p>
        </p:txBody>
      </p:sp>
      <p:pic>
        <p:nvPicPr>
          <p:cNvPr id="6" name="officeArt object">
            <a:extLst>
              <a:ext uri="{FF2B5EF4-FFF2-40B4-BE49-F238E27FC236}">
                <a16:creationId xmlns:a16="http://schemas.microsoft.com/office/drawing/2014/main" id="{527BFA7D-189F-3F64-AB98-F49EF902306F}"/>
              </a:ext>
            </a:extLst>
          </p:cNvPr>
          <p:cNvPicPr/>
          <p:nvPr/>
        </p:nvPicPr>
        <p:blipFill rotWithShape="1">
          <a:blip r:embed="rId5"/>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13890150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26</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10" name="ZoneTexte 9">
            <a:extLst>
              <a:ext uri="{FF2B5EF4-FFF2-40B4-BE49-F238E27FC236}">
                <a16:creationId xmlns:a16="http://schemas.microsoft.com/office/drawing/2014/main" id="{70E4A18E-B8E8-8956-FEFD-26B01ABA7013}"/>
              </a:ext>
            </a:extLst>
          </p:cNvPr>
          <p:cNvSpPr txBox="1"/>
          <p:nvPr/>
        </p:nvSpPr>
        <p:spPr>
          <a:xfrm>
            <a:off x="4790629" y="754552"/>
            <a:ext cx="2387816"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Liaison</a:t>
            </a:r>
          </a:p>
        </p:txBody>
      </p:sp>
      <p:sp>
        <p:nvSpPr>
          <p:cNvPr id="3" name="Rectangle 2">
            <a:extLst>
              <a:ext uri="{FF2B5EF4-FFF2-40B4-BE49-F238E27FC236}">
                <a16:creationId xmlns:a16="http://schemas.microsoft.com/office/drawing/2014/main" id="{5ACA47D8-4F71-02C1-B856-788A4A990C97}"/>
              </a:ext>
            </a:extLst>
          </p:cNvPr>
          <p:cNvSpPr/>
          <p:nvPr/>
        </p:nvSpPr>
        <p:spPr>
          <a:xfrm>
            <a:off x="-63745" y="-107207"/>
            <a:ext cx="10152625"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startAt="4"/>
            </a:pPr>
            <a:r>
              <a:rPr lang="fr-FR" sz="3200" b="1" dirty="0">
                <a:solidFill>
                  <a:srgbClr val="1F3864"/>
                </a:solidFill>
                <a:latin typeface="Aptos" panose="020B0004020202020204" pitchFamily="34" charset="0"/>
                <a:ea typeface="Calibri"/>
                <a:cs typeface="Calibri"/>
              </a:rPr>
              <a:t>Science des matériaux </a:t>
            </a:r>
          </a:p>
          <a:p>
            <a:pPr marL="571500" indent="-571500">
              <a:lnSpc>
                <a:spcPct val="150000"/>
              </a:lnSpc>
              <a:buClr>
                <a:srgbClr val="1F3864"/>
              </a:buClr>
              <a:buSzPct val="65000"/>
              <a:buFont typeface="+mj-lt"/>
              <a:buAutoNum type="romanUcPeriod" startAt="4"/>
            </a:pPr>
            <a:endParaRPr lang="fr-FR" sz="2400" dirty="0">
              <a:solidFill>
                <a:srgbClr val="1F3864"/>
              </a:solidFill>
              <a:latin typeface="Proxima Nova"/>
              <a:cs typeface="Calibri"/>
              <a:sym typeface="Calibri"/>
            </a:endParaRPr>
          </a:p>
        </p:txBody>
      </p:sp>
      <p:pic>
        <p:nvPicPr>
          <p:cNvPr id="10242" name="Picture 2" descr="Ge &#10;Van der Waals &#10;H20, N2, &#10;Diamant, Si, &#10;Covalente &#10;Si02 &#10;mica &#10;Ionique &#10;Fe, &#10;co &#10;Métallique &#10;NaC1, &#10;cu, &#10;Mgo, &#10;Na, Ag &#10;A1203 ">
            <a:extLst>
              <a:ext uri="{FF2B5EF4-FFF2-40B4-BE49-F238E27FC236}">
                <a16:creationId xmlns:a16="http://schemas.microsoft.com/office/drawing/2014/main" id="{7F5A26C4-B72B-3AFF-7EFE-C20420BE75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0164" y="1491485"/>
            <a:ext cx="6208746" cy="4646648"/>
          </a:xfrm>
          <a:prstGeom prst="rect">
            <a:avLst/>
          </a:prstGeom>
          <a:noFill/>
          <a:extLst>
            <a:ext uri="{909E8E84-426E-40DD-AFC4-6F175D3DCCD1}">
              <a14:hiddenFill xmlns:a14="http://schemas.microsoft.com/office/drawing/2010/main">
                <a:solidFill>
                  <a:srgbClr val="FFFFFF"/>
                </a:solidFill>
              </a14:hiddenFill>
            </a:ext>
          </a:extLst>
        </p:spPr>
      </p:pic>
      <p:pic>
        <p:nvPicPr>
          <p:cNvPr id="4" name="officeArt object">
            <a:extLst>
              <a:ext uri="{FF2B5EF4-FFF2-40B4-BE49-F238E27FC236}">
                <a16:creationId xmlns:a16="http://schemas.microsoft.com/office/drawing/2014/main" id="{537BE771-FC4E-C5BE-B3BF-3CA8398BDB3C}"/>
              </a:ext>
            </a:extLst>
          </p:cNvPr>
          <p:cNvPicPr/>
          <p:nvPr/>
        </p:nvPicPr>
        <p:blipFill rotWithShape="1">
          <a:blip r:embed="rId5"/>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18254365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27</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pic>
        <p:nvPicPr>
          <p:cNvPr id="13" name="Image 12">
            <a:extLst>
              <a:ext uri="{FF2B5EF4-FFF2-40B4-BE49-F238E27FC236}">
                <a16:creationId xmlns:a16="http://schemas.microsoft.com/office/drawing/2014/main" id="{D4B55EC0-4433-7BB9-8957-26E3E6332FA8}"/>
              </a:ext>
            </a:extLst>
          </p:cNvPr>
          <p:cNvPicPr/>
          <p:nvPr/>
        </p:nvPicPr>
        <p:blipFill>
          <a:blip r:embed="rId4" cstate="print">
            <a:extLst>
              <a:ext uri="{28A0092B-C50C-407E-A947-70E740481C1C}">
                <a14:useLocalDpi xmlns:a14="http://schemas.microsoft.com/office/drawing/2010/main" val="0"/>
              </a:ext>
            </a:extLst>
          </a:blip>
          <a:stretch>
            <a:fillRect/>
          </a:stretch>
        </p:blipFill>
        <p:spPr bwMode="auto">
          <a:xfrm>
            <a:off x="9143281" y="23602"/>
            <a:ext cx="1561332" cy="961514"/>
          </a:xfrm>
          <a:prstGeom prst="rect">
            <a:avLst/>
          </a:prstGeom>
          <a:noFill/>
          <a:ln>
            <a:noFill/>
          </a:ln>
        </p:spPr>
      </p:pic>
      <p:sp>
        <p:nvSpPr>
          <p:cNvPr id="10" name="ZoneTexte 9">
            <a:extLst>
              <a:ext uri="{FF2B5EF4-FFF2-40B4-BE49-F238E27FC236}">
                <a16:creationId xmlns:a16="http://schemas.microsoft.com/office/drawing/2014/main" id="{70E4A18E-B8E8-8956-FEFD-26B01ABA7013}"/>
              </a:ext>
            </a:extLst>
          </p:cNvPr>
          <p:cNvSpPr txBox="1"/>
          <p:nvPr/>
        </p:nvSpPr>
        <p:spPr>
          <a:xfrm>
            <a:off x="4790629" y="754552"/>
            <a:ext cx="2387816"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Liaison</a:t>
            </a:r>
          </a:p>
        </p:txBody>
      </p:sp>
      <p:sp>
        <p:nvSpPr>
          <p:cNvPr id="3" name="Rectangle 2">
            <a:extLst>
              <a:ext uri="{FF2B5EF4-FFF2-40B4-BE49-F238E27FC236}">
                <a16:creationId xmlns:a16="http://schemas.microsoft.com/office/drawing/2014/main" id="{5ACA47D8-4F71-02C1-B856-788A4A990C97}"/>
              </a:ext>
            </a:extLst>
          </p:cNvPr>
          <p:cNvSpPr/>
          <p:nvPr/>
        </p:nvSpPr>
        <p:spPr>
          <a:xfrm>
            <a:off x="-63745" y="-107207"/>
            <a:ext cx="10152625"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startAt="4"/>
            </a:pPr>
            <a:r>
              <a:rPr lang="fr-FR" sz="3200" b="1" dirty="0">
                <a:solidFill>
                  <a:srgbClr val="1F3864"/>
                </a:solidFill>
                <a:latin typeface="Aptos" panose="020B0004020202020204" pitchFamily="34" charset="0"/>
                <a:ea typeface="Calibri"/>
                <a:cs typeface="Calibri"/>
              </a:rPr>
              <a:t>Science des matériaux </a:t>
            </a:r>
          </a:p>
          <a:p>
            <a:pPr marL="571500" indent="-571500">
              <a:lnSpc>
                <a:spcPct val="150000"/>
              </a:lnSpc>
              <a:buClr>
                <a:srgbClr val="1F3864"/>
              </a:buClr>
              <a:buSzPct val="65000"/>
              <a:buFont typeface="+mj-lt"/>
              <a:buAutoNum type="romanUcPeriod" startAt="4"/>
            </a:pPr>
            <a:endParaRPr lang="fr-FR" sz="2400" dirty="0">
              <a:solidFill>
                <a:srgbClr val="1F3864"/>
              </a:solidFill>
              <a:latin typeface="Proxima Nova"/>
              <a:cs typeface="Calibri"/>
              <a:sym typeface="Calibri"/>
            </a:endParaRPr>
          </a:p>
        </p:txBody>
      </p:sp>
      <p:pic>
        <p:nvPicPr>
          <p:cNvPr id="11271" name="Picture 7" descr="Type de &#10;liaison &#10;Covalente &#10;Ionique &#10;Métallique &#10;Van der Waals &#10;Légende : &#10;Exemple &#10;Diamant &#10;NaCl &#10;Na &#10;cu &#10;CH4 &#10;Nature de liaison &#10;Électrons partagés et &#10;localisés &#10;Echange d'électrons : &#10;attraction électrostatique &#10;Mise en commun d'électrons &#10;délocalisés &#10;Attraction dipolaire &#10;E &#10;Propriétés &#10;o &#10;Ductilité &#10;m-f &#10;Tf : température de fusion &#10;E : module d7Young &#10;a : coefficient de dilatation thermique linéique &#10;: conductivité électrique &#10;e _ élevé &#10;m = moyen &#10;f = faible ">
            <a:extLst>
              <a:ext uri="{FF2B5EF4-FFF2-40B4-BE49-F238E27FC236}">
                <a16:creationId xmlns:a16="http://schemas.microsoft.com/office/drawing/2014/main" id="{A469CCFE-DAAE-8530-3784-9951DDC4464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2247" y="1229634"/>
            <a:ext cx="6267834" cy="4675465"/>
          </a:xfrm>
          <a:prstGeom prst="rect">
            <a:avLst/>
          </a:prstGeom>
          <a:noFill/>
          <a:extLst>
            <a:ext uri="{909E8E84-426E-40DD-AFC4-6F175D3DCCD1}">
              <a14:hiddenFill xmlns:a14="http://schemas.microsoft.com/office/drawing/2010/main">
                <a:solidFill>
                  <a:srgbClr val="FFFFFF"/>
                </a:solidFill>
              </a14:hiddenFill>
            </a:ext>
          </a:extLst>
        </p:spPr>
      </p:pic>
      <p:pic>
        <p:nvPicPr>
          <p:cNvPr id="12289" name="Picture 1" descr="Liaisons &#10;Ionique &#10;Covalente &#10;Métallique &#10;Matériaux &#10;NaCl &#10;A1203 &#10;Si &#10;C diamant &#10;Al &#10;Cu, Fe, W &#10;Caractéristiques &#10;Mauvaise conductivité électrique, &#10;fragile, transparent, haut point de fusion &#10;Mauvaise conductivité électrique, très grande dureté, &#10;très haut point de fusion &#10;Bonne conductivité électrique et thermique, facilement &#10;déformable, opaque ">
            <a:extLst>
              <a:ext uri="{FF2B5EF4-FFF2-40B4-BE49-F238E27FC236}">
                <a16:creationId xmlns:a16="http://schemas.microsoft.com/office/drawing/2014/main" id="{2A47D047-381D-E793-6FA1-69D66ABACBA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9312" y="2215962"/>
            <a:ext cx="5339003" cy="2654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34564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28</a:t>
            </a:fld>
            <a:endParaRPr lang="fr-FR"/>
          </a:p>
        </p:txBody>
      </p:sp>
      <p:sp>
        <p:nvSpPr>
          <p:cNvPr id="11" name="Rectangle 10">
            <a:extLst>
              <a:ext uri="{FF2B5EF4-FFF2-40B4-BE49-F238E27FC236}">
                <a16:creationId xmlns:a16="http://schemas.microsoft.com/office/drawing/2014/main" id="{20BAFBF7-29E1-AA7E-2DFE-6D43BCAE4C7F}"/>
              </a:ext>
            </a:extLst>
          </p:cNvPr>
          <p:cNvSpPr/>
          <p:nvPr/>
        </p:nvSpPr>
        <p:spPr>
          <a:xfrm>
            <a:off x="4453796" y="897814"/>
            <a:ext cx="3416321"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Choix des matériaux </a:t>
            </a:r>
            <a:endParaRPr lang="fr-FR" sz="5400" b="0" cap="none" spc="0" dirty="0">
              <a:ln w="0"/>
              <a:solidFill>
                <a:srgbClr val="1F3864"/>
              </a:solidFill>
            </a:endParaRP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pic>
        <p:nvPicPr>
          <p:cNvPr id="3074" name="Picture 2" descr="Identification des matériaux - Comment choisir un matériau ?">
            <a:extLst>
              <a:ext uri="{FF2B5EF4-FFF2-40B4-BE49-F238E27FC236}">
                <a16:creationId xmlns:a16="http://schemas.microsoft.com/office/drawing/2014/main" id="{E552932C-F8B2-F66E-7CA4-010E1E7EC5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0381" y="1541782"/>
            <a:ext cx="5071238" cy="4992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AEBCA8F9-723C-87C9-A7F1-DFF569F0E0E1}"/>
              </a:ext>
            </a:extLst>
          </p:cNvPr>
          <p:cNvSpPr/>
          <p:nvPr/>
        </p:nvSpPr>
        <p:spPr>
          <a:xfrm>
            <a:off x="-63745" y="-107207"/>
            <a:ext cx="10152625" cy="1336841"/>
          </a:xfrm>
          <a:prstGeom prst="rect">
            <a:avLst/>
          </a:prstGeom>
        </p:spPr>
        <p:txBody>
          <a:bodyPr wrap="square">
            <a:spAutoFit/>
          </a:bodyPr>
          <a:lstStyle/>
          <a:p>
            <a:pPr marL="571500" indent="-571500">
              <a:lnSpc>
                <a:spcPct val="150000"/>
              </a:lnSpc>
              <a:buClr>
                <a:srgbClr val="1F3864"/>
              </a:buClr>
              <a:buSzPct val="65000"/>
              <a:buFont typeface="+mj-lt"/>
              <a:buAutoNum type="romanUcPeriod" startAt="4"/>
            </a:pPr>
            <a:r>
              <a:rPr lang="fr-FR" sz="3200" b="1" dirty="0">
                <a:solidFill>
                  <a:srgbClr val="1F3864"/>
                </a:solidFill>
                <a:latin typeface="Aptos" panose="020B0004020202020204" pitchFamily="34" charset="0"/>
                <a:ea typeface="Calibri"/>
                <a:cs typeface="Calibri"/>
              </a:rPr>
              <a:t>Science des matériaux </a:t>
            </a:r>
          </a:p>
          <a:p>
            <a:pPr marL="571500" indent="-571500">
              <a:lnSpc>
                <a:spcPct val="150000"/>
              </a:lnSpc>
              <a:buClr>
                <a:srgbClr val="1F3864"/>
              </a:buClr>
              <a:buSzPct val="65000"/>
              <a:buFont typeface="+mj-lt"/>
              <a:buAutoNum type="romanUcPeriod" startAt="4"/>
            </a:pPr>
            <a:endParaRPr lang="fr-FR" sz="2400" dirty="0">
              <a:solidFill>
                <a:srgbClr val="1F3864"/>
              </a:solidFill>
              <a:latin typeface="Proxima Nova"/>
              <a:cs typeface="Calibri"/>
              <a:sym typeface="Calibri"/>
            </a:endParaRPr>
          </a:p>
        </p:txBody>
      </p:sp>
      <p:pic>
        <p:nvPicPr>
          <p:cNvPr id="4" name="officeArt object">
            <a:extLst>
              <a:ext uri="{FF2B5EF4-FFF2-40B4-BE49-F238E27FC236}">
                <a16:creationId xmlns:a16="http://schemas.microsoft.com/office/drawing/2014/main" id="{9F864539-0EC5-CE65-45FA-A4C9B8A222AF}"/>
              </a:ext>
            </a:extLst>
          </p:cNvPr>
          <p:cNvPicPr/>
          <p:nvPr/>
        </p:nvPicPr>
        <p:blipFill rotWithShape="1">
          <a:blip r:embed="rId5"/>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31214683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29</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6" name="ZoneTexte 5">
            <a:extLst>
              <a:ext uri="{FF2B5EF4-FFF2-40B4-BE49-F238E27FC236}">
                <a16:creationId xmlns:a16="http://schemas.microsoft.com/office/drawing/2014/main" id="{051208D4-C856-A569-1B00-A0260CB83203}"/>
              </a:ext>
            </a:extLst>
          </p:cNvPr>
          <p:cNvSpPr txBox="1"/>
          <p:nvPr/>
        </p:nvSpPr>
        <p:spPr>
          <a:xfrm>
            <a:off x="0" y="-111600"/>
            <a:ext cx="10006641" cy="738664"/>
          </a:xfrm>
          <a:prstGeom prst="rect">
            <a:avLst/>
          </a:prstGeom>
          <a:noFill/>
        </p:spPr>
        <p:txBody>
          <a:bodyPr wrap="square">
            <a:spAutoFit/>
          </a:bodyPr>
          <a:lstStyle/>
          <a:p>
            <a:pPr marL="571500" indent="-571500" fontAlgn="ctr">
              <a:lnSpc>
                <a:spcPct val="150000"/>
              </a:lnSpc>
              <a:buClr>
                <a:srgbClr val="1F3864"/>
              </a:buClr>
              <a:buSzPct val="49000"/>
              <a:buFont typeface="+mj-lt"/>
              <a:buAutoNum type="romanUcPeriod" startAt="4"/>
            </a:pPr>
            <a:r>
              <a:rPr lang="fr-FR" sz="2800" b="1" dirty="0">
                <a:solidFill>
                  <a:srgbClr val="1F3864"/>
                </a:solidFill>
                <a:latin typeface="Aptos" panose="020B0004020202020204" pitchFamily="34" charset="0"/>
                <a:ea typeface="Calibri"/>
                <a:cs typeface="Calibri"/>
              </a:rPr>
              <a:t>Classification des matériaux dans l’architecture </a:t>
            </a:r>
          </a:p>
        </p:txBody>
      </p:sp>
      <p:pic>
        <p:nvPicPr>
          <p:cNvPr id="7" name="Image 6">
            <a:extLst>
              <a:ext uri="{FF2B5EF4-FFF2-40B4-BE49-F238E27FC236}">
                <a16:creationId xmlns:a16="http://schemas.microsoft.com/office/drawing/2014/main" id="{C61811B7-600B-54AA-CBBE-C44684CBBDFD}"/>
              </a:ext>
            </a:extLst>
          </p:cNvPr>
          <p:cNvPicPr>
            <a:picLocks noChangeAspect="1"/>
          </p:cNvPicPr>
          <p:nvPr/>
        </p:nvPicPr>
        <p:blipFill>
          <a:blip r:embed="rId4"/>
          <a:stretch>
            <a:fillRect/>
          </a:stretch>
        </p:blipFill>
        <p:spPr>
          <a:xfrm>
            <a:off x="1037794" y="1194744"/>
            <a:ext cx="9666819" cy="4951978"/>
          </a:xfrm>
          <a:prstGeom prst="rect">
            <a:avLst/>
          </a:prstGeom>
        </p:spPr>
      </p:pic>
      <p:pic>
        <p:nvPicPr>
          <p:cNvPr id="3" name="officeArt object">
            <a:extLst>
              <a:ext uri="{FF2B5EF4-FFF2-40B4-BE49-F238E27FC236}">
                <a16:creationId xmlns:a16="http://schemas.microsoft.com/office/drawing/2014/main" id="{06919AE1-984D-2BBD-97BC-B70477C55B6D}"/>
              </a:ext>
            </a:extLst>
          </p:cNvPr>
          <p:cNvPicPr/>
          <p:nvPr/>
        </p:nvPicPr>
        <p:blipFill rotWithShape="1">
          <a:blip r:embed="rId5"/>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21315972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30</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pic>
        <p:nvPicPr>
          <p:cNvPr id="13" name="Image 12">
            <a:extLst>
              <a:ext uri="{FF2B5EF4-FFF2-40B4-BE49-F238E27FC236}">
                <a16:creationId xmlns:a16="http://schemas.microsoft.com/office/drawing/2014/main" id="{D4B55EC0-4433-7BB9-8957-26E3E6332FA8}"/>
              </a:ext>
            </a:extLst>
          </p:cNvPr>
          <p:cNvPicPr/>
          <p:nvPr/>
        </p:nvPicPr>
        <p:blipFill>
          <a:blip r:embed="rId4" cstate="print">
            <a:extLst>
              <a:ext uri="{28A0092B-C50C-407E-A947-70E740481C1C}">
                <a14:useLocalDpi xmlns:a14="http://schemas.microsoft.com/office/drawing/2010/main" val="0"/>
              </a:ext>
            </a:extLst>
          </a:blip>
          <a:stretch>
            <a:fillRect/>
          </a:stretch>
        </p:blipFill>
        <p:spPr bwMode="auto">
          <a:xfrm>
            <a:off x="9143281" y="23602"/>
            <a:ext cx="1561332" cy="961514"/>
          </a:xfrm>
          <a:prstGeom prst="rect">
            <a:avLst/>
          </a:prstGeom>
          <a:noFill/>
          <a:ln>
            <a:noFill/>
          </a:ln>
        </p:spPr>
      </p:pic>
      <p:sp>
        <p:nvSpPr>
          <p:cNvPr id="6" name="ZoneTexte 5">
            <a:extLst>
              <a:ext uri="{FF2B5EF4-FFF2-40B4-BE49-F238E27FC236}">
                <a16:creationId xmlns:a16="http://schemas.microsoft.com/office/drawing/2014/main" id="{051208D4-C856-A569-1B00-A0260CB83203}"/>
              </a:ext>
            </a:extLst>
          </p:cNvPr>
          <p:cNvSpPr txBox="1"/>
          <p:nvPr/>
        </p:nvSpPr>
        <p:spPr>
          <a:xfrm>
            <a:off x="0" y="-111600"/>
            <a:ext cx="10006641" cy="738664"/>
          </a:xfrm>
          <a:prstGeom prst="rect">
            <a:avLst/>
          </a:prstGeom>
          <a:noFill/>
        </p:spPr>
        <p:txBody>
          <a:bodyPr wrap="square">
            <a:spAutoFit/>
          </a:bodyPr>
          <a:lstStyle/>
          <a:p>
            <a:pPr marL="571500" indent="-571500" fontAlgn="ctr">
              <a:lnSpc>
                <a:spcPct val="150000"/>
              </a:lnSpc>
              <a:buClr>
                <a:srgbClr val="1F3864"/>
              </a:buClr>
              <a:buSzPct val="49000"/>
              <a:buFont typeface="+mj-lt"/>
              <a:buAutoNum type="romanUcPeriod" startAt="4"/>
            </a:pPr>
            <a:r>
              <a:rPr lang="fr-FR" sz="2800" b="1" dirty="0">
                <a:solidFill>
                  <a:srgbClr val="1F3864"/>
                </a:solidFill>
                <a:latin typeface="Aptos" panose="020B0004020202020204" pitchFamily="34" charset="0"/>
                <a:ea typeface="Calibri"/>
                <a:cs typeface="Calibri"/>
              </a:rPr>
              <a:t>Classification des matériaux dans l’architecture </a:t>
            </a:r>
          </a:p>
        </p:txBody>
      </p:sp>
      <p:pic>
        <p:nvPicPr>
          <p:cNvPr id="4" name="Image 3">
            <a:extLst>
              <a:ext uri="{FF2B5EF4-FFF2-40B4-BE49-F238E27FC236}">
                <a16:creationId xmlns:a16="http://schemas.microsoft.com/office/drawing/2014/main" id="{697BBE0E-DCFA-44CC-9A9C-6946CB4F5671}"/>
              </a:ext>
            </a:extLst>
          </p:cNvPr>
          <p:cNvPicPr>
            <a:picLocks noChangeAspect="1"/>
          </p:cNvPicPr>
          <p:nvPr/>
        </p:nvPicPr>
        <p:blipFill>
          <a:blip r:embed="rId5"/>
          <a:stretch>
            <a:fillRect/>
          </a:stretch>
        </p:blipFill>
        <p:spPr>
          <a:xfrm>
            <a:off x="497366" y="812595"/>
            <a:ext cx="4296639" cy="5726317"/>
          </a:xfrm>
          <a:prstGeom prst="rect">
            <a:avLst/>
          </a:prstGeom>
        </p:spPr>
      </p:pic>
      <p:pic>
        <p:nvPicPr>
          <p:cNvPr id="6146" name="Picture 2" descr="Vocabulaire sur les matériaux de tous les jours (marbre, béton, soie,  liège...) | Le français entre quat'z'yeux">
            <a:extLst>
              <a:ext uri="{FF2B5EF4-FFF2-40B4-BE49-F238E27FC236}">
                <a16:creationId xmlns:a16="http://schemas.microsoft.com/office/drawing/2014/main" id="{E2533433-2823-D7E2-F454-866ACCF90D3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14082" y="2330309"/>
            <a:ext cx="6371336" cy="2775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25156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31</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6" name="ZoneTexte 5">
            <a:extLst>
              <a:ext uri="{FF2B5EF4-FFF2-40B4-BE49-F238E27FC236}">
                <a16:creationId xmlns:a16="http://schemas.microsoft.com/office/drawing/2014/main" id="{051208D4-C856-A569-1B00-A0260CB83203}"/>
              </a:ext>
            </a:extLst>
          </p:cNvPr>
          <p:cNvSpPr txBox="1"/>
          <p:nvPr/>
        </p:nvSpPr>
        <p:spPr>
          <a:xfrm>
            <a:off x="0" y="-111600"/>
            <a:ext cx="10006641" cy="738664"/>
          </a:xfrm>
          <a:prstGeom prst="rect">
            <a:avLst/>
          </a:prstGeom>
          <a:noFill/>
        </p:spPr>
        <p:txBody>
          <a:bodyPr wrap="square">
            <a:spAutoFit/>
          </a:bodyPr>
          <a:lstStyle/>
          <a:p>
            <a:pPr marL="571500" indent="-571500" fontAlgn="ctr">
              <a:lnSpc>
                <a:spcPct val="150000"/>
              </a:lnSpc>
              <a:buClr>
                <a:srgbClr val="1F3864"/>
              </a:buClr>
              <a:buSzPct val="49000"/>
              <a:buFont typeface="+mj-lt"/>
              <a:buAutoNum type="romanUcPeriod" startAt="4"/>
            </a:pPr>
            <a:r>
              <a:rPr lang="fr-FR" sz="2800" b="1" dirty="0">
                <a:solidFill>
                  <a:srgbClr val="1F3864"/>
                </a:solidFill>
                <a:latin typeface="Aptos" panose="020B0004020202020204" pitchFamily="34" charset="0"/>
                <a:ea typeface="Calibri"/>
                <a:cs typeface="Calibri"/>
              </a:rPr>
              <a:t>Classification des matériaux dans l’architecture </a:t>
            </a:r>
          </a:p>
        </p:txBody>
      </p:sp>
      <p:sp>
        <p:nvSpPr>
          <p:cNvPr id="7" name="Rectangle 6">
            <a:extLst>
              <a:ext uri="{FF2B5EF4-FFF2-40B4-BE49-F238E27FC236}">
                <a16:creationId xmlns:a16="http://schemas.microsoft.com/office/drawing/2014/main" id="{F789F2E7-093E-9CC4-8A7B-1546B6260117}"/>
              </a:ext>
            </a:extLst>
          </p:cNvPr>
          <p:cNvSpPr/>
          <p:nvPr/>
        </p:nvSpPr>
        <p:spPr>
          <a:xfrm>
            <a:off x="4969966" y="897814"/>
            <a:ext cx="2383986" cy="523220"/>
          </a:xfrm>
          <a:prstGeom prst="rect">
            <a:avLst/>
          </a:prstGeom>
          <a:noFill/>
        </p:spPr>
        <p:txBody>
          <a:bodyPr wrap="none" lIns="91440" tIns="45720" rIns="91440" bIns="45720">
            <a:spAutoFit/>
          </a:bodyPr>
          <a:lstStyle/>
          <a:p>
            <a:pPr algn="ctr"/>
            <a:r>
              <a:rPr lang="fr-FR" sz="2800" dirty="0" err="1">
                <a:ln w="0"/>
                <a:solidFill>
                  <a:srgbClr val="1F3864"/>
                </a:solidFill>
                <a:latin typeface="Aptos" panose="020B0004020202020204" pitchFamily="34" charset="0"/>
              </a:rPr>
              <a:t>Georessource</a:t>
            </a:r>
            <a:endParaRPr lang="fr-FR" sz="5400" b="0" cap="none" spc="0" dirty="0">
              <a:ln w="0"/>
              <a:solidFill>
                <a:srgbClr val="1F3864"/>
              </a:solidFill>
            </a:endParaRPr>
          </a:p>
        </p:txBody>
      </p:sp>
      <p:pic>
        <p:nvPicPr>
          <p:cNvPr id="13314" name="Picture 2" descr="Guide des matériaux biosourcés et géosourcés | MINCO Blog">
            <a:extLst>
              <a:ext uri="{FF2B5EF4-FFF2-40B4-BE49-F238E27FC236}">
                <a16:creationId xmlns:a16="http://schemas.microsoft.com/office/drawing/2014/main" id="{7016ABA3-FB47-6DDA-1158-CFF6ED7A23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0177" y="3176982"/>
            <a:ext cx="3429595" cy="3179367"/>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BIOSOURCÉS&amp; GÉOSOURCÉS">
            <a:extLst>
              <a:ext uri="{FF2B5EF4-FFF2-40B4-BE49-F238E27FC236}">
                <a16:creationId xmlns:a16="http://schemas.microsoft.com/office/drawing/2014/main" id="{270C7D0A-0F8B-17FD-F3F0-678456B931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6996" y="3726861"/>
            <a:ext cx="2705598" cy="1932570"/>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D5D4153D-F9F4-8643-92C7-3AF8708C9DF8}"/>
              </a:ext>
            </a:extLst>
          </p:cNvPr>
          <p:cNvPicPr>
            <a:picLocks noChangeAspect="1"/>
          </p:cNvPicPr>
          <p:nvPr/>
        </p:nvPicPr>
        <p:blipFill>
          <a:blip r:embed="rId6"/>
          <a:stretch>
            <a:fillRect/>
          </a:stretch>
        </p:blipFill>
        <p:spPr>
          <a:xfrm>
            <a:off x="7508449" y="3429000"/>
            <a:ext cx="4348869" cy="2691229"/>
          </a:xfrm>
          <a:prstGeom prst="rect">
            <a:avLst/>
          </a:prstGeom>
        </p:spPr>
      </p:pic>
      <p:sp>
        <p:nvSpPr>
          <p:cNvPr id="10" name="ZoneTexte 9">
            <a:extLst>
              <a:ext uri="{FF2B5EF4-FFF2-40B4-BE49-F238E27FC236}">
                <a16:creationId xmlns:a16="http://schemas.microsoft.com/office/drawing/2014/main" id="{C5407F2B-B8D6-2FE8-B3EC-A2FB67320B22}"/>
              </a:ext>
            </a:extLst>
          </p:cNvPr>
          <p:cNvSpPr txBox="1"/>
          <p:nvPr/>
        </p:nvSpPr>
        <p:spPr>
          <a:xfrm>
            <a:off x="196516" y="1563394"/>
            <a:ext cx="10006641" cy="1200329"/>
          </a:xfrm>
          <a:prstGeom prst="rect">
            <a:avLst/>
          </a:prstGeom>
          <a:noFill/>
        </p:spPr>
        <p:txBody>
          <a:bodyPr wrap="square">
            <a:spAutoFit/>
          </a:bodyPr>
          <a:lstStyle/>
          <a:p>
            <a:r>
              <a:rPr lang="fr-FR" sz="1800" dirty="0">
                <a:solidFill>
                  <a:srgbClr val="111111"/>
                </a:solidFill>
                <a:highlight>
                  <a:srgbClr val="FFFFFF"/>
                </a:highlight>
                <a:latin typeface="Aptos" panose="020B0004020202020204" pitchFamily="34" charset="0"/>
              </a:rPr>
              <a:t>Un matériau </a:t>
            </a:r>
            <a:r>
              <a:rPr lang="fr-FR" sz="1800" dirty="0" err="1">
                <a:solidFill>
                  <a:srgbClr val="111111"/>
                </a:solidFill>
                <a:highlight>
                  <a:srgbClr val="FFFFFF"/>
                </a:highlight>
                <a:latin typeface="Aptos" panose="020B0004020202020204" pitchFamily="34" charset="0"/>
              </a:rPr>
              <a:t>géosourcé</a:t>
            </a:r>
            <a:r>
              <a:rPr lang="fr-FR" sz="1800" dirty="0">
                <a:solidFill>
                  <a:srgbClr val="111111"/>
                </a:solidFill>
                <a:highlight>
                  <a:srgbClr val="FFFFFF"/>
                </a:highlight>
                <a:latin typeface="Aptos" panose="020B0004020202020204" pitchFamily="34" charset="0"/>
              </a:rPr>
              <a:t> est un matériau de construction qui provient de ressources naturelles d’origine minérale. Ces matériaux sont peu ou pas transformés et sont utilisés dans la construction sans nécessiter de multiples transformations</a:t>
            </a:r>
            <a:r>
              <a:rPr lang="fr-FR" sz="1800" baseline="30000" dirty="0">
                <a:solidFill>
                  <a:srgbClr val="111111"/>
                </a:solidFill>
                <a:highlight>
                  <a:srgbClr val="FFFFFF"/>
                </a:highlight>
                <a:latin typeface="Aptos" panose="020B0004020202020204" pitchFamily="34" charset="0"/>
              </a:rPr>
              <a:t>1</a:t>
            </a:r>
            <a:r>
              <a:rPr lang="fr-FR" sz="1800" dirty="0">
                <a:solidFill>
                  <a:srgbClr val="111111"/>
                </a:solidFill>
                <a:highlight>
                  <a:srgbClr val="FFFFFF"/>
                </a:highlight>
                <a:latin typeface="Aptos" panose="020B0004020202020204" pitchFamily="34" charset="0"/>
              </a:rPr>
              <a:t>. </a:t>
            </a:r>
          </a:p>
          <a:p>
            <a:r>
              <a:rPr lang="fr-FR" sz="1800" dirty="0">
                <a:solidFill>
                  <a:srgbClr val="111111"/>
                </a:solidFill>
                <a:highlight>
                  <a:srgbClr val="FFFFFF"/>
                </a:highlight>
                <a:latin typeface="Aptos" panose="020B0004020202020204" pitchFamily="34" charset="0"/>
              </a:rPr>
              <a:t>Ex: Pierre, terre crue</a:t>
            </a:r>
          </a:p>
        </p:txBody>
      </p:sp>
      <p:pic>
        <p:nvPicPr>
          <p:cNvPr id="3" name="officeArt object">
            <a:extLst>
              <a:ext uri="{FF2B5EF4-FFF2-40B4-BE49-F238E27FC236}">
                <a16:creationId xmlns:a16="http://schemas.microsoft.com/office/drawing/2014/main" id="{44D3BDB7-337D-E376-58EF-74AA8E45CF40}"/>
              </a:ext>
            </a:extLst>
          </p:cNvPr>
          <p:cNvPicPr/>
          <p:nvPr/>
        </p:nvPicPr>
        <p:blipFill rotWithShape="1">
          <a:blip r:embed="rId7"/>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34460109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32</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6" name="ZoneTexte 5">
            <a:extLst>
              <a:ext uri="{FF2B5EF4-FFF2-40B4-BE49-F238E27FC236}">
                <a16:creationId xmlns:a16="http://schemas.microsoft.com/office/drawing/2014/main" id="{051208D4-C856-A569-1B00-A0260CB83203}"/>
              </a:ext>
            </a:extLst>
          </p:cNvPr>
          <p:cNvSpPr txBox="1"/>
          <p:nvPr/>
        </p:nvSpPr>
        <p:spPr>
          <a:xfrm>
            <a:off x="0" y="-111600"/>
            <a:ext cx="10006641" cy="738664"/>
          </a:xfrm>
          <a:prstGeom prst="rect">
            <a:avLst/>
          </a:prstGeom>
          <a:noFill/>
        </p:spPr>
        <p:txBody>
          <a:bodyPr wrap="square">
            <a:spAutoFit/>
          </a:bodyPr>
          <a:lstStyle/>
          <a:p>
            <a:pPr marL="571500" indent="-571500" fontAlgn="ctr">
              <a:lnSpc>
                <a:spcPct val="150000"/>
              </a:lnSpc>
              <a:buClr>
                <a:srgbClr val="1F3864"/>
              </a:buClr>
              <a:buSzPct val="49000"/>
              <a:buFont typeface="+mj-lt"/>
              <a:buAutoNum type="romanUcPeriod" startAt="4"/>
            </a:pPr>
            <a:r>
              <a:rPr lang="fr-FR" sz="2800" b="1" dirty="0">
                <a:solidFill>
                  <a:srgbClr val="1F3864"/>
                </a:solidFill>
                <a:latin typeface="Aptos" panose="020B0004020202020204" pitchFamily="34" charset="0"/>
                <a:ea typeface="Calibri"/>
                <a:cs typeface="Calibri"/>
              </a:rPr>
              <a:t>Classification des matériaux dans l’architecture </a:t>
            </a:r>
          </a:p>
        </p:txBody>
      </p:sp>
      <p:sp>
        <p:nvSpPr>
          <p:cNvPr id="3" name="ZoneTexte 2">
            <a:extLst>
              <a:ext uri="{FF2B5EF4-FFF2-40B4-BE49-F238E27FC236}">
                <a16:creationId xmlns:a16="http://schemas.microsoft.com/office/drawing/2014/main" id="{2182879D-906E-85FC-693D-554FE84451DF}"/>
              </a:ext>
            </a:extLst>
          </p:cNvPr>
          <p:cNvSpPr txBox="1"/>
          <p:nvPr/>
        </p:nvSpPr>
        <p:spPr>
          <a:xfrm>
            <a:off x="334682" y="1653812"/>
            <a:ext cx="11249891" cy="1477328"/>
          </a:xfrm>
          <a:prstGeom prst="rect">
            <a:avLst/>
          </a:prstGeom>
          <a:noFill/>
        </p:spPr>
        <p:txBody>
          <a:bodyPr wrap="square">
            <a:spAutoFit/>
          </a:bodyPr>
          <a:lstStyle/>
          <a:p>
            <a:r>
              <a:rPr lang="fr-FR" sz="1800" dirty="0">
                <a:solidFill>
                  <a:srgbClr val="111111"/>
                </a:solidFill>
                <a:highlight>
                  <a:srgbClr val="FFFFFF"/>
                </a:highlight>
                <a:latin typeface="Aptos" panose="020B0004020202020204" pitchFamily="34" charset="0"/>
              </a:rPr>
              <a:t>Les matériaux biosourcés sont issus de la matière organique renouvelable (biomasse), d'origine végétale ou animale. Ils peuvent être utilisés comme matière première dans des produits de construction et de décoration, de mobilier fixe et comme matériau de construction dans un bâtiment. (source :ecologie.gouv.fr)</a:t>
            </a:r>
          </a:p>
          <a:p>
            <a:r>
              <a:rPr lang="fr-FR" sz="1800" dirty="0">
                <a:solidFill>
                  <a:srgbClr val="111111"/>
                </a:solidFill>
                <a:highlight>
                  <a:srgbClr val="FFFFFF"/>
                </a:highlight>
                <a:latin typeface="Aptos" panose="020B0004020202020204" pitchFamily="34" charset="0"/>
              </a:rPr>
              <a:t>Ex: typha, paille de céréales (mil, riz, arachide, sorgho, </a:t>
            </a:r>
            <a:r>
              <a:rPr lang="fr-FR" sz="1800" dirty="0" err="1">
                <a:solidFill>
                  <a:srgbClr val="111111"/>
                </a:solidFill>
                <a:highlight>
                  <a:srgbClr val="FFFFFF"/>
                </a:highlight>
                <a:latin typeface="Aptos" panose="020B0004020202020204" pitchFamily="34" charset="0"/>
              </a:rPr>
              <a:t>etc</a:t>
            </a:r>
            <a:r>
              <a:rPr lang="fr-FR" sz="1800" dirty="0">
                <a:solidFill>
                  <a:srgbClr val="111111"/>
                </a:solidFill>
                <a:highlight>
                  <a:srgbClr val="FFFFFF"/>
                </a:highlight>
                <a:latin typeface="Aptos" panose="020B0004020202020204" pitchFamily="34" charset="0"/>
              </a:rPr>
              <a:t>), ouate de cellulose, liège, lin, </a:t>
            </a:r>
            <a:r>
              <a:rPr lang="fr-FR" sz="1800" dirty="0" err="1">
                <a:solidFill>
                  <a:srgbClr val="111111"/>
                </a:solidFill>
                <a:highlight>
                  <a:srgbClr val="FFFFFF"/>
                </a:highlight>
                <a:latin typeface="Aptos" panose="020B0004020202020204" pitchFamily="34" charset="0"/>
              </a:rPr>
              <a:t>etc</a:t>
            </a:r>
            <a:r>
              <a:rPr lang="fr-FR" sz="1800" dirty="0">
                <a:solidFill>
                  <a:srgbClr val="111111"/>
                </a:solidFill>
                <a:highlight>
                  <a:srgbClr val="FFFFFF"/>
                </a:highlight>
                <a:latin typeface="Aptos" panose="020B0004020202020204" pitchFamily="34" charset="0"/>
              </a:rPr>
              <a:t>,) </a:t>
            </a:r>
          </a:p>
          <a:p>
            <a:endParaRPr lang="fr-FR" sz="1800" dirty="0">
              <a:solidFill>
                <a:srgbClr val="111111"/>
              </a:solidFill>
              <a:highlight>
                <a:srgbClr val="FFFFFF"/>
              </a:highlight>
              <a:latin typeface="Aptos" panose="020B0004020202020204" pitchFamily="34" charset="0"/>
            </a:endParaRPr>
          </a:p>
        </p:txBody>
      </p:sp>
      <p:sp>
        <p:nvSpPr>
          <p:cNvPr id="7" name="Rectangle 6">
            <a:extLst>
              <a:ext uri="{FF2B5EF4-FFF2-40B4-BE49-F238E27FC236}">
                <a16:creationId xmlns:a16="http://schemas.microsoft.com/office/drawing/2014/main" id="{F789F2E7-093E-9CC4-8A7B-1546B6260117}"/>
              </a:ext>
            </a:extLst>
          </p:cNvPr>
          <p:cNvSpPr/>
          <p:nvPr/>
        </p:nvSpPr>
        <p:spPr>
          <a:xfrm>
            <a:off x="5041299" y="897814"/>
            <a:ext cx="2241319" cy="523220"/>
          </a:xfrm>
          <a:prstGeom prst="rect">
            <a:avLst/>
          </a:prstGeom>
          <a:noFill/>
        </p:spPr>
        <p:txBody>
          <a:bodyPr wrap="none" lIns="91440" tIns="45720" rIns="91440" bIns="45720">
            <a:spAutoFit/>
          </a:bodyPr>
          <a:lstStyle/>
          <a:p>
            <a:pPr algn="ctr"/>
            <a:r>
              <a:rPr lang="fr-FR" sz="2800" dirty="0">
                <a:ln w="0"/>
                <a:solidFill>
                  <a:srgbClr val="1F3864"/>
                </a:solidFill>
                <a:latin typeface="Aptos" panose="020B0004020202020204" pitchFamily="34" charset="0"/>
              </a:rPr>
              <a:t>Bioressource</a:t>
            </a:r>
            <a:endParaRPr lang="fr-FR" sz="5400" b="0" cap="none" spc="0" dirty="0">
              <a:ln w="0"/>
              <a:solidFill>
                <a:srgbClr val="1F3864"/>
              </a:solidFill>
            </a:endParaRPr>
          </a:p>
        </p:txBody>
      </p:sp>
      <p:pic>
        <p:nvPicPr>
          <p:cNvPr id="14338" name="Picture 2" descr="Qu'est-ce qu'un matériau de construction biosourcé ?">
            <a:extLst>
              <a:ext uri="{FF2B5EF4-FFF2-40B4-BE49-F238E27FC236}">
                <a16:creationId xmlns:a16="http://schemas.microsoft.com/office/drawing/2014/main" id="{8666E1DB-636C-5AF8-1A41-136940C346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32250" y="2854141"/>
            <a:ext cx="5207242" cy="3254526"/>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Pourquoi utiliser des matériaux biosourcés dans les bâtiments">
            <a:extLst>
              <a:ext uri="{FF2B5EF4-FFF2-40B4-BE49-F238E27FC236}">
                <a16:creationId xmlns:a16="http://schemas.microsoft.com/office/drawing/2014/main" id="{7B82E3EC-CA02-9B4A-8CAB-1C8C5FE2007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197" y="3009453"/>
            <a:ext cx="5489659" cy="3099214"/>
          </a:xfrm>
          <a:prstGeom prst="rect">
            <a:avLst/>
          </a:prstGeom>
          <a:noFill/>
          <a:extLst>
            <a:ext uri="{909E8E84-426E-40DD-AFC4-6F175D3DCCD1}">
              <a14:hiddenFill xmlns:a14="http://schemas.microsoft.com/office/drawing/2010/main">
                <a:solidFill>
                  <a:srgbClr val="FFFFFF"/>
                </a:solidFill>
              </a14:hiddenFill>
            </a:ext>
          </a:extLst>
        </p:spPr>
      </p:pic>
      <p:pic>
        <p:nvPicPr>
          <p:cNvPr id="4" name="officeArt object">
            <a:extLst>
              <a:ext uri="{FF2B5EF4-FFF2-40B4-BE49-F238E27FC236}">
                <a16:creationId xmlns:a16="http://schemas.microsoft.com/office/drawing/2014/main" id="{382B6FDC-F5EF-5800-623A-96F7783BDABA}"/>
              </a:ext>
            </a:extLst>
          </p:cNvPr>
          <p:cNvPicPr/>
          <p:nvPr/>
        </p:nvPicPr>
        <p:blipFill rotWithShape="1">
          <a:blip r:embed="rId6"/>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16673937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33</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6" name="ZoneTexte 5">
            <a:extLst>
              <a:ext uri="{FF2B5EF4-FFF2-40B4-BE49-F238E27FC236}">
                <a16:creationId xmlns:a16="http://schemas.microsoft.com/office/drawing/2014/main" id="{051208D4-C856-A569-1B00-A0260CB83203}"/>
              </a:ext>
            </a:extLst>
          </p:cNvPr>
          <p:cNvSpPr txBox="1"/>
          <p:nvPr/>
        </p:nvSpPr>
        <p:spPr>
          <a:xfrm>
            <a:off x="0" y="-111600"/>
            <a:ext cx="10006641" cy="738664"/>
          </a:xfrm>
          <a:prstGeom prst="rect">
            <a:avLst/>
          </a:prstGeom>
          <a:noFill/>
        </p:spPr>
        <p:txBody>
          <a:bodyPr wrap="square">
            <a:spAutoFit/>
          </a:bodyPr>
          <a:lstStyle/>
          <a:p>
            <a:pPr marL="571500" indent="-571500" fontAlgn="ctr">
              <a:lnSpc>
                <a:spcPct val="150000"/>
              </a:lnSpc>
              <a:buClr>
                <a:srgbClr val="1F3864"/>
              </a:buClr>
              <a:buSzPct val="49000"/>
              <a:buFont typeface="+mj-lt"/>
              <a:buAutoNum type="romanUcPeriod" startAt="4"/>
            </a:pPr>
            <a:r>
              <a:rPr lang="fr-FR" sz="2800" b="1" dirty="0">
                <a:solidFill>
                  <a:srgbClr val="1F3864"/>
                </a:solidFill>
                <a:latin typeface="Aptos" panose="020B0004020202020204" pitchFamily="34" charset="0"/>
                <a:ea typeface="Calibri"/>
                <a:cs typeface="Calibri"/>
              </a:rPr>
              <a:t>Classification des matériaux dans l’architecture </a:t>
            </a:r>
          </a:p>
        </p:txBody>
      </p:sp>
      <p:sp>
        <p:nvSpPr>
          <p:cNvPr id="3" name="ZoneTexte 2">
            <a:extLst>
              <a:ext uri="{FF2B5EF4-FFF2-40B4-BE49-F238E27FC236}">
                <a16:creationId xmlns:a16="http://schemas.microsoft.com/office/drawing/2014/main" id="{2182879D-906E-85FC-693D-554FE84451DF}"/>
              </a:ext>
            </a:extLst>
          </p:cNvPr>
          <p:cNvSpPr txBox="1"/>
          <p:nvPr/>
        </p:nvSpPr>
        <p:spPr>
          <a:xfrm>
            <a:off x="334682" y="1159424"/>
            <a:ext cx="11533468" cy="1477328"/>
          </a:xfrm>
          <a:prstGeom prst="rect">
            <a:avLst/>
          </a:prstGeom>
          <a:noFill/>
        </p:spPr>
        <p:txBody>
          <a:bodyPr wrap="square">
            <a:spAutoFit/>
          </a:bodyPr>
          <a:lstStyle/>
          <a:p>
            <a:endParaRPr lang="fr-FR" sz="1800" dirty="0">
              <a:solidFill>
                <a:srgbClr val="111111"/>
              </a:solidFill>
              <a:highlight>
                <a:srgbClr val="FFFFFF"/>
              </a:highlight>
              <a:latin typeface="Aptos" panose="020B0004020202020204" pitchFamily="34" charset="0"/>
            </a:endParaRPr>
          </a:p>
          <a:p>
            <a:r>
              <a:rPr lang="fr-FR" sz="1800" dirty="0">
                <a:solidFill>
                  <a:srgbClr val="111111"/>
                </a:solidFill>
                <a:highlight>
                  <a:srgbClr val="FFFFFF"/>
                </a:highlight>
                <a:latin typeface="Aptos" panose="020B0004020202020204" pitchFamily="34" charset="0"/>
              </a:rPr>
              <a:t>Un liant hydraulique se forme et durcit par réaction chimique avec de l’eau. Il est également capable de durcir sous l’eau, ce qui est appelé « hydraulicité ». Son rôle est de répartir la pression uniformément sur toute la surface des particules dans les matériaux de construction.</a:t>
            </a:r>
          </a:p>
          <a:p>
            <a:r>
              <a:rPr lang="fr-FR" sz="1800" dirty="0">
                <a:solidFill>
                  <a:srgbClr val="111111"/>
                </a:solidFill>
                <a:highlight>
                  <a:srgbClr val="FFFFFF"/>
                </a:highlight>
                <a:latin typeface="Aptos" panose="020B0004020202020204" pitchFamily="34" charset="0"/>
              </a:rPr>
              <a:t>(Ex: ciment, chaux, gypse, bitume)</a:t>
            </a:r>
          </a:p>
        </p:txBody>
      </p:sp>
      <p:sp>
        <p:nvSpPr>
          <p:cNvPr id="7" name="Rectangle 6">
            <a:extLst>
              <a:ext uri="{FF2B5EF4-FFF2-40B4-BE49-F238E27FC236}">
                <a16:creationId xmlns:a16="http://schemas.microsoft.com/office/drawing/2014/main" id="{F789F2E7-093E-9CC4-8A7B-1546B6260117}"/>
              </a:ext>
            </a:extLst>
          </p:cNvPr>
          <p:cNvSpPr/>
          <p:nvPr/>
        </p:nvSpPr>
        <p:spPr>
          <a:xfrm>
            <a:off x="4553190" y="897814"/>
            <a:ext cx="3217548" cy="523220"/>
          </a:xfrm>
          <a:prstGeom prst="rect">
            <a:avLst/>
          </a:prstGeom>
          <a:noFill/>
        </p:spPr>
        <p:txBody>
          <a:bodyPr wrap="none" lIns="91440" tIns="45720" rIns="91440" bIns="45720">
            <a:spAutoFit/>
          </a:bodyPr>
          <a:lstStyle/>
          <a:p>
            <a:pPr algn="ctr"/>
            <a:r>
              <a:rPr lang="fr-FR" sz="2800" dirty="0">
                <a:ln w="0"/>
                <a:solidFill>
                  <a:srgbClr val="1F3864"/>
                </a:solidFill>
                <a:latin typeface="Aptos" panose="020B0004020202020204" pitchFamily="34" charset="0"/>
              </a:rPr>
              <a:t>Liants hydrauliques</a:t>
            </a:r>
            <a:endParaRPr lang="fr-FR" sz="5400" b="0" cap="none" spc="0" dirty="0">
              <a:ln w="0"/>
              <a:solidFill>
                <a:srgbClr val="1F3864"/>
              </a:solidFill>
            </a:endParaRPr>
          </a:p>
        </p:txBody>
      </p:sp>
      <p:pic>
        <p:nvPicPr>
          <p:cNvPr id="15362" name="Picture 2" descr="Comment choisir un ciment">
            <a:extLst>
              <a:ext uri="{FF2B5EF4-FFF2-40B4-BE49-F238E27FC236}">
                <a16:creationId xmlns:a16="http://schemas.microsoft.com/office/drawing/2014/main" id="{F0EEA223-0CFA-D3CE-11A6-256586C01B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89" y="3169112"/>
            <a:ext cx="3078615" cy="1724025"/>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La chaux, Risque chimique et Prévention - PREVOR">
            <a:extLst>
              <a:ext uri="{FF2B5EF4-FFF2-40B4-BE49-F238E27FC236}">
                <a16:creationId xmlns:a16="http://schemas.microsoft.com/office/drawing/2014/main" id="{F6C72F3E-E60B-F5DE-3431-2A4E50E796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6996" y="4613275"/>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15366" name="Picture 6" descr="gypse - LAROUSSE">
            <a:extLst>
              <a:ext uri="{FF2B5EF4-FFF2-40B4-BE49-F238E27FC236}">
                <a16:creationId xmlns:a16="http://schemas.microsoft.com/office/drawing/2014/main" id="{88B20E6E-E730-739B-EF57-4E1963E700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5633" y="2636752"/>
            <a:ext cx="2657475" cy="1724025"/>
          </a:xfrm>
          <a:prstGeom prst="rect">
            <a:avLst/>
          </a:prstGeom>
          <a:noFill/>
          <a:extLst>
            <a:ext uri="{909E8E84-426E-40DD-AFC4-6F175D3DCCD1}">
              <a14:hiddenFill xmlns:a14="http://schemas.microsoft.com/office/drawing/2010/main">
                <a:solidFill>
                  <a:srgbClr val="FFFFFF"/>
                </a:solidFill>
              </a14:hiddenFill>
            </a:ext>
          </a:extLst>
        </p:spPr>
      </p:pic>
      <p:pic>
        <p:nvPicPr>
          <p:cNvPr id="15372" name="Picture 12" descr="Bitume, goudron, asphalte : quelle est la différence ?">
            <a:extLst>
              <a:ext uri="{FF2B5EF4-FFF2-40B4-BE49-F238E27FC236}">
                <a16:creationId xmlns:a16="http://schemas.microsoft.com/office/drawing/2014/main" id="{EAD8A215-D777-5381-7663-0FE0DC62344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10600" y="4235926"/>
            <a:ext cx="3004545" cy="2001074"/>
          </a:xfrm>
          <a:prstGeom prst="rect">
            <a:avLst/>
          </a:prstGeom>
          <a:noFill/>
          <a:extLst>
            <a:ext uri="{909E8E84-426E-40DD-AFC4-6F175D3DCCD1}">
              <a14:hiddenFill xmlns:a14="http://schemas.microsoft.com/office/drawing/2010/main">
                <a:solidFill>
                  <a:srgbClr val="FFFFFF"/>
                </a:solidFill>
              </a14:hiddenFill>
            </a:ext>
          </a:extLst>
        </p:spPr>
      </p:pic>
      <p:pic>
        <p:nvPicPr>
          <p:cNvPr id="4" name="officeArt object">
            <a:extLst>
              <a:ext uri="{FF2B5EF4-FFF2-40B4-BE49-F238E27FC236}">
                <a16:creationId xmlns:a16="http://schemas.microsoft.com/office/drawing/2014/main" id="{19B3F5A6-EFCF-984A-9FC8-F584AD02E730}"/>
              </a:ext>
            </a:extLst>
          </p:cNvPr>
          <p:cNvPicPr/>
          <p:nvPr/>
        </p:nvPicPr>
        <p:blipFill rotWithShape="1">
          <a:blip r:embed="rId8"/>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26043108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1044" name="Picture 20" descr="Menuiserie alu et pvc à Contes, pose de portes et fenêtres ...">
            <a:extLst>
              <a:ext uri="{FF2B5EF4-FFF2-40B4-BE49-F238E27FC236}">
                <a16:creationId xmlns:a16="http://schemas.microsoft.com/office/drawing/2014/main" id="{BE38AB7D-CA7E-ABDD-92B7-06779D7CD2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1" y="4729043"/>
            <a:ext cx="2355563" cy="1825253"/>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ECAU - Certifications - CSTB Évaluation">
            <a:extLst>
              <a:ext uri="{FF2B5EF4-FFF2-40B4-BE49-F238E27FC236}">
                <a16:creationId xmlns:a16="http://schemas.microsoft.com/office/drawing/2014/main" id="{AFCD7CCE-7B9B-3F9D-9936-AB2E56E3CF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81730" y="4925620"/>
            <a:ext cx="3333750" cy="1371600"/>
          </a:xfrm>
          <a:prstGeom prst="rect">
            <a:avLst/>
          </a:prstGeom>
          <a:noFill/>
          <a:extLst>
            <a:ext uri="{909E8E84-426E-40DD-AFC4-6F175D3DCCD1}">
              <a14:hiddenFill xmlns:a14="http://schemas.microsoft.com/office/drawing/2010/main">
                <a:solidFill>
                  <a:srgbClr val="FFFFFF"/>
                </a:solidFill>
              </a14:hiddenFill>
            </a:ext>
          </a:extLst>
        </p:spPr>
      </p:pic>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34</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6" name="ZoneTexte 5">
            <a:extLst>
              <a:ext uri="{FF2B5EF4-FFF2-40B4-BE49-F238E27FC236}">
                <a16:creationId xmlns:a16="http://schemas.microsoft.com/office/drawing/2014/main" id="{051208D4-C856-A569-1B00-A0260CB83203}"/>
              </a:ext>
            </a:extLst>
          </p:cNvPr>
          <p:cNvSpPr txBox="1"/>
          <p:nvPr/>
        </p:nvSpPr>
        <p:spPr>
          <a:xfrm>
            <a:off x="0" y="-111600"/>
            <a:ext cx="10006641" cy="738664"/>
          </a:xfrm>
          <a:prstGeom prst="rect">
            <a:avLst/>
          </a:prstGeom>
          <a:noFill/>
        </p:spPr>
        <p:txBody>
          <a:bodyPr wrap="square">
            <a:spAutoFit/>
          </a:bodyPr>
          <a:lstStyle/>
          <a:p>
            <a:pPr marL="571500" indent="-571500" fontAlgn="ctr">
              <a:lnSpc>
                <a:spcPct val="150000"/>
              </a:lnSpc>
              <a:buClr>
                <a:srgbClr val="1F3864"/>
              </a:buClr>
              <a:buSzPct val="49000"/>
              <a:buFont typeface="+mj-lt"/>
              <a:buAutoNum type="romanUcPeriod" startAt="4"/>
            </a:pPr>
            <a:r>
              <a:rPr lang="fr-FR" sz="2800" b="1" dirty="0">
                <a:solidFill>
                  <a:srgbClr val="1F3864"/>
                </a:solidFill>
                <a:latin typeface="Aptos" panose="020B0004020202020204" pitchFamily="34" charset="0"/>
                <a:ea typeface="Calibri"/>
                <a:cs typeface="Calibri"/>
              </a:rPr>
              <a:t>Classification des matériaux dans l’architecture </a:t>
            </a:r>
          </a:p>
        </p:txBody>
      </p:sp>
      <p:sp>
        <p:nvSpPr>
          <p:cNvPr id="7" name="Rectangle 6">
            <a:extLst>
              <a:ext uri="{FF2B5EF4-FFF2-40B4-BE49-F238E27FC236}">
                <a16:creationId xmlns:a16="http://schemas.microsoft.com/office/drawing/2014/main" id="{F789F2E7-093E-9CC4-8A7B-1546B6260117}"/>
              </a:ext>
            </a:extLst>
          </p:cNvPr>
          <p:cNvSpPr/>
          <p:nvPr/>
        </p:nvSpPr>
        <p:spPr>
          <a:xfrm>
            <a:off x="5500562" y="897814"/>
            <a:ext cx="1322798" cy="523220"/>
          </a:xfrm>
          <a:prstGeom prst="rect">
            <a:avLst/>
          </a:prstGeom>
          <a:noFill/>
        </p:spPr>
        <p:txBody>
          <a:bodyPr wrap="none" lIns="91440" tIns="45720" rIns="91440" bIns="45720">
            <a:spAutoFit/>
          </a:bodyPr>
          <a:lstStyle/>
          <a:p>
            <a:pPr algn="ctr"/>
            <a:r>
              <a:rPr lang="fr-FR" sz="2800" dirty="0">
                <a:ln w="0"/>
                <a:solidFill>
                  <a:srgbClr val="1F3864"/>
                </a:solidFill>
                <a:latin typeface="Aptos" panose="020B0004020202020204" pitchFamily="34" charset="0"/>
              </a:rPr>
              <a:t>Métaux</a:t>
            </a:r>
            <a:endParaRPr lang="fr-FR" sz="5400" b="0" cap="none" spc="0" dirty="0">
              <a:ln w="0"/>
              <a:solidFill>
                <a:srgbClr val="1F3864"/>
              </a:solidFill>
            </a:endParaRPr>
          </a:p>
        </p:txBody>
      </p:sp>
      <p:sp>
        <p:nvSpPr>
          <p:cNvPr id="8" name="ZoneTexte 7">
            <a:extLst>
              <a:ext uri="{FF2B5EF4-FFF2-40B4-BE49-F238E27FC236}">
                <a16:creationId xmlns:a16="http://schemas.microsoft.com/office/drawing/2014/main" id="{BE29604A-5128-98EA-808F-50D2AA3C3BEB}"/>
              </a:ext>
            </a:extLst>
          </p:cNvPr>
          <p:cNvSpPr txBox="1"/>
          <p:nvPr/>
        </p:nvSpPr>
        <p:spPr>
          <a:xfrm>
            <a:off x="351366" y="1512806"/>
            <a:ext cx="11489267" cy="923330"/>
          </a:xfrm>
          <a:prstGeom prst="rect">
            <a:avLst/>
          </a:prstGeom>
          <a:noFill/>
        </p:spPr>
        <p:txBody>
          <a:bodyPr wrap="square">
            <a:spAutoFit/>
          </a:bodyPr>
          <a:lstStyle/>
          <a:p>
            <a:r>
              <a:rPr lang="fr-FR" sz="1800" dirty="0">
                <a:solidFill>
                  <a:srgbClr val="111111"/>
                </a:solidFill>
                <a:highlight>
                  <a:srgbClr val="FFFFFF"/>
                </a:highlight>
                <a:latin typeface="Aptos" panose="020B0004020202020204" pitchFamily="34" charset="0"/>
              </a:rPr>
              <a:t>Les métaux sont indispensables dans la construction pour leur solidité et leur longévité, utilisés notamment dans les édifices imposants tels que les ponts et les gratte-ciels. Leur capacité à conduire l'électricité en fait également des matériaux cruciaux pour les systèmes de distribution électrique et de télécommunication.</a:t>
            </a:r>
          </a:p>
        </p:txBody>
      </p:sp>
      <p:pic>
        <p:nvPicPr>
          <p:cNvPr id="1030" name="Picture 6" descr="Géologie normande - de Thury à Clécy">
            <a:extLst>
              <a:ext uri="{FF2B5EF4-FFF2-40B4-BE49-F238E27FC236}">
                <a16:creationId xmlns:a16="http://schemas.microsoft.com/office/drawing/2014/main" id="{3C2FC331-A2B4-FAA4-A5B1-850DDEFBC89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3648" y="2617605"/>
            <a:ext cx="2116667" cy="140854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Les profilés acier - Rocd@cier">
            <a:extLst>
              <a:ext uri="{FF2B5EF4-FFF2-40B4-BE49-F238E27FC236}">
                <a16:creationId xmlns:a16="http://schemas.microsoft.com/office/drawing/2014/main" id="{9B79585D-FD2A-D8A2-9D2D-60602B3ED7D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9442" y="4484272"/>
            <a:ext cx="2954215" cy="147710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Ferraillage fondation maison - GuideBeton.com">
            <a:extLst>
              <a:ext uri="{FF2B5EF4-FFF2-40B4-BE49-F238E27FC236}">
                <a16:creationId xmlns:a16="http://schemas.microsoft.com/office/drawing/2014/main" id="{DEC734B2-95EB-1618-AAD6-8A3C5239071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39312" y="2728320"/>
            <a:ext cx="2358227" cy="156929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5 des gratte-ciel les plus étonnants de la planète ! : Femme Actuelle Le MAG">
            <a:extLst>
              <a:ext uri="{FF2B5EF4-FFF2-40B4-BE49-F238E27FC236}">
                <a16:creationId xmlns:a16="http://schemas.microsoft.com/office/drawing/2014/main" id="{11A7CCCE-29F3-15A2-457D-B065D9154E4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91784" y="2466126"/>
            <a:ext cx="3283550" cy="2459493"/>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Vente de Matériels électriques MT BT">
            <a:extLst>
              <a:ext uri="{FF2B5EF4-FFF2-40B4-BE49-F238E27FC236}">
                <a16:creationId xmlns:a16="http://schemas.microsoft.com/office/drawing/2014/main" id="{4DC43A01-1270-5727-8B50-CBED45F1694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348480" y="3011738"/>
            <a:ext cx="1781175" cy="2571750"/>
          </a:xfrm>
          <a:prstGeom prst="rect">
            <a:avLst/>
          </a:prstGeom>
          <a:noFill/>
          <a:extLst>
            <a:ext uri="{909E8E84-426E-40DD-AFC4-6F175D3DCCD1}">
              <a14:hiddenFill xmlns:a14="http://schemas.microsoft.com/office/drawing/2010/main">
                <a:solidFill>
                  <a:srgbClr val="FFFFFF"/>
                </a:solidFill>
              </a14:hiddenFill>
            </a:ext>
          </a:extLst>
        </p:spPr>
      </p:pic>
      <p:pic>
        <p:nvPicPr>
          <p:cNvPr id="3" name="officeArt object">
            <a:extLst>
              <a:ext uri="{FF2B5EF4-FFF2-40B4-BE49-F238E27FC236}">
                <a16:creationId xmlns:a16="http://schemas.microsoft.com/office/drawing/2014/main" id="{2A5CAD1C-4E5A-617B-D312-39F5A7A95B59}"/>
              </a:ext>
            </a:extLst>
          </p:cNvPr>
          <p:cNvPicPr/>
          <p:nvPr/>
        </p:nvPicPr>
        <p:blipFill rotWithShape="1">
          <a:blip r:embed="rId11"/>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36660229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35</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6" name="ZoneTexte 5">
            <a:extLst>
              <a:ext uri="{FF2B5EF4-FFF2-40B4-BE49-F238E27FC236}">
                <a16:creationId xmlns:a16="http://schemas.microsoft.com/office/drawing/2014/main" id="{051208D4-C856-A569-1B00-A0260CB83203}"/>
              </a:ext>
            </a:extLst>
          </p:cNvPr>
          <p:cNvSpPr txBox="1"/>
          <p:nvPr/>
        </p:nvSpPr>
        <p:spPr>
          <a:xfrm>
            <a:off x="0" y="-111600"/>
            <a:ext cx="10006641" cy="738664"/>
          </a:xfrm>
          <a:prstGeom prst="rect">
            <a:avLst/>
          </a:prstGeom>
          <a:noFill/>
        </p:spPr>
        <p:txBody>
          <a:bodyPr wrap="square">
            <a:spAutoFit/>
          </a:bodyPr>
          <a:lstStyle/>
          <a:p>
            <a:pPr marL="571500" indent="-571500" fontAlgn="ctr">
              <a:lnSpc>
                <a:spcPct val="150000"/>
              </a:lnSpc>
              <a:buClr>
                <a:srgbClr val="1F3864"/>
              </a:buClr>
              <a:buSzPct val="49000"/>
              <a:buFont typeface="+mj-lt"/>
              <a:buAutoNum type="romanUcPeriod" startAt="4"/>
            </a:pPr>
            <a:r>
              <a:rPr lang="fr-FR" sz="2800" b="1" dirty="0">
                <a:solidFill>
                  <a:srgbClr val="1F3864"/>
                </a:solidFill>
                <a:latin typeface="Aptos" panose="020B0004020202020204" pitchFamily="34" charset="0"/>
                <a:ea typeface="Calibri"/>
                <a:cs typeface="Calibri"/>
              </a:rPr>
              <a:t>Classification des matériaux dans l’architecture </a:t>
            </a:r>
          </a:p>
        </p:txBody>
      </p:sp>
      <p:sp>
        <p:nvSpPr>
          <p:cNvPr id="7" name="Rectangle 6">
            <a:extLst>
              <a:ext uri="{FF2B5EF4-FFF2-40B4-BE49-F238E27FC236}">
                <a16:creationId xmlns:a16="http://schemas.microsoft.com/office/drawing/2014/main" id="{F789F2E7-093E-9CC4-8A7B-1546B6260117}"/>
              </a:ext>
            </a:extLst>
          </p:cNvPr>
          <p:cNvSpPr/>
          <p:nvPr/>
        </p:nvSpPr>
        <p:spPr>
          <a:xfrm>
            <a:off x="5204008" y="897814"/>
            <a:ext cx="1915909" cy="523220"/>
          </a:xfrm>
          <a:prstGeom prst="rect">
            <a:avLst/>
          </a:prstGeom>
          <a:noFill/>
        </p:spPr>
        <p:txBody>
          <a:bodyPr wrap="none" lIns="91440" tIns="45720" rIns="91440" bIns="45720">
            <a:spAutoFit/>
          </a:bodyPr>
          <a:lstStyle/>
          <a:p>
            <a:pPr algn="ctr"/>
            <a:r>
              <a:rPr lang="fr-FR" sz="2800" dirty="0">
                <a:ln w="0"/>
                <a:solidFill>
                  <a:srgbClr val="1F3864"/>
                </a:solidFill>
                <a:latin typeface="Aptos" panose="020B0004020202020204" pitchFamily="34" charset="0"/>
              </a:rPr>
              <a:t>Céramique</a:t>
            </a:r>
            <a:endParaRPr lang="fr-FR" sz="5400" b="0" cap="none" spc="0" dirty="0">
              <a:ln w="0"/>
              <a:solidFill>
                <a:srgbClr val="1F3864"/>
              </a:solidFill>
            </a:endParaRPr>
          </a:p>
        </p:txBody>
      </p:sp>
      <p:sp>
        <p:nvSpPr>
          <p:cNvPr id="8" name="ZoneTexte 7">
            <a:extLst>
              <a:ext uri="{FF2B5EF4-FFF2-40B4-BE49-F238E27FC236}">
                <a16:creationId xmlns:a16="http://schemas.microsoft.com/office/drawing/2014/main" id="{47CE1B11-B502-53A0-AC22-E66A443661CC}"/>
              </a:ext>
            </a:extLst>
          </p:cNvPr>
          <p:cNvSpPr txBox="1"/>
          <p:nvPr/>
        </p:nvSpPr>
        <p:spPr>
          <a:xfrm>
            <a:off x="565495" y="1359519"/>
            <a:ext cx="11192933" cy="861774"/>
          </a:xfrm>
          <a:prstGeom prst="rect">
            <a:avLst/>
          </a:prstGeom>
          <a:noFill/>
        </p:spPr>
        <p:txBody>
          <a:bodyPr wrap="square">
            <a:spAutoFit/>
          </a:bodyPr>
          <a:lstStyle/>
          <a:p>
            <a:endParaRPr lang="fr-FR" dirty="0"/>
          </a:p>
          <a:p>
            <a:r>
              <a:rPr lang="fr-FR" sz="1800" dirty="0">
                <a:solidFill>
                  <a:srgbClr val="111111"/>
                </a:solidFill>
                <a:highlight>
                  <a:srgbClr val="FFFFFF"/>
                </a:highlight>
                <a:latin typeface="Aptos" panose="020B0004020202020204" pitchFamily="34" charset="0"/>
              </a:rPr>
              <a:t>Les céramiques, grâce à leur durabilité et leur résistance à la corrosion, sont des matériaux de construction prisés pour les revêtements dans les environnements humides et les applications à haute température</a:t>
            </a:r>
            <a:r>
              <a:rPr lang="fr-FR" dirty="0"/>
              <a:t>.</a:t>
            </a:r>
          </a:p>
        </p:txBody>
      </p:sp>
      <p:pic>
        <p:nvPicPr>
          <p:cNvPr id="2050" name="Picture 2" descr="Les bienfaits du kaolin pour l'estomac | Actinutrition">
            <a:extLst>
              <a:ext uri="{FF2B5EF4-FFF2-40B4-BE49-F238E27FC236}">
                <a16:creationId xmlns:a16="http://schemas.microsoft.com/office/drawing/2014/main" id="{D612B7EC-247C-C9F4-17B5-1BEA622329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322" y="2646739"/>
            <a:ext cx="2757951" cy="155272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arrelage - Carreaux • Tabakh Matériaux">
            <a:extLst>
              <a:ext uri="{FF2B5EF4-FFF2-40B4-BE49-F238E27FC236}">
                <a16:creationId xmlns:a16="http://schemas.microsoft.com/office/drawing/2014/main" id="{9986F978-7425-ECDC-F961-42CCF82BBD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66834" y="3418640"/>
            <a:ext cx="3853083" cy="256405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sécurité sanitaire | emc-djerba.com">
            <a:extLst>
              <a:ext uri="{FF2B5EF4-FFF2-40B4-BE49-F238E27FC236}">
                <a16:creationId xmlns:a16="http://schemas.microsoft.com/office/drawing/2014/main" id="{037EE5E1-129B-6C1A-56B1-9FF6B684ADC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35035" y="2387045"/>
            <a:ext cx="3718765" cy="2898880"/>
          </a:xfrm>
          <a:prstGeom prst="rect">
            <a:avLst/>
          </a:prstGeom>
          <a:noFill/>
          <a:extLst>
            <a:ext uri="{909E8E84-426E-40DD-AFC4-6F175D3DCCD1}">
              <a14:hiddenFill xmlns:a14="http://schemas.microsoft.com/office/drawing/2010/main">
                <a:solidFill>
                  <a:srgbClr val="FFFFFF"/>
                </a:solidFill>
              </a14:hiddenFill>
            </a:ext>
          </a:extLst>
        </p:spPr>
      </p:pic>
      <p:pic>
        <p:nvPicPr>
          <p:cNvPr id="3" name="officeArt object">
            <a:extLst>
              <a:ext uri="{FF2B5EF4-FFF2-40B4-BE49-F238E27FC236}">
                <a16:creationId xmlns:a16="http://schemas.microsoft.com/office/drawing/2014/main" id="{891C3016-7334-9F5C-FF5A-9AD8985E0D6D}"/>
              </a:ext>
            </a:extLst>
          </p:cNvPr>
          <p:cNvPicPr/>
          <p:nvPr/>
        </p:nvPicPr>
        <p:blipFill rotWithShape="1">
          <a:blip r:embed="rId7"/>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10376576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36</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6" name="ZoneTexte 5">
            <a:extLst>
              <a:ext uri="{FF2B5EF4-FFF2-40B4-BE49-F238E27FC236}">
                <a16:creationId xmlns:a16="http://schemas.microsoft.com/office/drawing/2014/main" id="{051208D4-C856-A569-1B00-A0260CB83203}"/>
              </a:ext>
            </a:extLst>
          </p:cNvPr>
          <p:cNvSpPr txBox="1"/>
          <p:nvPr/>
        </p:nvSpPr>
        <p:spPr>
          <a:xfrm>
            <a:off x="0" y="-111600"/>
            <a:ext cx="10006641" cy="738664"/>
          </a:xfrm>
          <a:prstGeom prst="rect">
            <a:avLst/>
          </a:prstGeom>
          <a:noFill/>
        </p:spPr>
        <p:txBody>
          <a:bodyPr wrap="square">
            <a:spAutoFit/>
          </a:bodyPr>
          <a:lstStyle/>
          <a:p>
            <a:pPr marL="571500" indent="-571500" fontAlgn="ctr">
              <a:lnSpc>
                <a:spcPct val="150000"/>
              </a:lnSpc>
              <a:buClr>
                <a:srgbClr val="1F3864"/>
              </a:buClr>
              <a:buSzPct val="49000"/>
              <a:buFont typeface="+mj-lt"/>
              <a:buAutoNum type="romanUcPeriod" startAt="4"/>
            </a:pPr>
            <a:r>
              <a:rPr lang="fr-FR" sz="2800" b="1" dirty="0">
                <a:solidFill>
                  <a:srgbClr val="1F3864"/>
                </a:solidFill>
                <a:latin typeface="Aptos" panose="020B0004020202020204" pitchFamily="34" charset="0"/>
                <a:ea typeface="Calibri"/>
                <a:cs typeface="Calibri"/>
              </a:rPr>
              <a:t>Classification des matériaux dans l’architecture </a:t>
            </a:r>
          </a:p>
        </p:txBody>
      </p:sp>
      <p:sp>
        <p:nvSpPr>
          <p:cNvPr id="7" name="Rectangle 6">
            <a:extLst>
              <a:ext uri="{FF2B5EF4-FFF2-40B4-BE49-F238E27FC236}">
                <a16:creationId xmlns:a16="http://schemas.microsoft.com/office/drawing/2014/main" id="{F789F2E7-093E-9CC4-8A7B-1546B6260117}"/>
              </a:ext>
            </a:extLst>
          </p:cNvPr>
          <p:cNvSpPr/>
          <p:nvPr/>
        </p:nvSpPr>
        <p:spPr>
          <a:xfrm>
            <a:off x="5337059" y="897814"/>
            <a:ext cx="1649812" cy="523220"/>
          </a:xfrm>
          <a:prstGeom prst="rect">
            <a:avLst/>
          </a:prstGeom>
          <a:noFill/>
        </p:spPr>
        <p:txBody>
          <a:bodyPr wrap="none" lIns="91440" tIns="45720" rIns="91440" bIns="45720">
            <a:spAutoFit/>
          </a:bodyPr>
          <a:lstStyle/>
          <a:p>
            <a:pPr algn="ctr"/>
            <a:r>
              <a:rPr lang="fr-FR" sz="2800" dirty="0">
                <a:ln w="0"/>
                <a:solidFill>
                  <a:srgbClr val="1F3864"/>
                </a:solidFill>
                <a:latin typeface="Aptos" panose="020B0004020202020204" pitchFamily="34" charset="0"/>
              </a:rPr>
              <a:t>Polymère</a:t>
            </a:r>
            <a:endParaRPr lang="fr-FR" sz="5400" b="0" cap="none" spc="0" dirty="0">
              <a:ln w="0"/>
              <a:solidFill>
                <a:srgbClr val="1F3864"/>
              </a:solidFill>
            </a:endParaRPr>
          </a:p>
        </p:txBody>
      </p:sp>
      <p:sp>
        <p:nvSpPr>
          <p:cNvPr id="10" name="ZoneTexte 9">
            <a:extLst>
              <a:ext uri="{FF2B5EF4-FFF2-40B4-BE49-F238E27FC236}">
                <a16:creationId xmlns:a16="http://schemas.microsoft.com/office/drawing/2014/main" id="{42E785F4-FC7A-EEBD-AFBD-E17EA8D57C79}"/>
              </a:ext>
            </a:extLst>
          </p:cNvPr>
          <p:cNvSpPr txBox="1"/>
          <p:nvPr/>
        </p:nvSpPr>
        <p:spPr>
          <a:xfrm>
            <a:off x="274937" y="1333025"/>
            <a:ext cx="11774055" cy="861774"/>
          </a:xfrm>
          <a:prstGeom prst="rect">
            <a:avLst/>
          </a:prstGeom>
          <a:noFill/>
        </p:spPr>
        <p:txBody>
          <a:bodyPr wrap="square">
            <a:spAutoFit/>
          </a:bodyPr>
          <a:lstStyle/>
          <a:p>
            <a:endParaRPr lang="fr-FR" dirty="0"/>
          </a:p>
          <a:p>
            <a:r>
              <a:rPr lang="fr-FR" sz="1800" dirty="0">
                <a:solidFill>
                  <a:srgbClr val="111111"/>
                </a:solidFill>
                <a:highlight>
                  <a:srgbClr val="FFFFFF"/>
                </a:highlight>
                <a:latin typeface="Aptos" panose="020B0004020202020204" pitchFamily="34" charset="0"/>
              </a:rPr>
              <a:t>Les polymères sont largement utilisés dans la construction pour leur polyvalence, leur légèreté et sa durabilité, trouvant des applications dans les revêtements, les fenêtres, les tuyaux et bien d'autres composants architecturaux.</a:t>
            </a:r>
          </a:p>
        </p:txBody>
      </p:sp>
      <p:pic>
        <p:nvPicPr>
          <p:cNvPr id="3076" name="Picture 4" descr="La pose d'un revêtement de sol plastique en rouleaux - Objectif Habitat">
            <a:extLst>
              <a:ext uri="{FF2B5EF4-FFF2-40B4-BE49-F238E27FC236}">
                <a16:creationId xmlns:a16="http://schemas.microsoft.com/office/drawing/2014/main" id="{659F13A3-BD75-C531-12D7-406140DCB2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535" y="2383930"/>
            <a:ext cx="2533650" cy="180975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Toit de tuiles de plastique | Choisir son revêtement">
            <a:extLst>
              <a:ext uri="{FF2B5EF4-FFF2-40B4-BE49-F238E27FC236}">
                <a16:creationId xmlns:a16="http://schemas.microsoft.com/office/drawing/2014/main" id="{AC0D10F7-B2E4-7A51-A0A8-8483968F42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47347" y="2383930"/>
            <a:ext cx="4116134" cy="2305035"/>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Raccordement tuyau PVC : comment faire">
            <a:extLst>
              <a:ext uri="{FF2B5EF4-FFF2-40B4-BE49-F238E27FC236}">
                <a16:creationId xmlns:a16="http://schemas.microsoft.com/office/drawing/2014/main" id="{A78A66AC-0BD8-35AE-8F7A-6B8366DDE12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937" y="4509513"/>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Prix d'un Tableau Électrique en 2024 | Tarif &amp; Installation">
            <a:extLst>
              <a:ext uri="{FF2B5EF4-FFF2-40B4-BE49-F238E27FC236}">
                <a16:creationId xmlns:a16="http://schemas.microsoft.com/office/drawing/2014/main" id="{881713E9-9258-FDFF-CA58-8C21632E8A9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77188" y="2531567"/>
            <a:ext cx="3028950" cy="1514475"/>
          </a:xfrm>
          <a:prstGeom prst="rect">
            <a:avLst/>
          </a:prstGeom>
          <a:noFill/>
          <a:extLst>
            <a:ext uri="{909E8E84-426E-40DD-AFC4-6F175D3DCCD1}">
              <a14:hiddenFill xmlns:a14="http://schemas.microsoft.com/office/drawing/2010/main">
                <a:solidFill>
                  <a:srgbClr val="FFFFFF"/>
                </a:solidFill>
              </a14:hiddenFill>
            </a:ext>
          </a:extLst>
        </p:spPr>
      </p:pic>
      <p:pic>
        <p:nvPicPr>
          <p:cNvPr id="3092" name="Picture 20" descr="Peinture epoxy pour sol industriel et parking">
            <a:extLst>
              <a:ext uri="{FF2B5EF4-FFF2-40B4-BE49-F238E27FC236}">
                <a16:creationId xmlns:a16="http://schemas.microsoft.com/office/drawing/2014/main" id="{DF40F767-0257-CC39-57CD-71220CE583B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05650" y="4569424"/>
            <a:ext cx="1743076" cy="1743076"/>
          </a:xfrm>
          <a:prstGeom prst="rect">
            <a:avLst/>
          </a:prstGeom>
          <a:noFill/>
          <a:extLst>
            <a:ext uri="{909E8E84-426E-40DD-AFC4-6F175D3DCCD1}">
              <a14:hiddenFill xmlns:a14="http://schemas.microsoft.com/office/drawing/2010/main">
                <a:solidFill>
                  <a:srgbClr val="FFFFFF"/>
                </a:solidFill>
              </a14:hiddenFill>
            </a:ext>
          </a:extLst>
        </p:spPr>
      </p:pic>
      <p:pic>
        <p:nvPicPr>
          <p:cNvPr id="3094" name="Picture 22" descr="Joints de dilatation et fractionnement - EMAC Groupe">
            <a:extLst>
              <a:ext uri="{FF2B5EF4-FFF2-40B4-BE49-F238E27FC236}">
                <a16:creationId xmlns:a16="http://schemas.microsoft.com/office/drawing/2014/main" id="{E9A8A5DC-6D14-9A02-250B-E13A104CB958}"/>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221" t="7153" r="19421" b="34848"/>
          <a:stretch/>
        </p:blipFill>
        <p:spPr bwMode="auto">
          <a:xfrm>
            <a:off x="8890493" y="4898334"/>
            <a:ext cx="2066908" cy="1301764"/>
          </a:xfrm>
          <a:prstGeom prst="rect">
            <a:avLst/>
          </a:prstGeom>
          <a:noFill/>
          <a:extLst>
            <a:ext uri="{909E8E84-426E-40DD-AFC4-6F175D3DCCD1}">
              <a14:hiddenFill xmlns:a14="http://schemas.microsoft.com/office/drawing/2010/main">
                <a:solidFill>
                  <a:srgbClr val="FFFFFF"/>
                </a:solidFill>
              </a14:hiddenFill>
            </a:ext>
          </a:extLst>
        </p:spPr>
      </p:pic>
      <p:pic>
        <p:nvPicPr>
          <p:cNvPr id="3096" name="Picture 24" descr="Fenêtre PVC sur mesure » prix pas cher | fenetre24.com">
            <a:extLst>
              <a:ext uri="{FF2B5EF4-FFF2-40B4-BE49-F238E27FC236}">
                <a16:creationId xmlns:a16="http://schemas.microsoft.com/office/drawing/2014/main" id="{19875923-FD95-B9AC-5AC1-137EAA99093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70232" y="4878096"/>
            <a:ext cx="1546088" cy="1546088"/>
          </a:xfrm>
          <a:prstGeom prst="rect">
            <a:avLst/>
          </a:prstGeom>
          <a:noFill/>
          <a:extLst>
            <a:ext uri="{909E8E84-426E-40DD-AFC4-6F175D3DCCD1}">
              <a14:hiddenFill xmlns:a14="http://schemas.microsoft.com/office/drawing/2010/main">
                <a:solidFill>
                  <a:srgbClr val="FFFFFF"/>
                </a:solidFill>
              </a14:hiddenFill>
            </a:ext>
          </a:extLst>
        </p:spPr>
      </p:pic>
      <p:pic>
        <p:nvPicPr>
          <p:cNvPr id="3" name="officeArt object">
            <a:extLst>
              <a:ext uri="{FF2B5EF4-FFF2-40B4-BE49-F238E27FC236}">
                <a16:creationId xmlns:a16="http://schemas.microsoft.com/office/drawing/2014/main" id="{F022B3BA-52AB-0E97-A183-235CCB9D6716}"/>
              </a:ext>
            </a:extLst>
          </p:cNvPr>
          <p:cNvPicPr/>
          <p:nvPr/>
        </p:nvPicPr>
        <p:blipFill rotWithShape="1">
          <a:blip r:embed="rId11"/>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31155828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37</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6" name="ZoneTexte 5">
            <a:extLst>
              <a:ext uri="{FF2B5EF4-FFF2-40B4-BE49-F238E27FC236}">
                <a16:creationId xmlns:a16="http://schemas.microsoft.com/office/drawing/2014/main" id="{051208D4-C856-A569-1B00-A0260CB83203}"/>
              </a:ext>
            </a:extLst>
          </p:cNvPr>
          <p:cNvSpPr txBox="1"/>
          <p:nvPr/>
        </p:nvSpPr>
        <p:spPr>
          <a:xfrm>
            <a:off x="0" y="-111600"/>
            <a:ext cx="10006641" cy="738664"/>
          </a:xfrm>
          <a:prstGeom prst="rect">
            <a:avLst/>
          </a:prstGeom>
          <a:noFill/>
        </p:spPr>
        <p:txBody>
          <a:bodyPr wrap="square">
            <a:spAutoFit/>
          </a:bodyPr>
          <a:lstStyle/>
          <a:p>
            <a:pPr marL="571500" indent="-571500" fontAlgn="ctr">
              <a:lnSpc>
                <a:spcPct val="150000"/>
              </a:lnSpc>
              <a:buClr>
                <a:srgbClr val="1F3864"/>
              </a:buClr>
              <a:buSzPct val="49000"/>
              <a:buFont typeface="+mj-lt"/>
              <a:buAutoNum type="romanUcPeriod" startAt="4"/>
            </a:pPr>
            <a:r>
              <a:rPr lang="fr-FR" sz="2800" b="1" dirty="0">
                <a:solidFill>
                  <a:srgbClr val="1F3864"/>
                </a:solidFill>
                <a:latin typeface="Aptos" panose="020B0004020202020204" pitchFamily="34" charset="0"/>
                <a:ea typeface="Calibri"/>
                <a:cs typeface="Calibri"/>
              </a:rPr>
              <a:t>Classification des matériaux dans l’architecture </a:t>
            </a:r>
          </a:p>
        </p:txBody>
      </p:sp>
      <p:sp>
        <p:nvSpPr>
          <p:cNvPr id="3" name="Rectangle 2">
            <a:extLst>
              <a:ext uri="{FF2B5EF4-FFF2-40B4-BE49-F238E27FC236}">
                <a16:creationId xmlns:a16="http://schemas.microsoft.com/office/drawing/2014/main" id="{FD4A1AD2-0B06-051C-7BA2-65CB1AEACC7E}"/>
              </a:ext>
            </a:extLst>
          </p:cNvPr>
          <p:cNvSpPr/>
          <p:nvPr/>
        </p:nvSpPr>
        <p:spPr>
          <a:xfrm>
            <a:off x="4608924" y="638172"/>
            <a:ext cx="2316661"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Lot technique</a:t>
            </a:r>
            <a:endParaRPr lang="fr-FR" sz="5400" b="0" cap="none" spc="0" dirty="0">
              <a:ln w="0"/>
              <a:solidFill>
                <a:srgbClr val="1F3864"/>
              </a:solidFill>
            </a:endParaRPr>
          </a:p>
        </p:txBody>
      </p:sp>
      <p:pic>
        <p:nvPicPr>
          <p:cNvPr id="8" name="Image 7">
            <a:extLst>
              <a:ext uri="{FF2B5EF4-FFF2-40B4-BE49-F238E27FC236}">
                <a16:creationId xmlns:a16="http://schemas.microsoft.com/office/drawing/2014/main" id="{FD94E27A-1794-E25D-3E25-4C067CA76338}"/>
              </a:ext>
            </a:extLst>
          </p:cNvPr>
          <p:cNvPicPr>
            <a:picLocks noChangeAspect="1"/>
          </p:cNvPicPr>
          <p:nvPr/>
        </p:nvPicPr>
        <p:blipFill>
          <a:blip r:embed="rId4"/>
          <a:stretch>
            <a:fillRect/>
          </a:stretch>
        </p:blipFill>
        <p:spPr>
          <a:xfrm>
            <a:off x="558494" y="1437665"/>
            <a:ext cx="10417520" cy="4199856"/>
          </a:xfrm>
          <a:prstGeom prst="rect">
            <a:avLst/>
          </a:prstGeom>
        </p:spPr>
      </p:pic>
      <p:pic>
        <p:nvPicPr>
          <p:cNvPr id="10" name="Image 9">
            <a:extLst>
              <a:ext uri="{FF2B5EF4-FFF2-40B4-BE49-F238E27FC236}">
                <a16:creationId xmlns:a16="http://schemas.microsoft.com/office/drawing/2014/main" id="{106DC4FF-70F6-BED6-0C26-FF8C6093589A}"/>
              </a:ext>
            </a:extLst>
          </p:cNvPr>
          <p:cNvPicPr>
            <a:picLocks noChangeAspect="1"/>
          </p:cNvPicPr>
          <p:nvPr/>
        </p:nvPicPr>
        <p:blipFill>
          <a:blip r:embed="rId5"/>
          <a:stretch>
            <a:fillRect/>
          </a:stretch>
        </p:blipFill>
        <p:spPr>
          <a:xfrm>
            <a:off x="9548401" y="5744487"/>
            <a:ext cx="1491091" cy="455611"/>
          </a:xfrm>
          <a:prstGeom prst="rect">
            <a:avLst/>
          </a:prstGeom>
        </p:spPr>
      </p:pic>
      <p:pic>
        <p:nvPicPr>
          <p:cNvPr id="4" name="officeArt object">
            <a:extLst>
              <a:ext uri="{FF2B5EF4-FFF2-40B4-BE49-F238E27FC236}">
                <a16:creationId xmlns:a16="http://schemas.microsoft.com/office/drawing/2014/main" id="{6D244E1C-5553-74B0-1861-AD5FB1DDD731}"/>
              </a:ext>
            </a:extLst>
          </p:cNvPr>
          <p:cNvPicPr/>
          <p:nvPr/>
        </p:nvPicPr>
        <p:blipFill rotWithShape="1">
          <a:blip r:embed="rId6"/>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9648930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38</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6" name="ZoneTexte 5">
            <a:extLst>
              <a:ext uri="{FF2B5EF4-FFF2-40B4-BE49-F238E27FC236}">
                <a16:creationId xmlns:a16="http://schemas.microsoft.com/office/drawing/2014/main" id="{051208D4-C856-A569-1B00-A0260CB83203}"/>
              </a:ext>
            </a:extLst>
          </p:cNvPr>
          <p:cNvSpPr txBox="1"/>
          <p:nvPr/>
        </p:nvSpPr>
        <p:spPr>
          <a:xfrm>
            <a:off x="0" y="-111600"/>
            <a:ext cx="10006641" cy="1384995"/>
          </a:xfrm>
          <a:prstGeom prst="rect">
            <a:avLst/>
          </a:prstGeom>
          <a:noFill/>
        </p:spPr>
        <p:txBody>
          <a:bodyPr wrap="square">
            <a:spAutoFit/>
          </a:bodyPr>
          <a:lstStyle/>
          <a:p>
            <a:pPr marL="571500" indent="-571500" fontAlgn="ctr">
              <a:lnSpc>
                <a:spcPct val="150000"/>
              </a:lnSpc>
              <a:buClr>
                <a:srgbClr val="1F3864"/>
              </a:buClr>
              <a:buSzPct val="52000"/>
              <a:buFont typeface="+mj-lt"/>
              <a:buAutoNum type="romanUcPeriod" startAt="5"/>
            </a:pPr>
            <a:r>
              <a:rPr lang="fr-FR" sz="2800" b="1" dirty="0">
                <a:solidFill>
                  <a:srgbClr val="1F3864"/>
                </a:solidFill>
                <a:latin typeface="Aptos" panose="020B0004020202020204" pitchFamily="34" charset="0"/>
                <a:ea typeface="Calibri"/>
                <a:cs typeface="Calibri"/>
              </a:rPr>
              <a:t>Propriétés des matériaux de construction </a:t>
            </a:r>
          </a:p>
          <a:p>
            <a:pPr marL="571500" indent="-571500" fontAlgn="ctr">
              <a:lnSpc>
                <a:spcPct val="150000"/>
              </a:lnSpc>
              <a:buClr>
                <a:srgbClr val="1F3864"/>
              </a:buClr>
              <a:buSzPct val="49000"/>
              <a:buFont typeface="+mj-lt"/>
              <a:buAutoNum type="romanUcPeriod" startAt="5"/>
            </a:pPr>
            <a:endParaRPr lang="fr-FR" sz="2800" b="1" dirty="0">
              <a:solidFill>
                <a:srgbClr val="1F3864"/>
              </a:solidFill>
              <a:latin typeface="Aptos" panose="020B0004020202020204" pitchFamily="34" charset="0"/>
              <a:ea typeface="Calibri"/>
              <a:cs typeface="Calibri"/>
            </a:endParaRPr>
          </a:p>
        </p:txBody>
      </p:sp>
      <p:sp>
        <p:nvSpPr>
          <p:cNvPr id="7" name="Rectangle 6">
            <a:extLst>
              <a:ext uri="{FF2B5EF4-FFF2-40B4-BE49-F238E27FC236}">
                <a16:creationId xmlns:a16="http://schemas.microsoft.com/office/drawing/2014/main" id="{85E52BC2-EB75-B11A-4D6F-5C45965C8E59}"/>
              </a:ext>
            </a:extLst>
          </p:cNvPr>
          <p:cNvSpPr/>
          <p:nvPr/>
        </p:nvSpPr>
        <p:spPr>
          <a:xfrm>
            <a:off x="3583732" y="985116"/>
            <a:ext cx="4293163"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Propriétés architecturales </a:t>
            </a:r>
            <a:endParaRPr lang="fr-FR" sz="5400" b="0" cap="none" spc="0" dirty="0">
              <a:ln w="0"/>
              <a:solidFill>
                <a:srgbClr val="1F3864"/>
              </a:solidFill>
            </a:endParaRPr>
          </a:p>
        </p:txBody>
      </p:sp>
      <p:sp>
        <p:nvSpPr>
          <p:cNvPr id="15" name="ZoneTexte 14">
            <a:extLst>
              <a:ext uri="{FF2B5EF4-FFF2-40B4-BE49-F238E27FC236}">
                <a16:creationId xmlns:a16="http://schemas.microsoft.com/office/drawing/2014/main" id="{35B1BE20-3AB9-92AC-38CF-3AEA30865DAE}"/>
              </a:ext>
            </a:extLst>
          </p:cNvPr>
          <p:cNvSpPr txBox="1"/>
          <p:nvPr/>
        </p:nvSpPr>
        <p:spPr>
          <a:xfrm>
            <a:off x="341592" y="1543748"/>
            <a:ext cx="11717866" cy="923330"/>
          </a:xfrm>
          <a:prstGeom prst="rect">
            <a:avLst/>
          </a:prstGeom>
          <a:noFill/>
        </p:spPr>
        <p:txBody>
          <a:bodyPr wrap="square">
            <a:spAutoFit/>
          </a:bodyPr>
          <a:lstStyle/>
          <a:p>
            <a:r>
              <a:rPr lang="fr-FR" sz="1800" b="1" dirty="0">
                <a:solidFill>
                  <a:srgbClr val="111111"/>
                </a:solidFill>
                <a:highlight>
                  <a:srgbClr val="FFFFFF"/>
                </a:highlight>
                <a:latin typeface="Aptos" panose="020B0004020202020204" pitchFamily="34" charset="0"/>
              </a:rPr>
              <a:t>Les propriétés architecturales </a:t>
            </a:r>
            <a:r>
              <a:rPr lang="fr-FR" sz="1800" dirty="0">
                <a:solidFill>
                  <a:srgbClr val="111111"/>
                </a:solidFill>
                <a:highlight>
                  <a:srgbClr val="FFFFFF"/>
                </a:highlight>
                <a:latin typeface="Aptos" panose="020B0004020202020204" pitchFamily="34" charset="0"/>
              </a:rPr>
              <a:t>englobent les </a:t>
            </a:r>
            <a:r>
              <a:rPr lang="fr-FR" sz="1800" b="1" dirty="0">
                <a:solidFill>
                  <a:srgbClr val="111111"/>
                </a:solidFill>
                <a:highlight>
                  <a:srgbClr val="FFFFFF"/>
                </a:highlight>
                <a:latin typeface="Aptos" panose="020B0004020202020204" pitchFamily="34" charset="0"/>
              </a:rPr>
              <a:t>caractéristiques</a:t>
            </a:r>
            <a:r>
              <a:rPr lang="fr-FR" sz="1800" dirty="0">
                <a:solidFill>
                  <a:srgbClr val="111111"/>
                </a:solidFill>
                <a:highlight>
                  <a:srgbClr val="FFFFFF"/>
                </a:highlight>
                <a:latin typeface="Aptos" panose="020B0004020202020204" pitchFamily="34" charset="0"/>
              </a:rPr>
              <a:t> influençant la  conception et la construction des espaces architecturaux  par leur apparence, leur utilisation, leur perception et leur impact sur les occupants et leur environnement.</a:t>
            </a:r>
          </a:p>
        </p:txBody>
      </p:sp>
      <p:sp>
        <p:nvSpPr>
          <p:cNvPr id="19" name="ZoneTexte 18">
            <a:extLst>
              <a:ext uri="{FF2B5EF4-FFF2-40B4-BE49-F238E27FC236}">
                <a16:creationId xmlns:a16="http://schemas.microsoft.com/office/drawing/2014/main" id="{EAD06838-3AD8-EE12-755D-8716A73CC6A6}"/>
              </a:ext>
            </a:extLst>
          </p:cNvPr>
          <p:cNvSpPr txBox="1"/>
          <p:nvPr/>
        </p:nvSpPr>
        <p:spPr>
          <a:xfrm>
            <a:off x="812800" y="2776873"/>
            <a:ext cx="9071146" cy="369332"/>
          </a:xfrm>
          <a:prstGeom prst="rect">
            <a:avLst/>
          </a:prstGeom>
          <a:noFill/>
        </p:spPr>
        <p:txBody>
          <a:bodyPr wrap="square">
            <a:spAutoFit/>
          </a:bodyPr>
          <a:lstStyle/>
          <a:p>
            <a:pPr algn="ctr"/>
            <a:r>
              <a:rPr lang="fr-FR" sz="1800" dirty="0">
                <a:solidFill>
                  <a:srgbClr val="111111"/>
                </a:solidFill>
                <a:highlight>
                  <a:srgbClr val="FFFFFF"/>
                </a:highlight>
                <a:latin typeface="Aptos" panose="020B0004020202020204" pitchFamily="34" charset="0"/>
              </a:rPr>
              <a:t>La </a:t>
            </a:r>
            <a:r>
              <a:rPr lang="fr-FR" sz="1800" b="1" dirty="0">
                <a:solidFill>
                  <a:srgbClr val="111111"/>
                </a:solidFill>
                <a:highlight>
                  <a:srgbClr val="FFFFFF"/>
                </a:highlight>
                <a:latin typeface="Aptos" panose="020B0004020202020204" pitchFamily="34" charset="0"/>
              </a:rPr>
              <a:t>symbolique </a:t>
            </a:r>
            <a:r>
              <a:rPr lang="fr-FR" sz="1800" dirty="0">
                <a:solidFill>
                  <a:srgbClr val="111111"/>
                </a:solidFill>
                <a:highlight>
                  <a:srgbClr val="FFFFFF"/>
                </a:highlight>
                <a:latin typeface="Aptos" panose="020B0004020202020204" pitchFamily="34" charset="0"/>
              </a:rPr>
              <a:t>représente la </a:t>
            </a:r>
            <a:r>
              <a:rPr lang="fr-FR" sz="1800" b="1" dirty="0">
                <a:solidFill>
                  <a:srgbClr val="111111"/>
                </a:solidFill>
                <a:highlight>
                  <a:srgbClr val="FFFFFF"/>
                </a:highlight>
                <a:latin typeface="Aptos" panose="020B0004020202020204" pitchFamily="34" charset="0"/>
              </a:rPr>
              <a:t>signification culturelle et sociale des matériaux</a:t>
            </a:r>
          </a:p>
        </p:txBody>
      </p:sp>
      <p:pic>
        <p:nvPicPr>
          <p:cNvPr id="3" name="officeArt object">
            <a:extLst>
              <a:ext uri="{FF2B5EF4-FFF2-40B4-BE49-F238E27FC236}">
                <a16:creationId xmlns:a16="http://schemas.microsoft.com/office/drawing/2014/main" id="{0D3F9E59-C985-C7DA-6421-7C5C3FE6A7D5}"/>
              </a:ext>
            </a:extLst>
          </p:cNvPr>
          <p:cNvPicPr/>
          <p:nvPr/>
        </p:nvPicPr>
        <p:blipFill rotWithShape="1">
          <a:blip r:embed="rId4"/>
          <a:srcRect l="12854" r="8048"/>
          <a:stretch/>
        </p:blipFill>
        <p:spPr>
          <a:xfrm>
            <a:off x="9668656" y="0"/>
            <a:ext cx="1090163" cy="1229634"/>
          </a:xfrm>
          <a:prstGeom prst="rect">
            <a:avLst/>
          </a:prstGeom>
          <a:ln w="12700" cap="flat">
            <a:noFill/>
            <a:miter lim="400000"/>
          </a:ln>
          <a:effectLst/>
        </p:spPr>
      </p:pic>
      <p:pic>
        <p:nvPicPr>
          <p:cNvPr id="8" name="Image 7">
            <a:extLst>
              <a:ext uri="{FF2B5EF4-FFF2-40B4-BE49-F238E27FC236}">
                <a16:creationId xmlns:a16="http://schemas.microsoft.com/office/drawing/2014/main" id="{6881233D-B50C-1797-CB51-ADD8E09C4D61}"/>
              </a:ext>
            </a:extLst>
          </p:cNvPr>
          <p:cNvPicPr>
            <a:picLocks noChangeAspect="1"/>
          </p:cNvPicPr>
          <p:nvPr/>
        </p:nvPicPr>
        <p:blipFill>
          <a:blip r:embed="rId5"/>
          <a:stretch>
            <a:fillRect/>
          </a:stretch>
        </p:blipFill>
        <p:spPr>
          <a:xfrm>
            <a:off x="7793676" y="3202405"/>
            <a:ext cx="3790897" cy="2848715"/>
          </a:xfrm>
          <a:prstGeom prst="rect">
            <a:avLst/>
          </a:prstGeom>
        </p:spPr>
      </p:pic>
      <p:pic>
        <p:nvPicPr>
          <p:cNvPr id="1026" name="Picture 2" descr="La construction en terre se développe au Sénégal - L'Afrique en marche">
            <a:extLst>
              <a:ext uri="{FF2B5EF4-FFF2-40B4-BE49-F238E27FC236}">
                <a16:creationId xmlns:a16="http://schemas.microsoft.com/office/drawing/2014/main" id="{18481902-CE3D-F647-5837-65673390A6E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58886" y="3474175"/>
            <a:ext cx="3435927" cy="257694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a Grande mosquée de Djenné, un trésor à protéger | Beaux Arts">
            <a:extLst>
              <a:ext uri="{FF2B5EF4-FFF2-40B4-BE49-F238E27FC236}">
                <a16:creationId xmlns:a16="http://schemas.microsoft.com/office/drawing/2014/main" id="{CB7A82C0-5EC3-B37A-5184-6D28E412242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9309" y="3741701"/>
            <a:ext cx="3046480" cy="20272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03503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39</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6" name="ZoneTexte 5">
            <a:extLst>
              <a:ext uri="{FF2B5EF4-FFF2-40B4-BE49-F238E27FC236}">
                <a16:creationId xmlns:a16="http://schemas.microsoft.com/office/drawing/2014/main" id="{051208D4-C856-A569-1B00-A0260CB83203}"/>
              </a:ext>
            </a:extLst>
          </p:cNvPr>
          <p:cNvSpPr txBox="1"/>
          <p:nvPr/>
        </p:nvSpPr>
        <p:spPr>
          <a:xfrm>
            <a:off x="0" y="-111600"/>
            <a:ext cx="10006641" cy="1384995"/>
          </a:xfrm>
          <a:prstGeom prst="rect">
            <a:avLst/>
          </a:prstGeom>
          <a:noFill/>
        </p:spPr>
        <p:txBody>
          <a:bodyPr wrap="square">
            <a:spAutoFit/>
          </a:bodyPr>
          <a:lstStyle/>
          <a:p>
            <a:pPr marL="571500" indent="-571500" fontAlgn="ctr">
              <a:lnSpc>
                <a:spcPct val="150000"/>
              </a:lnSpc>
              <a:buClr>
                <a:srgbClr val="1F3864"/>
              </a:buClr>
              <a:buSzPct val="52000"/>
              <a:buFont typeface="+mj-lt"/>
              <a:buAutoNum type="romanUcPeriod" startAt="5"/>
            </a:pPr>
            <a:r>
              <a:rPr lang="fr-FR" sz="2800" b="1" dirty="0">
                <a:solidFill>
                  <a:srgbClr val="1F3864"/>
                </a:solidFill>
                <a:latin typeface="Aptos" panose="020B0004020202020204" pitchFamily="34" charset="0"/>
                <a:ea typeface="Calibri"/>
                <a:cs typeface="Calibri"/>
              </a:rPr>
              <a:t>Propriétés des matériaux de construction </a:t>
            </a:r>
          </a:p>
          <a:p>
            <a:pPr marL="571500" indent="-571500" fontAlgn="ctr">
              <a:lnSpc>
                <a:spcPct val="150000"/>
              </a:lnSpc>
              <a:buClr>
                <a:srgbClr val="1F3864"/>
              </a:buClr>
              <a:buSzPct val="49000"/>
              <a:buFont typeface="+mj-lt"/>
              <a:buAutoNum type="romanUcPeriod" startAt="5"/>
            </a:pPr>
            <a:endParaRPr lang="fr-FR" sz="2800" b="1" dirty="0">
              <a:solidFill>
                <a:srgbClr val="1F3864"/>
              </a:solidFill>
              <a:latin typeface="Aptos" panose="020B0004020202020204" pitchFamily="34" charset="0"/>
              <a:ea typeface="Calibri"/>
              <a:cs typeface="Calibri"/>
            </a:endParaRPr>
          </a:p>
        </p:txBody>
      </p:sp>
      <p:sp>
        <p:nvSpPr>
          <p:cNvPr id="7" name="Rectangle 6">
            <a:extLst>
              <a:ext uri="{FF2B5EF4-FFF2-40B4-BE49-F238E27FC236}">
                <a16:creationId xmlns:a16="http://schemas.microsoft.com/office/drawing/2014/main" id="{85E52BC2-EB75-B11A-4D6F-5C45965C8E59}"/>
              </a:ext>
            </a:extLst>
          </p:cNvPr>
          <p:cNvSpPr/>
          <p:nvPr/>
        </p:nvSpPr>
        <p:spPr>
          <a:xfrm>
            <a:off x="3583732" y="985116"/>
            <a:ext cx="4293163"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Propriétés architecturales </a:t>
            </a:r>
            <a:endParaRPr lang="fr-FR" sz="5400" b="0" cap="none" spc="0" dirty="0">
              <a:ln w="0"/>
              <a:solidFill>
                <a:srgbClr val="1F3864"/>
              </a:solidFill>
            </a:endParaRPr>
          </a:p>
        </p:txBody>
      </p:sp>
      <p:sp>
        <p:nvSpPr>
          <p:cNvPr id="15" name="ZoneTexte 14">
            <a:extLst>
              <a:ext uri="{FF2B5EF4-FFF2-40B4-BE49-F238E27FC236}">
                <a16:creationId xmlns:a16="http://schemas.microsoft.com/office/drawing/2014/main" id="{35B1BE20-3AB9-92AC-38CF-3AEA30865DAE}"/>
              </a:ext>
            </a:extLst>
          </p:cNvPr>
          <p:cNvSpPr txBox="1"/>
          <p:nvPr/>
        </p:nvSpPr>
        <p:spPr>
          <a:xfrm>
            <a:off x="341592" y="1543748"/>
            <a:ext cx="11717866" cy="923330"/>
          </a:xfrm>
          <a:prstGeom prst="rect">
            <a:avLst/>
          </a:prstGeom>
          <a:noFill/>
        </p:spPr>
        <p:txBody>
          <a:bodyPr wrap="square">
            <a:spAutoFit/>
          </a:bodyPr>
          <a:lstStyle/>
          <a:p>
            <a:r>
              <a:rPr lang="fr-FR" sz="1800" dirty="0">
                <a:solidFill>
                  <a:srgbClr val="111111"/>
                </a:solidFill>
                <a:highlight>
                  <a:srgbClr val="FFFFFF"/>
                </a:highlight>
                <a:latin typeface="Aptos" panose="020B0004020202020204" pitchFamily="34" charset="0"/>
              </a:rPr>
              <a:t>Les propriétés architecturales englobent les caractéristiques influençant la  conception et la construction des espaces architecturaux  par leur apparence, leur utilisation, leur perception et leur impact sur les occupants et leur environnement.</a:t>
            </a:r>
          </a:p>
        </p:txBody>
      </p:sp>
      <p:sp>
        <p:nvSpPr>
          <p:cNvPr id="19" name="ZoneTexte 18">
            <a:extLst>
              <a:ext uri="{FF2B5EF4-FFF2-40B4-BE49-F238E27FC236}">
                <a16:creationId xmlns:a16="http://schemas.microsoft.com/office/drawing/2014/main" id="{EAD06838-3AD8-EE12-755D-8716A73CC6A6}"/>
              </a:ext>
            </a:extLst>
          </p:cNvPr>
          <p:cNvSpPr txBox="1"/>
          <p:nvPr/>
        </p:nvSpPr>
        <p:spPr>
          <a:xfrm>
            <a:off x="1194740" y="2416962"/>
            <a:ext cx="9071146" cy="338554"/>
          </a:xfrm>
          <a:prstGeom prst="rect">
            <a:avLst/>
          </a:prstGeom>
          <a:noFill/>
        </p:spPr>
        <p:txBody>
          <a:bodyPr wrap="square">
            <a:spAutoFit/>
          </a:bodyPr>
          <a:lstStyle/>
          <a:p>
            <a:pPr algn="ctr"/>
            <a:r>
              <a:rPr lang="fr-FR" sz="1600" dirty="0">
                <a:solidFill>
                  <a:srgbClr val="111111"/>
                </a:solidFill>
                <a:highlight>
                  <a:srgbClr val="FFFFFF"/>
                </a:highlight>
                <a:latin typeface="Aptos" panose="020B0004020202020204" pitchFamily="34" charset="0"/>
              </a:rPr>
              <a:t>La </a:t>
            </a:r>
            <a:r>
              <a:rPr lang="fr-FR" sz="1600" b="1" dirty="0">
                <a:solidFill>
                  <a:srgbClr val="111111"/>
                </a:solidFill>
                <a:highlight>
                  <a:srgbClr val="FFFFFF"/>
                </a:highlight>
                <a:latin typeface="Aptos" panose="020B0004020202020204" pitchFamily="34" charset="0"/>
              </a:rPr>
              <a:t>symbolique </a:t>
            </a:r>
            <a:r>
              <a:rPr lang="fr-FR" sz="1600" dirty="0">
                <a:solidFill>
                  <a:srgbClr val="111111"/>
                </a:solidFill>
                <a:highlight>
                  <a:srgbClr val="FFFFFF"/>
                </a:highlight>
                <a:latin typeface="Aptos" panose="020B0004020202020204" pitchFamily="34" charset="0"/>
              </a:rPr>
              <a:t>représente la </a:t>
            </a:r>
            <a:r>
              <a:rPr lang="fr-FR" sz="1600" b="1" dirty="0">
                <a:solidFill>
                  <a:srgbClr val="111111"/>
                </a:solidFill>
                <a:highlight>
                  <a:srgbClr val="FFFFFF"/>
                </a:highlight>
                <a:latin typeface="Aptos" panose="020B0004020202020204" pitchFamily="34" charset="0"/>
              </a:rPr>
              <a:t>signification culturelle et sociale des matériaux</a:t>
            </a:r>
          </a:p>
        </p:txBody>
      </p:sp>
      <p:pic>
        <p:nvPicPr>
          <p:cNvPr id="5122" name="Picture 2" descr="Fond La Majestueuse Mosquée De Marbre Blanc Fond, La ...">
            <a:extLst>
              <a:ext uri="{FF2B5EF4-FFF2-40B4-BE49-F238E27FC236}">
                <a16:creationId xmlns:a16="http://schemas.microsoft.com/office/drawing/2014/main" id="{0AE86716-D578-E26F-916B-7997E45E3E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07151" y="2819881"/>
            <a:ext cx="3306763" cy="3101161"/>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693F18E1-1544-250D-7F3B-05BDB6A9B32B}"/>
              </a:ext>
            </a:extLst>
          </p:cNvPr>
          <p:cNvSpPr txBox="1"/>
          <p:nvPr/>
        </p:nvSpPr>
        <p:spPr>
          <a:xfrm>
            <a:off x="1655680" y="5845658"/>
            <a:ext cx="9383812" cy="584775"/>
          </a:xfrm>
          <a:prstGeom prst="rect">
            <a:avLst/>
          </a:prstGeom>
          <a:noFill/>
        </p:spPr>
        <p:txBody>
          <a:bodyPr wrap="square">
            <a:spAutoFit/>
          </a:bodyPr>
          <a:lstStyle/>
          <a:p>
            <a:endParaRPr lang="fr-FR" dirty="0"/>
          </a:p>
          <a:p>
            <a:r>
              <a:rPr lang="fr-FR" sz="1800" dirty="0">
                <a:solidFill>
                  <a:srgbClr val="111111"/>
                </a:solidFill>
                <a:highlight>
                  <a:srgbClr val="FFFFFF"/>
                </a:highlight>
                <a:latin typeface="Aptos" panose="020B0004020202020204" pitchFamily="34" charset="0"/>
              </a:rPr>
              <a:t>Marbre blanc : prestige, sophistication</a:t>
            </a:r>
            <a:r>
              <a:rPr lang="fr-FR" sz="1800" dirty="0"/>
              <a:t>, </a:t>
            </a:r>
            <a:r>
              <a:rPr lang="fr-FR" sz="1800" dirty="0">
                <a:solidFill>
                  <a:srgbClr val="111111"/>
                </a:solidFill>
                <a:highlight>
                  <a:srgbClr val="FFFFFF"/>
                </a:highlight>
                <a:latin typeface="Aptos" panose="020B0004020202020204" pitchFamily="34" charset="0"/>
              </a:rPr>
              <a:t>luxe et de l'élégance dans l'architecture.</a:t>
            </a:r>
            <a:endParaRPr lang="fr-FR" dirty="0"/>
          </a:p>
        </p:txBody>
      </p:sp>
      <p:pic>
        <p:nvPicPr>
          <p:cNvPr id="3" name="officeArt object">
            <a:extLst>
              <a:ext uri="{FF2B5EF4-FFF2-40B4-BE49-F238E27FC236}">
                <a16:creationId xmlns:a16="http://schemas.microsoft.com/office/drawing/2014/main" id="{537AC676-0792-D711-041D-4BC0B011E30C}"/>
              </a:ext>
            </a:extLst>
          </p:cNvPr>
          <p:cNvPicPr/>
          <p:nvPr/>
        </p:nvPicPr>
        <p:blipFill rotWithShape="1">
          <a:blip r:embed="rId5"/>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31772180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40</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6" name="ZoneTexte 5">
            <a:extLst>
              <a:ext uri="{FF2B5EF4-FFF2-40B4-BE49-F238E27FC236}">
                <a16:creationId xmlns:a16="http://schemas.microsoft.com/office/drawing/2014/main" id="{051208D4-C856-A569-1B00-A0260CB83203}"/>
              </a:ext>
            </a:extLst>
          </p:cNvPr>
          <p:cNvSpPr txBox="1"/>
          <p:nvPr/>
        </p:nvSpPr>
        <p:spPr>
          <a:xfrm>
            <a:off x="0" y="-111600"/>
            <a:ext cx="10006641" cy="1384995"/>
          </a:xfrm>
          <a:prstGeom prst="rect">
            <a:avLst/>
          </a:prstGeom>
          <a:noFill/>
        </p:spPr>
        <p:txBody>
          <a:bodyPr wrap="square">
            <a:spAutoFit/>
          </a:bodyPr>
          <a:lstStyle/>
          <a:p>
            <a:pPr marL="571500" indent="-571500" fontAlgn="ctr">
              <a:lnSpc>
                <a:spcPct val="150000"/>
              </a:lnSpc>
              <a:buClr>
                <a:srgbClr val="1F3864"/>
              </a:buClr>
              <a:buSzPct val="52000"/>
              <a:buFont typeface="+mj-lt"/>
              <a:buAutoNum type="romanUcPeriod" startAt="5"/>
            </a:pPr>
            <a:r>
              <a:rPr lang="fr-FR" sz="2800" b="1" dirty="0">
                <a:solidFill>
                  <a:srgbClr val="1F3864"/>
                </a:solidFill>
                <a:latin typeface="Aptos" panose="020B0004020202020204" pitchFamily="34" charset="0"/>
                <a:ea typeface="Calibri"/>
                <a:cs typeface="Calibri"/>
              </a:rPr>
              <a:t>Propriétés des matériaux de construction </a:t>
            </a:r>
          </a:p>
          <a:p>
            <a:pPr marL="571500" indent="-571500" fontAlgn="ctr">
              <a:lnSpc>
                <a:spcPct val="150000"/>
              </a:lnSpc>
              <a:buClr>
                <a:srgbClr val="1F3864"/>
              </a:buClr>
              <a:buSzPct val="49000"/>
              <a:buFont typeface="+mj-lt"/>
              <a:buAutoNum type="romanUcPeriod" startAt="5"/>
            </a:pPr>
            <a:endParaRPr lang="fr-FR" sz="2800" b="1" dirty="0">
              <a:solidFill>
                <a:srgbClr val="1F3864"/>
              </a:solidFill>
              <a:latin typeface="Aptos" panose="020B0004020202020204" pitchFamily="34" charset="0"/>
              <a:ea typeface="Calibri"/>
              <a:cs typeface="Calibri"/>
            </a:endParaRPr>
          </a:p>
        </p:txBody>
      </p:sp>
      <p:sp>
        <p:nvSpPr>
          <p:cNvPr id="7" name="Rectangle 6">
            <a:extLst>
              <a:ext uri="{FF2B5EF4-FFF2-40B4-BE49-F238E27FC236}">
                <a16:creationId xmlns:a16="http://schemas.microsoft.com/office/drawing/2014/main" id="{85E52BC2-EB75-B11A-4D6F-5C45965C8E59}"/>
              </a:ext>
            </a:extLst>
          </p:cNvPr>
          <p:cNvSpPr/>
          <p:nvPr/>
        </p:nvSpPr>
        <p:spPr>
          <a:xfrm>
            <a:off x="3583732" y="985116"/>
            <a:ext cx="4293163"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Propriétés architecturales </a:t>
            </a:r>
            <a:endParaRPr lang="fr-FR" sz="5400" b="0" cap="none" spc="0" dirty="0">
              <a:ln w="0"/>
              <a:solidFill>
                <a:srgbClr val="1F3864"/>
              </a:solidFill>
            </a:endParaRPr>
          </a:p>
        </p:txBody>
      </p:sp>
      <p:sp>
        <p:nvSpPr>
          <p:cNvPr id="15" name="ZoneTexte 14">
            <a:extLst>
              <a:ext uri="{FF2B5EF4-FFF2-40B4-BE49-F238E27FC236}">
                <a16:creationId xmlns:a16="http://schemas.microsoft.com/office/drawing/2014/main" id="{35B1BE20-3AB9-92AC-38CF-3AEA30865DAE}"/>
              </a:ext>
            </a:extLst>
          </p:cNvPr>
          <p:cNvSpPr txBox="1"/>
          <p:nvPr/>
        </p:nvSpPr>
        <p:spPr>
          <a:xfrm>
            <a:off x="341592" y="1543748"/>
            <a:ext cx="11717866" cy="923330"/>
          </a:xfrm>
          <a:prstGeom prst="rect">
            <a:avLst/>
          </a:prstGeom>
          <a:noFill/>
        </p:spPr>
        <p:txBody>
          <a:bodyPr wrap="square">
            <a:spAutoFit/>
          </a:bodyPr>
          <a:lstStyle/>
          <a:p>
            <a:r>
              <a:rPr lang="fr-FR" sz="1800" dirty="0">
                <a:solidFill>
                  <a:srgbClr val="111111"/>
                </a:solidFill>
                <a:highlight>
                  <a:srgbClr val="FFFFFF"/>
                </a:highlight>
                <a:latin typeface="Aptos" panose="020B0004020202020204" pitchFamily="34" charset="0"/>
              </a:rPr>
              <a:t>Les propriétés architecturales englobent les caractéristiques influençant la  conception et la construction des espaces architecturaux  par leur apparence, leur utilisation, leur perception et leur impact sur les occupants et leur environnement.</a:t>
            </a:r>
          </a:p>
        </p:txBody>
      </p:sp>
      <p:sp>
        <p:nvSpPr>
          <p:cNvPr id="11" name="ZoneTexte 10">
            <a:extLst>
              <a:ext uri="{FF2B5EF4-FFF2-40B4-BE49-F238E27FC236}">
                <a16:creationId xmlns:a16="http://schemas.microsoft.com/office/drawing/2014/main" id="{E8D1FB06-DF22-62AA-C9C0-346821091488}"/>
              </a:ext>
            </a:extLst>
          </p:cNvPr>
          <p:cNvSpPr txBox="1"/>
          <p:nvPr/>
        </p:nvSpPr>
        <p:spPr>
          <a:xfrm>
            <a:off x="1352774" y="2412062"/>
            <a:ext cx="9989624" cy="584775"/>
          </a:xfrm>
          <a:prstGeom prst="rect">
            <a:avLst/>
          </a:prstGeom>
          <a:noFill/>
        </p:spPr>
        <p:txBody>
          <a:bodyPr wrap="square">
            <a:spAutoFit/>
          </a:bodyPr>
          <a:lstStyle/>
          <a:p>
            <a:pPr algn="ctr"/>
            <a:r>
              <a:rPr lang="fr-FR" sz="1600" b="1" dirty="0">
                <a:solidFill>
                  <a:srgbClr val="111111"/>
                </a:solidFill>
                <a:highlight>
                  <a:srgbClr val="FFFFFF"/>
                </a:highlight>
                <a:latin typeface="Aptos" panose="020B0004020202020204" pitchFamily="34" charset="0"/>
              </a:rPr>
              <a:t>La forme et l'expression structurelle </a:t>
            </a:r>
            <a:r>
              <a:rPr lang="fr-FR" sz="1600" dirty="0">
                <a:solidFill>
                  <a:srgbClr val="111111"/>
                </a:solidFill>
                <a:highlight>
                  <a:srgbClr val="FFFFFF"/>
                </a:highlight>
                <a:latin typeface="Aptos" panose="020B0004020202020204" pitchFamily="34" charset="0"/>
              </a:rPr>
              <a:t>des matériaux de construction façonnent </a:t>
            </a:r>
            <a:r>
              <a:rPr lang="fr-FR" sz="1600" b="1" dirty="0">
                <a:solidFill>
                  <a:srgbClr val="111111"/>
                </a:solidFill>
                <a:highlight>
                  <a:srgbClr val="FFFFFF"/>
                </a:highlight>
                <a:latin typeface="Aptos" panose="020B0004020202020204" pitchFamily="34" charset="0"/>
              </a:rPr>
              <a:t>l'esthétique</a:t>
            </a:r>
            <a:r>
              <a:rPr lang="fr-FR" sz="1600" dirty="0">
                <a:solidFill>
                  <a:srgbClr val="111111"/>
                </a:solidFill>
                <a:highlight>
                  <a:srgbClr val="FFFFFF"/>
                </a:highlight>
                <a:latin typeface="Aptos" panose="020B0004020202020204" pitchFamily="34" charset="0"/>
              </a:rPr>
              <a:t> et </a:t>
            </a:r>
            <a:r>
              <a:rPr lang="fr-FR" sz="1600" b="1" dirty="0">
                <a:solidFill>
                  <a:srgbClr val="111111"/>
                </a:solidFill>
                <a:highlight>
                  <a:srgbClr val="FFFFFF"/>
                </a:highlight>
                <a:latin typeface="Aptos" panose="020B0004020202020204" pitchFamily="34" charset="0"/>
              </a:rPr>
              <a:t>la perception des espaces architecturaux</a:t>
            </a:r>
            <a:r>
              <a:rPr lang="fr-FR" sz="1600" dirty="0">
                <a:solidFill>
                  <a:srgbClr val="111111"/>
                </a:solidFill>
                <a:highlight>
                  <a:srgbClr val="FFFFFF"/>
                </a:highlight>
                <a:latin typeface="Aptos" panose="020B0004020202020204" pitchFamily="34" charset="0"/>
              </a:rPr>
              <a:t>, jouant un rôle crucial dans </a:t>
            </a:r>
            <a:r>
              <a:rPr lang="fr-FR" sz="1600" b="1" dirty="0">
                <a:solidFill>
                  <a:srgbClr val="111111"/>
                </a:solidFill>
                <a:highlight>
                  <a:srgbClr val="FFFFFF"/>
                </a:highlight>
                <a:latin typeface="Aptos" panose="020B0004020202020204" pitchFamily="34" charset="0"/>
              </a:rPr>
              <a:t>leur conception et leur construction.</a:t>
            </a:r>
          </a:p>
        </p:txBody>
      </p:sp>
      <p:sp>
        <p:nvSpPr>
          <p:cNvPr id="18" name="ZoneTexte 17">
            <a:extLst>
              <a:ext uri="{FF2B5EF4-FFF2-40B4-BE49-F238E27FC236}">
                <a16:creationId xmlns:a16="http://schemas.microsoft.com/office/drawing/2014/main" id="{A82D5561-7483-D22B-8402-3DAA0E2FE9CC}"/>
              </a:ext>
            </a:extLst>
          </p:cNvPr>
          <p:cNvSpPr txBox="1"/>
          <p:nvPr/>
        </p:nvSpPr>
        <p:spPr>
          <a:xfrm>
            <a:off x="7643680" y="3863624"/>
            <a:ext cx="4292599" cy="1077218"/>
          </a:xfrm>
          <a:prstGeom prst="rect">
            <a:avLst/>
          </a:prstGeom>
          <a:noFill/>
        </p:spPr>
        <p:txBody>
          <a:bodyPr wrap="square">
            <a:spAutoFit/>
          </a:bodyPr>
          <a:lstStyle/>
          <a:p>
            <a:pPr algn="ctr"/>
            <a:r>
              <a:rPr lang="fr-FR" sz="1600" dirty="0">
                <a:solidFill>
                  <a:srgbClr val="111111"/>
                </a:solidFill>
                <a:highlight>
                  <a:srgbClr val="FFFFFF"/>
                </a:highlight>
                <a:latin typeface="Aptos" panose="020B0004020202020204" pitchFamily="34" charset="0"/>
              </a:rPr>
              <a:t>Dans la Tour Eiffel, le fer combine </a:t>
            </a:r>
            <a:r>
              <a:rPr lang="fr-FR" sz="1600" b="1" dirty="0">
                <a:solidFill>
                  <a:srgbClr val="111111"/>
                </a:solidFill>
                <a:highlight>
                  <a:srgbClr val="FFFFFF"/>
                </a:highlight>
                <a:latin typeface="Aptos" panose="020B0004020202020204" pitchFamily="34" charset="0"/>
              </a:rPr>
              <a:t>fonctionnalité et esthétique</a:t>
            </a:r>
            <a:r>
              <a:rPr lang="fr-FR" sz="1600" dirty="0">
                <a:solidFill>
                  <a:srgbClr val="111111"/>
                </a:solidFill>
                <a:highlight>
                  <a:srgbClr val="FFFFFF"/>
                </a:highlight>
                <a:latin typeface="Aptos" panose="020B0004020202020204" pitchFamily="34" charset="0"/>
              </a:rPr>
              <a:t>, formant sa </a:t>
            </a:r>
            <a:r>
              <a:rPr lang="fr-FR" sz="1600" b="1" dirty="0">
                <a:solidFill>
                  <a:srgbClr val="111111"/>
                </a:solidFill>
                <a:highlight>
                  <a:srgbClr val="FFFFFF"/>
                </a:highlight>
                <a:latin typeface="Aptos" panose="020B0004020202020204" pitchFamily="34" charset="0"/>
              </a:rPr>
              <a:t>structure emblématique </a:t>
            </a:r>
            <a:r>
              <a:rPr lang="fr-FR" sz="1600" dirty="0">
                <a:solidFill>
                  <a:srgbClr val="111111"/>
                </a:solidFill>
                <a:highlight>
                  <a:srgbClr val="FFFFFF"/>
                </a:highlight>
                <a:latin typeface="Aptos" panose="020B0004020202020204" pitchFamily="34" charset="0"/>
              </a:rPr>
              <a:t>et exprimant </a:t>
            </a:r>
            <a:r>
              <a:rPr lang="fr-FR" sz="1600" b="1" dirty="0">
                <a:solidFill>
                  <a:srgbClr val="111111"/>
                </a:solidFill>
                <a:highlight>
                  <a:srgbClr val="FFFFFF"/>
                </a:highlight>
                <a:latin typeface="Aptos" panose="020B0004020202020204" pitchFamily="34" charset="0"/>
              </a:rPr>
              <a:t>l'ingéniosité de l'architecture métallique</a:t>
            </a:r>
          </a:p>
        </p:txBody>
      </p:sp>
      <p:pic>
        <p:nvPicPr>
          <p:cNvPr id="6150" name="Picture 6" descr="Premier dessin - Pylone de 300 mètres">
            <a:extLst>
              <a:ext uri="{FF2B5EF4-FFF2-40B4-BE49-F238E27FC236}">
                <a16:creationId xmlns:a16="http://schemas.microsoft.com/office/drawing/2014/main" id="{258AA123-FB34-280B-C177-F844A7EE81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6131" y="2996837"/>
            <a:ext cx="2242910" cy="3237345"/>
          </a:xfrm>
          <a:prstGeom prst="rect">
            <a:avLst/>
          </a:prstGeom>
          <a:noFill/>
          <a:extLst>
            <a:ext uri="{909E8E84-426E-40DD-AFC4-6F175D3DCCD1}">
              <a14:hiddenFill xmlns:a14="http://schemas.microsoft.com/office/drawing/2010/main">
                <a:solidFill>
                  <a:srgbClr val="FFFFFF"/>
                </a:solidFill>
              </a14:hiddenFill>
            </a:ext>
          </a:extLst>
        </p:spPr>
      </p:pic>
      <p:sp>
        <p:nvSpPr>
          <p:cNvPr id="21" name="ZoneTexte 20">
            <a:extLst>
              <a:ext uri="{FF2B5EF4-FFF2-40B4-BE49-F238E27FC236}">
                <a16:creationId xmlns:a16="http://schemas.microsoft.com/office/drawing/2014/main" id="{5F294BB0-650D-0587-8E2F-05144D5B2933}"/>
              </a:ext>
            </a:extLst>
          </p:cNvPr>
          <p:cNvSpPr txBox="1"/>
          <p:nvPr/>
        </p:nvSpPr>
        <p:spPr>
          <a:xfrm>
            <a:off x="125402" y="6538912"/>
            <a:ext cx="2958048" cy="507831"/>
          </a:xfrm>
          <a:prstGeom prst="rect">
            <a:avLst/>
          </a:prstGeom>
          <a:noFill/>
        </p:spPr>
        <p:txBody>
          <a:bodyPr wrap="square">
            <a:spAutoFit/>
          </a:bodyPr>
          <a:lstStyle/>
          <a:p>
            <a:pPr algn="ctr"/>
            <a:r>
              <a:rPr lang="fr-FR" sz="800" dirty="0">
                <a:hlinkClick r:id="rId5"/>
              </a:rPr>
              <a:t>https://www.toureiffel.paris/fr/actualites/130-ans/comment-la-tour-eiffel-t-elle-ete-inventee</a:t>
            </a:r>
            <a:endParaRPr lang="fr-FR" sz="800" dirty="0"/>
          </a:p>
          <a:p>
            <a:pPr algn="ctr"/>
            <a:endParaRPr lang="fr-FR" sz="1050" dirty="0"/>
          </a:p>
        </p:txBody>
      </p:sp>
      <p:pic>
        <p:nvPicPr>
          <p:cNvPr id="6152" name="Picture 8" descr="Comment la tour Eiffel a été inventée - La tour Eiffel">
            <a:extLst>
              <a:ext uri="{FF2B5EF4-FFF2-40B4-BE49-F238E27FC236}">
                <a16:creationId xmlns:a16="http://schemas.microsoft.com/office/drawing/2014/main" id="{9D7D7A04-0532-CD9A-8DB4-4700CFCAFB5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314" y="3032209"/>
            <a:ext cx="2380302" cy="3261308"/>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descr="Maurice Koechlin, l'homme indispensable et oublié de la construction de la Tour  Eiffel">
            <a:extLst>
              <a:ext uri="{FF2B5EF4-FFF2-40B4-BE49-F238E27FC236}">
                <a16:creationId xmlns:a16="http://schemas.microsoft.com/office/drawing/2014/main" id="{29085A15-6A5F-5736-96B8-CBDD6648A73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06935" y="5081036"/>
            <a:ext cx="2131876" cy="1198070"/>
          </a:xfrm>
          <a:prstGeom prst="rect">
            <a:avLst/>
          </a:prstGeom>
          <a:noFill/>
          <a:extLst>
            <a:ext uri="{909E8E84-426E-40DD-AFC4-6F175D3DCCD1}">
              <a14:hiddenFill xmlns:a14="http://schemas.microsoft.com/office/drawing/2010/main">
                <a:solidFill>
                  <a:srgbClr val="FFFFFF"/>
                </a:solidFill>
              </a14:hiddenFill>
            </a:ext>
          </a:extLst>
        </p:spPr>
      </p:pic>
      <p:pic>
        <p:nvPicPr>
          <p:cNvPr id="3" name="officeArt object">
            <a:extLst>
              <a:ext uri="{FF2B5EF4-FFF2-40B4-BE49-F238E27FC236}">
                <a16:creationId xmlns:a16="http://schemas.microsoft.com/office/drawing/2014/main" id="{319EFC6C-C827-F6C3-B34C-D488759010BB}"/>
              </a:ext>
            </a:extLst>
          </p:cNvPr>
          <p:cNvPicPr/>
          <p:nvPr/>
        </p:nvPicPr>
        <p:blipFill rotWithShape="1">
          <a:blip r:embed="rId8"/>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26739216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41</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6" name="ZoneTexte 5">
            <a:extLst>
              <a:ext uri="{FF2B5EF4-FFF2-40B4-BE49-F238E27FC236}">
                <a16:creationId xmlns:a16="http://schemas.microsoft.com/office/drawing/2014/main" id="{051208D4-C856-A569-1B00-A0260CB83203}"/>
              </a:ext>
            </a:extLst>
          </p:cNvPr>
          <p:cNvSpPr txBox="1"/>
          <p:nvPr/>
        </p:nvSpPr>
        <p:spPr>
          <a:xfrm>
            <a:off x="0" y="-111600"/>
            <a:ext cx="10006641" cy="1384995"/>
          </a:xfrm>
          <a:prstGeom prst="rect">
            <a:avLst/>
          </a:prstGeom>
          <a:noFill/>
        </p:spPr>
        <p:txBody>
          <a:bodyPr wrap="square">
            <a:spAutoFit/>
          </a:bodyPr>
          <a:lstStyle/>
          <a:p>
            <a:pPr marL="571500" indent="-571500" fontAlgn="ctr">
              <a:lnSpc>
                <a:spcPct val="150000"/>
              </a:lnSpc>
              <a:buClr>
                <a:srgbClr val="1F3864"/>
              </a:buClr>
              <a:buSzPct val="52000"/>
              <a:buFont typeface="+mj-lt"/>
              <a:buAutoNum type="romanUcPeriod" startAt="5"/>
            </a:pPr>
            <a:r>
              <a:rPr lang="fr-FR" sz="2800" b="1" dirty="0">
                <a:solidFill>
                  <a:srgbClr val="1F3864"/>
                </a:solidFill>
                <a:latin typeface="Aptos" panose="020B0004020202020204" pitchFamily="34" charset="0"/>
                <a:ea typeface="Calibri"/>
                <a:cs typeface="Calibri"/>
              </a:rPr>
              <a:t>Propriétés des matériaux de construction </a:t>
            </a:r>
          </a:p>
          <a:p>
            <a:pPr marL="571500" indent="-571500" fontAlgn="ctr">
              <a:lnSpc>
                <a:spcPct val="150000"/>
              </a:lnSpc>
              <a:buClr>
                <a:srgbClr val="1F3864"/>
              </a:buClr>
              <a:buSzPct val="49000"/>
              <a:buFont typeface="+mj-lt"/>
              <a:buAutoNum type="romanUcPeriod" startAt="5"/>
            </a:pPr>
            <a:endParaRPr lang="fr-FR" sz="2800" b="1" dirty="0">
              <a:solidFill>
                <a:srgbClr val="1F3864"/>
              </a:solidFill>
              <a:latin typeface="Aptos" panose="020B0004020202020204" pitchFamily="34" charset="0"/>
              <a:ea typeface="Calibri"/>
              <a:cs typeface="Calibri"/>
            </a:endParaRPr>
          </a:p>
        </p:txBody>
      </p:sp>
      <p:sp>
        <p:nvSpPr>
          <p:cNvPr id="7" name="Rectangle 6">
            <a:extLst>
              <a:ext uri="{FF2B5EF4-FFF2-40B4-BE49-F238E27FC236}">
                <a16:creationId xmlns:a16="http://schemas.microsoft.com/office/drawing/2014/main" id="{85E52BC2-EB75-B11A-4D6F-5C45965C8E59}"/>
              </a:ext>
            </a:extLst>
          </p:cNvPr>
          <p:cNvSpPr/>
          <p:nvPr/>
        </p:nvSpPr>
        <p:spPr>
          <a:xfrm>
            <a:off x="3583732" y="985116"/>
            <a:ext cx="4293163"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Propriétés architecturales </a:t>
            </a:r>
            <a:endParaRPr lang="fr-FR" sz="5400" b="0" cap="none" spc="0" dirty="0">
              <a:ln w="0"/>
              <a:solidFill>
                <a:srgbClr val="1F3864"/>
              </a:solidFill>
            </a:endParaRPr>
          </a:p>
        </p:txBody>
      </p:sp>
      <p:sp>
        <p:nvSpPr>
          <p:cNvPr id="15" name="ZoneTexte 14">
            <a:extLst>
              <a:ext uri="{FF2B5EF4-FFF2-40B4-BE49-F238E27FC236}">
                <a16:creationId xmlns:a16="http://schemas.microsoft.com/office/drawing/2014/main" id="{35B1BE20-3AB9-92AC-38CF-3AEA30865DAE}"/>
              </a:ext>
            </a:extLst>
          </p:cNvPr>
          <p:cNvSpPr txBox="1"/>
          <p:nvPr/>
        </p:nvSpPr>
        <p:spPr>
          <a:xfrm>
            <a:off x="341592" y="1543748"/>
            <a:ext cx="11717866" cy="923330"/>
          </a:xfrm>
          <a:prstGeom prst="rect">
            <a:avLst/>
          </a:prstGeom>
          <a:noFill/>
        </p:spPr>
        <p:txBody>
          <a:bodyPr wrap="square">
            <a:spAutoFit/>
          </a:bodyPr>
          <a:lstStyle/>
          <a:p>
            <a:r>
              <a:rPr lang="fr-FR" sz="1800" dirty="0">
                <a:solidFill>
                  <a:srgbClr val="111111"/>
                </a:solidFill>
                <a:highlight>
                  <a:srgbClr val="FFFFFF"/>
                </a:highlight>
                <a:latin typeface="Aptos" panose="020B0004020202020204" pitchFamily="34" charset="0"/>
              </a:rPr>
              <a:t>Les propriétés architecturales englobent les caractéristiques influençant la  conception et la construction des espaces architecturaux  par leur apparence, leur utilisation, leur perception et leur impact sur les occupants et leur environnement.</a:t>
            </a:r>
          </a:p>
        </p:txBody>
      </p:sp>
      <p:sp>
        <p:nvSpPr>
          <p:cNvPr id="11" name="ZoneTexte 10">
            <a:extLst>
              <a:ext uri="{FF2B5EF4-FFF2-40B4-BE49-F238E27FC236}">
                <a16:creationId xmlns:a16="http://schemas.microsoft.com/office/drawing/2014/main" id="{E8D1FB06-DF22-62AA-C9C0-346821091488}"/>
              </a:ext>
            </a:extLst>
          </p:cNvPr>
          <p:cNvSpPr txBox="1"/>
          <p:nvPr/>
        </p:nvSpPr>
        <p:spPr>
          <a:xfrm>
            <a:off x="1352774" y="2412062"/>
            <a:ext cx="9989624" cy="584775"/>
          </a:xfrm>
          <a:prstGeom prst="rect">
            <a:avLst/>
          </a:prstGeom>
          <a:noFill/>
        </p:spPr>
        <p:txBody>
          <a:bodyPr wrap="square">
            <a:spAutoFit/>
          </a:bodyPr>
          <a:lstStyle/>
          <a:p>
            <a:pPr algn="ctr"/>
            <a:r>
              <a:rPr lang="fr-FR" sz="1600" b="1" dirty="0">
                <a:solidFill>
                  <a:srgbClr val="111111"/>
                </a:solidFill>
                <a:highlight>
                  <a:srgbClr val="FFFFFF"/>
                </a:highlight>
                <a:latin typeface="Aptos" panose="020B0004020202020204" pitchFamily="34" charset="0"/>
              </a:rPr>
              <a:t>La forme et l'expression structurelle </a:t>
            </a:r>
            <a:r>
              <a:rPr lang="fr-FR" sz="1600" dirty="0">
                <a:solidFill>
                  <a:srgbClr val="111111"/>
                </a:solidFill>
                <a:highlight>
                  <a:srgbClr val="FFFFFF"/>
                </a:highlight>
                <a:latin typeface="Aptos" panose="020B0004020202020204" pitchFamily="34" charset="0"/>
              </a:rPr>
              <a:t>des matériaux de construction façonnent </a:t>
            </a:r>
            <a:r>
              <a:rPr lang="fr-FR" sz="1600" b="1" dirty="0">
                <a:solidFill>
                  <a:srgbClr val="111111"/>
                </a:solidFill>
                <a:highlight>
                  <a:srgbClr val="FFFFFF"/>
                </a:highlight>
                <a:latin typeface="Aptos" panose="020B0004020202020204" pitchFamily="34" charset="0"/>
              </a:rPr>
              <a:t>l'esthétique</a:t>
            </a:r>
            <a:r>
              <a:rPr lang="fr-FR" sz="1600" dirty="0">
                <a:solidFill>
                  <a:srgbClr val="111111"/>
                </a:solidFill>
                <a:highlight>
                  <a:srgbClr val="FFFFFF"/>
                </a:highlight>
                <a:latin typeface="Aptos" panose="020B0004020202020204" pitchFamily="34" charset="0"/>
              </a:rPr>
              <a:t> et </a:t>
            </a:r>
            <a:r>
              <a:rPr lang="fr-FR" sz="1600" b="1" dirty="0">
                <a:solidFill>
                  <a:srgbClr val="111111"/>
                </a:solidFill>
                <a:highlight>
                  <a:srgbClr val="FFFFFF"/>
                </a:highlight>
                <a:latin typeface="Aptos" panose="020B0004020202020204" pitchFamily="34" charset="0"/>
              </a:rPr>
              <a:t>la perception des espaces architecturaux</a:t>
            </a:r>
            <a:r>
              <a:rPr lang="fr-FR" sz="1600" dirty="0">
                <a:solidFill>
                  <a:srgbClr val="111111"/>
                </a:solidFill>
                <a:highlight>
                  <a:srgbClr val="FFFFFF"/>
                </a:highlight>
                <a:latin typeface="Aptos" panose="020B0004020202020204" pitchFamily="34" charset="0"/>
              </a:rPr>
              <a:t>, jouant un rôle crucial dans </a:t>
            </a:r>
            <a:r>
              <a:rPr lang="fr-FR" sz="1600" b="1" dirty="0">
                <a:solidFill>
                  <a:srgbClr val="111111"/>
                </a:solidFill>
                <a:highlight>
                  <a:srgbClr val="FFFFFF"/>
                </a:highlight>
                <a:latin typeface="Aptos" panose="020B0004020202020204" pitchFamily="34" charset="0"/>
              </a:rPr>
              <a:t>leur conception et leur construction.</a:t>
            </a:r>
          </a:p>
        </p:txBody>
      </p:sp>
      <p:pic>
        <p:nvPicPr>
          <p:cNvPr id="6146" name="Picture 2" descr="Tour Eiffel — Wikipédia">
            <a:extLst>
              <a:ext uri="{FF2B5EF4-FFF2-40B4-BE49-F238E27FC236}">
                <a16:creationId xmlns:a16="http://schemas.microsoft.com/office/drawing/2014/main" id="{9F4C709A-7991-DB63-CFCB-4782B45474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330" y="3135081"/>
            <a:ext cx="1933840" cy="3586394"/>
          </a:xfrm>
          <a:prstGeom prst="rect">
            <a:avLst/>
          </a:prstGeom>
          <a:noFill/>
          <a:extLst>
            <a:ext uri="{909E8E84-426E-40DD-AFC4-6F175D3DCCD1}">
              <a14:hiddenFill xmlns:a14="http://schemas.microsoft.com/office/drawing/2010/main">
                <a:solidFill>
                  <a:srgbClr val="FFFFFF"/>
                </a:solidFill>
              </a14:hiddenFill>
            </a:ext>
          </a:extLst>
        </p:spPr>
      </p:pic>
      <p:sp>
        <p:nvSpPr>
          <p:cNvPr id="18" name="ZoneTexte 17">
            <a:extLst>
              <a:ext uri="{FF2B5EF4-FFF2-40B4-BE49-F238E27FC236}">
                <a16:creationId xmlns:a16="http://schemas.microsoft.com/office/drawing/2014/main" id="{A82D5561-7483-D22B-8402-3DAA0E2FE9CC}"/>
              </a:ext>
            </a:extLst>
          </p:cNvPr>
          <p:cNvSpPr txBox="1"/>
          <p:nvPr/>
        </p:nvSpPr>
        <p:spPr>
          <a:xfrm>
            <a:off x="7643680" y="3863624"/>
            <a:ext cx="4292599" cy="1077218"/>
          </a:xfrm>
          <a:prstGeom prst="rect">
            <a:avLst/>
          </a:prstGeom>
          <a:noFill/>
        </p:spPr>
        <p:txBody>
          <a:bodyPr wrap="square">
            <a:spAutoFit/>
          </a:bodyPr>
          <a:lstStyle/>
          <a:p>
            <a:pPr algn="ctr"/>
            <a:r>
              <a:rPr lang="fr-FR" sz="1600" dirty="0">
                <a:solidFill>
                  <a:srgbClr val="111111"/>
                </a:solidFill>
                <a:highlight>
                  <a:srgbClr val="FFFFFF"/>
                </a:highlight>
                <a:latin typeface="Aptos" panose="020B0004020202020204" pitchFamily="34" charset="0"/>
              </a:rPr>
              <a:t>Dans la Tour Eiffel, le fer combine </a:t>
            </a:r>
            <a:r>
              <a:rPr lang="fr-FR" sz="1600" b="1" dirty="0">
                <a:solidFill>
                  <a:srgbClr val="111111"/>
                </a:solidFill>
                <a:highlight>
                  <a:srgbClr val="FFFFFF"/>
                </a:highlight>
                <a:latin typeface="Aptos" panose="020B0004020202020204" pitchFamily="34" charset="0"/>
              </a:rPr>
              <a:t>fonctionnalité et esthétique</a:t>
            </a:r>
            <a:r>
              <a:rPr lang="fr-FR" sz="1600" dirty="0">
                <a:solidFill>
                  <a:srgbClr val="111111"/>
                </a:solidFill>
                <a:highlight>
                  <a:srgbClr val="FFFFFF"/>
                </a:highlight>
                <a:latin typeface="Aptos" panose="020B0004020202020204" pitchFamily="34" charset="0"/>
              </a:rPr>
              <a:t>, formant sa </a:t>
            </a:r>
            <a:r>
              <a:rPr lang="fr-FR" sz="1600" b="1" dirty="0">
                <a:solidFill>
                  <a:srgbClr val="111111"/>
                </a:solidFill>
                <a:highlight>
                  <a:srgbClr val="FFFFFF"/>
                </a:highlight>
                <a:latin typeface="Aptos" panose="020B0004020202020204" pitchFamily="34" charset="0"/>
              </a:rPr>
              <a:t>structure emblématique </a:t>
            </a:r>
            <a:r>
              <a:rPr lang="fr-FR" sz="1600" dirty="0">
                <a:solidFill>
                  <a:srgbClr val="111111"/>
                </a:solidFill>
                <a:highlight>
                  <a:srgbClr val="FFFFFF"/>
                </a:highlight>
                <a:latin typeface="Aptos" panose="020B0004020202020204" pitchFamily="34" charset="0"/>
              </a:rPr>
              <a:t>et exprimant </a:t>
            </a:r>
            <a:r>
              <a:rPr lang="fr-FR" sz="1600" b="1" dirty="0">
                <a:solidFill>
                  <a:srgbClr val="111111"/>
                </a:solidFill>
                <a:highlight>
                  <a:srgbClr val="FFFFFF"/>
                </a:highlight>
                <a:latin typeface="Aptos" panose="020B0004020202020204" pitchFamily="34" charset="0"/>
              </a:rPr>
              <a:t>l'ingéniosité de l'architecture métallique</a:t>
            </a:r>
          </a:p>
        </p:txBody>
      </p:sp>
      <p:pic>
        <p:nvPicPr>
          <p:cNvPr id="6148" name="Picture 4" descr="15 choses essentielles à savoir sur la tour Eiffel">
            <a:extLst>
              <a:ext uri="{FF2B5EF4-FFF2-40B4-BE49-F238E27FC236}">
                <a16:creationId xmlns:a16="http://schemas.microsoft.com/office/drawing/2014/main" id="{722F5032-A712-25D3-5686-F98FAD3358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01625" y="3303073"/>
            <a:ext cx="5054600" cy="2843213"/>
          </a:xfrm>
          <a:prstGeom prst="rect">
            <a:avLst/>
          </a:prstGeom>
          <a:noFill/>
          <a:extLst>
            <a:ext uri="{909E8E84-426E-40DD-AFC4-6F175D3DCCD1}">
              <a14:hiddenFill xmlns:a14="http://schemas.microsoft.com/office/drawing/2010/main">
                <a:solidFill>
                  <a:srgbClr val="FFFFFF"/>
                </a:solidFill>
              </a14:hiddenFill>
            </a:ext>
          </a:extLst>
        </p:spPr>
      </p:pic>
      <p:pic>
        <p:nvPicPr>
          <p:cNvPr id="3" name="officeArt object">
            <a:extLst>
              <a:ext uri="{FF2B5EF4-FFF2-40B4-BE49-F238E27FC236}">
                <a16:creationId xmlns:a16="http://schemas.microsoft.com/office/drawing/2014/main" id="{5CB19F5E-E804-D978-D53E-4FDFDA2587BB}"/>
              </a:ext>
            </a:extLst>
          </p:cNvPr>
          <p:cNvPicPr/>
          <p:nvPr/>
        </p:nvPicPr>
        <p:blipFill rotWithShape="1">
          <a:blip r:embed="rId6"/>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18476670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42</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6" name="ZoneTexte 5">
            <a:extLst>
              <a:ext uri="{FF2B5EF4-FFF2-40B4-BE49-F238E27FC236}">
                <a16:creationId xmlns:a16="http://schemas.microsoft.com/office/drawing/2014/main" id="{051208D4-C856-A569-1B00-A0260CB83203}"/>
              </a:ext>
            </a:extLst>
          </p:cNvPr>
          <p:cNvSpPr txBox="1"/>
          <p:nvPr/>
        </p:nvSpPr>
        <p:spPr>
          <a:xfrm>
            <a:off x="0" y="-111600"/>
            <a:ext cx="10006641" cy="1384995"/>
          </a:xfrm>
          <a:prstGeom prst="rect">
            <a:avLst/>
          </a:prstGeom>
          <a:noFill/>
        </p:spPr>
        <p:txBody>
          <a:bodyPr wrap="square">
            <a:spAutoFit/>
          </a:bodyPr>
          <a:lstStyle/>
          <a:p>
            <a:pPr marL="571500" indent="-571500" fontAlgn="ctr">
              <a:lnSpc>
                <a:spcPct val="150000"/>
              </a:lnSpc>
              <a:buClr>
                <a:srgbClr val="1F3864"/>
              </a:buClr>
              <a:buSzPct val="52000"/>
              <a:buFont typeface="+mj-lt"/>
              <a:buAutoNum type="romanUcPeriod" startAt="5"/>
            </a:pPr>
            <a:r>
              <a:rPr lang="fr-FR" sz="2800" b="1" dirty="0">
                <a:solidFill>
                  <a:srgbClr val="1F3864"/>
                </a:solidFill>
                <a:latin typeface="Aptos" panose="020B0004020202020204" pitchFamily="34" charset="0"/>
                <a:ea typeface="Calibri"/>
                <a:cs typeface="Calibri"/>
              </a:rPr>
              <a:t>Propriétés des matériaux de construction </a:t>
            </a:r>
          </a:p>
          <a:p>
            <a:pPr marL="571500" indent="-571500" fontAlgn="ctr">
              <a:lnSpc>
                <a:spcPct val="150000"/>
              </a:lnSpc>
              <a:buClr>
                <a:srgbClr val="1F3864"/>
              </a:buClr>
              <a:buSzPct val="49000"/>
              <a:buFont typeface="+mj-lt"/>
              <a:buAutoNum type="romanUcPeriod" startAt="5"/>
            </a:pPr>
            <a:endParaRPr lang="fr-FR" sz="2800" b="1" dirty="0">
              <a:solidFill>
                <a:srgbClr val="1F3864"/>
              </a:solidFill>
              <a:latin typeface="Aptos" panose="020B0004020202020204" pitchFamily="34" charset="0"/>
              <a:ea typeface="Calibri"/>
              <a:cs typeface="Calibri"/>
            </a:endParaRPr>
          </a:p>
        </p:txBody>
      </p:sp>
      <p:sp>
        <p:nvSpPr>
          <p:cNvPr id="7" name="Rectangle 6">
            <a:extLst>
              <a:ext uri="{FF2B5EF4-FFF2-40B4-BE49-F238E27FC236}">
                <a16:creationId xmlns:a16="http://schemas.microsoft.com/office/drawing/2014/main" id="{85E52BC2-EB75-B11A-4D6F-5C45965C8E59}"/>
              </a:ext>
            </a:extLst>
          </p:cNvPr>
          <p:cNvSpPr/>
          <p:nvPr/>
        </p:nvSpPr>
        <p:spPr>
          <a:xfrm>
            <a:off x="3583732" y="985116"/>
            <a:ext cx="4293163"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Propriétés architecturales </a:t>
            </a:r>
            <a:endParaRPr lang="fr-FR" sz="5400" b="0" cap="none" spc="0" dirty="0">
              <a:ln w="0"/>
              <a:solidFill>
                <a:srgbClr val="1F3864"/>
              </a:solidFill>
            </a:endParaRPr>
          </a:p>
        </p:txBody>
      </p:sp>
      <p:sp>
        <p:nvSpPr>
          <p:cNvPr id="15" name="ZoneTexte 14">
            <a:extLst>
              <a:ext uri="{FF2B5EF4-FFF2-40B4-BE49-F238E27FC236}">
                <a16:creationId xmlns:a16="http://schemas.microsoft.com/office/drawing/2014/main" id="{35B1BE20-3AB9-92AC-38CF-3AEA30865DAE}"/>
              </a:ext>
            </a:extLst>
          </p:cNvPr>
          <p:cNvSpPr txBox="1"/>
          <p:nvPr/>
        </p:nvSpPr>
        <p:spPr>
          <a:xfrm>
            <a:off x="341592" y="1543748"/>
            <a:ext cx="11717866" cy="923330"/>
          </a:xfrm>
          <a:prstGeom prst="rect">
            <a:avLst/>
          </a:prstGeom>
          <a:noFill/>
        </p:spPr>
        <p:txBody>
          <a:bodyPr wrap="square">
            <a:spAutoFit/>
          </a:bodyPr>
          <a:lstStyle/>
          <a:p>
            <a:r>
              <a:rPr lang="fr-FR" sz="1800" dirty="0">
                <a:solidFill>
                  <a:srgbClr val="111111"/>
                </a:solidFill>
                <a:highlight>
                  <a:srgbClr val="FFFFFF"/>
                </a:highlight>
                <a:latin typeface="Aptos" panose="020B0004020202020204" pitchFamily="34" charset="0"/>
              </a:rPr>
              <a:t>Les propriétés architecturales englobent les caractéristiques influençant la  conception et la construction des espaces architecturaux  par leur apparence, leur utilisation, leur perception et leur impact sur les occupants et leur environnement.</a:t>
            </a:r>
          </a:p>
        </p:txBody>
      </p:sp>
      <p:sp>
        <p:nvSpPr>
          <p:cNvPr id="8" name="ZoneTexte 7">
            <a:extLst>
              <a:ext uri="{FF2B5EF4-FFF2-40B4-BE49-F238E27FC236}">
                <a16:creationId xmlns:a16="http://schemas.microsoft.com/office/drawing/2014/main" id="{1AA1428A-9A8F-D4C7-4618-AA4CD8BD4BF5}"/>
              </a:ext>
            </a:extLst>
          </p:cNvPr>
          <p:cNvSpPr txBox="1"/>
          <p:nvPr/>
        </p:nvSpPr>
        <p:spPr>
          <a:xfrm>
            <a:off x="990600" y="2432919"/>
            <a:ext cx="10210800" cy="830997"/>
          </a:xfrm>
          <a:prstGeom prst="rect">
            <a:avLst/>
          </a:prstGeom>
          <a:noFill/>
        </p:spPr>
        <p:txBody>
          <a:bodyPr wrap="square">
            <a:spAutoFit/>
          </a:bodyPr>
          <a:lstStyle/>
          <a:p>
            <a:pPr algn="ctr"/>
            <a:r>
              <a:rPr lang="fr-FR" sz="1600" b="1" dirty="0">
                <a:solidFill>
                  <a:srgbClr val="111111"/>
                </a:solidFill>
                <a:highlight>
                  <a:srgbClr val="FFFFFF"/>
                </a:highlight>
                <a:latin typeface="Aptos" panose="020B0004020202020204" pitchFamily="34" charset="0"/>
              </a:rPr>
              <a:t>Les interactions entre la lumière, les couleurs et les textures </a:t>
            </a:r>
            <a:r>
              <a:rPr lang="fr-FR" sz="1600" dirty="0">
                <a:solidFill>
                  <a:srgbClr val="111111"/>
                </a:solidFill>
                <a:highlight>
                  <a:srgbClr val="FFFFFF"/>
                </a:highlight>
                <a:latin typeface="Aptos" panose="020B0004020202020204" pitchFamily="34" charset="0"/>
              </a:rPr>
              <a:t>des matériaux de construction déterminent </a:t>
            </a:r>
            <a:r>
              <a:rPr lang="fr-FR" sz="1600" b="1" dirty="0">
                <a:solidFill>
                  <a:srgbClr val="111111"/>
                </a:solidFill>
                <a:highlight>
                  <a:srgbClr val="FFFFFF"/>
                </a:highlight>
                <a:latin typeface="Aptos" panose="020B0004020202020204" pitchFamily="34" charset="0"/>
              </a:rPr>
              <a:t>l'ambiance et la perception des espaces architecturaux, </a:t>
            </a:r>
            <a:r>
              <a:rPr lang="fr-FR" sz="1600" dirty="0">
                <a:solidFill>
                  <a:srgbClr val="111111"/>
                </a:solidFill>
                <a:highlight>
                  <a:srgbClr val="FFFFFF"/>
                </a:highlight>
                <a:latin typeface="Aptos" panose="020B0004020202020204" pitchFamily="34" charset="0"/>
              </a:rPr>
              <a:t>générant une </a:t>
            </a:r>
            <a:r>
              <a:rPr lang="fr-FR" sz="1600" b="1" dirty="0">
                <a:solidFill>
                  <a:srgbClr val="111111"/>
                </a:solidFill>
                <a:highlight>
                  <a:srgbClr val="FFFFFF"/>
                </a:highlight>
                <a:latin typeface="Aptos" panose="020B0004020202020204" pitchFamily="34" charset="0"/>
              </a:rPr>
              <a:t>diversité d'atmosphères</a:t>
            </a:r>
            <a:r>
              <a:rPr lang="fr-FR" sz="1600" dirty="0">
                <a:solidFill>
                  <a:srgbClr val="111111"/>
                </a:solidFill>
                <a:highlight>
                  <a:srgbClr val="FFFFFF"/>
                </a:highlight>
                <a:latin typeface="Aptos" panose="020B0004020202020204" pitchFamily="34" charset="0"/>
              </a:rPr>
              <a:t>, qu'elles soient </a:t>
            </a:r>
            <a:r>
              <a:rPr lang="fr-FR" sz="1600" b="1" dirty="0">
                <a:solidFill>
                  <a:srgbClr val="111111"/>
                </a:solidFill>
                <a:highlight>
                  <a:srgbClr val="FFFFFF"/>
                </a:highlight>
                <a:latin typeface="Aptos" panose="020B0004020202020204" pitchFamily="34" charset="0"/>
              </a:rPr>
              <a:t>chaleureuses et accueillantes</a:t>
            </a:r>
            <a:r>
              <a:rPr lang="fr-FR" sz="1600" dirty="0">
                <a:solidFill>
                  <a:srgbClr val="111111"/>
                </a:solidFill>
                <a:highlight>
                  <a:srgbClr val="FFFFFF"/>
                </a:highlight>
                <a:latin typeface="Aptos" panose="020B0004020202020204" pitchFamily="34" charset="0"/>
              </a:rPr>
              <a:t> ou </a:t>
            </a:r>
            <a:r>
              <a:rPr lang="fr-FR" sz="1600" b="1" dirty="0">
                <a:solidFill>
                  <a:srgbClr val="111111"/>
                </a:solidFill>
                <a:highlight>
                  <a:srgbClr val="FFFFFF"/>
                </a:highlight>
                <a:latin typeface="Aptos" panose="020B0004020202020204" pitchFamily="34" charset="0"/>
              </a:rPr>
              <a:t>modernes et épurées</a:t>
            </a:r>
            <a:r>
              <a:rPr lang="fr-FR" sz="1600" dirty="0">
                <a:solidFill>
                  <a:srgbClr val="111111"/>
                </a:solidFill>
                <a:highlight>
                  <a:srgbClr val="FFFFFF"/>
                </a:highlight>
                <a:latin typeface="Aptos" panose="020B0004020202020204" pitchFamily="34" charset="0"/>
              </a:rPr>
              <a:t>.</a:t>
            </a:r>
          </a:p>
        </p:txBody>
      </p:sp>
      <p:sp>
        <p:nvSpPr>
          <p:cNvPr id="10" name="ZoneTexte 9">
            <a:extLst>
              <a:ext uri="{FF2B5EF4-FFF2-40B4-BE49-F238E27FC236}">
                <a16:creationId xmlns:a16="http://schemas.microsoft.com/office/drawing/2014/main" id="{35B29CEF-3D95-1AE6-ABB6-543198EF1280}"/>
              </a:ext>
            </a:extLst>
          </p:cNvPr>
          <p:cNvSpPr txBox="1"/>
          <p:nvPr/>
        </p:nvSpPr>
        <p:spPr>
          <a:xfrm>
            <a:off x="3529036" y="4060754"/>
            <a:ext cx="4676524" cy="1169551"/>
          </a:xfrm>
          <a:prstGeom prst="rect">
            <a:avLst/>
          </a:prstGeom>
          <a:noFill/>
        </p:spPr>
        <p:txBody>
          <a:bodyPr wrap="square">
            <a:spAutoFit/>
          </a:bodyPr>
          <a:lstStyle/>
          <a:p>
            <a:pPr algn="ctr"/>
            <a:r>
              <a:rPr lang="fr-FR" dirty="0">
                <a:solidFill>
                  <a:srgbClr val="111111"/>
                </a:solidFill>
                <a:highlight>
                  <a:srgbClr val="FFFFFF"/>
                </a:highlight>
                <a:latin typeface="Aptos" panose="020B0004020202020204" pitchFamily="34" charset="0"/>
              </a:rPr>
              <a:t>L'emploi de rideaux en tissu léger de</a:t>
            </a:r>
            <a:r>
              <a:rPr lang="fr-FR" b="1" dirty="0">
                <a:solidFill>
                  <a:srgbClr val="111111"/>
                </a:solidFill>
                <a:highlight>
                  <a:srgbClr val="FFFFFF"/>
                </a:highlight>
                <a:latin typeface="Aptos" panose="020B0004020202020204" pitchFamily="34" charset="0"/>
              </a:rPr>
              <a:t> couleur claire peut diffuser la lumière naturelle </a:t>
            </a:r>
            <a:r>
              <a:rPr lang="fr-FR" dirty="0">
                <a:solidFill>
                  <a:srgbClr val="111111"/>
                </a:solidFill>
                <a:highlight>
                  <a:srgbClr val="FFFFFF"/>
                </a:highlight>
                <a:latin typeface="Aptos" panose="020B0004020202020204" pitchFamily="34" charset="0"/>
              </a:rPr>
              <a:t>et créer une</a:t>
            </a:r>
            <a:r>
              <a:rPr lang="fr-FR" b="1" dirty="0">
                <a:solidFill>
                  <a:srgbClr val="111111"/>
                </a:solidFill>
                <a:highlight>
                  <a:srgbClr val="FFFFFF"/>
                </a:highlight>
                <a:latin typeface="Aptos" panose="020B0004020202020204" pitchFamily="34" charset="0"/>
              </a:rPr>
              <a:t> ambiance aérée et lumineuse</a:t>
            </a:r>
            <a:r>
              <a:rPr lang="fr-FR" dirty="0">
                <a:solidFill>
                  <a:srgbClr val="111111"/>
                </a:solidFill>
                <a:highlight>
                  <a:srgbClr val="FFFFFF"/>
                </a:highlight>
                <a:latin typeface="Aptos" panose="020B0004020202020204" pitchFamily="34" charset="0"/>
              </a:rPr>
              <a:t>, tandis que des </a:t>
            </a:r>
            <a:r>
              <a:rPr lang="fr-FR" b="1" dirty="0">
                <a:solidFill>
                  <a:srgbClr val="111111"/>
                </a:solidFill>
                <a:highlight>
                  <a:srgbClr val="FFFFFF"/>
                </a:highlight>
                <a:latin typeface="Aptos" panose="020B0004020202020204" pitchFamily="34" charset="0"/>
              </a:rPr>
              <a:t>meubles en bois massif </a:t>
            </a:r>
            <a:r>
              <a:rPr lang="fr-FR" dirty="0">
                <a:solidFill>
                  <a:srgbClr val="111111"/>
                </a:solidFill>
                <a:highlight>
                  <a:srgbClr val="FFFFFF"/>
                </a:highlight>
                <a:latin typeface="Aptos" panose="020B0004020202020204" pitchFamily="34" charset="0"/>
              </a:rPr>
              <a:t>apportent une </a:t>
            </a:r>
            <a:r>
              <a:rPr lang="fr-FR" b="1" dirty="0">
                <a:solidFill>
                  <a:srgbClr val="111111"/>
                </a:solidFill>
                <a:highlight>
                  <a:srgbClr val="FFFFFF"/>
                </a:highlight>
                <a:latin typeface="Aptos" panose="020B0004020202020204" pitchFamily="34" charset="0"/>
              </a:rPr>
              <a:t>texture chaleureuse et une sensation de confort</a:t>
            </a:r>
            <a:r>
              <a:rPr lang="fr-FR" sz="1100" dirty="0"/>
              <a:t>.</a:t>
            </a:r>
          </a:p>
        </p:txBody>
      </p:sp>
      <p:pic>
        <p:nvPicPr>
          <p:cNvPr id="7176" name="Picture 8" descr="RideauRideau voilage voilage blanc - Etsy France">
            <a:extLst>
              <a:ext uri="{FF2B5EF4-FFF2-40B4-BE49-F238E27FC236}">
                <a16:creationId xmlns:a16="http://schemas.microsoft.com/office/drawing/2014/main" id="{ACCA727B-3C3E-E480-D8FF-898CD673AB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592" y="3550599"/>
            <a:ext cx="3028141" cy="3022828"/>
          </a:xfrm>
          <a:prstGeom prst="rect">
            <a:avLst/>
          </a:prstGeom>
          <a:noFill/>
          <a:extLst>
            <a:ext uri="{909E8E84-426E-40DD-AFC4-6F175D3DCCD1}">
              <a14:hiddenFill xmlns:a14="http://schemas.microsoft.com/office/drawing/2010/main">
                <a:solidFill>
                  <a:srgbClr val="FFFFFF"/>
                </a:solidFill>
              </a14:hiddenFill>
            </a:ext>
          </a:extLst>
        </p:spPr>
      </p:pic>
      <p:pic>
        <p:nvPicPr>
          <p:cNvPr id="7180" name="Picture 12" descr="Meubles en bois massif - Mobilier salon, salle à manger, bureau, chambre et  cuisine - Lotuséa">
            <a:extLst>
              <a:ext uri="{FF2B5EF4-FFF2-40B4-BE49-F238E27FC236}">
                <a16:creationId xmlns:a16="http://schemas.microsoft.com/office/drawing/2014/main" id="{77D85FA6-5407-EB01-A4B5-5D9D5F0CEB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10600" y="3621991"/>
            <a:ext cx="3256968" cy="2439582"/>
          </a:xfrm>
          <a:prstGeom prst="rect">
            <a:avLst/>
          </a:prstGeom>
          <a:noFill/>
          <a:extLst>
            <a:ext uri="{909E8E84-426E-40DD-AFC4-6F175D3DCCD1}">
              <a14:hiddenFill xmlns:a14="http://schemas.microsoft.com/office/drawing/2010/main">
                <a:solidFill>
                  <a:srgbClr val="FFFFFF"/>
                </a:solidFill>
              </a14:hiddenFill>
            </a:ext>
          </a:extLst>
        </p:spPr>
      </p:pic>
      <p:pic>
        <p:nvPicPr>
          <p:cNvPr id="3" name="officeArt object">
            <a:extLst>
              <a:ext uri="{FF2B5EF4-FFF2-40B4-BE49-F238E27FC236}">
                <a16:creationId xmlns:a16="http://schemas.microsoft.com/office/drawing/2014/main" id="{86C093F1-B5D9-5490-E160-E85C4ABFD66F}"/>
              </a:ext>
            </a:extLst>
          </p:cNvPr>
          <p:cNvPicPr/>
          <p:nvPr/>
        </p:nvPicPr>
        <p:blipFill rotWithShape="1">
          <a:blip r:embed="rId6"/>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27421679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43</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6" name="ZoneTexte 5">
            <a:extLst>
              <a:ext uri="{FF2B5EF4-FFF2-40B4-BE49-F238E27FC236}">
                <a16:creationId xmlns:a16="http://schemas.microsoft.com/office/drawing/2014/main" id="{051208D4-C856-A569-1B00-A0260CB83203}"/>
              </a:ext>
            </a:extLst>
          </p:cNvPr>
          <p:cNvSpPr txBox="1"/>
          <p:nvPr/>
        </p:nvSpPr>
        <p:spPr>
          <a:xfrm>
            <a:off x="0" y="-111600"/>
            <a:ext cx="10006641" cy="1384995"/>
          </a:xfrm>
          <a:prstGeom prst="rect">
            <a:avLst/>
          </a:prstGeom>
          <a:noFill/>
        </p:spPr>
        <p:txBody>
          <a:bodyPr wrap="square">
            <a:spAutoFit/>
          </a:bodyPr>
          <a:lstStyle/>
          <a:p>
            <a:pPr marL="571500" indent="-571500" fontAlgn="ctr">
              <a:lnSpc>
                <a:spcPct val="150000"/>
              </a:lnSpc>
              <a:buClr>
                <a:srgbClr val="1F3864"/>
              </a:buClr>
              <a:buSzPct val="52000"/>
              <a:buFont typeface="+mj-lt"/>
              <a:buAutoNum type="romanUcPeriod" startAt="5"/>
            </a:pPr>
            <a:r>
              <a:rPr lang="fr-FR" sz="2800" b="1" dirty="0">
                <a:solidFill>
                  <a:srgbClr val="1F3864"/>
                </a:solidFill>
                <a:latin typeface="Aptos" panose="020B0004020202020204" pitchFamily="34" charset="0"/>
                <a:ea typeface="Calibri"/>
                <a:cs typeface="Calibri"/>
              </a:rPr>
              <a:t>Propriétés des matériaux de construction </a:t>
            </a:r>
          </a:p>
          <a:p>
            <a:pPr marL="571500" indent="-571500" fontAlgn="ctr">
              <a:lnSpc>
                <a:spcPct val="150000"/>
              </a:lnSpc>
              <a:buClr>
                <a:srgbClr val="1F3864"/>
              </a:buClr>
              <a:buSzPct val="49000"/>
              <a:buFont typeface="+mj-lt"/>
              <a:buAutoNum type="romanUcPeriod" startAt="5"/>
            </a:pPr>
            <a:endParaRPr lang="fr-FR" sz="2800" b="1" dirty="0">
              <a:solidFill>
                <a:srgbClr val="1F3864"/>
              </a:solidFill>
              <a:latin typeface="Aptos" panose="020B0004020202020204" pitchFamily="34" charset="0"/>
              <a:ea typeface="Calibri"/>
              <a:cs typeface="Calibri"/>
            </a:endParaRPr>
          </a:p>
        </p:txBody>
      </p:sp>
      <p:sp>
        <p:nvSpPr>
          <p:cNvPr id="7" name="Rectangle 6">
            <a:extLst>
              <a:ext uri="{FF2B5EF4-FFF2-40B4-BE49-F238E27FC236}">
                <a16:creationId xmlns:a16="http://schemas.microsoft.com/office/drawing/2014/main" id="{85E52BC2-EB75-B11A-4D6F-5C45965C8E59}"/>
              </a:ext>
            </a:extLst>
          </p:cNvPr>
          <p:cNvSpPr/>
          <p:nvPr/>
        </p:nvSpPr>
        <p:spPr>
          <a:xfrm>
            <a:off x="3583732" y="985116"/>
            <a:ext cx="4293163"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Propriétés architecturales </a:t>
            </a:r>
            <a:endParaRPr lang="fr-FR" sz="5400" b="0" cap="none" spc="0" dirty="0">
              <a:ln w="0"/>
              <a:solidFill>
                <a:srgbClr val="1F3864"/>
              </a:solidFill>
            </a:endParaRPr>
          </a:p>
        </p:txBody>
      </p:sp>
      <p:sp>
        <p:nvSpPr>
          <p:cNvPr id="15" name="ZoneTexte 14">
            <a:extLst>
              <a:ext uri="{FF2B5EF4-FFF2-40B4-BE49-F238E27FC236}">
                <a16:creationId xmlns:a16="http://schemas.microsoft.com/office/drawing/2014/main" id="{35B1BE20-3AB9-92AC-38CF-3AEA30865DAE}"/>
              </a:ext>
            </a:extLst>
          </p:cNvPr>
          <p:cNvSpPr txBox="1"/>
          <p:nvPr/>
        </p:nvSpPr>
        <p:spPr>
          <a:xfrm>
            <a:off x="341592" y="1543748"/>
            <a:ext cx="11717866" cy="923330"/>
          </a:xfrm>
          <a:prstGeom prst="rect">
            <a:avLst/>
          </a:prstGeom>
          <a:noFill/>
        </p:spPr>
        <p:txBody>
          <a:bodyPr wrap="square">
            <a:spAutoFit/>
          </a:bodyPr>
          <a:lstStyle/>
          <a:p>
            <a:r>
              <a:rPr lang="fr-FR" sz="1800" dirty="0">
                <a:solidFill>
                  <a:srgbClr val="111111"/>
                </a:solidFill>
                <a:highlight>
                  <a:srgbClr val="FFFFFF"/>
                </a:highlight>
                <a:latin typeface="Aptos" panose="020B0004020202020204" pitchFamily="34" charset="0"/>
              </a:rPr>
              <a:t>Les propriétés architecturales englobent les caractéristiques influençant la  conception et la construction des espaces architecturaux  par leur apparence, leur utilisation, leur perception et leur impact sur les occupants et leur environnement.</a:t>
            </a:r>
          </a:p>
        </p:txBody>
      </p:sp>
      <p:sp>
        <p:nvSpPr>
          <p:cNvPr id="4" name="ZoneTexte 3">
            <a:extLst>
              <a:ext uri="{FF2B5EF4-FFF2-40B4-BE49-F238E27FC236}">
                <a16:creationId xmlns:a16="http://schemas.microsoft.com/office/drawing/2014/main" id="{5FEDC06E-FBBA-AA0D-A80C-C29363B3AEA9}"/>
              </a:ext>
            </a:extLst>
          </p:cNvPr>
          <p:cNvSpPr txBox="1"/>
          <p:nvPr/>
        </p:nvSpPr>
        <p:spPr>
          <a:xfrm>
            <a:off x="1954832" y="2240029"/>
            <a:ext cx="8282336" cy="830997"/>
          </a:xfrm>
          <a:prstGeom prst="rect">
            <a:avLst/>
          </a:prstGeom>
          <a:noFill/>
        </p:spPr>
        <p:txBody>
          <a:bodyPr wrap="square">
            <a:spAutoFit/>
          </a:bodyPr>
          <a:lstStyle/>
          <a:p>
            <a:pPr algn="ctr"/>
            <a:r>
              <a:rPr lang="fr-FR" sz="1600" dirty="0">
                <a:solidFill>
                  <a:srgbClr val="111111"/>
                </a:solidFill>
                <a:highlight>
                  <a:srgbClr val="FFFFFF"/>
                </a:highlight>
                <a:latin typeface="Aptos" panose="020B0004020202020204" pitchFamily="34" charset="0"/>
              </a:rPr>
              <a:t>Les matériaux de construction jouent un rôle essentiel dans la </a:t>
            </a:r>
            <a:r>
              <a:rPr lang="fr-FR" sz="1600" b="1" dirty="0">
                <a:solidFill>
                  <a:srgbClr val="111111"/>
                </a:solidFill>
                <a:highlight>
                  <a:srgbClr val="FFFFFF"/>
                </a:highlight>
                <a:latin typeface="Aptos" panose="020B0004020202020204" pitchFamily="34" charset="0"/>
              </a:rPr>
              <a:t>création d'une ambiance et d'un confort </a:t>
            </a:r>
            <a:r>
              <a:rPr lang="fr-FR" sz="1600" dirty="0">
                <a:solidFill>
                  <a:srgbClr val="111111"/>
                </a:solidFill>
                <a:highlight>
                  <a:srgbClr val="FFFFFF"/>
                </a:highlight>
                <a:latin typeface="Aptos" panose="020B0004020202020204" pitchFamily="34" charset="0"/>
              </a:rPr>
              <a:t>adaptés dans l'architecture, influençant</a:t>
            </a:r>
            <a:r>
              <a:rPr lang="fr-FR" sz="1600" b="1" dirty="0">
                <a:solidFill>
                  <a:srgbClr val="111111"/>
                </a:solidFill>
                <a:highlight>
                  <a:srgbClr val="FFFFFF"/>
                </a:highlight>
                <a:latin typeface="Aptos" panose="020B0004020202020204" pitchFamily="34" charset="0"/>
              </a:rPr>
              <a:t> la luminosité, l'acoustique, la température</a:t>
            </a:r>
            <a:r>
              <a:rPr lang="fr-FR" sz="1600" dirty="0">
                <a:solidFill>
                  <a:srgbClr val="111111"/>
                </a:solidFill>
                <a:highlight>
                  <a:srgbClr val="FFFFFF"/>
                </a:highlight>
                <a:latin typeface="Aptos" panose="020B0004020202020204" pitchFamily="34" charset="0"/>
              </a:rPr>
              <a:t> et </a:t>
            </a:r>
            <a:r>
              <a:rPr lang="fr-FR" sz="1600" b="1" dirty="0">
                <a:solidFill>
                  <a:srgbClr val="111111"/>
                </a:solidFill>
                <a:highlight>
                  <a:srgbClr val="FFFFFF"/>
                </a:highlight>
                <a:latin typeface="Aptos" panose="020B0004020202020204" pitchFamily="34" charset="0"/>
              </a:rPr>
              <a:t>même l'humeur des occupants</a:t>
            </a:r>
            <a:r>
              <a:rPr lang="fr-FR" sz="1600" dirty="0">
                <a:solidFill>
                  <a:srgbClr val="111111"/>
                </a:solidFill>
                <a:highlight>
                  <a:srgbClr val="FFFFFF"/>
                </a:highlight>
                <a:latin typeface="Aptos" panose="020B0004020202020204" pitchFamily="34" charset="0"/>
              </a:rPr>
              <a:t>.</a:t>
            </a:r>
          </a:p>
        </p:txBody>
      </p:sp>
      <p:pic>
        <p:nvPicPr>
          <p:cNvPr id="8194" name="Picture 2">
            <a:extLst>
              <a:ext uri="{FF2B5EF4-FFF2-40B4-BE49-F238E27FC236}">
                <a16:creationId xmlns:a16="http://schemas.microsoft.com/office/drawing/2014/main" id="{0A78FAA1-0C36-0CA9-2C2E-10682C6B3B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61" y="3544744"/>
            <a:ext cx="3428990" cy="2857492"/>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F3BFBE23-E011-7994-BB50-C2D16DCF87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25288" y="3920977"/>
            <a:ext cx="4210050" cy="2105025"/>
          </a:xfrm>
          <a:prstGeom prst="rect">
            <a:avLst/>
          </a:prstGeom>
          <a:noFill/>
          <a:extLst>
            <a:ext uri="{909E8E84-426E-40DD-AFC4-6F175D3DCCD1}">
              <a14:hiddenFill xmlns:a14="http://schemas.microsoft.com/office/drawing/2010/main">
                <a:solidFill>
                  <a:srgbClr val="FFFFFF"/>
                </a:solidFill>
              </a14:hiddenFill>
            </a:ext>
          </a:extLst>
        </p:spPr>
      </p:pic>
      <p:sp>
        <p:nvSpPr>
          <p:cNvPr id="11" name="ZoneTexte 10">
            <a:extLst>
              <a:ext uri="{FF2B5EF4-FFF2-40B4-BE49-F238E27FC236}">
                <a16:creationId xmlns:a16="http://schemas.microsoft.com/office/drawing/2014/main" id="{783025DB-53ED-1C9D-B343-CAF007B1ADA5}"/>
              </a:ext>
            </a:extLst>
          </p:cNvPr>
          <p:cNvSpPr txBox="1"/>
          <p:nvPr/>
        </p:nvSpPr>
        <p:spPr>
          <a:xfrm>
            <a:off x="8697051" y="3006413"/>
            <a:ext cx="2082081" cy="3785652"/>
          </a:xfrm>
          <a:prstGeom prst="rect">
            <a:avLst/>
          </a:prstGeom>
          <a:noFill/>
        </p:spPr>
        <p:txBody>
          <a:bodyPr wrap="square">
            <a:spAutoFit/>
          </a:bodyPr>
          <a:lstStyle/>
          <a:p>
            <a:pPr algn="ctr"/>
            <a:r>
              <a:rPr lang="fr-FR" sz="1600" dirty="0">
                <a:solidFill>
                  <a:srgbClr val="111111"/>
                </a:solidFill>
                <a:highlight>
                  <a:srgbClr val="FFFFFF"/>
                </a:highlight>
                <a:latin typeface="Aptos" panose="020B0004020202020204" pitchFamily="34" charset="0"/>
              </a:rPr>
              <a:t>Les </a:t>
            </a:r>
            <a:r>
              <a:rPr lang="fr-FR" sz="1600" b="1" dirty="0">
                <a:solidFill>
                  <a:srgbClr val="111111"/>
                </a:solidFill>
                <a:highlight>
                  <a:srgbClr val="FFFFFF"/>
                </a:highlight>
                <a:latin typeface="Aptos" panose="020B0004020202020204" pitchFamily="34" charset="0"/>
              </a:rPr>
              <a:t>matériaux translucides </a:t>
            </a:r>
            <a:r>
              <a:rPr lang="fr-FR" sz="1600" dirty="0">
                <a:solidFill>
                  <a:srgbClr val="111111"/>
                </a:solidFill>
                <a:highlight>
                  <a:srgbClr val="FFFFFF"/>
                </a:highlight>
                <a:latin typeface="Aptos" panose="020B0004020202020204" pitchFamily="34" charset="0"/>
              </a:rPr>
              <a:t>tels que le </a:t>
            </a:r>
            <a:r>
              <a:rPr lang="fr-FR" sz="1600" b="1" dirty="0">
                <a:solidFill>
                  <a:srgbClr val="111111"/>
                </a:solidFill>
                <a:highlight>
                  <a:srgbClr val="FFFFFF"/>
                </a:highlight>
                <a:latin typeface="Aptos" panose="020B0004020202020204" pitchFamily="34" charset="0"/>
              </a:rPr>
              <a:t>verre ou les plastiques transparents favorisent la diffusion de la lumière naturelle</a:t>
            </a:r>
            <a:r>
              <a:rPr lang="fr-FR" sz="1600" dirty="0">
                <a:solidFill>
                  <a:srgbClr val="111111"/>
                </a:solidFill>
                <a:highlight>
                  <a:srgbClr val="FFFFFF"/>
                </a:highlight>
                <a:latin typeface="Aptos" panose="020B0004020202020204" pitchFamily="34" charset="0"/>
              </a:rPr>
              <a:t> à travers un espace, instaurant une atmosphère lumineuse et dynamique tout en diminuant le recours à l'éclairage artificiel.</a:t>
            </a:r>
          </a:p>
        </p:txBody>
      </p:sp>
      <p:pic>
        <p:nvPicPr>
          <p:cNvPr id="3" name="officeArt object">
            <a:extLst>
              <a:ext uri="{FF2B5EF4-FFF2-40B4-BE49-F238E27FC236}">
                <a16:creationId xmlns:a16="http://schemas.microsoft.com/office/drawing/2014/main" id="{454DCAC3-E5B7-C155-9466-2F5CEBDCA41E}"/>
              </a:ext>
            </a:extLst>
          </p:cNvPr>
          <p:cNvPicPr/>
          <p:nvPr/>
        </p:nvPicPr>
        <p:blipFill rotWithShape="1">
          <a:blip r:embed="rId6"/>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12911415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2050" name="Picture 2" descr="Propriétés des matériaux - myMaxicours">
            <a:extLst>
              <a:ext uri="{FF2B5EF4-FFF2-40B4-BE49-F238E27FC236}">
                <a16:creationId xmlns:a16="http://schemas.microsoft.com/office/drawing/2014/main" id="{014575DB-763A-A49E-CBCB-26FAB78777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0697" y="2049775"/>
            <a:ext cx="3143250" cy="1457325"/>
          </a:xfrm>
          <a:prstGeom prst="rect">
            <a:avLst/>
          </a:prstGeom>
          <a:noFill/>
          <a:extLst>
            <a:ext uri="{909E8E84-426E-40DD-AFC4-6F175D3DCCD1}">
              <a14:hiddenFill xmlns:a14="http://schemas.microsoft.com/office/drawing/2010/main">
                <a:solidFill>
                  <a:srgbClr val="FFFFFF"/>
                </a:solidFill>
              </a14:hiddenFill>
            </a:ext>
          </a:extLst>
        </p:spPr>
      </p:pic>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44</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6" name="ZoneTexte 5">
            <a:extLst>
              <a:ext uri="{FF2B5EF4-FFF2-40B4-BE49-F238E27FC236}">
                <a16:creationId xmlns:a16="http://schemas.microsoft.com/office/drawing/2014/main" id="{051208D4-C856-A569-1B00-A0260CB83203}"/>
              </a:ext>
            </a:extLst>
          </p:cNvPr>
          <p:cNvSpPr txBox="1"/>
          <p:nvPr/>
        </p:nvSpPr>
        <p:spPr>
          <a:xfrm>
            <a:off x="0" y="-111600"/>
            <a:ext cx="10006641" cy="1384995"/>
          </a:xfrm>
          <a:prstGeom prst="rect">
            <a:avLst/>
          </a:prstGeom>
          <a:noFill/>
        </p:spPr>
        <p:txBody>
          <a:bodyPr wrap="square">
            <a:spAutoFit/>
          </a:bodyPr>
          <a:lstStyle/>
          <a:p>
            <a:pPr marL="571500" indent="-571500" fontAlgn="ctr">
              <a:lnSpc>
                <a:spcPct val="150000"/>
              </a:lnSpc>
              <a:buClr>
                <a:srgbClr val="1F3864"/>
              </a:buClr>
              <a:buSzPct val="52000"/>
              <a:buFont typeface="+mj-lt"/>
              <a:buAutoNum type="romanUcPeriod" startAt="5"/>
            </a:pPr>
            <a:r>
              <a:rPr lang="fr-FR" sz="2800" b="1" dirty="0">
                <a:solidFill>
                  <a:srgbClr val="1F3864"/>
                </a:solidFill>
                <a:latin typeface="Aptos" panose="020B0004020202020204" pitchFamily="34" charset="0"/>
                <a:ea typeface="Calibri"/>
                <a:cs typeface="Calibri"/>
              </a:rPr>
              <a:t>Propriétés des matériaux de construction </a:t>
            </a:r>
          </a:p>
          <a:p>
            <a:pPr marL="571500" indent="-571500" fontAlgn="ctr">
              <a:lnSpc>
                <a:spcPct val="150000"/>
              </a:lnSpc>
              <a:buClr>
                <a:srgbClr val="1F3864"/>
              </a:buClr>
              <a:buSzPct val="49000"/>
              <a:buFont typeface="+mj-lt"/>
              <a:buAutoNum type="romanUcPeriod" startAt="5"/>
            </a:pPr>
            <a:endParaRPr lang="fr-FR" sz="2800" b="1" dirty="0">
              <a:solidFill>
                <a:srgbClr val="1F3864"/>
              </a:solidFill>
              <a:latin typeface="Aptos" panose="020B0004020202020204" pitchFamily="34" charset="0"/>
              <a:ea typeface="Calibri"/>
              <a:cs typeface="Calibri"/>
            </a:endParaRPr>
          </a:p>
        </p:txBody>
      </p:sp>
      <p:sp>
        <p:nvSpPr>
          <p:cNvPr id="7" name="Rectangle 6">
            <a:extLst>
              <a:ext uri="{FF2B5EF4-FFF2-40B4-BE49-F238E27FC236}">
                <a16:creationId xmlns:a16="http://schemas.microsoft.com/office/drawing/2014/main" id="{85E52BC2-EB75-B11A-4D6F-5C45965C8E59}"/>
              </a:ext>
            </a:extLst>
          </p:cNvPr>
          <p:cNvSpPr/>
          <p:nvPr/>
        </p:nvSpPr>
        <p:spPr>
          <a:xfrm>
            <a:off x="3970058" y="985116"/>
            <a:ext cx="3520516"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Propriétés physiques </a:t>
            </a:r>
            <a:endParaRPr lang="fr-FR" sz="5400" b="0" cap="none" spc="0" dirty="0">
              <a:ln w="0"/>
              <a:solidFill>
                <a:srgbClr val="1F3864"/>
              </a:solidFill>
            </a:endParaRPr>
          </a:p>
        </p:txBody>
      </p:sp>
      <p:sp>
        <p:nvSpPr>
          <p:cNvPr id="15" name="ZoneTexte 14">
            <a:extLst>
              <a:ext uri="{FF2B5EF4-FFF2-40B4-BE49-F238E27FC236}">
                <a16:creationId xmlns:a16="http://schemas.microsoft.com/office/drawing/2014/main" id="{C13BB47B-CAD6-6963-C4AE-D9E475C8912E}"/>
              </a:ext>
            </a:extLst>
          </p:cNvPr>
          <p:cNvSpPr txBox="1"/>
          <p:nvPr/>
        </p:nvSpPr>
        <p:spPr>
          <a:xfrm>
            <a:off x="999067" y="1681722"/>
            <a:ext cx="10585506" cy="923330"/>
          </a:xfrm>
          <a:prstGeom prst="rect">
            <a:avLst/>
          </a:prstGeom>
          <a:noFill/>
        </p:spPr>
        <p:txBody>
          <a:bodyPr wrap="square">
            <a:spAutoFit/>
          </a:bodyPr>
          <a:lstStyle/>
          <a:p>
            <a:pPr algn="ctr"/>
            <a:r>
              <a:rPr lang="fr-FR" sz="1800" dirty="0">
                <a:solidFill>
                  <a:srgbClr val="111111"/>
                </a:solidFill>
                <a:highlight>
                  <a:srgbClr val="FFFFFF"/>
                </a:highlight>
                <a:latin typeface="Aptos" panose="020B0004020202020204" pitchFamily="34" charset="0"/>
              </a:rPr>
              <a:t>Les propriétés physiques des matériaux de construction, telles que leur densité, leur résistance mécanique et leur conductivité thermique, influencent leur performance structurelle et leur durabilité dans les applications de construction.</a:t>
            </a:r>
          </a:p>
        </p:txBody>
      </p:sp>
      <p:graphicFrame>
        <p:nvGraphicFramePr>
          <p:cNvPr id="16" name="Diagramme 15">
            <a:extLst>
              <a:ext uri="{FF2B5EF4-FFF2-40B4-BE49-F238E27FC236}">
                <a16:creationId xmlns:a16="http://schemas.microsoft.com/office/drawing/2014/main" id="{1A1CF963-3B69-606A-1278-5069B0B6FA78}"/>
              </a:ext>
            </a:extLst>
          </p:cNvPr>
          <p:cNvGraphicFramePr/>
          <p:nvPr>
            <p:extLst>
              <p:ext uri="{D42A27DB-BD31-4B8C-83A1-F6EECF244321}">
                <p14:modId xmlns:p14="http://schemas.microsoft.com/office/powerpoint/2010/main" val="2762525212"/>
              </p:ext>
            </p:extLst>
          </p:nvPr>
        </p:nvGraphicFramePr>
        <p:xfrm>
          <a:off x="1072868" y="3038813"/>
          <a:ext cx="3675493" cy="310631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2052" name="Picture 4" descr="La conductivité thermique des isolants ou le coefficient Lambda λ des  matériaux">
            <a:extLst>
              <a:ext uri="{FF2B5EF4-FFF2-40B4-BE49-F238E27FC236}">
                <a16:creationId xmlns:a16="http://schemas.microsoft.com/office/drawing/2014/main" id="{88D93F2E-BDBB-2FC9-B074-401BEA0935E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56949" y="3610895"/>
            <a:ext cx="2333625" cy="19621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Propriétés phoniques du béton | Groupe Pigeon">
            <a:extLst>
              <a:ext uri="{FF2B5EF4-FFF2-40B4-BE49-F238E27FC236}">
                <a16:creationId xmlns:a16="http://schemas.microsoft.com/office/drawing/2014/main" id="{C2DF7F32-925F-8B11-94E5-DFCD9A7866B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143281" y="3516655"/>
            <a:ext cx="2600325" cy="176212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Matériaux de Construction Écologique : Construire un Avenir Durable">
            <a:extLst>
              <a:ext uri="{FF2B5EF4-FFF2-40B4-BE49-F238E27FC236}">
                <a16:creationId xmlns:a16="http://schemas.microsoft.com/office/drawing/2014/main" id="{551A7D19-8E22-3BB9-D35D-6A15DF926AF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99162" y="5322002"/>
            <a:ext cx="1885709" cy="1175248"/>
          </a:xfrm>
          <a:prstGeom prst="rect">
            <a:avLst/>
          </a:prstGeom>
          <a:noFill/>
          <a:extLst>
            <a:ext uri="{909E8E84-426E-40DD-AFC4-6F175D3DCCD1}">
              <a14:hiddenFill xmlns:a14="http://schemas.microsoft.com/office/drawing/2010/main">
                <a:solidFill>
                  <a:srgbClr val="FFFFFF"/>
                </a:solidFill>
              </a14:hiddenFill>
            </a:ext>
          </a:extLst>
        </p:spPr>
      </p:pic>
      <p:pic>
        <p:nvPicPr>
          <p:cNvPr id="3" name="officeArt object">
            <a:extLst>
              <a:ext uri="{FF2B5EF4-FFF2-40B4-BE49-F238E27FC236}">
                <a16:creationId xmlns:a16="http://schemas.microsoft.com/office/drawing/2014/main" id="{3C3F2153-473D-93B1-9D14-193798FFC40F}"/>
              </a:ext>
            </a:extLst>
          </p:cNvPr>
          <p:cNvPicPr/>
          <p:nvPr/>
        </p:nvPicPr>
        <p:blipFill rotWithShape="1">
          <a:blip r:embed="rId13"/>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35109938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3080" name="Picture 8" descr="Descente de charge : exercices d'application selon BAEL 91 - Révisé 99 -  Vidéo Dailymotion">
            <a:extLst>
              <a:ext uri="{FF2B5EF4-FFF2-40B4-BE49-F238E27FC236}">
                <a16:creationId xmlns:a16="http://schemas.microsoft.com/office/drawing/2014/main" id="{ED161C5E-D5D9-7EDD-83A9-CBC18B5020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0057" y="2982903"/>
            <a:ext cx="3195050" cy="3032209"/>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Info BTP n°2 : Descente de charge">
            <a:extLst>
              <a:ext uri="{FF2B5EF4-FFF2-40B4-BE49-F238E27FC236}">
                <a16:creationId xmlns:a16="http://schemas.microsoft.com/office/drawing/2014/main" id="{C745BBB6-F100-8F6A-E211-1604C31588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81275" y="1240025"/>
            <a:ext cx="4085344" cy="5093300"/>
          </a:xfrm>
          <a:prstGeom prst="rect">
            <a:avLst/>
          </a:prstGeom>
          <a:noFill/>
          <a:extLst>
            <a:ext uri="{909E8E84-426E-40DD-AFC4-6F175D3DCCD1}">
              <a14:hiddenFill xmlns:a14="http://schemas.microsoft.com/office/drawing/2010/main">
                <a:solidFill>
                  <a:srgbClr val="FFFFFF"/>
                </a:solidFill>
              </a14:hiddenFill>
            </a:ext>
          </a:extLst>
        </p:spPr>
      </p:pic>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45</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6" name="ZoneTexte 5">
            <a:extLst>
              <a:ext uri="{FF2B5EF4-FFF2-40B4-BE49-F238E27FC236}">
                <a16:creationId xmlns:a16="http://schemas.microsoft.com/office/drawing/2014/main" id="{051208D4-C856-A569-1B00-A0260CB83203}"/>
              </a:ext>
            </a:extLst>
          </p:cNvPr>
          <p:cNvSpPr txBox="1"/>
          <p:nvPr/>
        </p:nvSpPr>
        <p:spPr>
          <a:xfrm>
            <a:off x="0" y="-111600"/>
            <a:ext cx="10006641" cy="1384995"/>
          </a:xfrm>
          <a:prstGeom prst="rect">
            <a:avLst/>
          </a:prstGeom>
          <a:noFill/>
        </p:spPr>
        <p:txBody>
          <a:bodyPr wrap="square">
            <a:spAutoFit/>
          </a:bodyPr>
          <a:lstStyle/>
          <a:p>
            <a:pPr marL="571500" indent="-571500" fontAlgn="ctr">
              <a:lnSpc>
                <a:spcPct val="150000"/>
              </a:lnSpc>
              <a:buClr>
                <a:srgbClr val="1F3864"/>
              </a:buClr>
              <a:buSzPct val="52000"/>
              <a:buFont typeface="+mj-lt"/>
              <a:buAutoNum type="romanUcPeriod" startAt="5"/>
            </a:pPr>
            <a:r>
              <a:rPr lang="fr-FR" sz="2800" b="1" dirty="0">
                <a:solidFill>
                  <a:srgbClr val="1F3864"/>
                </a:solidFill>
                <a:latin typeface="Aptos" panose="020B0004020202020204" pitchFamily="34" charset="0"/>
                <a:ea typeface="Calibri"/>
                <a:cs typeface="Calibri"/>
              </a:rPr>
              <a:t>Propriétés des matériaux de construction </a:t>
            </a:r>
          </a:p>
          <a:p>
            <a:pPr marL="571500" indent="-571500" fontAlgn="ctr">
              <a:lnSpc>
                <a:spcPct val="150000"/>
              </a:lnSpc>
              <a:buClr>
                <a:srgbClr val="1F3864"/>
              </a:buClr>
              <a:buSzPct val="49000"/>
              <a:buFont typeface="+mj-lt"/>
              <a:buAutoNum type="romanUcPeriod" startAt="5"/>
            </a:pPr>
            <a:endParaRPr lang="fr-FR" sz="2800" b="1" dirty="0">
              <a:solidFill>
                <a:srgbClr val="1F3864"/>
              </a:solidFill>
              <a:latin typeface="Aptos" panose="020B0004020202020204" pitchFamily="34" charset="0"/>
              <a:ea typeface="Calibri"/>
              <a:cs typeface="Calibri"/>
            </a:endParaRPr>
          </a:p>
        </p:txBody>
      </p:sp>
      <p:sp>
        <p:nvSpPr>
          <p:cNvPr id="7" name="Rectangle 6">
            <a:extLst>
              <a:ext uri="{FF2B5EF4-FFF2-40B4-BE49-F238E27FC236}">
                <a16:creationId xmlns:a16="http://schemas.microsoft.com/office/drawing/2014/main" id="{85E52BC2-EB75-B11A-4D6F-5C45965C8E59}"/>
              </a:ext>
            </a:extLst>
          </p:cNvPr>
          <p:cNvSpPr/>
          <p:nvPr/>
        </p:nvSpPr>
        <p:spPr>
          <a:xfrm>
            <a:off x="3970058" y="985116"/>
            <a:ext cx="3520516"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Propriétés physiques </a:t>
            </a:r>
            <a:endParaRPr lang="fr-FR" sz="5400" b="0" cap="none" spc="0" dirty="0">
              <a:ln w="0"/>
              <a:solidFill>
                <a:srgbClr val="1F3864"/>
              </a:solidFill>
            </a:endParaRPr>
          </a:p>
        </p:txBody>
      </p:sp>
      <p:graphicFrame>
        <p:nvGraphicFramePr>
          <p:cNvPr id="16" name="Diagramme 15">
            <a:extLst>
              <a:ext uri="{FF2B5EF4-FFF2-40B4-BE49-F238E27FC236}">
                <a16:creationId xmlns:a16="http://schemas.microsoft.com/office/drawing/2014/main" id="{1A1CF963-3B69-606A-1278-5069B0B6FA78}"/>
              </a:ext>
            </a:extLst>
          </p:cNvPr>
          <p:cNvGraphicFramePr/>
          <p:nvPr>
            <p:extLst>
              <p:ext uri="{D42A27DB-BD31-4B8C-83A1-F6EECF244321}">
                <p14:modId xmlns:p14="http://schemas.microsoft.com/office/powerpoint/2010/main" val="1495422907"/>
              </p:ext>
            </p:extLst>
          </p:nvPr>
        </p:nvGraphicFramePr>
        <p:xfrm>
          <a:off x="0" y="629689"/>
          <a:ext cx="3195050" cy="117560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9" name="ZoneTexte 8">
            <a:extLst>
              <a:ext uri="{FF2B5EF4-FFF2-40B4-BE49-F238E27FC236}">
                <a16:creationId xmlns:a16="http://schemas.microsoft.com/office/drawing/2014/main" id="{5199AE43-0F6C-BDD9-229A-A080718C3FEB}"/>
              </a:ext>
            </a:extLst>
          </p:cNvPr>
          <p:cNvSpPr txBox="1"/>
          <p:nvPr/>
        </p:nvSpPr>
        <p:spPr>
          <a:xfrm>
            <a:off x="48399" y="1897065"/>
            <a:ext cx="3716965" cy="1169551"/>
          </a:xfrm>
          <a:prstGeom prst="rect">
            <a:avLst/>
          </a:prstGeom>
          <a:noFill/>
        </p:spPr>
        <p:txBody>
          <a:bodyPr wrap="square">
            <a:spAutoFit/>
          </a:bodyPr>
          <a:lstStyle/>
          <a:p>
            <a:pPr algn="ctr"/>
            <a:r>
              <a:rPr lang="fr-FR" dirty="0">
                <a:solidFill>
                  <a:srgbClr val="111111"/>
                </a:solidFill>
                <a:highlight>
                  <a:srgbClr val="FFFFFF"/>
                </a:highlight>
                <a:latin typeface="Aptos" panose="020B0004020202020204" pitchFamily="34" charset="0"/>
              </a:rPr>
              <a:t>L'</a:t>
            </a:r>
            <a:r>
              <a:rPr lang="fr-FR" b="1" dirty="0">
                <a:solidFill>
                  <a:srgbClr val="111111"/>
                </a:solidFill>
                <a:highlight>
                  <a:srgbClr val="FFFFFF"/>
                </a:highlight>
                <a:latin typeface="Aptos" panose="020B0004020202020204" pitchFamily="34" charset="0"/>
              </a:rPr>
              <a:t>isotropie</a:t>
            </a:r>
            <a:r>
              <a:rPr lang="fr-FR" dirty="0">
                <a:solidFill>
                  <a:srgbClr val="111111"/>
                </a:solidFill>
                <a:highlight>
                  <a:srgbClr val="FFFFFF"/>
                </a:highlight>
                <a:latin typeface="Aptos" panose="020B0004020202020204" pitchFamily="34" charset="0"/>
              </a:rPr>
              <a:t> se réfère à la propriété d'un matériau d'avoir </a:t>
            </a:r>
            <a:r>
              <a:rPr lang="fr-FR" b="1" dirty="0">
                <a:solidFill>
                  <a:srgbClr val="111111"/>
                </a:solidFill>
                <a:highlight>
                  <a:srgbClr val="FFFFFF"/>
                </a:highlight>
                <a:latin typeface="Aptos" panose="020B0004020202020204" pitchFamily="34" charset="0"/>
              </a:rPr>
              <a:t>des propriétés physiques uniformes </a:t>
            </a:r>
            <a:r>
              <a:rPr lang="fr-FR" dirty="0">
                <a:solidFill>
                  <a:srgbClr val="111111"/>
                </a:solidFill>
                <a:highlight>
                  <a:srgbClr val="FFFFFF"/>
                </a:highlight>
                <a:latin typeface="Aptos" panose="020B0004020202020204" pitchFamily="34" charset="0"/>
              </a:rPr>
              <a:t>dans toutes les directions;</a:t>
            </a:r>
          </a:p>
          <a:p>
            <a:pPr algn="ctr"/>
            <a:r>
              <a:rPr lang="fr-FR" b="1" dirty="0">
                <a:solidFill>
                  <a:srgbClr val="111111"/>
                </a:solidFill>
                <a:highlight>
                  <a:srgbClr val="FFFFFF"/>
                </a:highlight>
                <a:latin typeface="Aptos" panose="020B0004020202020204" pitchFamily="34" charset="0"/>
              </a:rPr>
              <a:t>l'anisotropie</a:t>
            </a:r>
            <a:r>
              <a:rPr lang="fr-FR" dirty="0">
                <a:solidFill>
                  <a:srgbClr val="111111"/>
                </a:solidFill>
                <a:highlight>
                  <a:srgbClr val="FFFFFF"/>
                </a:highlight>
                <a:latin typeface="Aptos" panose="020B0004020202020204" pitchFamily="34" charset="0"/>
              </a:rPr>
              <a:t> signifie que </a:t>
            </a:r>
            <a:r>
              <a:rPr lang="fr-FR" b="1" dirty="0">
                <a:solidFill>
                  <a:srgbClr val="111111"/>
                </a:solidFill>
                <a:highlight>
                  <a:srgbClr val="FFFFFF"/>
                </a:highlight>
                <a:latin typeface="Aptos" panose="020B0004020202020204" pitchFamily="34" charset="0"/>
              </a:rPr>
              <a:t>ces propriétés varient selon la direction</a:t>
            </a:r>
          </a:p>
        </p:txBody>
      </p:sp>
      <p:pic>
        <p:nvPicPr>
          <p:cNvPr id="3074" name="Picture 2" descr="Isotropie (a) et anisotropie (b, c, d). Homogénéité (b, c) et... | Download  Scientific Diagram">
            <a:extLst>
              <a:ext uri="{FF2B5EF4-FFF2-40B4-BE49-F238E27FC236}">
                <a16:creationId xmlns:a16="http://schemas.microsoft.com/office/drawing/2014/main" id="{5A0BA6B7-905A-AF38-2BCF-DBA08D277EB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3092" y="3429000"/>
            <a:ext cx="3716965" cy="2036357"/>
          </a:xfrm>
          <a:prstGeom prst="rect">
            <a:avLst/>
          </a:prstGeom>
          <a:noFill/>
          <a:extLst>
            <a:ext uri="{909E8E84-426E-40DD-AFC4-6F175D3DCCD1}">
              <a14:hiddenFill xmlns:a14="http://schemas.microsoft.com/office/drawing/2010/main">
                <a:solidFill>
                  <a:srgbClr val="FFFFFF"/>
                </a:solidFill>
              </a14:hiddenFill>
            </a:ext>
          </a:extLst>
        </p:spPr>
      </p:pic>
      <p:sp>
        <p:nvSpPr>
          <p:cNvPr id="11" name="ZoneTexte 10">
            <a:extLst>
              <a:ext uri="{FF2B5EF4-FFF2-40B4-BE49-F238E27FC236}">
                <a16:creationId xmlns:a16="http://schemas.microsoft.com/office/drawing/2014/main" id="{ED4D236F-8145-B38C-3527-1BA2F8E7D534}"/>
              </a:ext>
            </a:extLst>
          </p:cNvPr>
          <p:cNvSpPr txBox="1"/>
          <p:nvPr/>
        </p:nvSpPr>
        <p:spPr>
          <a:xfrm>
            <a:off x="4070781" y="1135980"/>
            <a:ext cx="3578916" cy="1815882"/>
          </a:xfrm>
          <a:prstGeom prst="rect">
            <a:avLst/>
          </a:prstGeom>
          <a:noFill/>
        </p:spPr>
        <p:txBody>
          <a:bodyPr wrap="square">
            <a:spAutoFit/>
          </a:bodyPr>
          <a:lstStyle/>
          <a:p>
            <a:pPr algn="ctr"/>
            <a:endParaRPr lang="fr-FR" dirty="0"/>
          </a:p>
          <a:p>
            <a:pPr algn="ctr"/>
            <a:r>
              <a:rPr lang="fr-FR" dirty="0">
                <a:solidFill>
                  <a:srgbClr val="111111"/>
                </a:solidFill>
                <a:highlight>
                  <a:srgbClr val="FFFFFF"/>
                </a:highlight>
                <a:latin typeface="Aptos" panose="020B0004020202020204" pitchFamily="34" charset="0"/>
              </a:rPr>
              <a:t>Les </a:t>
            </a:r>
            <a:r>
              <a:rPr lang="fr-FR" b="1" dirty="0">
                <a:solidFill>
                  <a:srgbClr val="111111"/>
                </a:solidFill>
                <a:highlight>
                  <a:srgbClr val="FFFFFF"/>
                </a:highlight>
                <a:latin typeface="Aptos" panose="020B0004020202020204" pitchFamily="34" charset="0"/>
              </a:rPr>
              <a:t>charges permanentes </a:t>
            </a:r>
            <a:r>
              <a:rPr lang="fr-FR" dirty="0">
                <a:solidFill>
                  <a:srgbClr val="111111"/>
                </a:solidFill>
                <a:highlight>
                  <a:srgbClr val="FFFFFF"/>
                </a:highlight>
                <a:latin typeface="Aptos" panose="020B0004020202020204" pitchFamily="34" charset="0"/>
              </a:rPr>
              <a:t>sont celles qui persistent en </a:t>
            </a:r>
            <a:r>
              <a:rPr lang="fr-FR" b="1" dirty="0">
                <a:solidFill>
                  <a:srgbClr val="111111"/>
                </a:solidFill>
                <a:highlight>
                  <a:srgbClr val="FFFFFF"/>
                </a:highlight>
                <a:latin typeface="Aptos" panose="020B0004020202020204" pitchFamily="34" charset="0"/>
              </a:rPr>
              <a:t>permanence </a:t>
            </a:r>
            <a:r>
              <a:rPr lang="fr-FR" dirty="0">
                <a:solidFill>
                  <a:srgbClr val="111111"/>
                </a:solidFill>
                <a:highlight>
                  <a:srgbClr val="FFFFFF"/>
                </a:highlight>
                <a:latin typeface="Aptos" panose="020B0004020202020204" pitchFamily="34" charset="0"/>
              </a:rPr>
              <a:t>sur une structure, comme </a:t>
            </a:r>
            <a:r>
              <a:rPr lang="fr-FR" b="1" dirty="0">
                <a:solidFill>
                  <a:srgbClr val="111111"/>
                </a:solidFill>
                <a:highlight>
                  <a:srgbClr val="FFFFFF"/>
                </a:highlight>
                <a:latin typeface="Aptos" panose="020B0004020202020204" pitchFamily="34" charset="0"/>
              </a:rPr>
              <a:t>son propre poids</a:t>
            </a:r>
            <a:r>
              <a:rPr lang="fr-FR" dirty="0">
                <a:solidFill>
                  <a:srgbClr val="111111"/>
                </a:solidFill>
                <a:highlight>
                  <a:srgbClr val="FFFFFF"/>
                </a:highlight>
                <a:latin typeface="Aptos" panose="020B0004020202020204" pitchFamily="34" charset="0"/>
              </a:rPr>
              <a:t>, tandis que les </a:t>
            </a:r>
            <a:r>
              <a:rPr lang="fr-FR" b="1" dirty="0">
                <a:solidFill>
                  <a:srgbClr val="111111"/>
                </a:solidFill>
                <a:highlight>
                  <a:srgbClr val="FFFFFF"/>
                </a:highlight>
                <a:latin typeface="Aptos" panose="020B0004020202020204" pitchFamily="34" charset="0"/>
              </a:rPr>
              <a:t>charges temporaires</a:t>
            </a:r>
            <a:r>
              <a:rPr lang="fr-FR" dirty="0">
                <a:solidFill>
                  <a:srgbClr val="111111"/>
                </a:solidFill>
                <a:highlight>
                  <a:srgbClr val="FFFFFF"/>
                </a:highlight>
                <a:latin typeface="Aptos" panose="020B0004020202020204" pitchFamily="34" charset="0"/>
              </a:rPr>
              <a:t> </a:t>
            </a:r>
            <a:r>
              <a:rPr lang="fr-FR" b="1" dirty="0">
                <a:solidFill>
                  <a:srgbClr val="111111"/>
                </a:solidFill>
                <a:highlight>
                  <a:srgbClr val="FFFFFF"/>
                </a:highlight>
                <a:latin typeface="Aptos" panose="020B0004020202020204" pitchFamily="34" charset="0"/>
              </a:rPr>
              <a:t>varient dans le temps</a:t>
            </a:r>
            <a:r>
              <a:rPr lang="fr-FR" dirty="0">
                <a:solidFill>
                  <a:srgbClr val="111111"/>
                </a:solidFill>
                <a:highlight>
                  <a:srgbClr val="FFFFFF"/>
                </a:highlight>
                <a:latin typeface="Aptos" panose="020B0004020202020204" pitchFamily="34" charset="0"/>
              </a:rPr>
              <a:t>, telles que les </a:t>
            </a:r>
            <a:r>
              <a:rPr lang="fr-FR" b="1" dirty="0">
                <a:solidFill>
                  <a:srgbClr val="111111"/>
                </a:solidFill>
                <a:highlight>
                  <a:srgbClr val="FFFFFF"/>
                </a:highlight>
                <a:latin typeface="Aptos" panose="020B0004020202020204" pitchFamily="34" charset="0"/>
              </a:rPr>
              <a:t>charges climatiques </a:t>
            </a:r>
            <a:r>
              <a:rPr lang="fr-FR" dirty="0">
                <a:solidFill>
                  <a:srgbClr val="111111"/>
                </a:solidFill>
                <a:highlight>
                  <a:srgbClr val="FFFFFF"/>
                </a:highlight>
                <a:latin typeface="Aptos" panose="020B0004020202020204" pitchFamily="34" charset="0"/>
              </a:rPr>
              <a:t>et le </a:t>
            </a:r>
            <a:r>
              <a:rPr lang="fr-FR" b="1" dirty="0">
                <a:solidFill>
                  <a:srgbClr val="111111"/>
                </a:solidFill>
                <a:highlight>
                  <a:srgbClr val="FFFFFF"/>
                </a:highlight>
                <a:latin typeface="Aptos" panose="020B0004020202020204" pitchFamily="34" charset="0"/>
              </a:rPr>
              <a:t>poids des occupants</a:t>
            </a:r>
            <a:r>
              <a:rPr lang="fr-FR" dirty="0"/>
              <a:t>.</a:t>
            </a:r>
          </a:p>
          <a:p>
            <a:pPr algn="ctr"/>
            <a:r>
              <a:rPr lang="fr-FR" i="1" u="sng" dirty="0">
                <a:solidFill>
                  <a:srgbClr val="111111"/>
                </a:solidFill>
                <a:highlight>
                  <a:srgbClr val="FFFFFF"/>
                </a:highlight>
                <a:latin typeface="Aptos" panose="020B0004020202020204" pitchFamily="34" charset="0"/>
              </a:rPr>
              <a:t>Notion de descente de charge</a:t>
            </a:r>
          </a:p>
        </p:txBody>
      </p:sp>
      <p:pic>
        <p:nvPicPr>
          <p:cNvPr id="3076" name="Picture 4" descr="Le monde de GÉNIE CIVIL.: Descente de charges">
            <a:extLst>
              <a:ext uri="{FF2B5EF4-FFF2-40B4-BE49-F238E27FC236}">
                <a16:creationId xmlns:a16="http://schemas.microsoft.com/office/drawing/2014/main" id="{D664895D-2045-3490-6AF2-EA9000DD8BD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68763" y="3111168"/>
            <a:ext cx="4123106" cy="3100403"/>
          </a:xfrm>
          <a:prstGeom prst="rect">
            <a:avLst/>
          </a:prstGeom>
          <a:noFill/>
          <a:extLst>
            <a:ext uri="{909E8E84-426E-40DD-AFC4-6F175D3DCCD1}">
              <a14:hiddenFill xmlns:a14="http://schemas.microsoft.com/office/drawing/2010/main">
                <a:solidFill>
                  <a:srgbClr val="FFFFFF"/>
                </a:solidFill>
              </a14:hiddenFill>
            </a:ext>
          </a:extLst>
        </p:spPr>
      </p:pic>
      <p:sp>
        <p:nvSpPr>
          <p:cNvPr id="17" name="ZoneTexte 16">
            <a:extLst>
              <a:ext uri="{FF2B5EF4-FFF2-40B4-BE49-F238E27FC236}">
                <a16:creationId xmlns:a16="http://schemas.microsoft.com/office/drawing/2014/main" id="{533450AE-0F91-478D-AE26-6EB2E8C54AB9}"/>
              </a:ext>
            </a:extLst>
          </p:cNvPr>
          <p:cNvSpPr txBox="1"/>
          <p:nvPr/>
        </p:nvSpPr>
        <p:spPr>
          <a:xfrm>
            <a:off x="3845082" y="6228339"/>
            <a:ext cx="6112932" cy="523220"/>
          </a:xfrm>
          <a:prstGeom prst="rect">
            <a:avLst/>
          </a:prstGeom>
          <a:noFill/>
        </p:spPr>
        <p:txBody>
          <a:bodyPr wrap="square">
            <a:spAutoFit/>
          </a:bodyPr>
          <a:lstStyle/>
          <a:p>
            <a:r>
              <a:rPr lang="fr-FR" dirty="0">
                <a:hlinkClick r:id="rId13"/>
              </a:rPr>
              <a:t>https://www.dailymotion.com/video/x5isciz</a:t>
            </a:r>
            <a:endParaRPr lang="fr-FR" dirty="0"/>
          </a:p>
          <a:p>
            <a:endParaRPr lang="fr-FR" dirty="0"/>
          </a:p>
        </p:txBody>
      </p:sp>
      <p:pic>
        <p:nvPicPr>
          <p:cNvPr id="3" name="officeArt object">
            <a:extLst>
              <a:ext uri="{FF2B5EF4-FFF2-40B4-BE49-F238E27FC236}">
                <a16:creationId xmlns:a16="http://schemas.microsoft.com/office/drawing/2014/main" id="{6F43C7D4-80E4-AD97-D48A-9027D2859EE0}"/>
              </a:ext>
            </a:extLst>
          </p:cNvPr>
          <p:cNvPicPr/>
          <p:nvPr/>
        </p:nvPicPr>
        <p:blipFill rotWithShape="1">
          <a:blip r:embed="rId14"/>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2253599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46</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6" name="ZoneTexte 5">
            <a:extLst>
              <a:ext uri="{FF2B5EF4-FFF2-40B4-BE49-F238E27FC236}">
                <a16:creationId xmlns:a16="http://schemas.microsoft.com/office/drawing/2014/main" id="{051208D4-C856-A569-1B00-A0260CB83203}"/>
              </a:ext>
            </a:extLst>
          </p:cNvPr>
          <p:cNvSpPr txBox="1"/>
          <p:nvPr/>
        </p:nvSpPr>
        <p:spPr>
          <a:xfrm>
            <a:off x="0" y="-111600"/>
            <a:ext cx="10006641" cy="1384995"/>
          </a:xfrm>
          <a:prstGeom prst="rect">
            <a:avLst/>
          </a:prstGeom>
          <a:noFill/>
        </p:spPr>
        <p:txBody>
          <a:bodyPr wrap="square">
            <a:spAutoFit/>
          </a:bodyPr>
          <a:lstStyle/>
          <a:p>
            <a:pPr marL="571500" indent="-571500" fontAlgn="ctr">
              <a:lnSpc>
                <a:spcPct val="150000"/>
              </a:lnSpc>
              <a:buClr>
                <a:srgbClr val="1F3864"/>
              </a:buClr>
              <a:buSzPct val="52000"/>
              <a:buFont typeface="+mj-lt"/>
              <a:buAutoNum type="romanUcPeriod" startAt="5"/>
            </a:pPr>
            <a:r>
              <a:rPr lang="fr-FR" sz="2800" b="1" dirty="0">
                <a:solidFill>
                  <a:srgbClr val="1F3864"/>
                </a:solidFill>
                <a:latin typeface="Aptos" panose="020B0004020202020204" pitchFamily="34" charset="0"/>
                <a:ea typeface="Calibri"/>
                <a:cs typeface="Calibri"/>
              </a:rPr>
              <a:t>Propriétés des matériaux de construction </a:t>
            </a:r>
          </a:p>
          <a:p>
            <a:pPr marL="571500" indent="-571500" fontAlgn="ctr">
              <a:lnSpc>
                <a:spcPct val="150000"/>
              </a:lnSpc>
              <a:buClr>
                <a:srgbClr val="1F3864"/>
              </a:buClr>
              <a:buSzPct val="49000"/>
              <a:buFont typeface="+mj-lt"/>
              <a:buAutoNum type="romanUcPeriod" startAt="5"/>
            </a:pPr>
            <a:endParaRPr lang="fr-FR" sz="2800" b="1" dirty="0">
              <a:solidFill>
                <a:srgbClr val="1F3864"/>
              </a:solidFill>
              <a:latin typeface="Aptos" panose="020B0004020202020204" pitchFamily="34" charset="0"/>
              <a:ea typeface="Calibri"/>
              <a:cs typeface="Calibri"/>
            </a:endParaRPr>
          </a:p>
        </p:txBody>
      </p:sp>
      <p:sp>
        <p:nvSpPr>
          <p:cNvPr id="7" name="Rectangle 6">
            <a:extLst>
              <a:ext uri="{FF2B5EF4-FFF2-40B4-BE49-F238E27FC236}">
                <a16:creationId xmlns:a16="http://schemas.microsoft.com/office/drawing/2014/main" id="{85E52BC2-EB75-B11A-4D6F-5C45965C8E59}"/>
              </a:ext>
            </a:extLst>
          </p:cNvPr>
          <p:cNvSpPr/>
          <p:nvPr/>
        </p:nvSpPr>
        <p:spPr>
          <a:xfrm>
            <a:off x="3970058" y="985116"/>
            <a:ext cx="3520516"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Propriétés physiques </a:t>
            </a:r>
            <a:endParaRPr lang="fr-FR" sz="5400" b="0" cap="none" spc="0" dirty="0">
              <a:ln w="0"/>
              <a:solidFill>
                <a:srgbClr val="1F3864"/>
              </a:solidFill>
            </a:endParaRPr>
          </a:p>
        </p:txBody>
      </p:sp>
      <p:graphicFrame>
        <p:nvGraphicFramePr>
          <p:cNvPr id="16" name="Diagramme 15">
            <a:extLst>
              <a:ext uri="{FF2B5EF4-FFF2-40B4-BE49-F238E27FC236}">
                <a16:creationId xmlns:a16="http://schemas.microsoft.com/office/drawing/2014/main" id="{1A1CF963-3B69-606A-1278-5069B0B6FA78}"/>
              </a:ext>
            </a:extLst>
          </p:cNvPr>
          <p:cNvGraphicFramePr/>
          <p:nvPr/>
        </p:nvGraphicFramePr>
        <p:xfrm>
          <a:off x="0" y="629689"/>
          <a:ext cx="3195050" cy="117560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ZoneTexte 3">
            <a:extLst>
              <a:ext uri="{FF2B5EF4-FFF2-40B4-BE49-F238E27FC236}">
                <a16:creationId xmlns:a16="http://schemas.microsoft.com/office/drawing/2014/main" id="{B0AFCCF2-8EDB-F50F-5C8A-30844CF9DB31}"/>
              </a:ext>
            </a:extLst>
          </p:cNvPr>
          <p:cNvSpPr txBox="1"/>
          <p:nvPr/>
        </p:nvSpPr>
        <p:spPr>
          <a:xfrm>
            <a:off x="2868521" y="1874410"/>
            <a:ext cx="5844398" cy="954107"/>
          </a:xfrm>
          <a:prstGeom prst="rect">
            <a:avLst/>
          </a:prstGeom>
          <a:noFill/>
        </p:spPr>
        <p:txBody>
          <a:bodyPr wrap="square">
            <a:spAutoFit/>
          </a:bodyPr>
          <a:lstStyle/>
          <a:p>
            <a:pPr algn="ctr"/>
            <a:r>
              <a:rPr lang="fr-FR" dirty="0">
                <a:solidFill>
                  <a:srgbClr val="111111"/>
                </a:solidFill>
                <a:highlight>
                  <a:srgbClr val="FFFFFF"/>
                </a:highlight>
                <a:latin typeface="Aptos" panose="020B0004020202020204" pitchFamily="34" charset="0"/>
              </a:rPr>
              <a:t>La compression se réfère à </a:t>
            </a:r>
            <a:r>
              <a:rPr lang="fr-FR" b="1" dirty="0">
                <a:solidFill>
                  <a:srgbClr val="111111"/>
                </a:solidFill>
                <a:highlight>
                  <a:srgbClr val="FFFFFF"/>
                </a:highlight>
                <a:latin typeface="Aptos" panose="020B0004020202020204" pitchFamily="34" charset="0"/>
              </a:rPr>
              <a:t>la force physique</a:t>
            </a:r>
            <a:r>
              <a:rPr lang="fr-FR" dirty="0">
                <a:solidFill>
                  <a:srgbClr val="111111"/>
                </a:solidFill>
                <a:highlight>
                  <a:srgbClr val="FFFFFF"/>
                </a:highlight>
                <a:latin typeface="Aptos" panose="020B0004020202020204" pitchFamily="34" charset="0"/>
              </a:rPr>
              <a:t> qui </a:t>
            </a:r>
            <a:r>
              <a:rPr lang="fr-FR" b="1" dirty="0">
                <a:solidFill>
                  <a:srgbClr val="111111"/>
                </a:solidFill>
                <a:highlight>
                  <a:srgbClr val="FFFFFF"/>
                </a:highlight>
                <a:latin typeface="Aptos" panose="020B0004020202020204" pitchFamily="34" charset="0"/>
              </a:rPr>
              <a:t>diminue le volume d'un matériau en le poussant </a:t>
            </a:r>
            <a:r>
              <a:rPr lang="fr-FR" dirty="0">
                <a:solidFill>
                  <a:srgbClr val="111111"/>
                </a:solidFill>
                <a:highlight>
                  <a:srgbClr val="FFFFFF"/>
                </a:highlight>
                <a:latin typeface="Aptos" panose="020B0004020202020204" pitchFamily="34" charset="0"/>
              </a:rPr>
              <a:t>ou en </a:t>
            </a:r>
            <a:r>
              <a:rPr lang="fr-FR" b="1" dirty="0">
                <a:solidFill>
                  <a:srgbClr val="111111"/>
                </a:solidFill>
                <a:highlight>
                  <a:srgbClr val="FFFFFF"/>
                </a:highlight>
                <a:latin typeface="Aptos" panose="020B0004020202020204" pitchFamily="34" charset="0"/>
              </a:rPr>
              <a:t>le comprimant dans une direction spécif</a:t>
            </a:r>
            <a:r>
              <a:rPr lang="fr-FR" dirty="0">
                <a:solidFill>
                  <a:srgbClr val="111111"/>
                </a:solidFill>
                <a:highlight>
                  <a:srgbClr val="FFFFFF"/>
                </a:highlight>
                <a:latin typeface="Aptos" panose="020B0004020202020204" pitchFamily="34" charset="0"/>
              </a:rPr>
              <a:t>ique, généralement sous l'effet d'une force externe agissant sur la structure</a:t>
            </a:r>
          </a:p>
        </p:txBody>
      </p:sp>
      <p:pic>
        <p:nvPicPr>
          <p:cNvPr id="4100" name="Picture 4" descr="PRB MORTIER BTC M5 R&amp;D">
            <a:extLst>
              <a:ext uri="{FF2B5EF4-FFF2-40B4-BE49-F238E27FC236}">
                <a16:creationId xmlns:a16="http://schemas.microsoft.com/office/drawing/2014/main" id="{86DAE078-9A33-D614-DAD3-27A9A17721D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6564" y="3493873"/>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a:extLst>
              <a:ext uri="{FF2B5EF4-FFF2-40B4-BE49-F238E27FC236}">
                <a16:creationId xmlns:a16="http://schemas.microsoft.com/office/drawing/2014/main" id="{338EBD44-919E-5045-DBE3-D581FCC95E2B}"/>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t="30758"/>
          <a:stretch/>
        </p:blipFill>
        <p:spPr bwMode="auto">
          <a:xfrm>
            <a:off x="3048719" y="2894784"/>
            <a:ext cx="3734609" cy="3317862"/>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Arc (architecture) – Guide artistique de la Province de Sienne">
            <a:extLst>
              <a:ext uri="{FF2B5EF4-FFF2-40B4-BE49-F238E27FC236}">
                <a16:creationId xmlns:a16="http://schemas.microsoft.com/office/drawing/2014/main" id="{D57F3E3B-3639-2E4B-5DC6-3F0DB7A2B60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217590" y="2953506"/>
            <a:ext cx="4752762" cy="2823811"/>
          </a:xfrm>
          <a:prstGeom prst="rect">
            <a:avLst/>
          </a:prstGeom>
          <a:noFill/>
          <a:extLst>
            <a:ext uri="{909E8E84-426E-40DD-AFC4-6F175D3DCCD1}">
              <a14:hiddenFill xmlns:a14="http://schemas.microsoft.com/office/drawing/2010/main">
                <a:solidFill>
                  <a:srgbClr val="FFFFFF"/>
                </a:solidFill>
              </a14:hiddenFill>
            </a:ext>
          </a:extLst>
        </p:spPr>
      </p:pic>
      <p:pic>
        <p:nvPicPr>
          <p:cNvPr id="4110" name="Picture 14" descr="Produits">
            <a:extLst>
              <a:ext uri="{FF2B5EF4-FFF2-40B4-BE49-F238E27FC236}">
                <a16:creationId xmlns:a16="http://schemas.microsoft.com/office/drawing/2014/main" id="{7A0148CE-4AE8-7262-20F5-DD7DDE04C28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16709" y="2855009"/>
            <a:ext cx="4858727" cy="3140475"/>
          </a:xfrm>
          <a:prstGeom prst="rect">
            <a:avLst/>
          </a:prstGeom>
          <a:noFill/>
          <a:extLst>
            <a:ext uri="{909E8E84-426E-40DD-AFC4-6F175D3DCCD1}">
              <a14:hiddenFill xmlns:a14="http://schemas.microsoft.com/office/drawing/2010/main">
                <a:solidFill>
                  <a:srgbClr val="FFFFFF"/>
                </a:solidFill>
              </a14:hiddenFill>
            </a:ext>
          </a:extLst>
        </p:spPr>
      </p:pic>
      <p:pic>
        <p:nvPicPr>
          <p:cNvPr id="4112" name="Picture 16" descr="RDM - Arc Plans | PDF | Calcul des structures et modélisation | Ingénierie  mécanique">
            <a:extLst>
              <a:ext uri="{FF2B5EF4-FFF2-40B4-BE49-F238E27FC236}">
                <a16:creationId xmlns:a16="http://schemas.microsoft.com/office/drawing/2014/main" id="{926182FB-1A93-B4CF-0EDD-EAB9127ADBD1}"/>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t="13630" b="43951"/>
          <a:stretch/>
        </p:blipFill>
        <p:spPr bwMode="auto">
          <a:xfrm>
            <a:off x="6864026" y="3031697"/>
            <a:ext cx="5265629" cy="2978190"/>
          </a:xfrm>
          <a:prstGeom prst="rect">
            <a:avLst/>
          </a:prstGeom>
          <a:noFill/>
          <a:extLst>
            <a:ext uri="{909E8E84-426E-40DD-AFC4-6F175D3DCCD1}">
              <a14:hiddenFill xmlns:a14="http://schemas.microsoft.com/office/drawing/2010/main">
                <a:solidFill>
                  <a:srgbClr val="FFFFFF"/>
                </a:solidFill>
              </a14:hiddenFill>
            </a:ext>
          </a:extLst>
        </p:spPr>
      </p:pic>
      <p:pic>
        <p:nvPicPr>
          <p:cNvPr id="3" name="officeArt object">
            <a:extLst>
              <a:ext uri="{FF2B5EF4-FFF2-40B4-BE49-F238E27FC236}">
                <a16:creationId xmlns:a16="http://schemas.microsoft.com/office/drawing/2014/main" id="{69377EDC-9C3B-5D8B-1D1E-18BAC3F948FE}"/>
              </a:ext>
            </a:extLst>
          </p:cNvPr>
          <p:cNvPicPr/>
          <p:nvPr/>
        </p:nvPicPr>
        <p:blipFill rotWithShape="1">
          <a:blip r:embed="rId14"/>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8083982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5126" name="Picture 6">
            <a:extLst>
              <a:ext uri="{FF2B5EF4-FFF2-40B4-BE49-F238E27FC236}">
                <a16:creationId xmlns:a16="http://schemas.microsoft.com/office/drawing/2014/main" id="{A9BCAB8E-C012-5E3B-4569-3E51A75A929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037" b="10910"/>
          <a:stretch/>
        </p:blipFill>
        <p:spPr bwMode="auto">
          <a:xfrm>
            <a:off x="2741294" y="2936209"/>
            <a:ext cx="3263308" cy="3263308"/>
          </a:xfrm>
          <a:prstGeom prst="rect">
            <a:avLst/>
          </a:prstGeom>
          <a:noFill/>
          <a:extLst>
            <a:ext uri="{909E8E84-426E-40DD-AFC4-6F175D3DCCD1}">
              <a14:hiddenFill xmlns:a14="http://schemas.microsoft.com/office/drawing/2010/main">
                <a:solidFill>
                  <a:srgbClr val="FFFFFF"/>
                </a:solidFill>
              </a14:hiddenFill>
            </a:ext>
          </a:extLst>
        </p:spPr>
      </p:pic>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47</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6" name="ZoneTexte 5">
            <a:extLst>
              <a:ext uri="{FF2B5EF4-FFF2-40B4-BE49-F238E27FC236}">
                <a16:creationId xmlns:a16="http://schemas.microsoft.com/office/drawing/2014/main" id="{051208D4-C856-A569-1B00-A0260CB83203}"/>
              </a:ext>
            </a:extLst>
          </p:cNvPr>
          <p:cNvSpPr txBox="1"/>
          <p:nvPr/>
        </p:nvSpPr>
        <p:spPr>
          <a:xfrm>
            <a:off x="0" y="-111600"/>
            <a:ext cx="10006641" cy="1384995"/>
          </a:xfrm>
          <a:prstGeom prst="rect">
            <a:avLst/>
          </a:prstGeom>
          <a:noFill/>
        </p:spPr>
        <p:txBody>
          <a:bodyPr wrap="square">
            <a:spAutoFit/>
          </a:bodyPr>
          <a:lstStyle/>
          <a:p>
            <a:pPr marL="571500" indent="-571500" fontAlgn="ctr">
              <a:lnSpc>
                <a:spcPct val="150000"/>
              </a:lnSpc>
              <a:buClr>
                <a:srgbClr val="1F3864"/>
              </a:buClr>
              <a:buSzPct val="52000"/>
              <a:buFont typeface="+mj-lt"/>
              <a:buAutoNum type="romanUcPeriod" startAt="5"/>
            </a:pPr>
            <a:r>
              <a:rPr lang="fr-FR" sz="2800" b="1" dirty="0">
                <a:solidFill>
                  <a:srgbClr val="1F3864"/>
                </a:solidFill>
                <a:latin typeface="Aptos" panose="020B0004020202020204" pitchFamily="34" charset="0"/>
                <a:ea typeface="Calibri"/>
                <a:cs typeface="Calibri"/>
              </a:rPr>
              <a:t>Propriétés des matériaux de construction </a:t>
            </a:r>
          </a:p>
          <a:p>
            <a:pPr marL="571500" indent="-571500" fontAlgn="ctr">
              <a:lnSpc>
                <a:spcPct val="150000"/>
              </a:lnSpc>
              <a:buClr>
                <a:srgbClr val="1F3864"/>
              </a:buClr>
              <a:buSzPct val="49000"/>
              <a:buFont typeface="+mj-lt"/>
              <a:buAutoNum type="romanUcPeriod" startAt="5"/>
            </a:pPr>
            <a:endParaRPr lang="fr-FR" sz="2800" b="1" dirty="0">
              <a:solidFill>
                <a:srgbClr val="1F3864"/>
              </a:solidFill>
              <a:latin typeface="Aptos" panose="020B0004020202020204" pitchFamily="34" charset="0"/>
              <a:ea typeface="Calibri"/>
              <a:cs typeface="Calibri"/>
            </a:endParaRPr>
          </a:p>
        </p:txBody>
      </p:sp>
      <p:sp>
        <p:nvSpPr>
          <p:cNvPr id="7" name="Rectangle 6">
            <a:extLst>
              <a:ext uri="{FF2B5EF4-FFF2-40B4-BE49-F238E27FC236}">
                <a16:creationId xmlns:a16="http://schemas.microsoft.com/office/drawing/2014/main" id="{85E52BC2-EB75-B11A-4D6F-5C45965C8E59}"/>
              </a:ext>
            </a:extLst>
          </p:cNvPr>
          <p:cNvSpPr/>
          <p:nvPr/>
        </p:nvSpPr>
        <p:spPr>
          <a:xfrm>
            <a:off x="3970058" y="985116"/>
            <a:ext cx="3520516"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Propriétés physiques </a:t>
            </a:r>
            <a:endParaRPr lang="fr-FR" sz="5400" b="0" cap="none" spc="0" dirty="0">
              <a:ln w="0"/>
              <a:solidFill>
                <a:srgbClr val="1F3864"/>
              </a:solidFill>
            </a:endParaRPr>
          </a:p>
        </p:txBody>
      </p:sp>
      <p:graphicFrame>
        <p:nvGraphicFramePr>
          <p:cNvPr id="16" name="Diagramme 15">
            <a:extLst>
              <a:ext uri="{FF2B5EF4-FFF2-40B4-BE49-F238E27FC236}">
                <a16:creationId xmlns:a16="http://schemas.microsoft.com/office/drawing/2014/main" id="{1A1CF963-3B69-606A-1278-5069B0B6FA78}"/>
              </a:ext>
            </a:extLst>
          </p:cNvPr>
          <p:cNvGraphicFramePr/>
          <p:nvPr/>
        </p:nvGraphicFramePr>
        <p:xfrm>
          <a:off x="0" y="629689"/>
          <a:ext cx="3195050" cy="117560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8" name="ZoneTexte 7">
            <a:extLst>
              <a:ext uri="{FF2B5EF4-FFF2-40B4-BE49-F238E27FC236}">
                <a16:creationId xmlns:a16="http://schemas.microsoft.com/office/drawing/2014/main" id="{04AB780F-E1DF-83ED-9CA0-5970EF42EB3E}"/>
              </a:ext>
            </a:extLst>
          </p:cNvPr>
          <p:cNvSpPr txBox="1"/>
          <p:nvPr/>
        </p:nvSpPr>
        <p:spPr>
          <a:xfrm>
            <a:off x="2673850" y="1815653"/>
            <a:ext cx="6112932" cy="954107"/>
          </a:xfrm>
          <a:prstGeom prst="rect">
            <a:avLst/>
          </a:prstGeom>
          <a:noFill/>
        </p:spPr>
        <p:txBody>
          <a:bodyPr wrap="square">
            <a:spAutoFit/>
          </a:bodyPr>
          <a:lstStyle/>
          <a:p>
            <a:pPr algn="ctr"/>
            <a:r>
              <a:rPr lang="fr-FR" dirty="0">
                <a:solidFill>
                  <a:srgbClr val="111111"/>
                </a:solidFill>
                <a:highlight>
                  <a:srgbClr val="FFFFFF"/>
                </a:highlight>
                <a:latin typeface="Aptos" panose="020B0004020202020204" pitchFamily="34" charset="0"/>
              </a:rPr>
              <a:t>Le</a:t>
            </a:r>
            <a:r>
              <a:rPr lang="fr-FR" b="1" dirty="0">
                <a:solidFill>
                  <a:srgbClr val="111111"/>
                </a:solidFill>
                <a:highlight>
                  <a:srgbClr val="FFFFFF"/>
                </a:highlight>
                <a:latin typeface="Aptos" panose="020B0004020202020204" pitchFamily="34" charset="0"/>
              </a:rPr>
              <a:t> flambement </a:t>
            </a:r>
            <a:r>
              <a:rPr lang="fr-FR" dirty="0">
                <a:solidFill>
                  <a:srgbClr val="111111"/>
                </a:solidFill>
                <a:highlight>
                  <a:srgbClr val="FFFFFF"/>
                </a:highlight>
                <a:latin typeface="Aptos" panose="020B0004020202020204" pitchFamily="34" charset="0"/>
              </a:rPr>
              <a:t>se produit lorsqu'un </a:t>
            </a:r>
            <a:r>
              <a:rPr lang="fr-FR" b="1" dirty="0">
                <a:solidFill>
                  <a:srgbClr val="111111"/>
                </a:solidFill>
                <a:highlight>
                  <a:srgbClr val="FFFFFF"/>
                </a:highlight>
                <a:latin typeface="Aptos" panose="020B0004020202020204" pitchFamily="34" charset="0"/>
              </a:rPr>
              <a:t>élément structurel allongé</a:t>
            </a:r>
            <a:r>
              <a:rPr lang="fr-FR" dirty="0">
                <a:solidFill>
                  <a:srgbClr val="111111"/>
                </a:solidFill>
                <a:highlight>
                  <a:srgbClr val="FFFFFF"/>
                </a:highlight>
                <a:latin typeface="Aptos" panose="020B0004020202020204" pitchFamily="34" charset="0"/>
              </a:rPr>
              <a:t>, tel qu'un </a:t>
            </a:r>
            <a:r>
              <a:rPr lang="fr-FR" b="1" dirty="0">
                <a:solidFill>
                  <a:srgbClr val="111111"/>
                </a:solidFill>
                <a:highlight>
                  <a:srgbClr val="FFFFFF"/>
                </a:highlight>
                <a:latin typeface="Aptos" panose="020B0004020202020204" pitchFamily="34" charset="0"/>
              </a:rPr>
              <a:t>poteau, fléchit latéralement </a:t>
            </a:r>
            <a:r>
              <a:rPr lang="fr-FR" dirty="0">
                <a:solidFill>
                  <a:srgbClr val="111111"/>
                </a:solidFill>
                <a:highlight>
                  <a:srgbClr val="FFFFFF"/>
                </a:highlight>
                <a:latin typeface="Aptos" panose="020B0004020202020204" pitchFamily="34" charset="0"/>
              </a:rPr>
              <a:t>sous l'effet d'une </a:t>
            </a:r>
            <a:r>
              <a:rPr lang="fr-FR" b="1" dirty="0">
                <a:solidFill>
                  <a:srgbClr val="111111"/>
                </a:solidFill>
                <a:highlight>
                  <a:srgbClr val="FFFFFF"/>
                </a:highlight>
                <a:latin typeface="Aptos" panose="020B0004020202020204" pitchFamily="34" charset="0"/>
              </a:rPr>
              <a:t>force de compression axiale, </a:t>
            </a:r>
            <a:r>
              <a:rPr lang="fr-FR" dirty="0">
                <a:solidFill>
                  <a:srgbClr val="111111"/>
                </a:solidFill>
                <a:highlight>
                  <a:srgbClr val="FFFFFF"/>
                </a:highlight>
                <a:latin typeface="Aptos" panose="020B0004020202020204" pitchFamily="34" charset="0"/>
              </a:rPr>
              <a:t>ce qui entraîne une perte de sa capacité à supporter la charge de manière stable.</a:t>
            </a:r>
          </a:p>
        </p:txBody>
      </p:sp>
      <p:pic>
        <p:nvPicPr>
          <p:cNvPr id="5122" name="Picture 2" descr="Flambage — Wikipédia">
            <a:extLst>
              <a:ext uri="{FF2B5EF4-FFF2-40B4-BE49-F238E27FC236}">
                <a16:creationId xmlns:a16="http://schemas.microsoft.com/office/drawing/2014/main" id="{3E6EBAC8-8A37-662B-41B3-07326FC6113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3112683"/>
            <a:ext cx="2673850" cy="2673850"/>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Domaine Routier - Flambement d'un Poteau d'un Ouvrage... | Facebook">
            <a:extLst>
              <a:ext uri="{FF2B5EF4-FFF2-40B4-BE49-F238E27FC236}">
                <a16:creationId xmlns:a16="http://schemas.microsoft.com/office/drawing/2014/main" id="{F2E9A7B4-7708-3B68-5CF3-6A7F7D4B8DD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72046" y="3429000"/>
            <a:ext cx="3147428" cy="2357533"/>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cours Mr Lemdani EPAU">
            <a:extLst>
              <a:ext uri="{FF2B5EF4-FFF2-40B4-BE49-F238E27FC236}">
                <a16:creationId xmlns:a16="http://schemas.microsoft.com/office/drawing/2014/main" id="{7502B913-38A8-747F-ADF6-E4E3303591E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555785" y="3864860"/>
            <a:ext cx="2297655" cy="1528985"/>
          </a:xfrm>
          <a:prstGeom prst="rect">
            <a:avLst/>
          </a:prstGeom>
          <a:noFill/>
          <a:extLst>
            <a:ext uri="{909E8E84-426E-40DD-AFC4-6F175D3DCCD1}">
              <a14:hiddenFill xmlns:a14="http://schemas.microsoft.com/office/drawing/2010/main">
                <a:solidFill>
                  <a:srgbClr val="FFFFFF"/>
                </a:solidFill>
              </a14:hiddenFill>
            </a:ext>
          </a:extLst>
        </p:spPr>
      </p:pic>
      <p:pic>
        <p:nvPicPr>
          <p:cNvPr id="3" name="officeArt object">
            <a:extLst>
              <a:ext uri="{FF2B5EF4-FFF2-40B4-BE49-F238E27FC236}">
                <a16:creationId xmlns:a16="http://schemas.microsoft.com/office/drawing/2014/main" id="{393140F0-2BB3-D2D0-67F2-D3E5B6C52316}"/>
              </a:ext>
            </a:extLst>
          </p:cNvPr>
          <p:cNvPicPr/>
          <p:nvPr/>
        </p:nvPicPr>
        <p:blipFill rotWithShape="1">
          <a:blip r:embed="rId13"/>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21930866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48</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6" name="ZoneTexte 5">
            <a:extLst>
              <a:ext uri="{FF2B5EF4-FFF2-40B4-BE49-F238E27FC236}">
                <a16:creationId xmlns:a16="http://schemas.microsoft.com/office/drawing/2014/main" id="{051208D4-C856-A569-1B00-A0260CB83203}"/>
              </a:ext>
            </a:extLst>
          </p:cNvPr>
          <p:cNvSpPr txBox="1"/>
          <p:nvPr/>
        </p:nvSpPr>
        <p:spPr>
          <a:xfrm>
            <a:off x="0" y="-111600"/>
            <a:ext cx="10006641" cy="1384995"/>
          </a:xfrm>
          <a:prstGeom prst="rect">
            <a:avLst/>
          </a:prstGeom>
          <a:noFill/>
        </p:spPr>
        <p:txBody>
          <a:bodyPr wrap="square">
            <a:spAutoFit/>
          </a:bodyPr>
          <a:lstStyle/>
          <a:p>
            <a:pPr marL="571500" indent="-571500" fontAlgn="ctr">
              <a:lnSpc>
                <a:spcPct val="150000"/>
              </a:lnSpc>
              <a:buClr>
                <a:srgbClr val="1F3864"/>
              </a:buClr>
              <a:buSzPct val="52000"/>
              <a:buFont typeface="+mj-lt"/>
              <a:buAutoNum type="romanUcPeriod" startAt="5"/>
            </a:pPr>
            <a:r>
              <a:rPr lang="fr-FR" sz="2800" b="1" dirty="0">
                <a:solidFill>
                  <a:srgbClr val="1F3864"/>
                </a:solidFill>
                <a:latin typeface="Aptos" panose="020B0004020202020204" pitchFamily="34" charset="0"/>
                <a:ea typeface="Calibri"/>
                <a:cs typeface="Calibri"/>
              </a:rPr>
              <a:t>Propriétés des matériaux de construction </a:t>
            </a:r>
          </a:p>
          <a:p>
            <a:pPr marL="571500" indent="-571500" fontAlgn="ctr">
              <a:lnSpc>
                <a:spcPct val="150000"/>
              </a:lnSpc>
              <a:buClr>
                <a:srgbClr val="1F3864"/>
              </a:buClr>
              <a:buSzPct val="49000"/>
              <a:buFont typeface="+mj-lt"/>
              <a:buAutoNum type="romanUcPeriod" startAt="5"/>
            </a:pPr>
            <a:endParaRPr lang="fr-FR" sz="2800" b="1" dirty="0">
              <a:solidFill>
                <a:srgbClr val="1F3864"/>
              </a:solidFill>
              <a:latin typeface="Aptos" panose="020B0004020202020204" pitchFamily="34" charset="0"/>
              <a:ea typeface="Calibri"/>
              <a:cs typeface="Calibri"/>
            </a:endParaRPr>
          </a:p>
        </p:txBody>
      </p:sp>
      <p:sp>
        <p:nvSpPr>
          <p:cNvPr id="7" name="Rectangle 6">
            <a:extLst>
              <a:ext uri="{FF2B5EF4-FFF2-40B4-BE49-F238E27FC236}">
                <a16:creationId xmlns:a16="http://schemas.microsoft.com/office/drawing/2014/main" id="{85E52BC2-EB75-B11A-4D6F-5C45965C8E59}"/>
              </a:ext>
            </a:extLst>
          </p:cNvPr>
          <p:cNvSpPr/>
          <p:nvPr/>
        </p:nvSpPr>
        <p:spPr>
          <a:xfrm>
            <a:off x="3970058" y="985116"/>
            <a:ext cx="3520516"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Propriétés physiques </a:t>
            </a:r>
            <a:endParaRPr lang="fr-FR" sz="5400" b="0" cap="none" spc="0" dirty="0">
              <a:ln w="0"/>
              <a:solidFill>
                <a:srgbClr val="1F3864"/>
              </a:solidFill>
            </a:endParaRPr>
          </a:p>
        </p:txBody>
      </p:sp>
      <p:graphicFrame>
        <p:nvGraphicFramePr>
          <p:cNvPr id="16" name="Diagramme 15">
            <a:extLst>
              <a:ext uri="{FF2B5EF4-FFF2-40B4-BE49-F238E27FC236}">
                <a16:creationId xmlns:a16="http://schemas.microsoft.com/office/drawing/2014/main" id="{1A1CF963-3B69-606A-1278-5069B0B6FA78}"/>
              </a:ext>
            </a:extLst>
          </p:cNvPr>
          <p:cNvGraphicFramePr/>
          <p:nvPr/>
        </p:nvGraphicFramePr>
        <p:xfrm>
          <a:off x="0" y="629689"/>
          <a:ext cx="3195050" cy="117560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ZoneTexte 3">
            <a:extLst>
              <a:ext uri="{FF2B5EF4-FFF2-40B4-BE49-F238E27FC236}">
                <a16:creationId xmlns:a16="http://schemas.microsoft.com/office/drawing/2014/main" id="{DA6B668B-70E9-89DC-9774-D626F8DB5290}"/>
              </a:ext>
            </a:extLst>
          </p:cNvPr>
          <p:cNvSpPr txBox="1"/>
          <p:nvPr/>
        </p:nvSpPr>
        <p:spPr>
          <a:xfrm>
            <a:off x="2670967" y="1978940"/>
            <a:ext cx="6118698" cy="738664"/>
          </a:xfrm>
          <a:prstGeom prst="rect">
            <a:avLst/>
          </a:prstGeom>
          <a:noFill/>
        </p:spPr>
        <p:txBody>
          <a:bodyPr wrap="square">
            <a:spAutoFit/>
          </a:bodyPr>
          <a:lstStyle/>
          <a:p>
            <a:pPr algn="ctr"/>
            <a:r>
              <a:rPr lang="fr-FR" b="1" dirty="0">
                <a:solidFill>
                  <a:srgbClr val="111111"/>
                </a:solidFill>
                <a:highlight>
                  <a:srgbClr val="FFFFFF"/>
                </a:highlight>
                <a:latin typeface="Aptos" panose="020B0004020202020204" pitchFamily="34" charset="0"/>
              </a:rPr>
              <a:t>La traction </a:t>
            </a:r>
            <a:r>
              <a:rPr lang="fr-FR" dirty="0">
                <a:solidFill>
                  <a:srgbClr val="111111"/>
                </a:solidFill>
                <a:highlight>
                  <a:srgbClr val="FFFFFF"/>
                </a:highlight>
                <a:latin typeface="Aptos" panose="020B0004020202020204" pitchFamily="34" charset="0"/>
              </a:rPr>
              <a:t>en construction désigne la </a:t>
            </a:r>
            <a:r>
              <a:rPr lang="fr-FR" b="1" dirty="0">
                <a:solidFill>
                  <a:srgbClr val="111111"/>
                </a:solidFill>
                <a:highlight>
                  <a:srgbClr val="FFFFFF"/>
                </a:highlight>
                <a:latin typeface="Aptos" panose="020B0004020202020204" pitchFamily="34" charset="0"/>
              </a:rPr>
              <a:t>force qui tend à étirer ou allonger un matériau</a:t>
            </a:r>
            <a:r>
              <a:rPr lang="fr-FR" dirty="0">
                <a:solidFill>
                  <a:srgbClr val="111111"/>
                </a:solidFill>
                <a:highlight>
                  <a:srgbClr val="FFFFFF"/>
                </a:highlight>
                <a:latin typeface="Aptos" panose="020B0004020202020204" pitchFamily="34" charset="0"/>
              </a:rPr>
              <a:t>, se manifestant généralement dans une </a:t>
            </a:r>
            <a:r>
              <a:rPr lang="fr-FR" b="1" dirty="0">
                <a:solidFill>
                  <a:srgbClr val="111111"/>
                </a:solidFill>
                <a:highlight>
                  <a:srgbClr val="FFFFFF"/>
                </a:highlight>
                <a:latin typeface="Aptos" panose="020B0004020202020204" pitchFamily="34" charset="0"/>
              </a:rPr>
              <a:t>direction opposée à la compression.</a:t>
            </a:r>
          </a:p>
        </p:txBody>
      </p:sp>
      <p:pic>
        <p:nvPicPr>
          <p:cNvPr id="6146" name="Picture 2" descr="Loi comportementale déformation-contrainte - Mécastyle - BE méca">
            <a:extLst>
              <a:ext uri="{FF2B5EF4-FFF2-40B4-BE49-F238E27FC236}">
                <a16:creationId xmlns:a16="http://schemas.microsoft.com/office/drawing/2014/main" id="{9C689A4F-FDF3-F896-6CCF-1688E04B590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4553" y="3246939"/>
            <a:ext cx="3970058" cy="269728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VOLUME 2 - 13. STABILISATION HORIZONTALE - handbook">
            <a:extLst>
              <a:ext uri="{FF2B5EF4-FFF2-40B4-BE49-F238E27FC236}">
                <a16:creationId xmlns:a16="http://schemas.microsoft.com/office/drawing/2014/main" id="{380E705E-F839-2634-29E8-63929BC3948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74423" y="3165275"/>
            <a:ext cx="3443154" cy="2719771"/>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descr="À Propos de l'industrie des Structures de Traction">
            <a:extLst>
              <a:ext uri="{FF2B5EF4-FFF2-40B4-BE49-F238E27FC236}">
                <a16:creationId xmlns:a16="http://schemas.microsoft.com/office/drawing/2014/main" id="{453992E5-5EAF-BF4D-AD30-741E8CBABD9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789665" y="3854481"/>
            <a:ext cx="3028950" cy="1514475"/>
          </a:xfrm>
          <a:prstGeom prst="rect">
            <a:avLst/>
          </a:prstGeom>
          <a:noFill/>
          <a:extLst>
            <a:ext uri="{909E8E84-426E-40DD-AFC4-6F175D3DCCD1}">
              <a14:hiddenFill xmlns:a14="http://schemas.microsoft.com/office/drawing/2010/main">
                <a:solidFill>
                  <a:srgbClr val="FFFFFF"/>
                </a:solidFill>
              </a14:hiddenFill>
            </a:ext>
          </a:extLst>
        </p:spPr>
      </p:pic>
      <p:pic>
        <p:nvPicPr>
          <p:cNvPr id="3" name="officeArt object">
            <a:extLst>
              <a:ext uri="{FF2B5EF4-FFF2-40B4-BE49-F238E27FC236}">
                <a16:creationId xmlns:a16="http://schemas.microsoft.com/office/drawing/2014/main" id="{9CF0F74E-FF99-00E3-3CD3-59FB3C1DA128}"/>
              </a:ext>
            </a:extLst>
          </p:cNvPr>
          <p:cNvPicPr/>
          <p:nvPr/>
        </p:nvPicPr>
        <p:blipFill rotWithShape="1">
          <a:blip r:embed="rId12"/>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35087510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49</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6" name="ZoneTexte 5">
            <a:extLst>
              <a:ext uri="{FF2B5EF4-FFF2-40B4-BE49-F238E27FC236}">
                <a16:creationId xmlns:a16="http://schemas.microsoft.com/office/drawing/2014/main" id="{051208D4-C856-A569-1B00-A0260CB83203}"/>
              </a:ext>
            </a:extLst>
          </p:cNvPr>
          <p:cNvSpPr txBox="1"/>
          <p:nvPr/>
        </p:nvSpPr>
        <p:spPr>
          <a:xfrm>
            <a:off x="0" y="-111600"/>
            <a:ext cx="10006641" cy="1384995"/>
          </a:xfrm>
          <a:prstGeom prst="rect">
            <a:avLst/>
          </a:prstGeom>
          <a:noFill/>
        </p:spPr>
        <p:txBody>
          <a:bodyPr wrap="square">
            <a:spAutoFit/>
          </a:bodyPr>
          <a:lstStyle/>
          <a:p>
            <a:pPr marL="571500" indent="-571500" fontAlgn="ctr">
              <a:lnSpc>
                <a:spcPct val="150000"/>
              </a:lnSpc>
              <a:buClr>
                <a:srgbClr val="1F3864"/>
              </a:buClr>
              <a:buSzPct val="52000"/>
              <a:buFont typeface="+mj-lt"/>
              <a:buAutoNum type="romanUcPeriod" startAt="5"/>
            </a:pPr>
            <a:r>
              <a:rPr lang="fr-FR" sz="2800" b="1" dirty="0">
                <a:solidFill>
                  <a:srgbClr val="1F3864"/>
                </a:solidFill>
                <a:latin typeface="Aptos" panose="020B0004020202020204" pitchFamily="34" charset="0"/>
                <a:ea typeface="Calibri"/>
                <a:cs typeface="Calibri"/>
              </a:rPr>
              <a:t>Propriétés des matériaux de construction </a:t>
            </a:r>
          </a:p>
          <a:p>
            <a:pPr marL="571500" indent="-571500" fontAlgn="ctr">
              <a:lnSpc>
                <a:spcPct val="150000"/>
              </a:lnSpc>
              <a:buClr>
                <a:srgbClr val="1F3864"/>
              </a:buClr>
              <a:buSzPct val="49000"/>
              <a:buFont typeface="+mj-lt"/>
              <a:buAutoNum type="romanUcPeriod" startAt="5"/>
            </a:pPr>
            <a:endParaRPr lang="fr-FR" sz="2800" b="1" dirty="0">
              <a:solidFill>
                <a:srgbClr val="1F3864"/>
              </a:solidFill>
              <a:latin typeface="Aptos" panose="020B0004020202020204" pitchFamily="34" charset="0"/>
              <a:ea typeface="Calibri"/>
              <a:cs typeface="Calibri"/>
            </a:endParaRPr>
          </a:p>
        </p:txBody>
      </p:sp>
      <p:sp>
        <p:nvSpPr>
          <p:cNvPr id="7" name="Rectangle 6">
            <a:extLst>
              <a:ext uri="{FF2B5EF4-FFF2-40B4-BE49-F238E27FC236}">
                <a16:creationId xmlns:a16="http://schemas.microsoft.com/office/drawing/2014/main" id="{85E52BC2-EB75-B11A-4D6F-5C45965C8E59}"/>
              </a:ext>
            </a:extLst>
          </p:cNvPr>
          <p:cNvSpPr/>
          <p:nvPr/>
        </p:nvSpPr>
        <p:spPr>
          <a:xfrm>
            <a:off x="3970058" y="985116"/>
            <a:ext cx="3520516"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Propriétés physiques </a:t>
            </a:r>
            <a:endParaRPr lang="fr-FR" sz="5400" b="0" cap="none" spc="0" dirty="0">
              <a:ln w="0"/>
              <a:solidFill>
                <a:srgbClr val="1F3864"/>
              </a:solidFill>
            </a:endParaRPr>
          </a:p>
        </p:txBody>
      </p:sp>
      <p:graphicFrame>
        <p:nvGraphicFramePr>
          <p:cNvPr id="16" name="Diagramme 15">
            <a:extLst>
              <a:ext uri="{FF2B5EF4-FFF2-40B4-BE49-F238E27FC236}">
                <a16:creationId xmlns:a16="http://schemas.microsoft.com/office/drawing/2014/main" id="{1A1CF963-3B69-606A-1278-5069B0B6FA78}"/>
              </a:ext>
            </a:extLst>
          </p:cNvPr>
          <p:cNvGraphicFramePr/>
          <p:nvPr/>
        </p:nvGraphicFramePr>
        <p:xfrm>
          <a:off x="0" y="629689"/>
          <a:ext cx="3195050" cy="117560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ZoneTexte 7">
            <a:extLst>
              <a:ext uri="{FF2B5EF4-FFF2-40B4-BE49-F238E27FC236}">
                <a16:creationId xmlns:a16="http://schemas.microsoft.com/office/drawing/2014/main" id="{2B366F6C-2922-BA6E-3E59-150A41A8FB01}"/>
              </a:ext>
            </a:extLst>
          </p:cNvPr>
          <p:cNvSpPr txBox="1"/>
          <p:nvPr/>
        </p:nvSpPr>
        <p:spPr>
          <a:xfrm>
            <a:off x="2572247" y="1631447"/>
            <a:ext cx="6571034" cy="738664"/>
          </a:xfrm>
          <a:prstGeom prst="rect">
            <a:avLst/>
          </a:prstGeom>
          <a:noFill/>
        </p:spPr>
        <p:txBody>
          <a:bodyPr wrap="square">
            <a:spAutoFit/>
          </a:bodyPr>
          <a:lstStyle/>
          <a:p>
            <a:endParaRPr lang="fr-FR" dirty="0"/>
          </a:p>
          <a:p>
            <a:r>
              <a:rPr lang="fr-FR" dirty="0">
                <a:solidFill>
                  <a:srgbClr val="111111"/>
                </a:solidFill>
                <a:highlight>
                  <a:srgbClr val="FFFFFF"/>
                </a:highlight>
                <a:latin typeface="Aptos" panose="020B0004020202020204" pitchFamily="34" charset="0"/>
              </a:rPr>
              <a:t>La flexion en construction survient lorsque </a:t>
            </a:r>
            <a:r>
              <a:rPr lang="fr-FR" b="1" dirty="0">
                <a:solidFill>
                  <a:srgbClr val="111111"/>
                </a:solidFill>
                <a:highlight>
                  <a:srgbClr val="FFFFFF"/>
                </a:highlight>
                <a:latin typeface="Aptos" panose="020B0004020202020204" pitchFamily="34" charset="0"/>
              </a:rPr>
              <a:t>des forces externes </a:t>
            </a:r>
            <a:r>
              <a:rPr lang="fr-FR" dirty="0">
                <a:solidFill>
                  <a:srgbClr val="111111"/>
                </a:solidFill>
                <a:highlight>
                  <a:srgbClr val="FFFFFF"/>
                </a:highlight>
                <a:latin typeface="Aptos" panose="020B0004020202020204" pitchFamily="34" charset="0"/>
              </a:rPr>
              <a:t>agissent sur </a:t>
            </a:r>
            <a:r>
              <a:rPr lang="fr-FR" b="1" dirty="0">
                <a:solidFill>
                  <a:srgbClr val="111111"/>
                </a:solidFill>
                <a:highlight>
                  <a:srgbClr val="FFFFFF"/>
                </a:highlight>
                <a:latin typeface="Aptos" panose="020B0004020202020204" pitchFamily="34" charset="0"/>
              </a:rPr>
              <a:t>un élément structural, </a:t>
            </a:r>
            <a:r>
              <a:rPr lang="fr-FR" dirty="0">
                <a:solidFill>
                  <a:srgbClr val="111111"/>
                </a:solidFill>
                <a:highlight>
                  <a:srgbClr val="FFFFFF"/>
                </a:highlight>
                <a:latin typeface="Aptos" panose="020B0004020202020204" pitchFamily="34" charset="0"/>
              </a:rPr>
              <a:t>comme une poutre, entraînant </a:t>
            </a:r>
            <a:r>
              <a:rPr lang="fr-FR" b="1" dirty="0">
                <a:solidFill>
                  <a:srgbClr val="111111"/>
                </a:solidFill>
                <a:highlight>
                  <a:srgbClr val="FFFFFF"/>
                </a:highlight>
                <a:latin typeface="Aptos" panose="020B0004020202020204" pitchFamily="34" charset="0"/>
              </a:rPr>
              <a:t>une courbure de cet élément</a:t>
            </a:r>
            <a:r>
              <a:rPr lang="fr-FR" b="1" dirty="0"/>
              <a:t>.</a:t>
            </a:r>
          </a:p>
        </p:txBody>
      </p:sp>
      <p:pic>
        <p:nvPicPr>
          <p:cNvPr id="7172" name="Picture 4" descr="Protocole d'essai de flexion en 2 points fixes - Site de courstechnocollege  !">
            <a:extLst>
              <a:ext uri="{FF2B5EF4-FFF2-40B4-BE49-F238E27FC236}">
                <a16:creationId xmlns:a16="http://schemas.microsoft.com/office/drawing/2014/main" id="{8D60EA21-9CB0-BBC7-F325-E5C72BE16CA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816" y="2902009"/>
            <a:ext cx="5712500" cy="2656573"/>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Énorme la première Multiplication calcul poutre bois en flexion atome  élévation Turbulence">
            <a:extLst>
              <a:ext uri="{FF2B5EF4-FFF2-40B4-BE49-F238E27FC236}">
                <a16:creationId xmlns:a16="http://schemas.microsoft.com/office/drawing/2014/main" id="{212B7473-81BE-ADE5-875D-A4F2D1EC166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490574" y="2441644"/>
            <a:ext cx="1962352" cy="3772746"/>
          </a:xfrm>
          <a:prstGeom prst="rect">
            <a:avLst/>
          </a:prstGeom>
          <a:noFill/>
          <a:extLst>
            <a:ext uri="{909E8E84-426E-40DD-AFC4-6F175D3DCCD1}">
              <a14:hiddenFill xmlns:a14="http://schemas.microsoft.com/office/drawing/2010/main">
                <a:solidFill>
                  <a:srgbClr val="FFFFFF"/>
                </a:solidFill>
              </a14:hiddenFill>
            </a:ext>
          </a:extLst>
        </p:spPr>
      </p:pic>
      <p:pic>
        <p:nvPicPr>
          <p:cNvPr id="3" name="officeArt object">
            <a:extLst>
              <a:ext uri="{FF2B5EF4-FFF2-40B4-BE49-F238E27FC236}">
                <a16:creationId xmlns:a16="http://schemas.microsoft.com/office/drawing/2014/main" id="{884FF818-835D-51CA-EA08-DD0527A5C9D8}"/>
              </a:ext>
            </a:extLst>
          </p:cNvPr>
          <p:cNvPicPr/>
          <p:nvPr/>
        </p:nvPicPr>
        <p:blipFill rotWithShape="1">
          <a:blip r:embed="rId11"/>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39320677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50</a:t>
            </a:fld>
            <a:endParaRPr lang="fr-FR"/>
          </a:p>
        </p:txBody>
      </p:sp>
      <p:pic>
        <p:nvPicPr>
          <p:cNvPr id="5" name="Image 4">
            <a:extLst>
              <a:ext uri="{FF2B5EF4-FFF2-40B4-BE49-F238E27FC236}">
                <a16:creationId xmlns:a16="http://schemas.microsoft.com/office/drawing/2014/main" id="{D91DC180-B757-F695-9C9B-65971A2B80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sp>
        <p:nvSpPr>
          <p:cNvPr id="12" name="ZoneTexte 11">
            <a:extLst>
              <a:ext uri="{FF2B5EF4-FFF2-40B4-BE49-F238E27FC236}">
                <a16:creationId xmlns:a16="http://schemas.microsoft.com/office/drawing/2014/main" id="{D93C12F9-7D3A-2DAD-FFED-DBDF1082A568}"/>
              </a:ext>
            </a:extLst>
          </p:cNvPr>
          <p:cNvSpPr txBox="1"/>
          <p:nvPr/>
        </p:nvSpPr>
        <p:spPr>
          <a:xfrm>
            <a:off x="3048719" y="6448122"/>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 </a:t>
            </a:r>
            <a:endParaRPr lang="fr-FR" sz="1600" i="1" dirty="0">
              <a:solidFill>
                <a:srgbClr val="1F3864"/>
              </a:solidFill>
              <a:latin typeface="Proxima Nova"/>
              <a:ea typeface="Calibri"/>
              <a:cs typeface="Calibri"/>
            </a:endParaRPr>
          </a:p>
        </p:txBody>
      </p:sp>
      <p:sp>
        <p:nvSpPr>
          <p:cNvPr id="6" name="ZoneTexte 5">
            <a:extLst>
              <a:ext uri="{FF2B5EF4-FFF2-40B4-BE49-F238E27FC236}">
                <a16:creationId xmlns:a16="http://schemas.microsoft.com/office/drawing/2014/main" id="{051208D4-C856-A569-1B00-A0260CB83203}"/>
              </a:ext>
            </a:extLst>
          </p:cNvPr>
          <p:cNvSpPr txBox="1"/>
          <p:nvPr/>
        </p:nvSpPr>
        <p:spPr>
          <a:xfrm>
            <a:off x="0" y="-111600"/>
            <a:ext cx="10006641" cy="1384995"/>
          </a:xfrm>
          <a:prstGeom prst="rect">
            <a:avLst/>
          </a:prstGeom>
          <a:noFill/>
        </p:spPr>
        <p:txBody>
          <a:bodyPr wrap="square">
            <a:spAutoFit/>
          </a:bodyPr>
          <a:lstStyle/>
          <a:p>
            <a:pPr marL="571500" indent="-571500" fontAlgn="ctr">
              <a:lnSpc>
                <a:spcPct val="150000"/>
              </a:lnSpc>
              <a:buClr>
                <a:srgbClr val="1F3864"/>
              </a:buClr>
              <a:buSzPct val="52000"/>
              <a:buFont typeface="+mj-lt"/>
              <a:buAutoNum type="romanUcPeriod" startAt="5"/>
            </a:pPr>
            <a:r>
              <a:rPr lang="fr-FR" sz="2800" b="1" dirty="0">
                <a:solidFill>
                  <a:srgbClr val="1F3864"/>
                </a:solidFill>
                <a:latin typeface="Aptos" panose="020B0004020202020204" pitchFamily="34" charset="0"/>
                <a:ea typeface="Calibri"/>
                <a:cs typeface="Calibri"/>
              </a:rPr>
              <a:t>Propriétés des matériaux de construction </a:t>
            </a:r>
          </a:p>
          <a:p>
            <a:pPr marL="571500" indent="-571500" fontAlgn="ctr">
              <a:lnSpc>
                <a:spcPct val="150000"/>
              </a:lnSpc>
              <a:buClr>
                <a:srgbClr val="1F3864"/>
              </a:buClr>
              <a:buSzPct val="49000"/>
              <a:buFont typeface="+mj-lt"/>
              <a:buAutoNum type="romanUcPeriod" startAt="5"/>
            </a:pPr>
            <a:endParaRPr lang="fr-FR" sz="2800" b="1" dirty="0">
              <a:solidFill>
                <a:srgbClr val="1F3864"/>
              </a:solidFill>
              <a:latin typeface="Aptos" panose="020B0004020202020204" pitchFamily="34" charset="0"/>
              <a:ea typeface="Calibri"/>
              <a:cs typeface="Calibri"/>
            </a:endParaRPr>
          </a:p>
        </p:txBody>
      </p:sp>
      <p:sp>
        <p:nvSpPr>
          <p:cNvPr id="7" name="Rectangle 6">
            <a:extLst>
              <a:ext uri="{FF2B5EF4-FFF2-40B4-BE49-F238E27FC236}">
                <a16:creationId xmlns:a16="http://schemas.microsoft.com/office/drawing/2014/main" id="{85E52BC2-EB75-B11A-4D6F-5C45965C8E59}"/>
              </a:ext>
            </a:extLst>
          </p:cNvPr>
          <p:cNvSpPr/>
          <p:nvPr/>
        </p:nvSpPr>
        <p:spPr>
          <a:xfrm>
            <a:off x="3970058" y="985116"/>
            <a:ext cx="3520516" cy="523220"/>
          </a:xfrm>
          <a:prstGeom prst="rect">
            <a:avLst/>
          </a:prstGeom>
          <a:noFill/>
        </p:spPr>
        <p:txBody>
          <a:bodyPr wrap="none" lIns="91440" tIns="45720" rIns="91440" bIns="45720">
            <a:spAutoFit/>
          </a:bodyPr>
          <a:lstStyle/>
          <a:p>
            <a:pPr algn="ctr"/>
            <a:r>
              <a:rPr lang="fr-FR" sz="2800" b="0" cap="none" spc="0" dirty="0">
                <a:ln w="0"/>
                <a:solidFill>
                  <a:srgbClr val="1F3864"/>
                </a:solidFill>
                <a:latin typeface="Aptos" panose="020B0004020202020204" pitchFamily="34" charset="0"/>
              </a:rPr>
              <a:t>Propriétés physiques </a:t>
            </a:r>
            <a:endParaRPr lang="fr-FR" sz="5400" b="0" cap="none" spc="0" dirty="0">
              <a:ln w="0"/>
              <a:solidFill>
                <a:srgbClr val="1F3864"/>
              </a:solidFill>
            </a:endParaRPr>
          </a:p>
        </p:txBody>
      </p:sp>
      <p:graphicFrame>
        <p:nvGraphicFramePr>
          <p:cNvPr id="16" name="Diagramme 15">
            <a:extLst>
              <a:ext uri="{FF2B5EF4-FFF2-40B4-BE49-F238E27FC236}">
                <a16:creationId xmlns:a16="http://schemas.microsoft.com/office/drawing/2014/main" id="{1A1CF963-3B69-606A-1278-5069B0B6FA78}"/>
              </a:ext>
            </a:extLst>
          </p:cNvPr>
          <p:cNvGraphicFramePr/>
          <p:nvPr/>
        </p:nvGraphicFramePr>
        <p:xfrm>
          <a:off x="0" y="629689"/>
          <a:ext cx="3195050" cy="117560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ZoneTexte 7">
            <a:extLst>
              <a:ext uri="{FF2B5EF4-FFF2-40B4-BE49-F238E27FC236}">
                <a16:creationId xmlns:a16="http://schemas.microsoft.com/office/drawing/2014/main" id="{2B366F6C-2922-BA6E-3E59-150A41A8FB01}"/>
              </a:ext>
            </a:extLst>
          </p:cNvPr>
          <p:cNvSpPr txBox="1"/>
          <p:nvPr/>
        </p:nvSpPr>
        <p:spPr>
          <a:xfrm>
            <a:off x="2572247" y="1631447"/>
            <a:ext cx="6571034" cy="738664"/>
          </a:xfrm>
          <a:prstGeom prst="rect">
            <a:avLst/>
          </a:prstGeom>
          <a:noFill/>
        </p:spPr>
        <p:txBody>
          <a:bodyPr wrap="square">
            <a:spAutoFit/>
          </a:bodyPr>
          <a:lstStyle/>
          <a:p>
            <a:endParaRPr lang="fr-FR" dirty="0"/>
          </a:p>
          <a:p>
            <a:r>
              <a:rPr lang="fr-FR" dirty="0">
                <a:solidFill>
                  <a:srgbClr val="111111"/>
                </a:solidFill>
                <a:highlight>
                  <a:srgbClr val="FFFFFF"/>
                </a:highlight>
                <a:latin typeface="Aptos" panose="020B0004020202020204" pitchFamily="34" charset="0"/>
              </a:rPr>
              <a:t>La flexion en construction survient lorsque </a:t>
            </a:r>
            <a:r>
              <a:rPr lang="fr-FR" b="1" dirty="0">
                <a:solidFill>
                  <a:srgbClr val="111111"/>
                </a:solidFill>
                <a:highlight>
                  <a:srgbClr val="FFFFFF"/>
                </a:highlight>
                <a:latin typeface="Aptos" panose="020B0004020202020204" pitchFamily="34" charset="0"/>
              </a:rPr>
              <a:t>des forces externes </a:t>
            </a:r>
            <a:r>
              <a:rPr lang="fr-FR" dirty="0">
                <a:solidFill>
                  <a:srgbClr val="111111"/>
                </a:solidFill>
                <a:highlight>
                  <a:srgbClr val="FFFFFF"/>
                </a:highlight>
                <a:latin typeface="Aptos" panose="020B0004020202020204" pitchFamily="34" charset="0"/>
              </a:rPr>
              <a:t>agissent sur </a:t>
            </a:r>
            <a:r>
              <a:rPr lang="fr-FR" b="1" dirty="0">
                <a:solidFill>
                  <a:srgbClr val="111111"/>
                </a:solidFill>
                <a:highlight>
                  <a:srgbClr val="FFFFFF"/>
                </a:highlight>
                <a:latin typeface="Aptos" panose="020B0004020202020204" pitchFamily="34" charset="0"/>
              </a:rPr>
              <a:t>un élément structural, </a:t>
            </a:r>
            <a:r>
              <a:rPr lang="fr-FR" dirty="0">
                <a:solidFill>
                  <a:srgbClr val="111111"/>
                </a:solidFill>
                <a:highlight>
                  <a:srgbClr val="FFFFFF"/>
                </a:highlight>
                <a:latin typeface="Aptos" panose="020B0004020202020204" pitchFamily="34" charset="0"/>
              </a:rPr>
              <a:t>comme une poutre, entraînant </a:t>
            </a:r>
            <a:r>
              <a:rPr lang="fr-FR" b="1" dirty="0">
                <a:solidFill>
                  <a:srgbClr val="111111"/>
                </a:solidFill>
                <a:highlight>
                  <a:srgbClr val="FFFFFF"/>
                </a:highlight>
                <a:latin typeface="Aptos" panose="020B0004020202020204" pitchFamily="34" charset="0"/>
              </a:rPr>
              <a:t>une courbure de cet élément</a:t>
            </a:r>
            <a:r>
              <a:rPr lang="fr-FR" b="1" dirty="0"/>
              <a:t>.</a:t>
            </a:r>
          </a:p>
        </p:txBody>
      </p:sp>
      <p:pic>
        <p:nvPicPr>
          <p:cNvPr id="7170" name="Picture 2" descr="Le béton armé">
            <a:extLst>
              <a:ext uri="{FF2B5EF4-FFF2-40B4-BE49-F238E27FC236}">
                <a16:creationId xmlns:a16="http://schemas.microsoft.com/office/drawing/2014/main" id="{296ECBAF-F116-53DA-32EB-7941A370874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31478" y="2605052"/>
            <a:ext cx="5340458" cy="2990656"/>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Poutre (construction) — Wikipédia">
            <a:extLst>
              <a:ext uri="{FF2B5EF4-FFF2-40B4-BE49-F238E27FC236}">
                <a16:creationId xmlns:a16="http://schemas.microsoft.com/office/drawing/2014/main" id="{C9B75215-24AB-52FE-AEE7-C2AC01BF622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3661" y="2709784"/>
            <a:ext cx="4262778" cy="3189884"/>
          </a:xfrm>
          <a:prstGeom prst="rect">
            <a:avLst/>
          </a:prstGeom>
          <a:noFill/>
          <a:extLst>
            <a:ext uri="{909E8E84-426E-40DD-AFC4-6F175D3DCCD1}">
              <a14:hiddenFill xmlns:a14="http://schemas.microsoft.com/office/drawing/2010/main">
                <a:solidFill>
                  <a:srgbClr val="FFFFFF"/>
                </a:solidFill>
              </a14:hiddenFill>
            </a:ext>
          </a:extLst>
        </p:spPr>
      </p:pic>
      <p:pic>
        <p:nvPicPr>
          <p:cNvPr id="3" name="officeArt object">
            <a:extLst>
              <a:ext uri="{FF2B5EF4-FFF2-40B4-BE49-F238E27FC236}">
                <a16:creationId xmlns:a16="http://schemas.microsoft.com/office/drawing/2014/main" id="{88A7EB0E-F1A0-6245-5DFB-791F24A4D2A0}"/>
              </a:ext>
            </a:extLst>
          </p:cNvPr>
          <p:cNvPicPr/>
          <p:nvPr/>
        </p:nvPicPr>
        <p:blipFill rotWithShape="1">
          <a:blip r:embed="rId11"/>
          <a:srcRect l="12854" r="8048"/>
          <a:stretch/>
        </p:blipFill>
        <p:spPr>
          <a:xfrm>
            <a:off x="9668656" y="0"/>
            <a:ext cx="1090163" cy="1229634"/>
          </a:xfrm>
          <a:prstGeom prst="rect">
            <a:avLst/>
          </a:prstGeom>
          <a:ln w="12700" cap="flat">
            <a:noFill/>
            <a:miter lim="400000"/>
          </a:ln>
          <a:effectLst/>
        </p:spPr>
      </p:pic>
    </p:spTree>
    <p:extLst>
      <p:ext uri="{BB962C8B-B14F-4D97-AF65-F5344CB8AC3E}">
        <p14:creationId xmlns:p14="http://schemas.microsoft.com/office/powerpoint/2010/main" val="159135833"/>
      </p:ext>
    </p:extLst>
  </p:cSld>
  <p:clrMapOvr>
    <a:masterClrMapping/>
  </p:clrMapOvr>
</p:sld>
</file>

<file path=ppt/theme/theme1.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8355</TotalTime>
  <Words>5804</Words>
  <Application>Microsoft Office PowerPoint</Application>
  <PresentationFormat>Grand écran</PresentationFormat>
  <Paragraphs>422</Paragraphs>
  <Slides>50</Slides>
  <Notes>50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50</vt:i4>
      </vt:variant>
    </vt:vector>
  </HeadingPairs>
  <TitlesOfParts>
    <vt:vector size="56" baseType="lpstr">
      <vt:lpstr>Proxima Nova</vt:lpstr>
      <vt:lpstr>Calibri</vt:lpstr>
      <vt:lpstr>Arial</vt:lpstr>
      <vt:lpstr>Aptos</vt:lpstr>
      <vt:lpstr>Ebrima</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Ibrahim NIANG</dc:creator>
  <cp:lastModifiedBy>Ibrahim NIANG</cp:lastModifiedBy>
  <cp:revision>180</cp:revision>
  <dcterms:created xsi:type="dcterms:W3CDTF">2021-02-10T20:35:28Z</dcterms:created>
  <dcterms:modified xsi:type="dcterms:W3CDTF">2024-11-09T09:31:31Z</dcterms:modified>
</cp:coreProperties>
</file>