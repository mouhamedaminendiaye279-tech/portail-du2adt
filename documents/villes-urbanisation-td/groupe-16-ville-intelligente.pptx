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4660"/>
  </p:normalViewPr>
  <p:slideViewPr>
    <p:cSldViewPr snapToGrid="0">
      <p:cViewPr varScale="1">
        <p:scale>
          <a:sx n="72" d="100"/>
          <a:sy n="72" d="100"/>
        </p:scale>
        <p:origin x="420"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EE8D269-7474-5070-F17F-5B5ACAD3F9EE}"/>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endParaRPr lang="fr-SN"/>
          </a:p>
        </p:txBody>
      </p:sp>
      <p:sp>
        <p:nvSpPr>
          <p:cNvPr id="3" name="Sous-titre 2">
            <a:extLst>
              <a:ext uri="{FF2B5EF4-FFF2-40B4-BE49-F238E27FC236}">
                <a16:creationId xmlns:a16="http://schemas.microsoft.com/office/drawing/2014/main" id="{4B90AC0B-FF31-8D7F-98CF-1319D86D486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fr-SN"/>
          </a:p>
        </p:txBody>
      </p:sp>
      <p:sp>
        <p:nvSpPr>
          <p:cNvPr id="4" name="Espace réservé de la date 3">
            <a:extLst>
              <a:ext uri="{FF2B5EF4-FFF2-40B4-BE49-F238E27FC236}">
                <a16:creationId xmlns:a16="http://schemas.microsoft.com/office/drawing/2014/main" id="{A46BF45D-8920-EC1D-CDCC-9C9D77391186}"/>
              </a:ext>
            </a:extLst>
          </p:cNvPr>
          <p:cNvSpPr>
            <a:spLocks noGrp="1"/>
          </p:cNvSpPr>
          <p:nvPr>
            <p:ph type="dt" sz="half" idx="10"/>
          </p:nvPr>
        </p:nvSpPr>
        <p:spPr/>
        <p:txBody>
          <a:bodyPr/>
          <a:lstStyle/>
          <a:p>
            <a:fld id="{3E314625-81B8-4DF7-81A3-3C9F873E07B5}" type="datetimeFigureOut">
              <a:rPr lang="fr-SN" smtClean="0"/>
              <a:t>02/04/2025</a:t>
            </a:fld>
            <a:endParaRPr lang="fr-SN"/>
          </a:p>
        </p:txBody>
      </p:sp>
      <p:sp>
        <p:nvSpPr>
          <p:cNvPr id="5" name="Espace réservé du pied de page 4">
            <a:extLst>
              <a:ext uri="{FF2B5EF4-FFF2-40B4-BE49-F238E27FC236}">
                <a16:creationId xmlns:a16="http://schemas.microsoft.com/office/drawing/2014/main" id="{A81AE2D9-7B46-998B-353B-28D507F30EC9}"/>
              </a:ext>
            </a:extLst>
          </p:cNvPr>
          <p:cNvSpPr>
            <a:spLocks noGrp="1"/>
          </p:cNvSpPr>
          <p:nvPr>
            <p:ph type="ftr" sz="quarter" idx="11"/>
          </p:nvPr>
        </p:nvSpPr>
        <p:spPr/>
        <p:txBody>
          <a:bodyPr/>
          <a:lstStyle/>
          <a:p>
            <a:endParaRPr lang="fr-SN"/>
          </a:p>
        </p:txBody>
      </p:sp>
      <p:sp>
        <p:nvSpPr>
          <p:cNvPr id="6" name="Espace réservé du numéro de diapositive 5">
            <a:extLst>
              <a:ext uri="{FF2B5EF4-FFF2-40B4-BE49-F238E27FC236}">
                <a16:creationId xmlns:a16="http://schemas.microsoft.com/office/drawing/2014/main" id="{B969E11A-614C-A0A4-BC78-025EB1DE07AC}"/>
              </a:ext>
            </a:extLst>
          </p:cNvPr>
          <p:cNvSpPr>
            <a:spLocks noGrp="1"/>
          </p:cNvSpPr>
          <p:nvPr>
            <p:ph type="sldNum" sz="quarter" idx="12"/>
          </p:nvPr>
        </p:nvSpPr>
        <p:spPr/>
        <p:txBody>
          <a:bodyPr/>
          <a:lstStyle/>
          <a:p>
            <a:fld id="{C61BEE7E-FED2-4378-A6F3-A431D2D9991E}" type="slidenum">
              <a:rPr lang="fr-SN" smtClean="0"/>
              <a:t>‹N°›</a:t>
            </a:fld>
            <a:endParaRPr lang="fr-SN"/>
          </a:p>
        </p:txBody>
      </p:sp>
    </p:spTree>
    <p:extLst>
      <p:ext uri="{BB962C8B-B14F-4D97-AF65-F5344CB8AC3E}">
        <p14:creationId xmlns:p14="http://schemas.microsoft.com/office/powerpoint/2010/main" val="22593509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2E48B22-DA91-EDDA-BA22-4E4E1F9B482C}"/>
              </a:ext>
            </a:extLst>
          </p:cNvPr>
          <p:cNvSpPr>
            <a:spLocks noGrp="1"/>
          </p:cNvSpPr>
          <p:nvPr>
            <p:ph type="title"/>
          </p:nvPr>
        </p:nvSpPr>
        <p:spPr/>
        <p:txBody>
          <a:bodyPr/>
          <a:lstStyle/>
          <a:p>
            <a:r>
              <a:rPr lang="fr-FR"/>
              <a:t>Modifiez le style du titre</a:t>
            </a:r>
            <a:endParaRPr lang="fr-SN"/>
          </a:p>
        </p:txBody>
      </p:sp>
      <p:sp>
        <p:nvSpPr>
          <p:cNvPr id="3" name="Espace réservé du contenu 2">
            <a:extLst>
              <a:ext uri="{FF2B5EF4-FFF2-40B4-BE49-F238E27FC236}">
                <a16:creationId xmlns:a16="http://schemas.microsoft.com/office/drawing/2014/main" id="{086271BE-F07A-E892-C34E-3F739E4A58AA}"/>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SN"/>
          </a:p>
        </p:txBody>
      </p:sp>
      <p:sp>
        <p:nvSpPr>
          <p:cNvPr id="4" name="Espace réservé de la date 3">
            <a:extLst>
              <a:ext uri="{FF2B5EF4-FFF2-40B4-BE49-F238E27FC236}">
                <a16:creationId xmlns:a16="http://schemas.microsoft.com/office/drawing/2014/main" id="{118A9F0D-2258-1D3D-F6A1-C9F3BB18352D}"/>
              </a:ext>
            </a:extLst>
          </p:cNvPr>
          <p:cNvSpPr>
            <a:spLocks noGrp="1"/>
          </p:cNvSpPr>
          <p:nvPr>
            <p:ph type="dt" sz="half" idx="10"/>
          </p:nvPr>
        </p:nvSpPr>
        <p:spPr/>
        <p:txBody>
          <a:bodyPr/>
          <a:lstStyle/>
          <a:p>
            <a:fld id="{3E314625-81B8-4DF7-81A3-3C9F873E07B5}" type="datetimeFigureOut">
              <a:rPr lang="fr-SN" smtClean="0"/>
              <a:t>02/04/2025</a:t>
            </a:fld>
            <a:endParaRPr lang="fr-SN"/>
          </a:p>
        </p:txBody>
      </p:sp>
      <p:sp>
        <p:nvSpPr>
          <p:cNvPr id="5" name="Espace réservé du pied de page 4">
            <a:extLst>
              <a:ext uri="{FF2B5EF4-FFF2-40B4-BE49-F238E27FC236}">
                <a16:creationId xmlns:a16="http://schemas.microsoft.com/office/drawing/2014/main" id="{68FFEC50-D7C2-C4D5-BDF2-BAE9834D70B3}"/>
              </a:ext>
            </a:extLst>
          </p:cNvPr>
          <p:cNvSpPr>
            <a:spLocks noGrp="1"/>
          </p:cNvSpPr>
          <p:nvPr>
            <p:ph type="ftr" sz="quarter" idx="11"/>
          </p:nvPr>
        </p:nvSpPr>
        <p:spPr/>
        <p:txBody>
          <a:bodyPr/>
          <a:lstStyle/>
          <a:p>
            <a:endParaRPr lang="fr-SN"/>
          </a:p>
        </p:txBody>
      </p:sp>
      <p:sp>
        <p:nvSpPr>
          <p:cNvPr id="6" name="Espace réservé du numéro de diapositive 5">
            <a:extLst>
              <a:ext uri="{FF2B5EF4-FFF2-40B4-BE49-F238E27FC236}">
                <a16:creationId xmlns:a16="http://schemas.microsoft.com/office/drawing/2014/main" id="{497FE229-9418-9333-9B65-0E0069591AE8}"/>
              </a:ext>
            </a:extLst>
          </p:cNvPr>
          <p:cNvSpPr>
            <a:spLocks noGrp="1"/>
          </p:cNvSpPr>
          <p:nvPr>
            <p:ph type="sldNum" sz="quarter" idx="12"/>
          </p:nvPr>
        </p:nvSpPr>
        <p:spPr/>
        <p:txBody>
          <a:bodyPr/>
          <a:lstStyle/>
          <a:p>
            <a:fld id="{C61BEE7E-FED2-4378-A6F3-A431D2D9991E}" type="slidenum">
              <a:rPr lang="fr-SN" smtClean="0"/>
              <a:t>‹N°›</a:t>
            </a:fld>
            <a:endParaRPr lang="fr-SN"/>
          </a:p>
        </p:txBody>
      </p:sp>
    </p:spTree>
    <p:extLst>
      <p:ext uri="{BB962C8B-B14F-4D97-AF65-F5344CB8AC3E}">
        <p14:creationId xmlns:p14="http://schemas.microsoft.com/office/powerpoint/2010/main" val="38378217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B64F83A-7781-5E01-DF96-88AADA579442}"/>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endParaRPr lang="fr-SN"/>
          </a:p>
        </p:txBody>
      </p:sp>
      <p:sp>
        <p:nvSpPr>
          <p:cNvPr id="3" name="Espace réservé du texte 2">
            <a:extLst>
              <a:ext uri="{FF2B5EF4-FFF2-40B4-BE49-F238E27FC236}">
                <a16:creationId xmlns:a16="http://schemas.microsoft.com/office/drawing/2014/main" id="{1CE8EB11-E121-9EDE-A0E8-1BAB1AD9944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AC981E2E-A244-4489-9C10-6FD7E5750E7A}"/>
              </a:ext>
            </a:extLst>
          </p:cNvPr>
          <p:cNvSpPr>
            <a:spLocks noGrp="1"/>
          </p:cNvSpPr>
          <p:nvPr>
            <p:ph type="dt" sz="half" idx="10"/>
          </p:nvPr>
        </p:nvSpPr>
        <p:spPr/>
        <p:txBody>
          <a:bodyPr/>
          <a:lstStyle/>
          <a:p>
            <a:fld id="{3E314625-81B8-4DF7-81A3-3C9F873E07B5}" type="datetimeFigureOut">
              <a:rPr lang="fr-SN" smtClean="0"/>
              <a:t>02/04/2025</a:t>
            </a:fld>
            <a:endParaRPr lang="fr-SN"/>
          </a:p>
        </p:txBody>
      </p:sp>
      <p:sp>
        <p:nvSpPr>
          <p:cNvPr id="5" name="Espace réservé du pied de page 4">
            <a:extLst>
              <a:ext uri="{FF2B5EF4-FFF2-40B4-BE49-F238E27FC236}">
                <a16:creationId xmlns:a16="http://schemas.microsoft.com/office/drawing/2014/main" id="{9F3D994D-4723-1EF0-9FDD-E05B3BE0BBF4}"/>
              </a:ext>
            </a:extLst>
          </p:cNvPr>
          <p:cNvSpPr>
            <a:spLocks noGrp="1"/>
          </p:cNvSpPr>
          <p:nvPr>
            <p:ph type="ftr" sz="quarter" idx="11"/>
          </p:nvPr>
        </p:nvSpPr>
        <p:spPr/>
        <p:txBody>
          <a:bodyPr/>
          <a:lstStyle/>
          <a:p>
            <a:endParaRPr lang="fr-SN"/>
          </a:p>
        </p:txBody>
      </p:sp>
      <p:sp>
        <p:nvSpPr>
          <p:cNvPr id="6" name="Espace réservé du numéro de diapositive 5">
            <a:extLst>
              <a:ext uri="{FF2B5EF4-FFF2-40B4-BE49-F238E27FC236}">
                <a16:creationId xmlns:a16="http://schemas.microsoft.com/office/drawing/2014/main" id="{5E94ED3E-DF34-3589-8520-4A04E5637D86}"/>
              </a:ext>
            </a:extLst>
          </p:cNvPr>
          <p:cNvSpPr>
            <a:spLocks noGrp="1"/>
          </p:cNvSpPr>
          <p:nvPr>
            <p:ph type="sldNum" sz="quarter" idx="12"/>
          </p:nvPr>
        </p:nvSpPr>
        <p:spPr/>
        <p:txBody>
          <a:bodyPr/>
          <a:lstStyle/>
          <a:p>
            <a:fld id="{C61BEE7E-FED2-4378-A6F3-A431D2D9991E}" type="slidenum">
              <a:rPr lang="fr-SN" smtClean="0"/>
              <a:t>‹N°›</a:t>
            </a:fld>
            <a:endParaRPr lang="fr-SN"/>
          </a:p>
        </p:txBody>
      </p:sp>
    </p:spTree>
    <p:extLst>
      <p:ext uri="{BB962C8B-B14F-4D97-AF65-F5344CB8AC3E}">
        <p14:creationId xmlns:p14="http://schemas.microsoft.com/office/powerpoint/2010/main" val="14038812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AE32109-234A-3A95-42C2-4F69C39C60B0}"/>
              </a:ext>
            </a:extLst>
          </p:cNvPr>
          <p:cNvSpPr>
            <a:spLocks noGrp="1"/>
          </p:cNvSpPr>
          <p:nvPr>
            <p:ph type="title"/>
          </p:nvPr>
        </p:nvSpPr>
        <p:spPr/>
        <p:txBody>
          <a:bodyPr/>
          <a:lstStyle/>
          <a:p>
            <a:r>
              <a:rPr lang="fr-FR"/>
              <a:t>Modifiez le style du titre</a:t>
            </a:r>
            <a:endParaRPr lang="fr-SN"/>
          </a:p>
        </p:txBody>
      </p:sp>
      <p:sp>
        <p:nvSpPr>
          <p:cNvPr id="3" name="Espace réservé du contenu 2">
            <a:extLst>
              <a:ext uri="{FF2B5EF4-FFF2-40B4-BE49-F238E27FC236}">
                <a16:creationId xmlns:a16="http://schemas.microsoft.com/office/drawing/2014/main" id="{691815D4-2FE4-CC53-25C9-B8DE12E0DEEF}"/>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SN"/>
          </a:p>
        </p:txBody>
      </p:sp>
      <p:sp>
        <p:nvSpPr>
          <p:cNvPr id="4" name="Espace réservé du contenu 3">
            <a:extLst>
              <a:ext uri="{FF2B5EF4-FFF2-40B4-BE49-F238E27FC236}">
                <a16:creationId xmlns:a16="http://schemas.microsoft.com/office/drawing/2014/main" id="{90807410-5E36-4808-F139-F252FA439664}"/>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SN"/>
          </a:p>
        </p:txBody>
      </p:sp>
      <p:sp>
        <p:nvSpPr>
          <p:cNvPr id="5" name="Espace réservé de la date 4">
            <a:extLst>
              <a:ext uri="{FF2B5EF4-FFF2-40B4-BE49-F238E27FC236}">
                <a16:creationId xmlns:a16="http://schemas.microsoft.com/office/drawing/2014/main" id="{26C4C144-B9B3-2063-9495-CA912238E6FC}"/>
              </a:ext>
            </a:extLst>
          </p:cNvPr>
          <p:cNvSpPr>
            <a:spLocks noGrp="1"/>
          </p:cNvSpPr>
          <p:nvPr>
            <p:ph type="dt" sz="half" idx="10"/>
          </p:nvPr>
        </p:nvSpPr>
        <p:spPr/>
        <p:txBody>
          <a:bodyPr/>
          <a:lstStyle/>
          <a:p>
            <a:fld id="{3E314625-81B8-4DF7-81A3-3C9F873E07B5}" type="datetimeFigureOut">
              <a:rPr lang="fr-SN" smtClean="0"/>
              <a:t>02/04/2025</a:t>
            </a:fld>
            <a:endParaRPr lang="fr-SN"/>
          </a:p>
        </p:txBody>
      </p:sp>
      <p:sp>
        <p:nvSpPr>
          <p:cNvPr id="6" name="Espace réservé du pied de page 5">
            <a:extLst>
              <a:ext uri="{FF2B5EF4-FFF2-40B4-BE49-F238E27FC236}">
                <a16:creationId xmlns:a16="http://schemas.microsoft.com/office/drawing/2014/main" id="{8B7A237D-0DF3-4EF9-31F6-56F8047AA25A}"/>
              </a:ext>
            </a:extLst>
          </p:cNvPr>
          <p:cNvSpPr>
            <a:spLocks noGrp="1"/>
          </p:cNvSpPr>
          <p:nvPr>
            <p:ph type="ftr" sz="quarter" idx="11"/>
          </p:nvPr>
        </p:nvSpPr>
        <p:spPr/>
        <p:txBody>
          <a:bodyPr/>
          <a:lstStyle/>
          <a:p>
            <a:endParaRPr lang="fr-SN"/>
          </a:p>
        </p:txBody>
      </p:sp>
      <p:sp>
        <p:nvSpPr>
          <p:cNvPr id="7" name="Espace réservé du numéro de diapositive 6">
            <a:extLst>
              <a:ext uri="{FF2B5EF4-FFF2-40B4-BE49-F238E27FC236}">
                <a16:creationId xmlns:a16="http://schemas.microsoft.com/office/drawing/2014/main" id="{302DA8BA-B33D-C1CB-988C-240C1A0F6BF5}"/>
              </a:ext>
            </a:extLst>
          </p:cNvPr>
          <p:cNvSpPr>
            <a:spLocks noGrp="1"/>
          </p:cNvSpPr>
          <p:nvPr>
            <p:ph type="sldNum" sz="quarter" idx="12"/>
          </p:nvPr>
        </p:nvSpPr>
        <p:spPr/>
        <p:txBody>
          <a:bodyPr/>
          <a:lstStyle/>
          <a:p>
            <a:fld id="{C61BEE7E-FED2-4378-A6F3-A431D2D9991E}" type="slidenum">
              <a:rPr lang="fr-SN" smtClean="0"/>
              <a:t>‹N°›</a:t>
            </a:fld>
            <a:endParaRPr lang="fr-SN"/>
          </a:p>
        </p:txBody>
      </p:sp>
    </p:spTree>
    <p:extLst>
      <p:ext uri="{BB962C8B-B14F-4D97-AF65-F5344CB8AC3E}">
        <p14:creationId xmlns:p14="http://schemas.microsoft.com/office/powerpoint/2010/main" val="134488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31BF7AB-504A-D6BD-27AD-38FB6B4A10BB}"/>
              </a:ext>
            </a:extLst>
          </p:cNvPr>
          <p:cNvSpPr>
            <a:spLocks noGrp="1"/>
          </p:cNvSpPr>
          <p:nvPr>
            <p:ph type="title"/>
          </p:nvPr>
        </p:nvSpPr>
        <p:spPr>
          <a:xfrm>
            <a:off x="839788" y="365125"/>
            <a:ext cx="10515600" cy="1325563"/>
          </a:xfrm>
        </p:spPr>
        <p:txBody>
          <a:bodyPr/>
          <a:lstStyle/>
          <a:p>
            <a:r>
              <a:rPr lang="fr-FR"/>
              <a:t>Modifiez le style du titre</a:t>
            </a:r>
            <a:endParaRPr lang="fr-SN"/>
          </a:p>
        </p:txBody>
      </p:sp>
      <p:sp>
        <p:nvSpPr>
          <p:cNvPr id="3" name="Espace réservé du texte 2">
            <a:extLst>
              <a:ext uri="{FF2B5EF4-FFF2-40B4-BE49-F238E27FC236}">
                <a16:creationId xmlns:a16="http://schemas.microsoft.com/office/drawing/2014/main" id="{2BD431F0-B44F-33F5-10D7-04D04ADDEC0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C1832EBB-B4A5-2225-9E2F-B39C6A65C734}"/>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SN"/>
          </a:p>
        </p:txBody>
      </p:sp>
      <p:sp>
        <p:nvSpPr>
          <p:cNvPr id="5" name="Espace réservé du texte 4">
            <a:extLst>
              <a:ext uri="{FF2B5EF4-FFF2-40B4-BE49-F238E27FC236}">
                <a16:creationId xmlns:a16="http://schemas.microsoft.com/office/drawing/2014/main" id="{33321012-A648-6BB9-5179-A2A8AB54E57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E5968420-DDF3-0D2C-4EE7-3238B70C7149}"/>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SN"/>
          </a:p>
        </p:txBody>
      </p:sp>
      <p:sp>
        <p:nvSpPr>
          <p:cNvPr id="7" name="Espace réservé de la date 6">
            <a:extLst>
              <a:ext uri="{FF2B5EF4-FFF2-40B4-BE49-F238E27FC236}">
                <a16:creationId xmlns:a16="http://schemas.microsoft.com/office/drawing/2014/main" id="{9CA379FF-EDF3-90D7-CD6E-047C95E15740}"/>
              </a:ext>
            </a:extLst>
          </p:cNvPr>
          <p:cNvSpPr>
            <a:spLocks noGrp="1"/>
          </p:cNvSpPr>
          <p:nvPr>
            <p:ph type="dt" sz="half" idx="10"/>
          </p:nvPr>
        </p:nvSpPr>
        <p:spPr/>
        <p:txBody>
          <a:bodyPr/>
          <a:lstStyle/>
          <a:p>
            <a:fld id="{3E314625-81B8-4DF7-81A3-3C9F873E07B5}" type="datetimeFigureOut">
              <a:rPr lang="fr-SN" smtClean="0"/>
              <a:t>02/04/2025</a:t>
            </a:fld>
            <a:endParaRPr lang="fr-SN"/>
          </a:p>
        </p:txBody>
      </p:sp>
      <p:sp>
        <p:nvSpPr>
          <p:cNvPr id="8" name="Espace réservé du pied de page 7">
            <a:extLst>
              <a:ext uri="{FF2B5EF4-FFF2-40B4-BE49-F238E27FC236}">
                <a16:creationId xmlns:a16="http://schemas.microsoft.com/office/drawing/2014/main" id="{4EB99D6C-9E32-1A43-EDFF-D2B1C2CB3DA2}"/>
              </a:ext>
            </a:extLst>
          </p:cNvPr>
          <p:cNvSpPr>
            <a:spLocks noGrp="1"/>
          </p:cNvSpPr>
          <p:nvPr>
            <p:ph type="ftr" sz="quarter" idx="11"/>
          </p:nvPr>
        </p:nvSpPr>
        <p:spPr/>
        <p:txBody>
          <a:bodyPr/>
          <a:lstStyle/>
          <a:p>
            <a:endParaRPr lang="fr-SN"/>
          </a:p>
        </p:txBody>
      </p:sp>
      <p:sp>
        <p:nvSpPr>
          <p:cNvPr id="9" name="Espace réservé du numéro de diapositive 8">
            <a:extLst>
              <a:ext uri="{FF2B5EF4-FFF2-40B4-BE49-F238E27FC236}">
                <a16:creationId xmlns:a16="http://schemas.microsoft.com/office/drawing/2014/main" id="{180BC6EF-C257-28F8-6C6F-95FD443D5629}"/>
              </a:ext>
            </a:extLst>
          </p:cNvPr>
          <p:cNvSpPr>
            <a:spLocks noGrp="1"/>
          </p:cNvSpPr>
          <p:nvPr>
            <p:ph type="sldNum" sz="quarter" idx="12"/>
          </p:nvPr>
        </p:nvSpPr>
        <p:spPr/>
        <p:txBody>
          <a:bodyPr/>
          <a:lstStyle/>
          <a:p>
            <a:fld id="{C61BEE7E-FED2-4378-A6F3-A431D2D9991E}" type="slidenum">
              <a:rPr lang="fr-SN" smtClean="0"/>
              <a:t>‹N°›</a:t>
            </a:fld>
            <a:endParaRPr lang="fr-SN"/>
          </a:p>
        </p:txBody>
      </p:sp>
    </p:spTree>
    <p:extLst>
      <p:ext uri="{BB962C8B-B14F-4D97-AF65-F5344CB8AC3E}">
        <p14:creationId xmlns:p14="http://schemas.microsoft.com/office/powerpoint/2010/main" val="32108430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F6CE562-12A7-AA31-0E63-9C2376051C8E}"/>
              </a:ext>
            </a:extLst>
          </p:cNvPr>
          <p:cNvSpPr>
            <a:spLocks noGrp="1"/>
          </p:cNvSpPr>
          <p:nvPr>
            <p:ph type="title"/>
          </p:nvPr>
        </p:nvSpPr>
        <p:spPr/>
        <p:txBody>
          <a:bodyPr/>
          <a:lstStyle/>
          <a:p>
            <a:r>
              <a:rPr lang="fr-FR"/>
              <a:t>Modifiez le style du titre</a:t>
            </a:r>
            <a:endParaRPr lang="fr-SN"/>
          </a:p>
        </p:txBody>
      </p:sp>
      <p:sp>
        <p:nvSpPr>
          <p:cNvPr id="3" name="Espace réservé de la date 2">
            <a:extLst>
              <a:ext uri="{FF2B5EF4-FFF2-40B4-BE49-F238E27FC236}">
                <a16:creationId xmlns:a16="http://schemas.microsoft.com/office/drawing/2014/main" id="{08483D14-46E4-6DD8-E079-FA29665B3682}"/>
              </a:ext>
            </a:extLst>
          </p:cNvPr>
          <p:cNvSpPr>
            <a:spLocks noGrp="1"/>
          </p:cNvSpPr>
          <p:nvPr>
            <p:ph type="dt" sz="half" idx="10"/>
          </p:nvPr>
        </p:nvSpPr>
        <p:spPr/>
        <p:txBody>
          <a:bodyPr/>
          <a:lstStyle/>
          <a:p>
            <a:fld id="{3E314625-81B8-4DF7-81A3-3C9F873E07B5}" type="datetimeFigureOut">
              <a:rPr lang="fr-SN" smtClean="0"/>
              <a:t>02/04/2025</a:t>
            </a:fld>
            <a:endParaRPr lang="fr-SN"/>
          </a:p>
        </p:txBody>
      </p:sp>
      <p:sp>
        <p:nvSpPr>
          <p:cNvPr id="4" name="Espace réservé du pied de page 3">
            <a:extLst>
              <a:ext uri="{FF2B5EF4-FFF2-40B4-BE49-F238E27FC236}">
                <a16:creationId xmlns:a16="http://schemas.microsoft.com/office/drawing/2014/main" id="{9FD7FD97-AB20-2519-A7D7-14A733A93489}"/>
              </a:ext>
            </a:extLst>
          </p:cNvPr>
          <p:cNvSpPr>
            <a:spLocks noGrp="1"/>
          </p:cNvSpPr>
          <p:nvPr>
            <p:ph type="ftr" sz="quarter" idx="11"/>
          </p:nvPr>
        </p:nvSpPr>
        <p:spPr/>
        <p:txBody>
          <a:bodyPr/>
          <a:lstStyle/>
          <a:p>
            <a:endParaRPr lang="fr-SN"/>
          </a:p>
        </p:txBody>
      </p:sp>
      <p:sp>
        <p:nvSpPr>
          <p:cNvPr id="5" name="Espace réservé du numéro de diapositive 4">
            <a:extLst>
              <a:ext uri="{FF2B5EF4-FFF2-40B4-BE49-F238E27FC236}">
                <a16:creationId xmlns:a16="http://schemas.microsoft.com/office/drawing/2014/main" id="{93F0E73A-21BD-02A4-6BA9-E331B6C3773A}"/>
              </a:ext>
            </a:extLst>
          </p:cNvPr>
          <p:cNvSpPr>
            <a:spLocks noGrp="1"/>
          </p:cNvSpPr>
          <p:nvPr>
            <p:ph type="sldNum" sz="quarter" idx="12"/>
          </p:nvPr>
        </p:nvSpPr>
        <p:spPr/>
        <p:txBody>
          <a:bodyPr/>
          <a:lstStyle/>
          <a:p>
            <a:fld id="{C61BEE7E-FED2-4378-A6F3-A431D2D9991E}" type="slidenum">
              <a:rPr lang="fr-SN" smtClean="0"/>
              <a:t>‹N°›</a:t>
            </a:fld>
            <a:endParaRPr lang="fr-SN"/>
          </a:p>
        </p:txBody>
      </p:sp>
    </p:spTree>
    <p:extLst>
      <p:ext uri="{BB962C8B-B14F-4D97-AF65-F5344CB8AC3E}">
        <p14:creationId xmlns:p14="http://schemas.microsoft.com/office/powerpoint/2010/main" val="10765308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63B3F714-4C6F-043C-0F31-9F0413C613CB}"/>
              </a:ext>
            </a:extLst>
          </p:cNvPr>
          <p:cNvSpPr>
            <a:spLocks noGrp="1"/>
          </p:cNvSpPr>
          <p:nvPr>
            <p:ph type="dt" sz="half" idx="10"/>
          </p:nvPr>
        </p:nvSpPr>
        <p:spPr/>
        <p:txBody>
          <a:bodyPr/>
          <a:lstStyle/>
          <a:p>
            <a:fld id="{3E314625-81B8-4DF7-81A3-3C9F873E07B5}" type="datetimeFigureOut">
              <a:rPr lang="fr-SN" smtClean="0"/>
              <a:t>02/04/2025</a:t>
            </a:fld>
            <a:endParaRPr lang="fr-SN"/>
          </a:p>
        </p:txBody>
      </p:sp>
      <p:sp>
        <p:nvSpPr>
          <p:cNvPr id="3" name="Espace réservé du pied de page 2">
            <a:extLst>
              <a:ext uri="{FF2B5EF4-FFF2-40B4-BE49-F238E27FC236}">
                <a16:creationId xmlns:a16="http://schemas.microsoft.com/office/drawing/2014/main" id="{C24AA0D0-D14F-FCE9-C4FA-442B9D337A5B}"/>
              </a:ext>
            </a:extLst>
          </p:cNvPr>
          <p:cNvSpPr>
            <a:spLocks noGrp="1"/>
          </p:cNvSpPr>
          <p:nvPr>
            <p:ph type="ftr" sz="quarter" idx="11"/>
          </p:nvPr>
        </p:nvSpPr>
        <p:spPr/>
        <p:txBody>
          <a:bodyPr/>
          <a:lstStyle/>
          <a:p>
            <a:endParaRPr lang="fr-SN"/>
          </a:p>
        </p:txBody>
      </p:sp>
      <p:sp>
        <p:nvSpPr>
          <p:cNvPr id="4" name="Espace réservé du numéro de diapositive 3">
            <a:extLst>
              <a:ext uri="{FF2B5EF4-FFF2-40B4-BE49-F238E27FC236}">
                <a16:creationId xmlns:a16="http://schemas.microsoft.com/office/drawing/2014/main" id="{E6B6DE30-207A-178E-F1C1-2EF98EFF822A}"/>
              </a:ext>
            </a:extLst>
          </p:cNvPr>
          <p:cNvSpPr>
            <a:spLocks noGrp="1"/>
          </p:cNvSpPr>
          <p:nvPr>
            <p:ph type="sldNum" sz="quarter" idx="12"/>
          </p:nvPr>
        </p:nvSpPr>
        <p:spPr/>
        <p:txBody>
          <a:bodyPr/>
          <a:lstStyle/>
          <a:p>
            <a:fld id="{C61BEE7E-FED2-4378-A6F3-A431D2D9991E}" type="slidenum">
              <a:rPr lang="fr-SN" smtClean="0"/>
              <a:t>‹N°›</a:t>
            </a:fld>
            <a:endParaRPr lang="fr-SN"/>
          </a:p>
        </p:txBody>
      </p:sp>
    </p:spTree>
    <p:extLst>
      <p:ext uri="{BB962C8B-B14F-4D97-AF65-F5344CB8AC3E}">
        <p14:creationId xmlns:p14="http://schemas.microsoft.com/office/powerpoint/2010/main" val="29035362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F614FCB-1B33-14D6-8C65-BFF6219A073B}"/>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fr-SN"/>
          </a:p>
        </p:txBody>
      </p:sp>
      <p:sp>
        <p:nvSpPr>
          <p:cNvPr id="3" name="Espace réservé du contenu 2">
            <a:extLst>
              <a:ext uri="{FF2B5EF4-FFF2-40B4-BE49-F238E27FC236}">
                <a16:creationId xmlns:a16="http://schemas.microsoft.com/office/drawing/2014/main" id="{CDB60051-4478-D4BA-DFE6-2DB1F25A5B1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SN"/>
          </a:p>
        </p:txBody>
      </p:sp>
      <p:sp>
        <p:nvSpPr>
          <p:cNvPr id="4" name="Espace réservé du texte 3">
            <a:extLst>
              <a:ext uri="{FF2B5EF4-FFF2-40B4-BE49-F238E27FC236}">
                <a16:creationId xmlns:a16="http://schemas.microsoft.com/office/drawing/2014/main" id="{C71A4586-B44B-9E53-A9A1-E3B9F4D51FE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17558FDA-FEA9-29BD-7CC9-B06CFC35D547}"/>
              </a:ext>
            </a:extLst>
          </p:cNvPr>
          <p:cNvSpPr>
            <a:spLocks noGrp="1"/>
          </p:cNvSpPr>
          <p:nvPr>
            <p:ph type="dt" sz="half" idx="10"/>
          </p:nvPr>
        </p:nvSpPr>
        <p:spPr/>
        <p:txBody>
          <a:bodyPr/>
          <a:lstStyle/>
          <a:p>
            <a:fld id="{3E314625-81B8-4DF7-81A3-3C9F873E07B5}" type="datetimeFigureOut">
              <a:rPr lang="fr-SN" smtClean="0"/>
              <a:t>02/04/2025</a:t>
            </a:fld>
            <a:endParaRPr lang="fr-SN"/>
          </a:p>
        </p:txBody>
      </p:sp>
      <p:sp>
        <p:nvSpPr>
          <p:cNvPr id="6" name="Espace réservé du pied de page 5">
            <a:extLst>
              <a:ext uri="{FF2B5EF4-FFF2-40B4-BE49-F238E27FC236}">
                <a16:creationId xmlns:a16="http://schemas.microsoft.com/office/drawing/2014/main" id="{0EFE8D8F-2A26-23A4-57DD-897DB5D48295}"/>
              </a:ext>
            </a:extLst>
          </p:cNvPr>
          <p:cNvSpPr>
            <a:spLocks noGrp="1"/>
          </p:cNvSpPr>
          <p:nvPr>
            <p:ph type="ftr" sz="quarter" idx="11"/>
          </p:nvPr>
        </p:nvSpPr>
        <p:spPr/>
        <p:txBody>
          <a:bodyPr/>
          <a:lstStyle/>
          <a:p>
            <a:endParaRPr lang="fr-SN"/>
          </a:p>
        </p:txBody>
      </p:sp>
      <p:sp>
        <p:nvSpPr>
          <p:cNvPr id="7" name="Espace réservé du numéro de diapositive 6">
            <a:extLst>
              <a:ext uri="{FF2B5EF4-FFF2-40B4-BE49-F238E27FC236}">
                <a16:creationId xmlns:a16="http://schemas.microsoft.com/office/drawing/2014/main" id="{9CAE45B9-F02E-A36D-0C3D-6B88CD5812B6}"/>
              </a:ext>
            </a:extLst>
          </p:cNvPr>
          <p:cNvSpPr>
            <a:spLocks noGrp="1"/>
          </p:cNvSpPr>
          <p:nvPr>
            <p:ph type="sldNum" sz="quarter" idx="12"/>
          </p:nvPr>
        </p:nvSpPr>
        <p:spPr/>
        <p:txBody>
          <a:bodyPr/>
          <a:lstStyle/>
          <a:p>
            <a:fld id="{C61BEE7E-FED2-4378-A6F3-A431D2D9991E}" type="slidenum">
              <a:rPr lang="fr-SN" smtClean="0"/>
              <a:t>‹N°›</a:t>
            </a:fld>
            <a:endParaRPr lang="fr-SN"/>
          </a:p>
        </p:txBody>
      </p:sp>
    </p:spTree>
    <p:extLst>
      <p:ext uri="{BB962C8B-B14F-4D97-AF65-F5344CB8AC3E}">
        <p14:creationId xmlns:p14="http://schemas.microsoft.com/office/powerpoint/2010/main" val="2540659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8C8EC0A-47C1-3C10-7044-8FFC1507B226}"/>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fr-SN"/>
          </a:p>
        </p:txBody>
      </p:sp>
      <p:sp>
        <p:nvSpPr>
          <p:cNvPr id="3" name="Espace réservé pour une image  2">
            <a:extLst>
              <a:ext uri="{FF2B5EF4-FFF2-40B4-BE49-F238E27FC236}">
                <a16:creationId xmlns:a16="http://schemas.microsoft.com/office/drawing/2014/main" id="{08576481-29BF-2F21-11E5-2CBC8198FDA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SN"/>
          </a:p>
        </p:txBody>
      </p:sp>
      <p:sp>
        <p:nvSpPr>
          <p:cNvPr id="4" name="Espace réservé du texte 3">
            <a:extLst>
              <a:ext uri="{FF2B5EF4-FFF2-40B4-BE49-F238E27FC236}">
                <a16:creationId xmlns:a16="http://schemas.microsoft.com/office/drawing/2014/main" id="{82DAA02F-A77B-5B6A-8E92-0F5AC002573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44586120-8BA4-3AD3-522C-8E9180FB798B}"/>
              </a:ext>
            </a:extLst>
          </p:cNvPr>
          <p:cNvSpPr>
            <a:spLocks noGrp="1"/>
          </p:cNvSpPr>
          <p:nvPr>
            <p:ph type="dt" sz="half" idx="10"/>
          </p:nvPr>
        </p:nvSpPr>
        <p:spPr/>
        <p:txBody>
          <a:bodyPr/>
          <a:lstStyle/>
          <a:p>
            <a:fld id="{3E314625-81B8-4DF7-81A3-3C9F873E07B5}" type="datetimeFigureOut">
              <a:rPr lang="fr-SN" smtClean="0"/>
              <a:t>02/04/2025</a:t>
            </a:fld>
            <a:endParaRPr lang="fr-SN"/>
          </a:p>
        </p:txBody>
      </p:sp>
      <p:sp>
        <p:nvSpPr>
          <p:cNvPr id="6" name="Espace réservé du pied de page 5">
            <a:extLst>
              <a:ext uri="{FF2B5EF4-FFF2-40B4-BE49-F238E27FC236}">
                <a16:creationId xmlns:a16="http://schemas.microsoft.com/office/drawing/2014/main" id="{7AF5A50B-CC26-05D3-A13A-0575DF0F244C}"/>
              </a:ext>
            </a:extLst>
          </p:cNvPr>
          <p:cNvSpPr>
            <a:spLocks noGrp="1"/>
          </p:cNvSpPr>
          <p:nvPr>
            <p:ph type="ftr" sz="quarter" idx="11"/>
          </p:nvPr>
        </p:nvSpPr>
        <p:spPr/>
        <p:txBody>
          <a:bodyPr/>
          <a:lstStyle/>
          <a:p>
            <a:endParaRPr lang="fr-SN"/>
          </a:p>
        </p:txBody>
      </p:sp>
      <p:sp>
        <p:nvSpPr>
          <p:cNvPr id="7" name="Espace réservé du numéro de diapositive 6">
            <a:extLst>
              <a:ext uri="{FF2B5EF4-FFF2-40B4-BE49-F238E27FC236}">
                <a16:creationId xmlns:a16="http://schemas.microsoft.com/office/drawing/2014/main" id="{3282045C-686D-1477-675F-8E9CFF933D4B}"/>
              </a:ext>
            </a:extLst>
          </p:cNvPr>
          <p:cNvSpPr>
            <a:spLocks noGrp="1"/>
          </p:cNvSpPr>
          <p:nvPr>
            <p:ph type="sldNum" sz="quarter" idx="12"/>
          </p:nvPr>
        </p:nvSpPr>
        <p:spPr/>
        <p:txBody>
          <a:bodyPr/>
          <a:lstStyle/>
          <a:p>
            <a:fld id="{C61BEE7E-FED2-4378-A6F3-A431D2D9991E}" type="slidenum">
              <a:rPr lang="fr-SN" smtClean="0"/>
              <a:t>‹N°›</a:t>
            </a:fld>
            <a:endParaRPr lang="fr-SN"/>
          </a:p>
        </p:txBody>
      </p:sp>
    </p:spTree>
    <p:extLst>
      <p:ext uri="{BB962C8B-B14F-4D97-AF65-F5344CB8AC3E}">
        <p14:creationId xmlns:p14="http://schemas.microsoft.com/office/powerpoint/2010/main" val="37827782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844B6C3-DE9A-D490-3464-6F0901B67A62}"/>
              </a:ext>
            </a:extLst>
          </p:cNvPr>
          <p:cNvSpPr>
            <a:spLocks noGrp="1"/>
          </p:cNvSpPr>
          <p:nvPr>
            <p:ph type="title"/>
          </p:nvPr>
        </p:nvSpPr>
        <p:spPr/>
        <p:txBody>
          <a:bodyPr/>
          <a:lstStyle/>
          <a:p>
            <a:r>
              <a:rPr lang="fr-FR"/>
              <a:t>Modifiez le style du titre</a:t>
            </a:r>
            <a:endParaRPr lang="fr-SN"/>
          </a:p>
        </p:txBody>
      </p:sp>
      <p:sp>
        <p:nvSpPr>
          <p:cNvPr id="3" name="Espace réservé du texte vertical 2">
            <a:extLst>
              <a:ext uri="{FF2B5EF4-FFF2-40B4-BE49-F238E27FC236}">
                <a16:creationId xmlns:a16="http://schemas.microsoft.com/office/drawing/2014/main" id="{F7132EEE-1332-8B36-AA29-6EB0B35C862E}"/>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SN"/>
          </a:p>
        </p:txBody>
      </p:sp>
      <p:sp>
        <p:nvSpPr>
          <p:cNvPr id="4" name="Espace réservé de la date 3">
            <a:extLst>
              <a:ext uri="{FF2B5EF4-FFF2-40B4-BE49-F238E27FC236}">
                <a16:creationId xmlns:a16="http://schemas.microsoft.com/office/drawing/2014/main" id="{60A3CD4F-C6A0-7EF5-ABA8-2F35477B95FA}"/>
              </a:ext>
            </a:extLst>
          </p:cNvPr>
          <p:cNvSpPr>
            <a:spLocks noGrp="1"/>
          </p:cNvSpPr>
          <p:nvPr>
            <p:ph type="dt" sz="half" idx="10"/>
          </p:nvPr>
        </p:nvSpPr>
        <p:spPr/>
        <p:txBody>
          <a:bodyPr/>
          <a:lstStyle/>
          <a:p>
            <a:fld id="{3E314625-81B8-4DF7-81A3-3C9F873E07B5}" type="datetimeFigureOut">
              <a:rPr lang="fr-SN" smtClean="0"/>
              <a:t>02/04/2025</a:t>
            </a:fld>
            <a:endParaRPr lang="fr-SN"/>
          </a:p>
        </p:txBody>
      </p:sp>
      <p:sp>
        <p:nvSpPr>
          <p:cNvPr id="5" name="Espace réservé du pied de page 4">
            <a:extLst>
              <a:ext uri="{FF2B5EF4-FFF2-40B4-BE49-F238E27FC236}">
                <a16:creationId xmlns:a16="http://schemas.microsoft.com/office/drawing/2014/main" id="{9F1126E5-EBD9-4FE3-0690-15ED526D4D74}"/>
              </a:ext>
            </a:extLst>
          </p:cNvPr>
          <p:cNvSpPr>
            <a:spLocks noGrp="1"/>
          </p:cNvSpPr>
          <p:nvPr>
            <p:ph type="ftr" sz="quarter" idx="11"/>
          </p:nvPr>
        </p:nvSpPr>
        <p:spPr/>
        <p:txBody>
          <a:bodyPr/>
          <a:lstStyle/>
          <a:p>
            <a:endParaRPr lang="fr-SN"/>
          </a:p>
        </p:txBody>
      </p:sp>
      <p:sp>
        <p:nvSpPr>
          <p:cNvPr id="6" name="Espace réservé du numéro de diapositive 5">
            <a:extLst>
              <a:ext uri="{FF2B5EF4-FFF2-40B4-BE49-F238E27FC236}">
                <a16:creationId xmlns:a16="http://schemas.microsoft.com/office/drawing/2014/main" id="{C2A9EEB9-9C91-3440-A31A-5A4FE074A36C}"/>
              </a:ext>
            </a:extLst>
          </p:cNvPr>
          <p:cNvSpPr>
            <a:spLocks noGrp="1"/>
          </p:cNvSpPr>
          <p:nvPr>
            <p:ph type="sldNum" sz="quarter" idx="12"/>
          </p:nvPr>
        </p:nvSpPr>
        <p:spPr/>
        <p:txBody>
          <a:bodyPr/>
          <a:lstStyle/>
          <a:p>
            <a:fld id="{C61BEE7E-FED2-4378-A6F3-A431D2D9991E}" type="slidenum">
              <a:rPr lang="fr-SN" smtClean="0"/>
              <a:t>‹N°›</a:t>
            </a:fld>
            <a:endParaRPr lang="fr-SN"/>
          </a:p>
        </p:txBody>
      </p:sp>
    </p:spTree>
    <p:extLst>
      <p:ext uri="{BB962C8B-B14F-4D97-AF65-F5344CB8AC3E}">
        <p14:creationId xmlns:p14="http://schemas.microsoft.com/office/powerpoint/2010/main" val="2300116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AAE0C497-B296-4FED-A8FA-6AD337FAAFD8}"/>
              </a:ext>
            </a:extLst>
          </p:cNvPr>
          <p:cNvSpPr>
            <a:spLocks noGrp="1"/>
          </p:cNvSpPr>
          <p:nvPr>
            <p:ph type="title" orient="vert"/>
          </p:nvPr>
        </p:nvSpPr>
        <p:spPr>
          <a:xfrm>
            <a:off x="8724900" y="365125"/>
            <a:ext cx="2628900" cy="5811838"/>
          </a:xfrm>
        </p:spPr>
        <p:txBody>
          <a:bodyPr vert="eaVert"/>
          <a:lstStyle/>
          <a:p>
            <a:r>
              <a:rPr lang="fr-FR"/>
              <a:t>Modifiez le style du titre</a:t>
            </a:r>
            <a:endParaRPr lang="fr-SN"/>
          </a:p>
        </p:txBody>
      </p:sp>
      <p:sp>
        <p:nvSpPr>
          <p:cNvPr id="3" name="Espace réservé du texte vertical 2">
            <a:extLst>
              <a:ext uri="{FF2B5EF4-FFF2-40B4-BE49-F238E27FC236}">
                <a16:creationId xmlns:a16="http://schemas.microsoft.com/office/drawing/2014/main" id="{32B9E8E4-3411-A1C7-2C5D-00500DD26F24}"/>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SN"/>
          </a:p>
        </p:txBody>
      </p:sp>
      <p:sp>
        <p:nvSpPr>
          <p:cNvPr id="4" name="Espace réservé de la date 3">
            <a:extLst>
              <a:ext uri="{FF2B5EF4-FFF2-40B4-BE49-F238E27FC236}">
                <a16:creationId xmlns:a16="http://schemas.microsoft.com/office/drawing/2014/main" id="{B0CE2C6A-4AF5-8597-3A56-32DC6CB837BD}"/>
              </a:ext>
            </a:extLst>
          </p:cNvPr>
          <p:cNvSpPr>
            <a:spLocks noGrp="1"/>
          </p:cNvSpPr>
          <p:nvPr>
            <p:ph type="dt" sz="half" idx="10"/>
          </p:nvPr>
        </p:nvSpPr>
        <p:spPr/>
        <p:txBody>
          <a:bodyPr/>
          <a:lstStyle/>
          <a:p>
            <a:fld id="{3E314625-81B8-4DF7-81A3-3C9F873E07B5}" type="datetimeFigureOut">
              <a:rPr lang="fr-SN" smtClean="0"/>
              <a:t>02/04/2025</a:t>
            </a:fld>
            <a:endParaRPr lang="fr-SN"/>
          </a:p>
        </p:txBody>
      </p:sp>
      <p:sp>
        <p:nvSpPr>
          <p:cNvPr id="5" name="Espace réservé du pied de page 4">
            <a:extLst>
              <a:ext uri="{FF2B5EF4-FFF2-40B4-BE49-F238E27FC236}">
                <a16:creationId xmlns:a16="http://schemas.microsoft.com/office/drawing/2014/main" id="{11C68BAF-FE99-4BB3-BCDA-C07501E74DBD}"/>
              </a:ext>
            </a:extLst>
          </p:cNvPr>
          <p:cNvSpPr>
            <a:spLocks noGrp="1"/>
          </p:cNvSpPr>
          <p:nvPr>
            <p:ph type="ftr" sz="quarter" idx="11"/>
          </p:nvPr>
        </p:nvSpPr>
        <p:spPr/>
        <p:txBody>
          <a:bodyPr/>
          <a:lstStyle/>
          <a:p>
            <a:endParaRPr lang="fr-SN"/>
          </a:p>
        </p:txBody>
      </p:sp>
      <p:sp>
        <p:nvSpPr>
          <p:cNvPr id="6" name="Espace réservé du numéro de diapositive 5">
            <a:extLst>
              <a:ext uri="{FF2B5EF4-FFF2-40B4-BE49-F238E27FC236}">
                <a16:creationId xmlns:a16="http://schemas.microsoft.com/office/drawing/2014/main" id="{8A1D22BA-F8F9-BCB5-542A-E3531951251C}"/>
              </a:ext>
            </a:extLst>
          </p:cNvPr>
          <p:cNvSpPr>
            <a:spLocks noGrp="1"/>
          </p:cNvSpPr>
          <p:nvPr>
            <p:ph type="sldNum" sz="quarter" idx="12"/>
          </p:nvPr>
        </p:nvSpPr>
        <p:spPr/>
        <p:txBody>
          <a:bodyPr/>
          <a:lstStyle/>
          <a:p>
            <a:fld id="{C61BEE7E-FED2-4378-A6F3-A431D2D9991E}" type="slidenum">
              <a:rPr lang="fr-SN" smtClean="0"/>
              <a:t>‹N°›</a:t>
            </a:fld>
            <a:endParaRPr lang="fr-SN"/>
          </a:p>
        </p:txBody>
      </p:sp>
    </p:spTree>
    <p:extLst>
      <p:ext uri="{BB962C8B-B14F-4D97-AF65-F5344CB8AC3E}">
        <p14:creationId xmlns:p14="http://schemas.microsoft.com/office/powerpoint/2010/main" val="978226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05017B20-504F-937F-1430-F0CAEB94545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endParaRPr lang="fr-SN"/>
          </a:p>
        </p:txBody>
      </p:sp>
      <p:sp>
        <p:nvSpPr>
          <p:cNvPr id="3" name="Espace réservé du texte 2">
            <a:extLst>
              <a:ext uri="{FF2B5EF4-FFF2-40B4-BE49-F238E27FC236}">
                <a16:creationId xmlns:a16="http://schemas.microsoft.com/office/drawing/2014/main" id="{28E9BE65-2435-3125-F95E-73FB358EFFF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SN"/>
          </a:p>
        </p:txBody>
      </p:sp>
      <p:sp>
        <p:nvSpPr>
          <p:cNvPr id="4" name="Espace réservé de la date 3">
            <a:extLst>
              <a:ext uri="{FF2B5EF4-FFF2-40B4-BE49-F238E27FC236}">
                <a16:creationId xmlns:a16="http://schemas.microsoft.com/office/drawing/2014/main" id="{C1F2DB35-B2B6-33CE-71E4-B07D720C72E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E314625-81B8-4DF7-81A3-3C9F873E07B5}" type="datetimeFigureOut">
              <a:rPr lang="fr-SN" smtClean="0"/>
              <a:t>02/04/2025</a:t>
            </a:fld>
            <a:endParaRPr lang="fr-SN"/>
          </a:p>
        </p:txBody>
      </p:sp>
      <p:sp>
        <p:nvSpPr>
          <p:cNvPr id="5" name="Espace réservé du pied de page 4">
            <a:extLst>
              <a:ext uri="{FF2B5EF4-FFF2-40B4-BE49-F238E27FC236}">
                <a16:creationId xmlns:a16="http://schemas.microsoft.com/office/drawing/2014/main" id="{2CC9E2B2-4F03-8E56-F889-F307BE94803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fr-SN"/>
          </a:p>
        </p:txBody>
      </p:sp>
      <p:sp>
        <p:nvSpPr>
          <p:cNvPr id="6" name="Espace réservé du numéro de diapositive 5">
            <a:extLst>
              <a:ext uri="{FF2B5EF4-FFF2-40B4-BE49-F238E27FC236}">
                <a16:creationId xmlns:a16="http://schemas.microsoft.com/office/drawing/2014/main" id="{A65A15A3-B1ED-7906-CF8E-C500A11E96E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61BEE7E-FED2-4378-A6F3-A431D2D9991E}" type="slidenum">
              <a:rPr lang="fr-SN" smtClean="0"/>
              <a:t>‹N°›</a:t>
            </a:fld>
            <a:endParaRPr lang="fr-SN"/>
          </a:p>
        </p:txBody>
      </p:sp>
    </p:spTree>
    <p:extLst>
      <p:ext uri="{BB962C8B-B14F-4D97-AF65-F5344CB8AC3E}">
        <p14:creationId xmlns:p14="http://schemas.microsoft.com/office/powerpoint/2010/main" val="219562562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4" descr="Une image contenant Graphique, Bleu Majorelle, Bleu électrique, capture d’écran&#10;&#10;Description générée automatiquement">
            <a:extLst>
              <a:ext uri="{FF2B5EF4-FFF2-40B4-BE49-F238E27FC236}">
                <a16:creationId xmlns:a16="http://schemas.microsoft.com/office/drawing/2014/main" id="{A415A7B1-F987-7514-7313-EB2A814E2D1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7" name="ZoneTexte 6">
            <a:extLst>
              <a:ext uri="{FF2B5EF4-FFF2-40B4-BE49-F238E27FC236}">
                <a16:creationId xmlns:a16="http://schemas.microsoft.com/office/drawing/2014/main" id="{860A12CC-610B-ED00-65F1-1470BFCB340D}"/>
              </a:ext>
            </a:extLst>
          </p:cNvPr>
          <p:cNvSpPr txBox="1"/>
          <p:nvPr/>
        </p:nvSpPr>
        <p:spPr>
          <a:xfrm>
            <a:off x="1759998" y="1368926"/>
            <a:ext cx="6183296" cy="1754326"/>
          </a:xfrm>
          <a:prstGeom prst="rect">
            <a:avLst/>
          </a:prstGeom>
          <a:noFill/>
        </p:spPr>
        <p:txBody>
          <a:bodyPr wrap="square">
            <a:spAutoFit/>
          </a:bodyPr>
          <a:lstStyle/>
          <a:p>
            <a:r>
              <a:rPr lang="fr-SN" sz="5400" b="1" i="1" dirty="0">
                <a:solidFill>
                  <a:schemeClr val="bg1"/>
                </a:solidFill>
              </a:rPr>
              <a:t>VILLE INTELLIGENTE</a:t>
            </a:r>
          </a:p>
        </p:txBody>
      </p:sp>
      <p:sp>
        <p:nvSpPr>
          <p:cNvPr id="11" name="ZoneTexte 10">
            <a:extLst>
              <a:ext uri="{FF2B5EF4-FFF2-40B4-BE49-F238E27FC236}">
                <a16:creationId xmlns:a16="http://schemas.microsoft.com/office/drawing/2014/main" id="{50282F4A-4594-53D4-E46C-FD47B0BE67C1}"/>
              </a:ext>
            </a:extLst>
          </p:cNvPr>
          <p:cNvSpPr txBox="1"/>
          <p:nvPr/>
        </p:nvSpPr>
        <p:spPr>
          <a:xfrm>
            <a:off x="1200705" y="3543546"/>
            <a:ext cx="6183296" cy="1200329"/>
          </a:xfrm>
          <a:prstGeom prst="rect">
            <a:avLst/>
          </a:prstGeom>
          <a:noFill/>
        </p:spPr>
        <p:txBody>
          <a:bodyPr wrap="square">
            <a:spAutoFit/>
          </a:bodyPr>
          <a:lstStyle/>
          <a:p>
            <a:r>
              <a:rPr lang="fr-SN" dirty="0">
                <a:solidFill>
                  <a:schemeClr val="bg1"/>
                </a:solidFill>
              </a:rPr>
              <a:t>Exposantes</a:t>
            </a:r>
          </a:p>
          <a:p>
            <a:r>
              <a:rPr lang="fr-SN" dirty="0">
                <a:solidFill>
                  <a:schemeClr val="bg1"/>
                </a:solidFill>
              </a:rPr>
              <a:t>Ndèye Aminata Ba</a:t>
            </a:r>
          </a:p>
          <a:p>
            <a:r>
              <a:rPr lang="fr-SN" dirty="0">
                <a:solidFill>
                  <a:schemeClr val="bg1"/>
                </a:solidFill>
              </a:rPr>
              <a:t>Ramatoulaye Ba</a:t>
            </a:r>
          </a:p>
          <a:p>
            <a:r>
              <a:rPr lang="fr-SN" dirty="0">
                <a:solidFill>
                  <a:schemeClr val="bg1"/>
                </a:solidFill>
              </a:rPr>
              <a:t>Merredith Cécile Ciss</a:t>
            </a:r>
          </a:p>
        </p:txBody>
      </p:sp>
    </p:spTree>
    <p:extLst>
      <p:ext uri="{BB962C8B-B14F-4D97-AF65-F5344CB8AC3E}">
        <p14:creationId xmlns:p14="http://schemas.microsoft.com/office/powerpoint/2010/main" val="25420453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a:extLst>
              <a:ext uri="{FF2B5EF4-FFF2-40B4-BE49-F238E27FC236}">
                <a16:creationId xmlns:a16="http://schemas.microsoft.com/office/drawing/2014/main" id="{7B1C54C0-34E3-6039-4698-282851285D93}"/>
              </a:ext>
            </a:extLst>
          </p:cNvPr>
          <p:cNvPicPr>
            <a:picLocks noChangeAspect="1"/>
          </p:cNvPicPr>
          <p:nvPr/>
        </p:nvPicPr>
        <p:blipFill>
          <a:blip r:embed="rId2"/>
          <a:stretch>
            <a:fillRect/>
          </a:stretch>
        </p:blipFill>
        <p:spPr>
          <a:xfrm>
            <a:off x="0" y="0"/>
            <a:ext cx="12192000" cy="6858000"/>
          </a:xfrm>
          <a:prstGeom prst="rect">
            <a:avLst/>
          </a:prstGeom>
        </p:spPr>
      </p:pic>
      <p:sp>
        <p:nvSpPr>
          <p:cNvPr id="4" name="ZoneTexte 3">
            <a:extLst>
              <a:ext uri="{FF2B5EF4-FFF2-40B4-BE49-F238E27FC236}">
                <a16:creationId xmlns:a16="http://schemas.microsoft.com/office/drawing/2014/main" id="{A0DAC90F-24D4-6BA7-89EE-A34522C8D7A4}"/>
              </a:ext>
            </a:extLst>
          </p:cNvPr>
          <p:cNvSpPr txBox="1"/>
          <p:nvPr/>
        </p:nvSpPr>
        <p:spPr>
          <a:xfrm>
            <a:off x="1103051" y="1265938"/>
            <a:ext cx="6183296" cy="4616648"/>
          </a:xfrm>
          <a:prstGeom prst="rect">
            <a:avLst/>
          </a:prstGeom>
          <a:noFill/>
        </p:spPr>
        <p:txBody>
          <a:bodyPr wrap="square">
            <a:spAutoFit/>
          </a:bodyPr>
          <a:lstStyle/>
          <a:p>
            <a:r>
              <a:rPr lang="fr-FR" sz="5400" b="1" i="1" dirty="0">
                <a:solidFill>
                  <a:schemeClr val="bg1"/>
                </a:solidFill>
              </a:rPr>
              <a:t>PLAN</a:t>
            </a:r>
          </a:p>
          <a:p>
            <a:r>
              <a:rPr lang="fr-FR" sz="4800" dirty="0">
                <a:solidFill>
                  <a:schemeClr val="bg1"/>
                </a:solidFill>
              </a:rPr>
              <a:t>Introduction                  </a:t>
            </a:r>
          </a:p>
          <a:p>
            <a:r>
              <a:rPr lang="fr-FR" sz="4800" dirty="0">
                <a:solidFill>
                  <a:schemeClr val="bg1"/>
                </a:solidFill>
              </a:rPr>
              <a:t>I - Caractéristiques</a:t>
            </a:r>
          </a:p>
          <a:p>
            <a:r>
              <a:rPr lang="fr-FR" sz="4800" dirty="0">
                <a:solidFill>
                  <a:schemeClr val="bg1"/>
                </a:solidFill>
              </a:rPr>
              <a:t>II - Avantages                            </a:t>
            </a:r>
          </a:p>
          <a:p>
            <a:r>
              <a:rPr lang="fr-FR" sz="4800" dirty="0">
                <a:solidFill>
                  <a:schemeClr val="bg1"/>
                </a:solidFill>
              </a:rPr>
              <a:t>II - Défis             </a:t>
            </a:r>
          </a:p>
          <a:p>
            <a:r>
              <a:rPr lang="fr-FR" sz="4800" dirty="0">
                <a:solidFill>
                  <a:schemeClr val="bg1"/>
                </a:solidFill>
              </a:rPr>
              <a:t>Conclusion</a:t>
            </a:r>
            <a:endParaRPr lang="fr-SN" sz="4800" dirty="0">
              <a:solidFill>
                <a:schemeClr val="bg1"/>
              </a:solidFill>
            </a:endParaRPr>
          </a:p>
        </p:txBody>
      </p:sp>
    </p:spTree>
    <p:extLst>
      <p:ext uri="{BB962C8B-B14F-4D97-AF65-F5344CB8AC3E}">
        <p14:creationId xmlns:p14="http://schemas.microsoft.com/office/powerpoint/2010/main" val="10231096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descr="Une image contenant violette, Magenta, Bleu Majorelle, capture d’écran&#10;&#10;Description générée automatiquement">
            <a:extLst>
              <a:ext uri="{FF2B5EF4-FFF2-40B4-BE49-F238E27FC236}">
                <a16:creationId xmlns:a16="http://schemas.microsoft.com/office/drawing/2014/main" id="{AF23383D-96A5-E58F-0BAE-BA6D9D2D531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ZoneTexte 4">
            <a:extLst>
              <a:ext uri="{FF2B5EF4-FFF2-40B4-BE49-F238E27FC236}">
                <a16:creationId xmlns:a16="http://schemas.microsoft.com/office/drawing/2014/main" id="{155F8088-2E1C-EB37-52C5-48C2517D7A32}"/>
              </a:ext>
            </a:extLst>
          </p:cNvPr>
          <p:cNvSpPr txBox="1"/>
          <p:nvPr/>
        </p:nvSpPr>
        <p:spPr>
          <a:xfrm>
            <a:off x="3004352" y="1101151"/>
            <a:ext cx="6183296" cy="4655698"/>
          </a:xfrm>
          <a:prstGeom prst="rect">
            <a:avLst/>
          </a:prstGeom>
          <a:noFill/>
        </p:spPr>
        <p:txBody>
          <a:bodyPr wrap="square">
            <a:spAutoFit/>
          </a:bodyPr>
          <a:lstStyle/>
          <a:p>
            <a:pPr algn="ctr">
              <a:lnSpc>
                <a:spcPct val="150000"/>
              </a:lnSpc>
            </a:pPr>
            <a:r>
              <a:rPr lang="fr-FR" sz="3200" b="1" i="1" dirty="0">
                <a:solidFill>
                  <a:schemeClr val="bg1"/>
                </a:solidFill>
              </a:rPr>
              <a:t>INTRODUCTION</a:t>
            </a:r>
          </a:p>
          <a:p>
            <a:pPr algn="ctr">
              <a:lnSpc>
                <a:spcPct val="150000"/>
              </a:lnSpc>
            </a:pPr>
            <a:r>
              <a:rPr lang="fr-FR" sz="2400" dirty="0">
                <a:solidFill>
                  <a:schemeClr val="bg1"/>
                </a:solidFill>
              </a:rPr>
              <a:t>La ville intelligente est un écosystème urbain utilisant technologies numériques et Internet des Objets pour optimiser infrastructures et services. Elle exploite les données pour améliorer l'efficacité, la durabilité et la qualité de vie tout en favorisant le développement économique et environnemental.</a:t>
            </a:r>
            <a:endParaRPr lang="fr-SN" sz="2400" dirty="0">
              <a:solidFill>
                <a:schemeClr val="bg1"/>
              </a:solidFill>
            </a:endParaRPr>
          </a:p>
        </p:txBody>
      </p:sp>
    </p:spTree>
    <p:extLst>
      <p:ext uri="{BB962C8B-B14F-4D97-AF65-F5344CB8AC3E}">
        <p14:creationId xmlns:p14="http://schemas.microsoft.com/office/powerpoint/2010/main" val="6705240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a:extLst>
              <a:ext uri="{FF2B5EF4-FFF2-40B4-BE49-F238E27FC236}">
                <a16:creationId xmlns:a16="http://schemas.microsoft.com/office/drawing/2014/main" id="{E06179CD-47C9-A3A4-7FD8-5C681ED5F106}"/>
              </a:ext>
            </a:extLst>
          </p:cNvPr>
          <p:cNvPicPr>
            <a:picLocks noChangeAspect="1"/>
          </p:cNvPicPr>
          <p:nvPr/>
        </p:nvPicPr>
        <p:blipFill>
          <a:blip r:embed="rId2"/>
          <a:stretch>
            <a:fillRect/>
          </a:stretch>
        </p:blipFill>
        <p:spPr>
          <a:xfrm>
            <a:off x="0" y="0"/>
            <a:ext cx="12192000" cy="6858000"/>
          </a:xfrm>
          <a:prstGeom prst="rect">
            <a:avLst/>
          </a:prstGeom>
        </p:spPr>
      </p:pic>
      <p:sp>
        <p:nvSpPr>
          <p:cNvPr id="4" name="ZoneTexte 3">
            <a:extLst>
              <a:ext uri="{FF2B5EF4-FFF2-40B4-BE49-F238E27FC236}">
                <a16:creationId xmlns:a16="http://schemas.microsoft.com/office/drawing/2014/main" id="{BD8A61EE-62FE-457B-820D-B617BA814920}"/>
              </a:ext>
            </a:extLst>
          </p:cNvPr>
          <p:cNvSpPr txBox="1"/>
          <p:nvPr/>
        </p:nvSpPr>
        <p:spPr>
          <a:xfrm>
            <a:off x="5071370" y="920621"/>
            <a:ext cx="6183296" cy="5016758"/>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SN" sz="3200" b="0" i="0" u="none" strike="noStrike" kern="1200" cap="none" spc="0" normalizeH="0" baseline="0" noProof="0" dirty="0">
                <a:ln>
                  <a:noFill/>
                </a:ln>
                <a:solidFill>
                  <a:prstClr val="white"/>
                </a:solidFill>
                <a:effectLst/>
                <a:uLnTx/>
                <a:uFillTx/>
                <a:latin typeface="Aptos" panose="02110004020202020204"/>
                <a:ea typeface="+mn-ea"/>
                <a:cs typeface="+mn-cs"/>
              </a:rPr>
              <a:t>I - CARACTÉRISTIQUES</a:t>
            </a:r>
          </a:p>
          <a:p>
            <a:pPr algn="ctr"/>
            <a:endParaRPr lang="fr-FR" sz="2400" dirty="0">
              <a:solidFill>
                <a:schemeClr val="bg1"/>
              </a:solidFill>
            </a:endParaRPr>
          </a:p>
          <a:p>
            <a:pPr algn="ctr"/>
            <a:r>
              <a:rPr lang="fr-FR" sz="2400" dirty="0">
                <a:solidFill>
                  <a:schemeClr val="bg1"/>
                </a:solidFill>
              </a:rPr>
              <a:t>1 - Infrastructure Connectée</a:t>
            </a:r>
          </a:p>
          <a:p>
            <a:pPr algn="ctr"/>
            <a:endParaRPr lang="fr-FR" sz="2400" dirty="0">
              <a:solidFill>
                <a:schemeClr val="bg1"/>
              </a:solidFill>
            </a:endParaRPr>
          </a:p>
          <a:p>
            <a:pPr algn="ctr"/>
            <a:r>
              <a:rPr lang="fr-FR" sz="2400" dirty="0">
                <a:solidFill>
                  <a:schemeClr val="bg1"/>
                </a:solidFill>
              </a:rPr>
              <a:t>2 - Gestion de l'Énergie</a:t>
            </a:r>
          </a:p>
          <a:p>
            <a:pPr algn="ctr"/>
            <a:endParaRPr lang="fr-FR" sz="2400" dirty="0">
              <a:solidFill>
                <a:schemeClr val="bg1"/>
              </a:solidFill>
            </a:endParaRPr>
          </a:p>
          <a:p>
            <a:pPr algn="ctr"/>
            <a:r>
              <a:rPr lang="fr-FR" sz="2400" dirty="0">
                <a:solidFill>
                  <a:schemeClr val="bg1"/>
                </a:solidFill>
              </a:rPr>
              <a:t>3 - Transports intelligents</a:t>
            </a:r>
          </a:p>
          <a:p>
            <a:pPr algn="ctr"/>
            <a:endParaRPr lang="fr-FR" sz="2400" dirty="0">
              <a:solidFill>
                <a:schemeClr val="bg1"/>
              </a:solidFill>
            </a:endParaRPr>
          </a:p>
          <a:p>
            <a:pPr algn="ctr"/>
            <a:r>
              <a:rPr lang="fr-FR" sz="2400" dirty="0">
                <a:solidFill>
                  <a:schemeClr val="bg1"/>
                </a:solidFill>
              </a:rPr>
              <a:t>4 - Gestion des Déchets</a:t>
            </a:r>
          </a:p>
          <a:p>
            <a:pPr algn="ctr"/>
            <a:endParaRPr lang="fr-FR" sz="2400" dirty="0">
              <a:solidFill>
                <a:schemeClr val="bg1"/>
              </a:solidFill>
            </a:endParaRPr>
          </a:p>
          <a:p>
            <a:pPr algn="ctr"/>
            <a:r>
              <a:rPr lang="fr-FR" sz="2400" dirty="0">
                <a:solidFill>
                  <a:schemeClr val="bg1"/>
                </a:solidFill>
              </a:rPr>
              <a:t>5 - Sécurité et Surveillance</a:t>
            </a:r>
          </a:p>
          <a:p>
            <a:pPr algn="ctr"/>
            <a:endParaRPr lang="fr-FR" sz="2400" dirty="0">
              <a:solidFill>
                <a:schemeClr val="bg1"/>
              </a:solidFill>
            </a:endParaRPr>
          </a:p>
          <a:p>
            <a:pPr algn="ctr"/>
            <a:r>
              <a:rPr lang="fr-FR" sz="2400" dirty="0">
                <a:solidFill>
                  <a:schemeClr val="bg1"/>
                </a:solidFill>
              </a:rPr>
              <a:t>6 - Services Publics Numériques</a:t>
            </a:r>
            <a:endParaRPr lang="fr-SN" sz="2400" dirty="0">
              <a:solidFill>
                <a:schemeClr val="bg1"/>
              </a:solidFill>
            </a:endParaRPr>
          </a:p>
        </p:txBody>
      </p:sp>
    </p:spTree>
    <p:extLst>
      <p:ext uri="{BB962C8B-B14F-4D97-AF65-F5344CB8AC3E}">
        <p14:creationId xmlns:p14="http://schemas.microsoft.com/office/powerpoint/2010/main" val="2549111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descr="Une image contenant capture d’écran, Graphique, Bleu Majorelle, graphisme&#10;&#10;Description générée automatiquement">
            <a:extLst>
              <a:ext uri="{FF2B5EF4-FFF2-40B4-BE49-F238E27FC236}">
                <a16:creationId xmlns:a16="http://schemas.microsoft.com/office/drawing/2014/main" id="{A78FC935-B263-6544-3364-1374BFD933D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ZoneTexte 4">
            <a:extLst>
              <a:ext uri="{FF2B5EF4-FFF2-40B4-BE49-F238E27FC236}">
                <a16:creationId xmlns:a16="http://schemas.microsoft.com/office/drawing/2014/main" id="{3EE05EAA-FA1D-2DF2-8D2B-72BA2217869C}"/>
              </a:ext>
            </a:extLst>
          </p:cNvPr>
          <p:cNvSpPr txBox="1"/>
          <p:nvPr/>
        </p:nvSpPr>
        <p:spPr>
          <a:xfrm>
            <a:off x="1387136" y="881004"/>
            <a:ext cx="8564732" cy="4924425"/>
          </a:xfrm>
          <a:prstGeom prst="rect">
            <a:avLst/>
          </a:prstGeom>
          <a:noFill/>
        </p:spPr>
        <p:txBody>
          <a:bodyPr wrap="square">
            <a:spAutoFit/>
          </a:bodyPr>
          <a:lstStyle/>
          <a:p>
            <a:r>
              <a:rPr lang="fr-FR" sz="3200" b="1" i="1" dirty="0">
                <a:solidFill>
                  <a:schemeClr val="bg1"/>
                </a:solidFill>
              </a:rPr>
              <a:t>II – Avantages</a:t>
            </a:r>
          </a:p>
          <a:p>
            <a:endParaRPr lang="fr-FR" dirty="0">
              <a:solidFill>
                <a:schemeClr val="bg1"/>
              </a:solidFill>
            </a:endParaRPr>
          </a:p>
          <a:p>
            <a:r>
              <a:rPr lang="fr-FR" sz="2400" dirty="0">
                <a:solidFill>
                  <a:schemeClr val="bg1"/>
                </a:solidFill>
              </a:rPr>
              <a:t>1- Attractivité économique </a:t>
            </a:r>
          </a:p>
          <a:p>
            <a:endParaRPr lang="fr-FR" sz="2400" dirty="0">
              <a:solidFill>
                <a:schemeClr val="bg1"/>
              </a:solidFill>
            </a:endParaRPr>
          </a:p>
          <a:p>
            <a:r>
              <a:rPr lang="fr-FR" sz="2400" dirty="0">
                <a:solidFill>
                  <a:schemeClr val="bg1"/>
                </a:solidFill>
              </a:rPr>
              <a:t>2 - Développement durable de l’environnement</a:t>
            </a:r>
          </a:p>
          <a:p>
            <a:endParaRPr lang="fr-FR" sz="2400" dirty="0">
              <a:solidFill>
                <a:schemeClr val="bg1"/>
              </a:solidFill>
            </a:endParaRPr>
          </a:p>
          <a:p>
            <a:r>
              <a:rPr lang="fr-FR" sz="2400" dirty="0">
                <a:solidFill>
                  <a:schemeClr val="bg1"/>
                </a:solidFill>
              </a:rPr>
              <a:t>3 - Sécurité garantie</a:t>
            </a:r>
          </a:p>
          <a:p>
            <a:endParaRPr lang="fr-FR" sz="2400" dirty="0">
              <a:solidFill>
                <a:schemeClr val="bg1"/>
              </a:solidFill>
            </a:endParaRPr>
          </a:p>
          <a:p>
            <a:r>
              <a:rPr lang="fr-FR" sz="2400" dirty="0">
                <a:solidFill>
                  <a:schemeClr val="bg1"/>
                </a:solidFill>
              </a:rPr>
              <a:t>4 - Mobilité facilitée </a:t>
            </a:r>
          </a:p>
          <a:p>
            <a:endParaRPr lang="fr-FR" sz="2400" dirty="0">
              <a:solidFill>
                <a:schemeClr val="bg1"/>
              </a:solidFill>
            </a:endParaRPr>
          </a:p>
          <a:p>
            <a:r>
              <a:rPr lang="fr-FR" sz="2400" dirty="0">
                <a:solidFill>
                  <a:schemeClr val="bg1"/>
                </a:solidFill>
              </a:rPr>
              <a:t>5 - Energie durable </a:t>
            </a:r>
          </a:p>
          <a:p>
            <a:endParaRPr lang="fr-FR" sz="2400" dirty="0">
              <a:solidFill>
                <a:schemeClr val="bg1"/>
              </a:solidFill>
            </a:endParaRPr>
          </a:p>
          <a:p>
            <a:r>
              <a:rPr lang="fr-FR" sz="2400" dirty="0">
                <a:solidFill>
                  <a:schemeClr val="bg1"/>
                </a:solidFill>
              </a:rPr>
              <a:t>6 - Espaces publiques repensés</a:t>
            </a:r>
            <a:endParaRPr lang="fr-SN" sz="2400" dirty="0">
              <a:solidFill>
                <a:schemeClr val="bg1"/>
              </a:solidFill>
            </a:endParaRPr>
          </a:p>
        </p:txBody>
      </p:sp>
    </p:spTree>
    <p:extLst>
      <p:ext uri="{BB962C8B-B14F-4D97-AF65-F5344CB8AC3E}">
        <p14:creationId xmlns:p14="http://schemas.microsoft.com/office/powerpoint/2010/main" val="30616961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descr="Une image contenant capture d’écran, Bleu Majorelle, violet, violette&#10;&#10;Description générée automatiquement">
            <a:extLst>
              <a:ext uri="{FF2B5EF4-FFF2-40B4-BE49-F238E27FC236}">
                <a16:creationId xmlns:a16="http://schemas.microsoft.com/office/drawing/2014/main" id="{390D4212-0428-A8CA-93AC-C44ADCDDAB1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ZoneTexte 4">
            <a:extLst>
              <a:ext uri="{FF2B5EF4-FFF2-40B4-BE49-F238E27FC236}">
                <a16:creationId xmlns:a16="http://schemas.microsoft.com/office/drawing/2014/main" id="{05F86FB1-C464-36FB-3DB0-1C644EF349D2}"/>
              </a:ext>
            </a:extLst>
          </p:cNvPr>
          <p:cNvSpPr txBox="1"/>
          <p:nvPr/>
        </p:nvSpPr>
        <p:spPr>
          <a:xfrm>
            <a:off x="5639539" y="966787"/>
            <a:ext cx="6183296" cy="4924425"/>
          </a:xfrm>
          <a:prstGeom prst="rect">
            <a:avLst/>
          </a:prstGeom>
          <a:noFill/>
        </p:spPr>
        <p:txBody>
          <a:bodyPr wrap="square">
            <a:spAutoFit/>
          </a:bodyPr>
          <a:lstStyle/>
          <a:p>
            <a:r>
              <a:rPr lang="fr-FR" sz="3200" b="1" i="1" dirty="0">
                <a:solidFill>
                  <a:schemeClr val="bg1"/>
                </a:solidFill>
              </a:rPr>
              <a:t>III – Défis</a:t>
            </a:r>
          </a:p>
          <a:p>
            <a:endParaRPr lang="fr-FR" dirty="0">
              <a:solidFill>
                <a:schemeClr val="bg1"/>
              </a:solidFill>
            </a:endParaRPr>
          </a:p>
          <a:p>
            <a:r>
              <a:rPr lang="fr-FR" sz="2400" dirty="0">
                <a:solidFill>
                  <a:schemeClr val="bg1"/>
                </a:solidFill>
              </a:rPr>
              <a:t>1 - Coût élevé </a:t>
            </a:r>
          </a:p>
          <a:p>
            <a:endParaRPr lang="fr-FR" sz="2400" dirty="0">
              <a:solidFill>
                <a:schemeClr val="bg1"/>
              </a:solidFill>
            </a:endParaRPr>
          </a:p>
          <a:p>
            <a:r>
              <a:rPr lang="fr-FR" sz="2400" dirty="0">
                <a:solidFill>
                  <a:schemeClr val="bg1"/>
                </a:solidFill>
              </a:rPr>
              <a:t>2 - Complexité d’intégration des systèmes</a:t>
            </a:r>
          </a:p>
          <a:p>
            <a:endParaRPr lang="fr-FR" sz="2400" dirty="0">
              <a:solidFill>
                <a:schemeClr val="bg1"/>
              </a:solidFill>
            </a:endParaRPr>
          </a:p>
          <a:p>
            <a:r>
              <a:rPr lang="fr-FR" sz="2400" dirty="0">
                <a:solidFill>
                  <a:schemeClr val="bg1"/>
                </a:solidFill>
              </a:rPr>
              <a:t>3 - Cybersécurité et Cyberattaques </a:t>
            </a:r>
          </a:p>
          <a:p>
            <a:endParaRPr lang="fr-FR" sz="2400" dirty="0">
              <a:solidFill>
                <a:schemeClr val="bg1"/>
              </a:solidFill>
            </a:endParaRPr>
          </a:p>
          <a:p>
            <a:r>
              <a:rPr lang="fr-FR" sz="2400" dirty="0">
                <a:solidFill>
                  <a:schemeClr val="bg1"/>
                </a:solidFill>
              </a:rPr>
              <a:t>4 - Inclusion sociale et fracture numérique </a:t>
            </a:r>
          </a:p>
          <a:p>
            <a:endParaRPr lang="fr-FR" sz="2400" dirty="0">
              <a:solidFill>
                <a:schemeClr val="bg1"/>
              </a:solidFill>
            </a:endParaRPr>
          </a:p>
          <a:p>
            <a:r>
              <a:rPr lang="fr-FR" sz="2400" dirty="0">
                <a:solidFill>
                  <a:schemeClr val="bg1"/>
                </a:solidFill>
              </a:rPr>
              <a:t>5 - Obsolescence et panne de système </a:t>
            </a:r>
          </a:p>
          <a:p>
            <a:endParaRPr lang="fr-FR" sz="2400" dirty="0">
              <a:solidFill>
                <a:schemeClr val="bg1"/>
              </a:solidFill>
            </a:endParaRPr>
          </a:p>
          <a:p>
            <a:r>
              <a:rPr lang="fr-FR" sz="2400" dirty="0">
                <a:solidFill>
                  <a:schemeClr val="bg1"/>
                </a:solidFill>
              </a:rPr>
              <a:t>6 - Atteinte à la vie privée</a:t>
            </a:r>
            <a:endParaRPr lang="fr-SN" sz="2400" dirty="0">
              <a:solidFill>
                <a:schemeClr val="bg1"/>
              </a:solidFill>
            </a:endParaRPr>
          </a:p>
        </p:txBody>
      </p:sp>
    </p:spTree>
    <p:extLst>
      <p:ext uri="{BB962C8B-B14F-4D97-AF65-F5344CB8AC3E}">
        <p14:creationId xmlns:p14="http://schemas.microsoft.com/office/powerpoint/2010/main" val="27499379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a:extLst>
              <a:ext uri="{FF2B5EF4-FFF2-40B4-BE49-F238E27FC236}">
                <a16:creationId xmlns:a16="http://schemas.microsoft.com/office/drawing/2014/main" id="{CE053B2E-953F-BB6D-045C-A4DF2ACB4C68}"/>
              </a:ext>
            </a:extLst>
          </p:cNvPr>
          <p:cNvPicPr>
            <a:picLocks noChangeAspect="1"/>
          </p:cNvPicPr>
          <p:nvPr/>
        </p:nvPicPr>
        <p:blipFill>
          <a:blip r:embed="rId2"/>
          <a:stretch>
            <a:fillRect/>
          </a:stretch>
        </p:blipFill>
        <p:spPr>
          <a:xfrm>
            <a:off x="0" y="-1"/>
            <a:ext cx="12192002" cy="6858001"/>
          </a:xfrm>
          <a:prstGeom prst="rect">
            <a:avLst/>
          </a:prstGeom>
        </p:spPr>
      </p:pic>
      <p:sp>
        <p:nvSpPr>
          <p:cNvPr id="4" name="ZoneTexte 3">
            <a:extLst>
              <a:ext uri="{FF2B5EF4-FFF2-40B4-BE49-F238E27FC236}">
                <a16:creationId xmlns:a16="http://schemas.microsoft.com/office/drawing/2014/main" id="{D0E20B4E-7E3E-A036-EF5A-5E9787098AA3}"/>
              </a:ext>
            </a:extLst>
          </p:cNvPr>
          <p:cNvSpPr txBox="1"/>
          <p:nvPr/>
        </p:nvSpPr>
        <p:spPr>
          <a:xfrm>
            <a:off x="5024761" y="1052834"/>
            <a:ext cx="6773662" cy="5209696"/>
          </a:xfrm>
          <a:prstGeom prst="rect">
            <a:avLst/>
          </a:prstGeom>
          <a:noFill/>
        </p:spPr>
        <p:txBody>
          <a:bodyPr wrap="square">
            <a:spAutoFit/>
          </a:bodyPr>
          <a:lstStyle/>
          <a:p>
            <a:pPr algn="ctr">
              <a:lnSpc>
                <a:spcPct val="150000"/>
              </a:lnSpc>
            </a:pPr>
            <a:r>
              <a:rPr lang="fr-FR" sz="3200" b="1" i="1" dirty="0">
                <a:solidFill>
                  <a:schemeClr val="bg1"/>
                </a:solidFill>
              </a:rPr>
              <a:t>CONCLUSION</a:t>
            </a:r>
          </a:p>
          <a:p>
            <a:pPr algn="ctr">
              <a:lnSpc>
                <a:spcPct val="150000"/>
              </a:lnSpc>
            </a:pPr>
            <a:r>
              <a:rPr lang="fr-FR" sz="2400" dirty="0">
                <a:solidFill>
                  <a:schemeClr val="bg1"/>
                </a:solidFill>
              </a:rPr>
              <a:t>En somme ce qui caractérise une ville intelligente, à savoir son hyperconnectivité et son innovation technologique, constitue à la fois sa force et sa faiblesse. Si ces aspects favorisent la prospérité économique, la durabilité et le bien-être, ils génèrent aussi des risques de cybersécurité, de dépendance technologique et d’exclusion sociale, nécessitant une gestion équilibrée.</a:t>
            </a:r>
            <a:endParaRPr lang="fr-SN" sz="2400" dirty="0">
              <a:solidFill>
                <a:schemeClr val="bg1"/>
              </a:solidFill>
            </a:endParaRPr>
          </a:p>
        </p:txBody>
      </p:sp>
    </p:spTree>
    <p:extLst>
      <p:ext uri="{BB962C8B-B14F-4D97-AF65-F5344CB8AC3E}">
        <p14:creationId xmlns:p14="http://schemas.microsoft.com/office/powerpoint/2010/main" val="5456000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descr="Une image contenant capture d’écran, bleu, violette, violet&#10;&#10;Description générée automatiquement">
            <a:extLst>
              <a:ext uri="{FF2B5EF4-FFF2-40B4-BE49-F238E27FC236}">
                <a16:creationId xmlns:a16="http://schemas.microsoft.com/office/drawing/2014/main" id="{ACF1A9B4-A2FE-7CC0-BAF4-9DF1C204BD9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12260062" cy="6896285"/>
          </a:xfrm>
          <a:prstGeom prst="rect">
            <a:avLst/>
          </a:prstGeom>
        </p:spPr>
      </p:pic>
      <p:sp>
        <p:nvSpPr>
          <p:cNvPr id="5" name="ZoneTexte 4">
            <a:extLst>
              <a:ext uri="{FF2B5EF4-FFF2-40B4-BE49-F238E27FC236}">
                <a16:creationId xmlns:a16="http://schemas.microsoft.com/office/drawing/2014/main" id="{F2B45356-358D-C78A-4240-EC6CBE12A52A}"/>
              </a:ext>
            </a:extLst>
          </p:cNvPr>
          <p:cNvSpPr txBox="1"/>
          <p:nvPr/>
        </p:nvSpPr>
        <p:spPr>
          <a:xfrm>
            <a:off x="1831020" y="1080401"/>
            <a:ext cx="6218808" cy="4524315"/>
          </a:xfrm>
          <a:prstGeom prst="rect">
            <a:avLst/>
          </a:prstGeom>
          <a:noFill/>
        </p:spPr>
        <p:txBody>
          <a:bodyPr wrap="square">
            <a:spAutoFit/>
          </a:bodyPr>
          <a:lstStyle/>
          <a:p>
            <a:pPr algn="ctr"/>
            <a:r>
              <a:rPr lang="fr-SN" sz="9600" dirty="0">
                <a:solidFill>
                  <a:schemeClr val="bg1"/>
                </a:solidFill>
              </a:rPr>
              <a:t>Merci  pour votre   attention</a:t>
            </a:r>
          </a:p>
        </p:txBody>
      </p:sp>
    </p:spTree>
    <p:extLst>
      <p:ext uri="{BB962C8B-B14F-4D97-AF65-F5344CB8AC3E}">
        <p14:creationId xmlns:p14="http://schemas.microsoft.com/office/powerpoint/2010/main" val="1645503618"/>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234</Words>
  <Application>Microsoft Office PowerPoint</Application>
  <PresentationFormat>Grand écran</PresentationFormat>
  <Paragraphs>55</Paragraphs>
  <Slides>8</Slides>
  <Notes>0</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8</vt:i4>
      </vt:variant>
    </vt:vector>
  </HeadingPairs>
  <TitlesOfParts>
    <vt:vector size="12" baseType="lpstr">
      <vt:lpstr>Aptos</vt:lpstr>
      <vt:lpstr>Aptos Display</vt:lpstr>
      <vt:lpstr>Arial</vt:lpstr>
      <vt:lpstr>Thème Office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Cécile Ciss</dc:creator>
  <cp:lastModifiedBy>Cécile Ciss</cp:lastModifiedBy>
  <cp:revision>1</cp:revision>
  <dcterms:created xsi:type="dcterms:W3CDTF">2025-04-02T22:22:55Z</dcterms:created>
  <dcterms:modified xsi:type="dcterms:W3CDTF">2025-04-02T22:24:16Z</dcterms:modified>
</cp:coreProperties>
</file>