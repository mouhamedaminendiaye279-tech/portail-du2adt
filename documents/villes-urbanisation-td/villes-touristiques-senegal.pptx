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660"/>
  </p:normalViewPr>
  <p:slideViewPr>
    <p:cSldViewPr snapToGrid="0">
      <p:cViewPr varScale="1">
        <p:scale>
          <a:sx n="75" d="100"/>
          <a:sy n="75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64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807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99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725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6800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3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405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1199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05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6419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5357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0909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7574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4856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1316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3972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847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A37F3-1A72-4E32-B11E-95E842469D38}" type="datetimeFigureOut">
              <a:rPr lang="fr-FR" smtClean="0"/>
              <a:t>18/03/2025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8365C-80C2-4400-BACD-5E7DA364EDD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32030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7164E7-57A4-DCE5-AE04-DAE0514FC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771"/>
            <a:ext cx="9144000" cy="1494895"/>
          </a:xfrm>
        </p:spPr>
        <p:txBody>
          <a:bodyPr>
            <a:normAutofit/>
          </a:bodyPr>
          <a:lstStyle/>
          <a:p>
            <a:r>
              <a:rPr lang="fr-FR" sz="4800" b="1" i="1" u="sng" dirty="0"/>
              <a:t>LES VILLES TOURITIQUES AU SENEGAL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1E360A9-F14D-607C-281B-B57163306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802" y="1883833"/>
            <a:ext cx="5080032" cy="22987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romanUcPeriod"/>
            </a:pPr>
            <a:r>
              <a:rPr lang="fr-FR" sz="3200" b="1" u="sng" dirty="0"/>
              <a:t>LES PRINCIPALES VILLES TOURISTIQUES</a:t>
            </a:r>
          </a:p>
          <a:p>
            <a:endParaRPr lang="fr-FR" sz="3200" b="1" u="sng" dirty="0"/>
          </a:p>
          <a:p>
            <a:pPr marL="571500" indent="-571500">
              <a:buAutoNum type="romanUcPeriod" startAt="2"/>
            </a:pPr>
            <a:r>
              <a:rPr lang="fr-FR" sz="3200" b="1" u="sng" dirty="0"/>
              <a:t>LEURS ATOUTS ET PARTICULARITES</a:t>
            </a:r>
          </a:p>
          <a:p>
            <a:endParaRPr lang="fr-FR" sz="3200" b="1" u="sng" dirty="0"/>
          </a:p>
          <a:p>
            <a:r>
              <a:rPr lang="fr-FR" sz="3200" b="1" dirty="0"/>
              <a:t>III.   </a:t>
            </a:r>
            <a:r>
              <a:rPr lang="fr-FR" sz="3200" b="1" u="sng" dirty="0"/>
              <a:t>LES DEFIS A RELEVER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9FB256D-3394-3280-2658-624B90A6F400}"/>
              </a:ext>
            </a:extLst>
          </p:cNvPr>
          <p:cNvSpPr txBox="1"/>
          <p:nvPr/>
        </p:nvSpPr>
        <p:spPr>
          <a:xfrm>
            <a:off x="6976533" y="2188633"/>
            <a:ext cx="4572000" cy="3052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F9F1FA1-A791-83B4-6F54-23338E00A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2044700"/>
            <a:ext cx="5080032" cy="398356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FCA6A95-5C1C-9DD2-1971-E20BE5D7C88F}"/>
              </a:ext>
            </a:extLst>
          </p:cNvPr>
          <p:cNvSpPr txBox="1"/>
          <p:nvPr/>
        </p:nvSpPr>
        <p:spPr>
          <a:xfrm>
            <a:off x="939818" y="4827937"/>
            <a:ext cx="3471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Membre du group :</a:t>
            </a:r>
          </a:p>
          <a:p>
            <a:r>
              <a:rPr lang="fr-FR" b="1" dirty="0"/>
              <a:t>Adama Sow</a:t>
            </a:r>
          </a:p>
          <a:p>
            <a:r>
              <a:rPr lang="fr-FR" b="1" dirty="0"/>
              <a:t>Hawa Sow</a:t>
            </a:r>
          </a:p>
          <a:p>
            <a:r>
              <a:rPr lang="fr-FR" b="1" dirty="0" err="1"/>
              <a:t>Sokhna</a:t>
            </a:r>
            <a:r>
              <a:rPr lang="fr-FR" b="1" dirty="0"/>
              <a:t> </a:t>
            </a:r>
            <a:r>
              <a:rPr lang="fr-FR" b="1" dirty="0" err="1"/>
              <a:t>Momy</a:t>
            </a:r>
            <a:r>
              <a:rPr lang="fr-FR" b="1" dirty="0"/>
              <a:t> </a:t>
            </a:r>
            <a:r>
              <a:rPr lang="fr-FR" b="1" dirty="0" err="1"/>
              <a:t>Syll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8188139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4D8667-E214-D6CE-EE3B-B47AFD2A9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800" b="1" dirty="0"/>
              <a:t>I.   </a:t>
            </a:r>
            <a:r>
              <a:rPr lang="fr-FR" sz="4800" b="1" u="sng" dirty="0"/>
              <a:t>LES PRINCIPALES VILLES TOURISTIQUES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820A4D-F250-1597-129A-B3B84FFE43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/>
              <a:t> DAKAR : Capital du Sénégal</a:t>
            </a:r>
          </a:p>
          <a:p>
            <a:endParaRPr lang="fr-FR" b="1" dirty="0"/>
          </a:p>
          <a:p>
            <a:r>
              <a:rPr lang="fr-FR" b="1" dirty="0"/>
              <a:t>SAINT LOUIS : Patrimoine de l’UNESCO</a:t>
            </a:r>
          </a:p>
          <a:p>
            <a:pPr marL="0" indent="0">
              <a:buNone/>
            </a:pPr>
            <a:endParaRPr lang="fr-FR" b="1" dirty="0"/>
          </a:p>
          <a:p>
            <a:r>
              <a:rPr lang="fr-FR" b="1" dirty="0"/>
              <a:t>SALY : Station Balnéaire</a:t>
            </a:r>
          </a:p>
          <a:p>
            <a:endParaRPr lang="fr-FR" b="1" dirty="0"/>
          </a:p>
          <a:p>
            <a:r>
              <a:rPr lang="fr-FR" b="1" dirty="0"/>
              <a:t>GOREE : Ile symboliques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CB596713-D468-88AC-DE67-EFEB3C6DA7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530" y="4123266"/>
            <a:ext cx="2192866" cy="2053697"/>
          </a:xfr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02CCF80-BFD3-0179-08BC-F26C72B4E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530" y="1935920"/>
            <a:ext cx="2192866" cy="199284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BB3A210-09ED-7904-85AA-E2F70300D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392" y="1935921"/>
            <a:ext cx="2115743" cy="199284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1B0959E8-59F6-9286-D9A7-834C261715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392" y="4123266"/>
            <a:ext cx="2115743" cy="2053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5307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4C0054-D0AC-F4F7-DB0E-03166C2D2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800" b="1" dirty="0"/>
              <a:t>II.    </a:t>
            </a:r>
            <a:r>
              <a:rPr lang="fr-FR" sz="4800" b="1" u="sng" dirty="0"/>
              <a:t>LEURS ATOUTS ET PARTICULARITES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8E32E9-3BCD-A823-8092-050FD86F96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dirty="0"/>
              <a:t> </a:t>
            </a:r>
            <a:r>
              <a:rPr lang="fr-FR" sz="3200" b="1" dirty="0"/>
              <a:t>Richesse Culturelle et Historique</a:t>
            </a:r>
          </a:p>
          <a:p>
            <a:r>
              <a:rPr lang="fr-FR" sz="3200" b="1" dirty="0"/>
              <a:t>Patrimoine Historique et Culturelle</a:t>
            </a:r>
          </a:p>
          <a:p>
            <a:r>
              <a:rPr lang="fr-FR" sz="3200" b="1" dirty="0"/>
              <a:t>Beauté Naturelle et Plage</a:t>
            </a:r>
          </a:p>
          <a:p>
            <a:r>
              <a:rPr lang="fr-FR" sz="3200" b="1" dirty="0"/>
              <a:t>Dynamisme Urbain et Modernité</a:t>
            </a:r>
          </a:p>
          <a:p>
            <a:r>
              <a:rPr lang="fr-FR" sz="3200" b="1" dirty="0"/>
              <a:t>Diversité des Activités Touristiques</a:t>
            </a:r>
          </a:p>
          <a:p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B84D86BB-0983-1672-250E-8EC8E26E4D4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113" y="2087563"/>
            <a:ext cx="3703637" cy="3703637"/>
          </a:xfrm>
        </p:spPr>
      </p:pic>
    </p:spTree>
    <p:extLst>
      <p:ext uri="{BB962C8B-B14F-4D97-AF65-F5344CB8AC3E}">
        <p14:creationId xmlns:p14="http://schemas.microsoft.com/office/powerpoint/2010/main" val="18117802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40ED13-75AA-26F1-22BC-98C3E8FF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 b="1" dirty="0"/>
              <a:t>III.    </a:t>
            </a:r>
            <a:r>
              <a:rPr lang="fr-FR" sz="4800" b="1" u="sng" dirty="0"/>
              <a:t>LES DEFIS A RELEVER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3E7F38-8FB5-C601-7662-DB44A1430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232025"/>
            <a:ext cx="5181600" cy="4351338"/>
          </a:xfrm>
        </p:spPr>
        <p:txBody>
          <a:bodyPr/>
          <a:lstStyle/>
          <a:p>
            <a:r>
              <a:rPr lang="fr-FR" b="1" dirty="0"/>
              <a:t> Gestion Durable du Tourisme et Préservation de l’Environnement</a:t>
            </a:r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r>
              <a:rPr lang="fr-FR" b="1" dirty="0"/>
              <a:t>Amélioration des infrastructures et de l’Accessibilités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49FC947-963E-8D93-63AD-1E56BE4C0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9936" y="3413919"/>
            <a:ext cx="5181600" cy="993775"/>
          </a:xfrm>
        </p:spPr>
        <p:txBody>
          <a:bodyPr/>
          <a:lstStyle/>
          <a:p>
            <a:r>
              <a:rPr lang="fr-FR" dirty="0"/>
              <a:t> </a:t>
            </a:r>
            <a:r>
              <a:rPr lang="fr-FR" b="1" dirty="0"/>
              <a:t>Formation de Personnel et Développement Local</a:t>
            </a:r>
          </a:p>
        </p:txBody>
      </p:sp>
    </p:spTree>
    <p:extLst>
      <p:ext uri="{BB962C8B-B14F-4D97-AF65-F5344CB8AC3E}">
        <p14:creationId xmlns:p14="http://schemas.microsoft.com/office/powerpoint/2010/main" val="4452606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285E80-B6BE-A119-35CC-D816E06B8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438400"/>
            <a:ext cx="10684933" cy="1258888"/>
          </a:xfrm>
        </p:spPr>
        <p:txBody>
          <a:bodyPr>
            <a:noAutofit/>
          </a:bodyPr>
          <a:lstStyle/>
          <a:p>
            <a:r>
              <a:rPr lang="fr-FR" sz="6600" b="1" u="sng" dirty="0"/>
              <a:t>MERCI DE VOTRE ATTENTION…</a:t>
            </a:r>
          </a:p>
        </p:txBody>
      </p:sp>
    </p:spTree>
    <p:extLst>
      <p:ext uri="{BB962C8B-B14F-4D97-AF65-F5344CB8AC3E}">
        <p14:creationId xmlns:p14="http://schemas.microsoft.com/office/powerpoint/2010/main" val="26936175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TM04033921[[fn=Damas]]</Template>
  <TotalTime>62</TotalTime>
  <Words>116</Words>
  <Application>Microsoft Office PowerPoint</Application>
  <PresentationFormat>Grand écran</PresentationFormat>
  <Paragraphs>32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Bookman Old Style</vt:lpstr>
      <vt:lpstr>Rockwell</vt:lpstr>
      <vt:lpstr>Damask</vt:lpstr>
      <vt:lpstr>LES VILLES TOURITIQUES AU SENEGAL</vt:lpstr>
      <vt:lpstr>I.   LES PRINCIPALES VILLES TOURISTIQUES</vt:lpstr>
      <vt:lpstr>II.    LEURS ATOUTS ET PARTICULARITES</vt:lpstr>
      <vt:lpstr>III.    LES DEFIS A RELEVER</vt:lpstr>
      <vt:lpstr>MERCI DE VOTRE ATTENTION…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Mame Yacine Thiam</dc:creator>
  <cp:lastModifiedBy>Mame Yacine Thiam</cp:lastModifiedBy>
  <cp:revision>1</cp:revision>
  <dcterms:created xsi:type="dcterms:W3CDTF">2025-03-18T20:44:38Z</dcterms:created>
  <dcterms:modified xsi:type="dcterms:W3CDTF">2025-03-18T21:46:40Z</dcterms:modified>
</cp:coreProperties>
</file>