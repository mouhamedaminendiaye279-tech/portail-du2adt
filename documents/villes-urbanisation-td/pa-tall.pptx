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chivo Black" panose="020B0A03020202020B04" pitchFamily="34" charset="0"/>
      <p:regular r:id="rId8"/>
    </p:embeddedFont>
    <p:embeddedFont>
      <p:font typeface="Bree Serif" panose="02000503040000020004" pitchFamily="2" charset="0"/>
      <p:regular r:id="rId9"/>
    </p:embeddedFont>
    <p:embeddedFont>
      <p:font typeface="League Spartan" pitchFamily="2" charset="0"/>
      <p:regular r:id="rId10"/>
    </p:embeddedFont>
    <p:embeddedFont>
      <p:font typeface="Poppins" panose="020B0502040504020204" pitchFamily="3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4.fntdata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font" Target="fonts/font2.fntdata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9.jpeg" /><Relationship Id="rId5" Type="http://schemas.openxmlformats.org/officeDocument/2006/relationships/image" Target="../media/image8.jpeg" /><Relationship Id="rId4" Type="http://schemas.openxmlformats.org/officeDocument/2006/relationships/image" Target="../media/image7.jpe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7733" b="-677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17675" y="7613650"/>
            <a:ext cx="805519" cy="2673350"/>
            <a:chOff x="0" y="0"/>
            <a:chExt cx="212153" cy="7040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440352" y="2876550"/>
            <a:ext cx="2546350" cy="7410450"/>
            <a:chOff x="0" y="0"/>
            <a:chExt cx="670644" cy="19517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0644" cy="1951724"/>
            </a:xfrm>
            <a:custGeom>
              <a:avLst/>
              <a:gdLst/>
              <a:ahLst/>
              <a:cxnLst/>
              <a:rect l="l" t="t" r="r" b="b"/>
              <a:pathLst>
                <a:path w="670644" h="1951724">
                  <a:moveTo>
                    <a:pt x="155060" y="0"/>
                  </a:moveTo>
                  <a:lnTo>
                    <a:pt x="515583" y="0"/>
                  </a:lnTo>
                  <a:cubicBezTo>
                    <a:pt x="601221" y="0"/>
                    <a:pt x="670644" y="69423"/>
                    <a:pt x="670644" y="155060"/>
                  </a:cubicBezTo>
                  <a:lnTo>
                    <a:pt x="670644" y="1796663"/>
                  </a:lnTo>
                  <a:cubicBezTo>
                    <a:pt x="670644" y="1882301"/>
                    <a:pt x="601221" y="1951724"/>
                    <a:pt x="515583" y="1951724"/>
                  </a:cubicBezTo>
                  <a:lnTo>
                    <a:pt x="155060" y="1951724"/>
                  </a:lnTo>
                  <a:cubicBezTo>
                    <a:pt x="113936" y="1951724"/>
                    <a:pt x="74496" y="1935387"/>
                    <a:pt x="45416" y="1906307"/>
                  </a:cubicBezTo>
                  <a:cubicBezTo>
                    <a:pt x="16337" y="1877228"/>
                    <a:pt x="0" y="1837788"/>
                    <a:pt x="0" y="1796663"/>
                  </a:cubicBezTo>
                  <a:lnTo>
                    <a:pt x="0" y="155060"/>
                  </a:lnTo>
                  <a:cubicBezTo>
                    <a:pt x="0" y="69423"/>
                    <a:pt x="69423" y="0"/>
                    <a:pt x="15506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70644" cy="1999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80D2E64-C421-A1D2-542A-0F468993DCFB}"/>
              </a:ext>
            </a:extLst>
          </p:cNvPr>
          <p:cNvSpPr/>
          <p:nvPr/>
        </p:nvSpPr>
        <p:spPr>
          <a:xfrm rot="10800000" flipV="1">
            <a:off x="-705204" y="6311442"/>
            <a:ext cx="12510654" cy="4156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0" b="1" i="1" u="sng" dirty="0">
                <a:solidFill>
                  <a:schemeClr val="tx2">
                    <a:lumMod val="75000"/>
                  </a:schemeClr>
                </a:solidFill>
              </a:rPr>
              <a:t>Nom exposantes :</a:t>
            </a:r>
          </a:p>
          <a:p>
            <a:pPr algn="ctr"/>
            <a:r>
              <a:rPr lang="fr-FR" sz="6000" b="1" i="1" dirty="0" err="1">
                <a:solidFill>
                  <a:schemeClr val="tx2">
                    <a:lumMod val="75000"/>
                  </a:schemeClr>
                </a:solidFill>
              </a:rPr>
              <a:t>Seynabou</a:t>
            </a:r>
            <a:r>
              <a:rPr lang="fr-FR" sz="6000" b="1" i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sz="6000" b="1" i="1" dirty="0" err="1">
                <a:solidFill>
                  <a:schemeClr val="tx2">
                    <a:lumMod val="75000"/>
                  </a:schemeClr>
                </a:solidFill>
              </a:rPr>
              <a:t>Kâ</a:t>
            </a:r>
            <a:r>
              <a:rPr lang="fr-FR" sz="6000" b="1" i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fr-FR" sz="6000" b="1" i="1" dirty="0">
                <a:solidFill>
                  <a:schemeClr val="tx2">
                    <a:lumMod val="75000"/>
                  </a:schemeClr>
                </a:solidFill>
              </a:rPr>
              <a:t>Khady </a:t>
            </a:r>
            <a:r>
              <a:rPr lang="fr-FR" sz="6000" b="1" i="1" dirty="0" err="1">
                <a:solidFill>
                  <a:schemeClr val="tx2">
                    <a:lumMod val="75000"/>
                  </a:schemeClr>
                </a:solidFill>
              </a:rPr>
              <a:t>Diaby</a:t>
            </a:r>
            <a:r>
              <a:rPr lang="fr-FR" sz="6000" b="1" i="1" dirty="0">
                <a:solidFill>
                  <a:schemeClr val="tx2">
                    <a:lumMod val="75000"/>
                  </a:schemeClr>
                </a:solidFill>
              </a:rPr>
              <a:t> Kane </a:t>
            </a:r>
          </a:p>
          <a:p>
            <a:pPr algn="ctr"/>
            <a:r>
              <a:rPr lang="fr-FR" sz="6000" b="1" i="1" dirty="0" err="1">
                <a:solidFill>
                  <a:schemeClr val="tx2">
                    <a:lumMod val="75000"/>
                  </a:schemeClr>
                </a:solidFill>
              </a:rPr>
              <a:t>Mariame</a:t>
            </a:r>
            <a:r>
              <a:rPr lang="fr-FR" sz="6000" b="1" i="1" dirty="0">
                <a:solidFill>
                  <a:schemeClr val="tx2">
                    <a:lumMod val="75000"/>
                  </a:schemeClr>
                </a:solidFill>
              </a:rPr>
              <a:t> 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08044" y="914784"/>
            <a:ext cx="15395105" cy="4319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16"/>
              </a:lnSpc>
              <a:spcBef>
                <a:spcPct val="0"/>
              </a:spcBef>
            </a:pPr>
            <a:r>
              <a:rPr lang="en-US" sz="9600" dirty="0">
                <a:solidFill>
                  <a:srgbClr val="2B47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DÉFINITION DE LA</a:t>
            </a:r>
            <a:endParaRPr lang="fr-FR" sz="9600" dirty="0">
              <a:solidFill>
                <a:srgbClr val="2B476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11216"/>
              </a:lnSpc>
              <a:spcBef>
                <a:spcPct val="0"/>
              </a:spcBef>
            </a:pPr>
            <a:endParaRPr lang="fr-FR" sz="9600" dirty="0">
              <a:solidFill>
                <a:srgbClr val="2B476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11216"/>
              </a:lnSpc>
              <a:spcBef>
                <a:spcPct val="0"/>
              </a:spcBef>
            </a:pPr>
            <a:r>
              <a:rPr lang="en-US" sz="9600" dirty="0">
                <a:solidFill>
                  <a:srgbClr val="2B47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VILLE ET</a:t>
            </a:r>
            <a:r>
              <a:rPr lang="fr-FR" sz="9600" dirty="0">
                <a:solidFill>
                  <a:srgbClr val="2B47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9600" dirty="0">
                <a:solidFill>
                  <a:srgbClr val="2B47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STATISTIQUES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17675" y="0"/>
            <a:ext cx="805519" cy="2673350"/>
            <a:chOff x="0" y="0"/>
            <a:chExt cx="212153" cy="7040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5201900" y="127939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555779" y="1028700"/>
            <a:ext cx="6290771" cy="8453837"/>
            <a:chOff x="0" y="0"/>
            <a:chExt cx="3663950" cy="4923790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42782" r="-42782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EDC25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41450" y="9380652"/>
            <a:ext cx="6959600" cy="990600"/>
            <a:chOff x="0" y="0"/>
            <a:chExt cx="1832981" cy="2608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74767" y="21363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564413"/>
            <a:ext cx="6959600" cy="108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37"/>
              </a:lnSpc>
              <a:spcBef>
                <a:spcPct val="0"/>
              </a:spcBef>
            </a:pPr>
            <a:r>
              <a:rPr lang="en-US" sz="8000" u="sng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572" y="4009272"/>
            <a:ext cx="10120746" cy="5496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7200" dirty="0">
                <a:solidFill>
                  <a:srgbClr val="2A0947"/>
                </a:solidFill>
                <a:latin typeface="Bree Serif"/>
                <a:ea typeface="Bree Serif"/>
                <a:cs typeface="Bree Serif"/>
                <a:sym typeface="Bree Serif"/>
              </a:rPr>
              <a:t>I/ Definition et critères</a:t>
            </a:r>
            <a:endParaRPr lang="fr-FR" sz="7200" dirty="0">
              <a:solidFill>
                <a:srgbClr val="2A0947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algn="l">
              <a:lnSpc>
                <a:spcPts val="5320"/>
              </a:lnSpc>
            </a:pPr>
            <a:endParaRPr lang="fr-FR" sz="7200" dirty="0">
              <a:solidFill>
                <a:srgbClr val="2A0947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algn="l">
              <a:lnSpc>
                <a:spcPts val="5320"/>
              </a:lnSpc>
            </a:pPr>
            <a:r>
              <a:rPr lang="en-US" sz="7200" dirty="0">
                <a:solidFill>
                  <a:srgbClr val="2A0947"/>
                </a:solidFill>
                <a:latin typeface="Bree Serif"/>
                <a:ea typeface="Bree Serif"/>
                <a:cs typeface="Bree Serif"/>
                <a:sym typeface="Bree Serif"/>
              </a:rPr>
              <a:t> de la ville </a:t>
            </a:r>
          </a:p>
          <a:p>
            <a:pPr algn="l">
              <a:lnSpc>
                <a:spcPts val="5320"/>
              </a:lnSpc>
            </a:pPr>
            <a:endParaRPr lang="en-US" sz="7200" dirty="0">
              <a:solidFill>
                <a:srgbClr val="2A0947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algn="l">
              <a:lnSpc>
                <a:spcPts val="5320"/>
              </a:lnSpc>
            </a:pPr>
            <a:r>
              <a:rPr lang="en-US" sz="7200" dirty="0">
                <a:solidFill>
                  <a:srgbClr val="2A0947"/>
                </a:solidFill>
                <a:latin typeface="Bree Serif"/>
                <a:ea typeface="Bree Serif"/>
                <a:cs typeface="Bree Serif"/>
                <a:sym typeface="Bree Serif"/>
              </a:rPr>
              <a:t>II/ statistiques </a:t>
            </a:r>
            <a:endParaRPr lang="fr-FR" sz="7200" dirty="0">
              <a:solidFill>
                <a:srgbClr val="2A0947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algn="l">
              <a:lnSpc>
                <a:spcPts val="5320"/>
              </a:lnSpc>
            </a:pPr>
            <a:endParaRPr lang="en-US" sz="7200" dirty="0">
              <a:solidFill>
                <a:srgbClr val="2A0947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algn="l">
              <a:lnSpc>
                <a:spcPts val="5320"/>
              </a:lnSpc>
            </a:pPr>
            <a:endParaRPr lang="en-US" sz="7200" dirty="0">
              <a:solidFill>
                <a:srgbClr val="2A0947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7200" dirty="0">
                <a:solidFill>
                  <a:srgbClr val="2A0947"/>
                </a:solidFill>
                <a:latin typeface="Bree Serif"/>
                <a:ea typeface="Bree Serif"/>
                <a:cs typeface="Bree Serif"/>
                <a:sym typeface="Bree Serif"/>
              </a:rPr>
              <a:t>III/Évolution de la ville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4073423" y="2545021"/>
            <a:ext cx="3903992" cy="5246370"/>
            <a:chOff x="0" y="0"/>
            <a:chExt cx="3663950" cy="4923790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39970" r="-3997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EDC25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514496" y="9934424"/>
            <a:ext cx="5330825" cy="324574"/>
            <a:chOff x="0" y="0"/>
            <a:chExt cx="1404003" cy="854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4003" cy="85485"/>
            </a:xfrm>
            <a:custGeom>
              <a:avLst/>
              <a:gdLst/>
              <a:ahLst/>
              <a:cxnLst/>
              <a:rect l="l" t="t" r="r" b="b"/>
              <a:pathLst>
                <a:path w="1404003" h="85485">
                  <a:moveTo>
                    <a:pt x="0" y="0"/>
                  </a:moveTo>
                  <a:lnTo>
                    <a:pt x="1404003" y="0"/>
                  </a:lnTo>
                  <a:lnTo>
                    <a:pt x="1404003" y="85485"/>
                  </a:lnTo>
                  <a:lnTo>
                    <a:pt x="0" y="85485"/>
                  </a:ln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04003" cy="133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845321" y="-1501140"/>
            <a:ext cx="1490683" cy="4046161"/>
            <a:chOff x="0" y="0"/>
            <a:chExt cx="392608" cy="10656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2608" cy="1065655"/>
            </a:xfrm>
            <a:custGeom>
              <a:avLst/>
              <a:gdLst/>
              <a:ahLst/>
              <a:cxnLst/>
              <a:rect l="l" t="t" r="r" b="b"/>
              <a:pathLst>
                <a:path w="392608" h="1065655">
                  <a:moveTo>
                    <a:pt x="0" y="0"/>
                  </a:moveTo>
                  <a:lnTo>
                    <a:pt x="392608" y="0"/>
                  </a:lnTo>
                  <a:lnTo>
                    <a:pt x="392608" y="1065655"/>
                  </a:lnTo>
                  <a:lnTo>
                    <a:pt x="0" y="1065655"/>
                  </a:ln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92608" cy="111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29167" y="555544"/>
            <a:ext cx="15506837" cy="108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37"/>
              </a:lnSpc>
              <a:spcBef>
                <a:spcPct val="0"/>
              </a:spcBef>
            </a:pPr>
            <a:r>
              <a:rPr lang="en-US" sz="8000" u="sng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I/ DEFINITION ET CRITÈRES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4415" y="1726006"/>
            <a:ext cx="16587203" cy="2438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Quelles sont les principales définitions de</a:t>
            </a:r>
            <a:endParaRPr lang="fr-FR" sz="48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endParaRPr lang="fr-FR" sz="48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r>
              <a:rPr lang="en-US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la ville</a:t>
            </a:r>
            <a:r>
              <a:rPr lang="fr-FR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fr-FR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urbanisme et comment varien</a:t>
            </a:r>
            <a:r>
              <a:rPr lang="fr-FR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-elles selon</a:t>
            </a:r>
            <a:endParaRPr lang="fr-FR" sz="48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endParaRPr lang="fr-FR" sz="48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r>
              <a:rPr lang="en-US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 les</a:t>
            </a:r>
            <a:r>
              <a:rPr lang="fr-FR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contextes</a:t>
            </a:r>
            <a:r>
              <a:rPr lang="fr-FR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culturels et</a:t>
            </a:r>
            <a:r>
              <a:rPr lang="fr-FR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historiques 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845321" y="7791391"/>
            <a:ext cx="1490683" cy="3470969"/>
            <a:chOff x="0" y="0"/>
            <a:chExt cx="392608" cy="9141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2608" cy="914165"/>
            </a:xfrm>
            <a:custGeom>
              <a:avLst/>
              <a:gdLst/>
              <a:ahLst/>
              <a:cxnLst/>
              <a:rect l="l" t="t" r="r" b="b"/>
              <a:pathLst>
                <a:path w="392608" h="914165">
                  <a:moveTo>
                    <a:pt x="0" y="0"/>
                  </a:moveTo>
                  <a:lnTo>
                    <a:pt x="392608" y="0"/>
                  </a:lnTo>
                  <a:lnTo>
                    <a:pt x="392608" y="914165"/>
                  </a:lnTo>
                  <a:lnTo>
                    <a:pt x="0" y="914165"/>
                  </a:ln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392608" cy="961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0" y="3916916"/>
            <a:ext cx="12957958" cy="7100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endParaRPr sz="5400" dirty="0"/>
          </a:p>
          <a:p>
            <a:pPr algn="l">
              <a:lnSpc>
                <a:spcPts val="3700"/>
              </a:lnSpc>
            </a:pPr>
            <a:r>
              <a:rPr lang="en-US" sz="54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▪ Critère démographique</a:t>
            </a:r>
            <a:endParaRPr lang="fr-FR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endParaRPr lang="en-US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endParaRPr lang="en-US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r>
              <a:rPr lang="en-US" sz="54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▪ Critère spatial et morphologique</a:t>
            </a:r>
            <a:endParaRPr lang="fr-FR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endParaRPr lang="en-US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endParaRPr lang="en-US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r>
              <a:rPr lang="en-US" sz="54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▪ Critère fonctionnel</a:t>
            </a:r>
            <a:endParaRPr lang="fr-FR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endParaRPr lang="fr-FR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endParaRPr lang="fr-FR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r>
              <a:rPr lang="fr-FR" sz="54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      Critère administratif</a:t>
            </a:r>
          </a:p>
          <a:p>
            <a:pPr algn="l">
              <a:lnSpc>
                <a:spcPts val="3700"/>
              </a:lnSpc>
            </a:pPr>
            <a:r>
              <a:rPr lang="fr-FR" sz="54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n-US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endParaRPr lang="en-US" sz="54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r>
              <a:rPr lang="en-US" sz="54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▪ Critère socio-culturel</a:t>
            </a:r>
          </a:p>
          <a:p>
            <a:pPr algn="l">
              <a:lnSpc>
                <a:spcPts val="3700"/>
              </a:lnSpc>
              <a:spcBef>
                <a:spcPct val="0"/>
              </a:spcBef>
            </a:pPr>
            <a:endParaRPr lang="en-US" sz="2643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D3FBAD-B2C7-C825-B932-D82D15D370FD}"/>
              </a:ext>
            </a:extLst>
          </p:cNvPr>
          <p:cNvSpPr/>
          <p:nvPr/>
        </p:nvSpPr>
        <p:spPr>
          <a:xfrm flipV="1">
            <a:off x="148866" y="8117919"/>
            <a:ext cx="356389" cy="342081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85989" y="8823117"/>
            <a:ext cx="5058011" cy="435183"/>
            <a:chOff x="0" y="0"/>
            <a:chExt cx="1332151" cy="114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2151" cy="114616"/>
            </a:xfrm>
            <a:custGeom>
              <a:avLst/>
              <a:gdLst/>
              <a:ahLst/>
              <a:cxnLst/>
              <a:rect l="l" t="t" r="r" b="b"/>
              <a:pathLst>
                <a:path w="1332151" h="114616">
                  <a:moveTo>
                    <a:pt x="0" y="0"/>
                  </a:moveTo>
                  <a:lnTo>
                    <a:pt x="1332151" y="0"/>
                  </a:lnTo>
                  <a:lnTo>
                    <a:pt x="1332151" y="114616"/>
                  </a:lnTo>
                  <a:lnTo>
                    <a:pt x="0" y="114616"/>
                  </a:ln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32151" cy="162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980848"/>
            <a:ext cx="10998832" cy="11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0"/>
              </a:lnSpc>
              <a:spcBef>
                <a:spcPct val="0"/>
              </a:spcBef>
            </a:pPr>
            <a:r>
              <a:rPr lang="en-US" sz="8800" u="sng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II/STATISTIQUE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0164" y="3304143"/>
            <a:ext cx="8873835" cy="5906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86"/>
              </a:lnSpc>
            </a:pPr>
            <a:endParaRPr sz="6600" dirty="0"/>
          </a:p>
          <a:p>
            <a:pPr algn="l">
              <a:lnSpc>
                <a:spcPts val="4086"/>
              </a:lnSpc>
            </a:pPr>
            <a:r>
              <a:rPr lang="en-US" sz="72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▪ Démographie</a:t>
            </a:r>
            <a:endParaRPr lang="fr-FR" sz="72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86"/>
              </a:lnSpc>
            </a:pPr>
            <a:endParaRPr lang="fr-FR" sz="72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86"/>
              </a:lnSpc>
            </a:pPr>
            <a:endParaRPr lang="en-US" sz="72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86"/>
              </a:lnSpc>
            </a:pPr>
            <a:endParaRPr lang="en-US" sz="72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86"/>
              </a:lnSpc>
            </a:pPr>
            <a:r>
              <a:rPr lang="en-US" sz="72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▪ Économie</a:t>
            </a:r>
            <a:endParaRPr lang="fr-FR" sz="72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86"/>
              </a:lnSpc>
            </a:pPr>
            <a:endParaRPr lang="fr-FR" sz="72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86"/>
              </a:lnSpc>
            </a:pPr>
            <a:endParaRPr lang="en-US" sz="72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86"/>
              </a:lnSpc>
            </a:pPr>
            <a:endParaRPr lang="en-US" sz="72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86"/>
              </a:lnSpc>
            </a:pPr>
            <a:r>
              <a:rPr lang="en-US" sz="7200" dirty="0">
                <a:solidFill>
                  <a:srgbClr val="2A0947"/>
                </a:solidFill>
                <a:latin typeface="Poppins"/>
                <a:ea typeface="Poppins"/>
                <a:cs typeface="Poppins"/>
                <a:sym typeface="Poppins"/>
              </a:rPr>
              <a:t>▪ Infrastructures</a:t>
            </a:r>
          </a:p>
          <a:p>
            <a:pPr algn="l">
              <a:lnSpc>
                <a:spcPts val="4086"/>
              </a:lnSpc>
              <a:spcBef>
                <a:spcPct val="0"/>
              </a:spcBef>
            </a:pPr>
            <a:endParaRPr lang="en-US" sz="6600" dirty="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3086100" cy="826135"/>
            <a:chOff x="0" y="0"/>
            <a:chExt cx="812800" cy="2175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17583"/>
            </a:xfrm>
            <a:custGeom>
              <a:avLst/>
              <a:gdLst/>
              <a:ahLst/>
              <a:cxnLst/>
              <a:rect l="l" t="t" r="r" b="b"/>
              <a:pathLst>
                <a:path w="812800" h="217583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01900" y="9460865"/>
            <a:ext cx="3086100" cy="826135"/>
            <a:chOff x="0" y="0"/>
            <a:chExt cx="812800" cy="2175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217583"/>
            </a:xfrm>
            <a:custGeom>
              <a:avLst/>
              <a:gdLst/>
              <a:ahLst/>
              <a:cxnLst/>
              <a:rect l="l" t="t" r="r" b="b"/>
              <a:pathLst>
                <a:path w="812800" h="217583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144000" y="593517"/>
            <a:ext cx="7968242" cy="8229600"/>
            <a:chOff x="0" y="0"/>
            <a:chExt cx="6350000" cy="6558280"/>
          </a:xfrm>
        </p:grpSpPr>
        <p:sp>
          <p:nvSpPr>
            <p:cNvPr id="14" name="Freeform 14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0995" r="-1099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EDC254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75161" y="2450667"/>
            <a:ext cx="3027451" cy="3027105"/>
            <a:chOff x="0" y="0"/>
            <a:chExt cx="6350013" cy="6349289"/>
          </a:xfrm>
        </p:grpSpPr>
        <p:sp>
          <p:nvSpPr>
            <p:cNvPr id="3" name="Freeform 3"/>
            <p:cNvSpPr/>
            <p:nvPr/>
          </p:nvSpPr>
          <p:spPr>
            <a:xfrm>
              <a:off x="-95250" y="-95136"/>
              <a:ext cx="6540525" cy="6539573"/>
            </a:xfrm>
            <a:custGeom>
              <a:avLst/>
              <a:gdLst/>
              <a:ahLst/>
              <a:cxnLst/>
              <a:rect l="l" t="t" r="r" b="b"/>
              <a:pathLst>
                <a:path w="6540525" h="6539573">
                  <a:moveTo>
                    <a:pt x="5684545" y="1101865"/>
                  </a:moveTo>
                  <a:cubicBezTo>
                    <a:pt x="5560364" y="886829"/>
                    <a:pt x="5335181" y="766521"/>
                    <a:pt x="5103533" y="766356"/>
                  </a:cubicBezTo>
                  <a:lnTo>
                    <a:pt x="5103571" y="766318"/>
                  </a:lnTo>
                  <a:cubicBezTo>
                    <a:pt x="4871923" y="766115"/>
                    <a:pt x="4646701" y="645821"/>
                    <a:pt x="4522559" y="430810"/>
                  </a:cubicBezTo>
                  <a:cubicBezTo>
                    <a:pt x="4337317" y="109919"/>
                    <a:pt x="3927030" y="0"/>
                    <a:pt x="3606140" y="185281"/>
                  </a:cubicBezTo>
                  <a:lnTo>
                    <a:pt x="3606089" y="185319"/>
                  </a:lnTo>
                  <a:lnTo>
                    <a:pt x="3606089" y="185115"/>
                  </a:lnTo>
                  <a:cubicBezTo>
                    <a:pt x="3406788" y="299936"/>
                    <a:pt x="3153854" y="309029"/>
                    <a:pt x="2939771" y="187630"/>
                  </a:cubicBezTo>
                  <a:cubicBezTo>
                    <a:pt x="2836743" y="126902"/>
                    <a:pt x="2719296" y="94958"/>
                    <a:pt x="2599703" y="95136"/>
                  </a:cubicBezTo>
                  <a:cubicBezTo>
                    <a:pt x="2351405" y="95136"/>
                    <a:pt x="2134641" y="230048"/>
                    <a:pt x="2018614" y="430568"/>
                  </a:cubicBezTo>
                  <a:lnTo>
                    <a:pt x="2018614" y="430530"/>
                  </a:lnTo>
                  <a:cubicBezTo>
                    <a:pt x="1902625" y="631012"/>
                    <a:pt x="1685811" y="765925"/>
                    <a:pt x="1437551" y="765925"/>
                  </a:cubicBezTo>
                  <a:cubicBezTo>
                    <a:pt x="1067029" y="765925"/>
                    <a:pt x="766686" y="1066267"/>
                    <a:pt x="766686" y="1436789"/>
                  </a:cubicBezTo>
                  <a:lnTo>
                    <a:pt x="766686" y="1436866"/>
                  </a:lnTo>
                  <a:lnTo>
                    <a:pt x="766483" y="1436789"/>
                  </a:lnTo>
                  <a:cubicBezTo>
                    <a:pt x="766280" y="1666672"/>
                    <a:pt x="647802" y="1890154"/>
                    <a:pt x="435902" y="2014906"/>
                  </a:cubicBezTo>
                  <a:cubicBezTo>
                    <a:pt x="331646" y="2073744"/>
                    <a:pt x="245134" y="2159541"/>
                    <a:pt x="185433" y="2263305"/>
                  </a:cubicBezTo>
                  <a:cubicBezTo>
                    <a:pt x="61277" y="2478367"/>
                    <a:pt x="69723" y="2733523"/>
                    <a:pt x="185395" y="2934246"/>
                  </a:cubicBezTo>
                  <a:lnTo>
                    <a:pt x="185357" y="2934246"/>
                  </a:lnTo>
                  <a:cubicBezTo>
                    <a:pt x="300939" y="3134932"/>
                    <a:pt x="309385" y="3390113"/>
                    <a:pt x="185230" y="3605149"/>
                  </a:cubicBezTo>
                  <a:cubicBezTo>
                    <a:pt x="0" y="3926002"/>
                    <a:pt x="109906" y="4336288"/>
                    <a:pt x="430797" y="4521569"/>
                  </a:cubicBezTo>
                  <a:lnTo>
                    <a:pt x="430835" y="4521607"/>
                  </a:lnTo>
                  <a:lnTo>
                    <a:pt x="430708" y="4521695"/>
                  </a:lnTo>
                  <a:cubicBezTo>
                    <a:pt x="631228" y="4637634"/>
                    <a:pt x="766077" y="4854448"/>
                    <a:pt x="766077" y="5102746"/>
                  </a:cubicBezTo>
                  <a:cubicBezTo>
                    <a:pt x="766077" y="5473268"/>
                    <a:pt x="1066419" y="5773611"/>
                    <a:pt x="1436929" y="5773611"/>
                  </a:cubicBezTo>
                  <a:cubicBezTo>
                    <a:pt x="1685239" y="5773611"/>
                    <a:pt x="1901965" y="5908497"/>
                    <a:pt x="2018030" y="6109018"/>
                  </a:cubicBezTo>
                  <a:cubicBezTo>
                    <a:pt x="2134019" y="6309449"/>
                    <a:pt x="2350821" y="6444425"/>
                    <a:pt x="2599093" y="6444425"/>
                  </a:cubicBezTo>
                  <a:cubicBezTo>
                    <a:pt x="2718685" y="6444579"/>
                    <a:pt x="2836127" y="6412633"/>
                    <a:pt x="2939161" y="6351918"/>
                  </a:cubicBezTo>
                  <a:cubicBezTo>
                    <a:pt x="3153194" y="6230544"/>
                    <a:pt x="3406191" y="6239637"/>
                    <a:pt x="3605479" y="6354496"/>
                  </a:cubicBezTo>
                  <a:lnTo>
                    <a:pt x="3605479" y="6354255"/>
                  </a:lnTo>
                  <a:lnTo>
                    <a:pt x="3605517" y="6354331"/>
                  </a:lnTo>
                  <a:cubicBezTo>
                    <a:pt x="3926408" y="6539573"/>
                    <a:pt x="4336694" y="6429617"/>
                    <a:pt x="4521987" y="6108764"/>
                  </a:cubicBezTo>
                  <a:cubicBezTo>
                    <a:pt x="4646130" y="5893766"/>
                    <a:pt x="4871314" y="5773446"/>
                    <a:pt x="5102961" y="5773281"/>
                  </a:cubicBezTo>
                  <a:lnTo>
                    <a:pt x="5102911" y="5773192"/>
                  </a:lnTo>
                  <a:cubicBezTo>
                    <a:pt x="5334558" y="5773027"/>
                    <a:pt x="5559780" y="5652707"/>
                    <a:pt x="5683885" y="5437709"/>
                  </a:cubicBezTo>
                  <a:cubicBezTo>
                    <a:pt x="5745010" y="5331855"/>
                    <a:pt x="5774017" y="5216234"/>
                    <a:pt x="5773890" y="5102213"/>
                  </a:cubicBezTo>
                  <a:lnTo>
                    <a:pt x="5773979" y="5102290"/>
                  </a:lnTo>
                  <a:cubicBezTo>
                    <a:pt x="5774182" y="4878846"/>
                    <a:pt x="5886145" y="4661358"/>
                    <a:pt x="6087059" y="4534828"/>
                  </a:cubicBezTo>
                  <a:cubicBezTo>
                    <a:pt x="6195364" y="4477881"/>
                    <a:pt x="6289357" y="4390620"/>
                    <a:pt x="6355029" y="4276866"/>
                  </a:cubicBezTo>
                  <a:cubicBezTo>
                    <a:pt x="6479222" y="4061753"/>
                    <a:pt x="6470777" y="3806572"/>
                    <a:pt x="6355118" y="3605886"/>
                  </a:cubicBezTo>
                  <a:lnTo>
                    <a:pt x="6355156" y="3605886"/>
                  </a:lnTo>
                  <a:cubicBezTo>
                    <a:pt x="6239535" y="3405201"/>
                    <a:pt x="6231077" y="3150020"/>
                    <a:pt x="6355245" y="2934971"/>
                  </a:cubicBezTo>
                  <a:cubicBezTo>
                    <a:pt x="6540525" y="2614080"/>
                    <a:pt x="6430568" y="2203832"/>
                    <a:pt x="6109677" y="2018552"/>
                  </a:cubicBezTo>
                  <a:lnTo>
                    <a:pt x="6109627" y="2018501"/>
                  </a:lnTo>
                  <a:lnTo>
                    <a:pt x="6109754" y="2018463"/>
                  </a:lnTo>
                  <a:cubicBezTo>
                    <a:pt x="5910847" y="1903375"/>
                    <a:pt x="5776557" y="1689088"/>
                    <a:pt x="5774436" y="1443267"/>
                  </a:cubicBezTo>
                  <a:cubicBezTo>
                    <a:pt x="5775604" y="1327265"/>
                    <a:pt x="5746686" y="1209536"/>
                    <a:pt x="5684545" y="1101865"/>
                  </a:cubicBezTo>
                </a:path>
              </a:pathLst>
            </a:custGeom>
            <a:blipFill>
              <a:blip r:embed="rId2"/>
              <a:stretch>
                <a:fillRect l="-39125" r="-391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217820"/>
            <a:ext cx="4641850" cy="699565"/>
            <a:chOff x="0" y="0"/>
            <a:chExt cx="1222545" cy="184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2545" cy="184248"/>
            </a:xfrm>
            <a:custGeom>
              <a:avLst/>
              <a:gdLst/>
              <a:ahLst/>
              <a:cxnLst/>
              <a:rect l="l" t="t" r="r" b="b"/>
              <a:pathLst>
                <a:path w="1222545" h="184248">
                  <a:moveTo>
                    <a:pt x="0" y="0"/>
                  </a:moveTo>
                  <a:lnTo>
                    <a:pt x="1222545" y="0"/>
                  </a:lnTo>
                  <a:lnTo>
                    <a:pt x="1222545" y="184248"/>
                  </a:lnTo>
                  <a:lnTo>
                    <a:pt x="0" y="184248"/>
                  </a:ln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222545" cy="231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646150" y="1217820"/>
            <a:ext cx="4641850" cy="699565"/>
            <a:chOff x="0" y="0"/>
            <a:chExt cx="1222545" cy="184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2545" cy="184248"/>
            </a:xfrm>
            <a:custGeom>
              <a:avLst/>
              <a:gdLst/>
              <a:ahLst/>
              <a:cxnLst/>
              <a:rect l="l" t="t" r="r" b="b"/>
              <a:pathLst>
                <a:path w="1222545" h="184248">
                  <a:moveTo>
                    <a:pt x="0" y="0"/>
                  </a:moveTo>
                  <a:lnTo>
                    <a:pt x="1222545" y="0"/>
                  </a:lnTo>
                  <a:lnTo>
                    <a:pt x="1222545" y="184248"/>
                  </a:lnTo>
                  <a:lnTo>
                    <a:pt x="0" y="184248"/>
                  </a:lnTo>
                  <a:close/>
                </a:path>
              </a:pathLst>
            </a:custGeom>
            <a:solidFill>
              <a:srgbClr val="EDC25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22545" cy="231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806" y="6100604"/>
            <a:ext cx="4192071" cy="3656923"/>
            <a:chOff x="0" y="-28"/>
            <a:chExt cx="1015392" cy="4166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5392" cy="369049"/>
            </a:xfrm>
            <a:custGeom>
              <a:avLst/>
              <a:gdLst/>
              <a:ahLst/>
              <a:cxnLst/>
              <a:rect l="l" t="t" r="r" b="b"/>
              <a:pathLst>
                <a:path w="1015392" h="369049">
                  <a:moveTo>
                    <a:pt x="0" y="0"/>
                  </a:moveTo>
                  <a:lnTo>
                    <a:pt x="812192" y="0"/>
                  </a:lnTo>
                  <a:lnTo>
                    <a:pt x="1015392" y="184525"/>
                  </a:lnTo>
                  <a:lnTo>
                    <a:pt x="812192" y="369049"/>
                  </a:lnTo>
                  <a:lnTo>
                    <a:pt x="0" y="369049"/>
                  </a:lnTo>
                  <a:lnTo>
                    <a:pt x="203200" y="184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3345" y="-28"/>
              <a:ext cx="761392" cy="416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4800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Ville</a:t>
              </a:r>
              <a:endParaRPr lang="fr-FR" sz="4800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endParaRPr lang="fr-FR" sz="4800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endParaRPr lang="fr-FR" sz="4800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r>
                <a:rPr lang="en-US" sz="1899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</a:t>
              </a:r>
              <a:r>
                <a:rPr lang="en-US" sz="4800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Antique</a:t>
              </a:r>
              <a:r>
                <a:rPr lang="en-US" sz="1899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697735" y="1113045"/>
            <a:ext cx="11222205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8"/>
              </a:lnSpc>
              <a:spcBef>
                <a:spcPct val="0"/>
              </a:spcBef>
            </a:pPr>
            <a:r>
              <a:rPr lang="fr-FR" sz="8000" u="sng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III/</a:t>
            </a:r>
            <a:r>
              <a:rPr lang="en-US" sz="8000" u="sng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ÉVOLUTION 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3554293" y="2661971"/>
            <a:ext cx="3027451" cy="3027105"/>
            <a:chOff x="0" y="0"/>
            <a:chExt cx="6350013" cy="6349289"/>
          </a:xfrm>
        </p:grpSpPr>
        <p:sp>
          <p:nvSpPr>
            <p:cNvPr id="15" name="Freeform 15"/>
            <p:cNvSpPr/>
            <p:nvPr/>
          </p:nvSpPr>
          <p:spPr>
            <a:xfrm>
              <a:off x="-95250" y="-95136"/>
              <a:ext cx="6540525" cy="6539573"/>
            </a:xfrm>
            <a:custGeom>
              <a:avLst/>
              <a:gdLst/>
              <a:ahLst/>
              <a:cxnLst/>
              <a:rect l="l" t="t" r="r" b="b"/>
              <a:pathLst>
                <a:path w="6540525" h="6539573">
                  <a:moveTo>
                    <a:pt x="5684545" y="1101865"/>
                  </a:moveTo>
                  <a:cubicBezTo>
                    <a:pt x="5560364" y="886829"/>
                    <a:pt x="5335181" y="766521"/>
                    <a:pt x="5103533" y="766356"/>
                  </a:cubicBezTo>
                  <a:lnTo>
                    <a:pt x="5103571" y="766318"/>
                  </a:lnTo>
                  <a:cubicBezTo>
                    <a:pt x="4871923" y="766115"/>
                    <a:pt x="4646701" y="645821"/>
                    <a:pt x="4522559" y="430810"/>
                  </a:cubicBezTo>
                  <a:cubicBezTo>
                    <a:pt x="4337317" y="109919"/>
                    <a:pt x="3927030" y="0"/>
                    <a:pt x="3606140" y="185281"/>
                  </a:cubicBezTo>
                  <a:lnTo>
                    <a:pt x="3606089" y="185319"/>
                  </a:lnTo>
                  <a:lnTo>
                    <a:pt x="3606089" y="185115"/>
                  </a:lnTo>
                  <a:cubicBezTo>
                    <a:pt x="3406788" y="299936"/>
                    <a:pt x="3153854" y="309029"/>
                    <a:pt x="2939771" y="187630"/>
                  </a:cubicBezTo>
                  <a:cubicBezTo>
                    <a:pt x="2836743" y="126902"/>
                    <a:pt x="2719296" y="94958"/>
                    <a:pt x="2599703" y="95136"/>
                  </a:cubicBezTo>
                  <a:cubicBezTo>
                    <a:pt x="2351405" y="95136"/>
                    <a:pt x="2134641" y="230048"/>
                    <a:pt x="2018614" y="430568"/>
                  </a:cubicBezTo>
                  <a:lnTo>
                    <a:pt x="2018614" y="430530"/>
                  </a:lnTo>
                  <a:cubicBezTo>
                    <a:pt x="1902625" y="631012"/>
                    <a:pt x="1685811" y="765925"/>
                    <a:pt x="1437551" y="765925"/>
                  </a:cubicBezTo>
                  <a:cubicBezTo>
                    <a:pt x="1067029" y="765925"/>
                    <a:pt x="766686" y="1066267"/>
                    <a:pt x="766686" y="1436789"/>
                  </a:cubicBezTo>
                  <a:lnTo>
                    <a:pt x="766686" y="1436866"/>
                  </a:lnTo>
                  <a:lnTo>
                    <a:pt x="766483" y="1436789"/>
                  </a:lnTo>
                  <a:cubicBezTo>
                    <a:pt x="766280" y="1666672"/>
                    <a:pt x="647802" y="1890154"/>
                    <a:pt x="435902" y="2014906"/>
                  </a:cubicBezTo>
                  <a:cubicBezTo>
                    <a:pt x="331646" y="2073744"/>
                    <a:pt x="245134" y="2159541"/>
                    <a:pt x="185433" y="2263305"/>
                  </a:cubicBezTo>
                  <a:cubicBezTo>
                    <a:pt x="61277" y="2478367"/>
                    <a:pt x="69723" y="2733523"/>
                    <a:pt x="185395" y="2934246"/>
                  </a:cubicBezTo>
                  <a:lnTo>
                    <a:pt x="185357" y="2934246"/>
                  </a:lnTo>
                  <a:cubicBezTo>
                    <a:pt x="300939" y="3134932"/>
                    <a:pt x="309385" y="3390113"/>
                    <a:pt x="185230" y="3605149"/>
                  </a:cubicBezTo>
                  <a:cubicBezTo>
                    <a:pt x="0" y="3926002"/>
                    <a:pt x="109906" y="4336288"/>
                    <a:pt x="430797" y="4521569"/>
                  </a:cubicBezTo>
                  <a:lnTo>
                    <a:pt x="430835" y="4521607"/>
                  </a:lnTo>
                  <a:lnTo>
                    <a:pt x="430708" y="4521695"/>
                  </a:lnTo>
                  <a:cubicBezTo>
                    <a:pt x="631228" y="4637634"/>
                    <a:pt x="766077" y="4854448"/>
                    <a:pt x="766077" y="5102746"/>
                  </a:cubicBezTo>
                  <a:cubicBezTo>
                    <a:pt x="766077" y="5473268"/>
                    <a:pt x="1066419" y="5773611"/>
                    <a:pt x="1436929" y="5773611"/>
                  </a:cubicBezTo>
                  <a:cubicBezTo>
                    <a:pt x="1685239" y="5773611"/>
                    <a:pt x="1901965" y="5908497"/>
                    <a:pt x="2018030" y="6109018"/>
                  </a:cubicBezTo>
                  <a:cubicBezTo>
                    <a:pt x="2134019" y="6309449"/>
                    <a:pt x="2350821" y="6444425"/>
                    <a:pt x="2599093" y="6444425"/>
                  </a:cubicBezTo>
                  <a:cubicBezTo>
                    <a:pt x="2718685" y="6444579"/>
                    <a:pt x="2836127" y="6412633"/>
                    <a:pt x="2939161" y="6351918"/>
                  </a:cubicBezTo>
                  <a:cubicBezTo>
                    <a:pt x="3153194" y="6230544"/>
                    <a:pt x="3406191" y="6239637"/>
                    <a:pt x="3605479" y="6354496"/>
                  </a:cubicBezTo>
                  <a:lnTo>
                    <a:pt x="3605479" y="6354255"/>
                  </a:lnTo>
                  <a:lnTo>
                    <a:pt x="3605517" y="6354331"/>
                  </a:lnTo>
                  <a:cubicBezTo>
                    <a:pt x="3926408" y="6539573"/>
                    <a:pt x="4336694" y="6429617"/>
                    <a:pt x="4521987" y="6108764"/>
                  </a:cubicBezTo>
                  <a:cubicBezTo>
                    <a:pt x="4646130" y="5893766"/>
                    <a:pt x="4871314" y="5773446"/>
                    <a:pt x="5102961" y="5773281"/>
                  </a:cubicBezTo>
                  <a:lnTo>
                    <a:pt x="5102911" y="5773192"/>
                  </a:lnTo>
                  <a:cubicBezTo>
                    <a:pt x="5334558" y="5773027"/>
                    <a:pt x="5559780" y="5652707"/>
                    <a:pt x="5683885" y="5437709"/>
                  </a:cubicBezTo>
                  <a:cubicBezTo>
                    <a:pt x="5745010" y="5331855"/>
                    <a:pt x="5774017" y="5216234"/>
                    <a:pt x="5773890" y="5102213"/>
                  </a:cubicBezTo>
                  <a:lnTo>
                    <a:pt x="5773979" y="5102290"/>
                  </a:lnTo>
                  <a:cubicBezTo>
                    <a:pt x="5774182" y="4878846"/>
                    <a:pt x="5886145" y="4661358"/>
                    <a:pt x="6087059" y="4534828"/>
                  </a:cubicBezTo>
                  <a:cubicBezTo>
                    <a:pt x="6195364" y="4477881"/>
                    <a:pt x="6289357" y="4390620"/>
                    <a:pt x="6355029" y="4276866"/>
                  </a:cubicBezTo>
                  <a:cubicBezTo>
                    <a:pt x="6479222" y="4061753"/>
                    <a:pt x="6470777" y="3806572"/>
                    <a:pt x="6355118" y="3605886"/>
                  </a:cubicBezTo>
                  <a:lnTo>
                    <a:pt x="6355156" y="3605886"/>
                  </a:lnTo>
                  <a:cubicBezTo>
                    <a:pt x="6239535" y="3405201"/>
                    <a:pt x="6231077" y="3150020"/>
                    <a:pt x="6355245" y="2934971"/>
                  </a:cubicBezTo>
                  <a:cubicBezTo>
                    <a:pt x="6540525" y="2614080"/>
                    <a:pt x="6430568" y="2203832"/>
                    <a:pt x="6109677" y="2018552"/>
                  </a:cubicBezTo>
                  <a:lnTo>
                    <a:pt x="6109627" y="2018501"/>
                  </a:lnTo>
                  <a:lnTo>
                    <a:pt x="6109754" y="2018463"/>
                  </a:lnTo>
                  <a:cubicBezTo>
                    <a:pt x="5910847" y="1903375"/>
                    <a:pt x="5776557" y="1689088"/>
                    <a:pt x="5774436" y="1443267"/>
                  </a:cubicBezTo>
                  <a:cubicBezTo>
                    <a:pt x="5775604" y="1327265"/>
                    <a:pt x="5746686" y="1209536"/>
                    <a:pt x="5684545" y="1101865"/>
                  </a:cubicBezTo>
                </a:path>
              </a:pathLst>
            </a:custGeom>
            <a:blipFill>
              <a:blip r:embed="rId3"/>
              <a:stretch>
                <a:fillRect l="-27211" r="-27211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7198662" y="2592501"/>
            <a:ext cx="3027451" cy="3027105"/>
            <a:chOff x="0" y="0"/>
            <a:chExt cx="6350013" cy="6349289"/>
          </a:xfrm>
        </p:grpSpPr>
        <p:sp>
          <p:nvSpPr>
            <p:cNvPr id="17" name="Freeform 17"/>
            <p:cNvSpPr/>
            <p:nvPr/>
          </p:nvSpPr>
          <p:spPr>
            <a:xfrm>
              <a:off x="-95250" y="-95136"/>
              <a:ext cx="6540525" cy="6539573"/>
            </a:xfrm>
            <a:custGeom>
              <a:avLst/>
              <a:gdLst/>
              <a:ahLst/>
              <a:cxnLst/>
              <a:rect l="l" t="t" r="r" b="b"/>
              <a:pathLst>
                <a:path w="6540525" h="6539573">
                  <a:moveTo>
                    <a:pt x="5684545" y="1101865"/>
                  </a:moveTo>
                  <a:cubicBezTo>
                    <a:pt x="5560364" y="886829"/>
                    <a:pt x="5335181" y="766521"/>
                    <a:pt x="5103533" y="766356"/>
                  </a:cubicBezTo>
                  <a:lnTo>
                    <a:pt x="5103571" y="766318"/>
                  </a:lnTo>
                  <a:cubicBezTo>
                    <a:pt x="4871923" y="766115"/>
                    <a:pt x="4646701" y="645821"/>
                    <a:pt x="4522559" y="430810"/>
                  </a:cubicBezTo>
                  <a:cubicBezTo>
                    <a:pt x="4337317" y="109919"/>
                    <a:pt x="3927030" y="0"/>
                    <a:pt x="3606140" y="185281"/>
                  </a:cubicBezTo>
                  <a:lnTo>
                    <a:pt x="3606089" y="185319"/>
                  </a:lnTo>
                  <a:lnTo>
                    <a:pt x="3606089" y="185115"/>
                  </a:lnTo>
                  <a:cubicBezTo>
                    <a:pt x="3406788" y="299936"/>
                    <a:pt x="3153854" y="309029"/>
                    <a:pt x="2939771" y="187630"/>
                  </a:cubicBezTo>
                  <a:cubicBezTo>
                    <a:pt x="2836743" y="126902"/>
                    <a:pt x="2719296" y="94958"/>
                    <a:pt x="2599703" y="95136"/>
                  </a:cubicBezTo>
                  <a:cubicBezTo>
                    <a:pt x="2351405" y="95136"/>
                    <a:pt x="2134641" y="230048"/>
                    <a:pt x="2018614" y="430568"/>
                  </a:cubicBezTo>
                  <a:lnTo>
                    <a:pt x="2018614" y="430530"/>
                  </a:lnTo>
                  <a:cubicBezTo>
                    <a:pt x="1902625" y="631012"/>
                    <a:pt x="1685811" y="765925"/>
                    <a:pt x="1437551" y="765925"/>
                  </a:cubicBezTo>
                  <a:cubicBezTo>
                    <a:pt x="1067029" y="765925"/>
                    <a:pt x="766686" y="1066267"/>
                    <a:pt x="766686" y="1436789"/>
                  </a:cubicBezTo>
                  <a:lnTo>
                    <a:pt x="766686" y="1436866"/>
                  </a:lnTo>
                  <a:lnTo>
                    <a:pt x="766483" y="1436789"/>
                  </a:lnTo>
                  <a:cubicBezTo>
                    <a:pt x="766280" y="1666672"/>
                    <a:pt x="647802" y="1890154"/>
                    <a:pt x="435902" y="2014906"/>
                  </a:cubicBezTo>
                  <a:cubicBezTo>
                    <a:pt x="331646" y="2073744"/>
                    <a:pt x="245134" y="2159541"/>
                    <a:pt x="185433" y="2263305"/>
                  </a:cubicBezTo>
                  <a:cubicBezTo>
                    <a:pt x="61277" y="2478367"/>
                    <a:pt x="69723" y="2733523"/>
                    <a:pt x="185395" y="2934246"/>
                  </a:cubicBezTo>
                  <a:lnTo>
                    <a:pt x="185357" y="2934246"/>
                  </a:lnTo>
                  <a:cubicBezTo>
                    <a:pt x="300939" y="3134932"/>
                    <a:pt x="309385" y="3390113"/>
                    <a:pt x="185230" y="3605149"/>
                  </a:cubicBezTo>
                  <a:cubicBezTo>
                    <a:pt x="0" y="3926002"/>
                    <a:pt x="109906" y="4336288"/>
                    <a:pt x="430797" y="4521569"/>
                  </a:cubicBezTo>
                  <a:lnTo>
                    <a:pt x="430835" y="4521607"/>
                  </a:lnTo>
                  <a:lnTo>
                    <a:pt x="430708" y="4521695"/>
                  </a:lnTo>
                  <a:cubicBezTo>
                    <a:pt x="631228" y="4637634"/>
                    <a:pt x="766077" y="4854448"/>
                    <a:pt x="766077" y="5102746"/>
                  </a:cubicBezTo>
                  <a:cubicBezTo>
                    <a:pt x="766077" y="5473268"/>
                    <a:pt x="1066419" y="5773611"/>
                    <a:pt x="1436929" y="5773611"/>
                  </a:cubicBezTo>
                  <a:cubicBezTo>
                    <a:pt x="1685239" y="5773611"/>
                    <a:pt x="1901965" y="5908497"/>
                    <a:pt x="2018030" y="6109018"/>
                  </a:cubicBezTo>
                  <a:cubicBezTo>
                    <a:pt x="2134019" y="6309449"/>
                    <a:pt x="2350821" y="6444425"/>
                    <a:pt x="2599093" y="6444425"/>
                  </a:cubicBezTo>
                  <a:cubicBezTo>
                    <a:pt x="2718685" y="6444579"/>
                    <a:pt x="2836127" y="6412633"/>
                    <a:pt x="2939161" y="6351918"/>
                  </a:cubicBezTo>
                  <a:cubicBezTo>
                    <a:pt x="3153194" y="6230544"/>
                    <a:pt x="3406191" y="6239637"/>
                    <a:pt x="3605479" y="6354496"/>
                  </a:cubicBezTo>
                  <a:lnTo>
                    <a:pt x="3605479" y="6354255"/>
                  </a:lnTo>
                  <a:lnTo>
                    <a:pt x="3605517" y="6354331"/>
                  </a:lnTo>
                  <a:cubicBezTo>
                    <a:pt x="3926408" y="6539573"/>
                    <a:pt x="4336694" y="6429617"/>
                    <a:pt x="4521987" y="6108764"/>
                  </a:cubicBezTo>
                  <a:cubicBezTo>
                    <a:pt x="4646130" y="5893766"/>
                    <a:pt x="4871314" y="5773446"/>
                    <a:pt x="5102961" y="5773281"/>
                  </a:cubicBezTo>
                  <a:lnTo>
                    <a:pt x="5102911" y="5773192"/>
                  </a:lnTo>
                  <a:cubicBezTo>
                    <a:pt x="5334558" y="5773027"/>
                    <a:pt x="5559780" y="5652707"/>
                    <a:pt x="5683885" y="5437709"/>
                  </a:cubicBezTo>
                  <a:cubicBezTo>
                    <a:pt x="5745010" y="5331855"/>
                    <a:pt x="5774017" y="5216234"/>
                    <a:pt x="5773890" y="5102213"/>
                  </a:cubicBezTo>
                  <a:lnTo>
                    <a:pt x="5773979" y="5102290"/>
                  </a:lnTo>
                  <a:cubicBezTo>
                    <a:pt x="5774182" y="4878846"/>
                    <a:pt x="5886145" y="4661358"/>
                    <a:pt x="6087059" y="4534828"/>
                  </a:cubicBezTo>
                  <a:cubicBezTo>
                    <a:pt x="6195364" y="4477881"/>
                    <a:pt x="6289357" y="4390620"/>
                    <a:pt x="6355029" y="4276866"/>
                  </a:cubicBezTo>
                  <a:cubicBezTo>
                    <a:pt x="6479222" y="4061753"/>
                    <a:pt x="6470777" y="3806572"/>
                    <a:pt x="6355118" y="3605886"/>
                  </a:cubicBezTo>
                  <a:lnTo>
                    <a:pt x="6355156" y="3605886"/>
                  </a:lnTo>
                  <a:cubicBezTo>
                    <a:pt x="6239535" y="3405201"/>
                    <a:pt x="6231077" y="3150020"/>
                    <a:pt x="6355245" y="2934971"/>
                  </a:cubicBezTo>
                  <a:cubicBezTo>
                    <a:pt x="6540525" y="2614080"/>
                    <a:pt x="6430568" y="2203832"/>
                    <a:pt x="6109677" y="2018552"/>
                  </a:cubicBezTo>
                  <a:lnTo>
                    <a:pt x="6109627" y="2018501"/>
                  </a:lnTo>
                  <a:lnTo>
                    <a:pt x="6109754" y="2018463"/>
                  </a:lnTo>
                  <a:cubicBezTo>
                    <a:pt x="5910847" y="1903375"/>
                    <a:pt x="5776557" y="1689088"/>
                    <a:pt x="5774436" y="1443267"/>
                  </a:cubicBezTo>
                  <a:cubicBezTo>
                    <a:pt x="5775604" y="1327265"/>
                    <a:pt x="5746686" y="1209536"/>
                    <a:pt x="5684545" y="1101865"/>
                  </a:cubicBezTo>
                </a:path>
              </a:pathLst>
            </a:custGeom>
            <a:blipFill>
              <a:blip r:embed="rId4"/>
              <a:stretch>
                <a:fillRect l="-9509" r="-9509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815697" y="2803061"/>
            <a:ext cx="3027451" cy="3027105"/>
            <a:chOff x="0" y="0"/>
            <a:chExt cx="6350013" cy="6349289"/>
          </a:xfrm>
        </p:grpSpPr>
        <p:sp>
          <p:nvSpPr>
            <p:cNvPr id="19" name="Freeform 19"/>
            <p:cNvSpPr/>
            <p:nvPr/>
          </p:nvSpPr>
          <p:spPr>
            <a:xfrm>
              <a:off x="-95250" y="-95136"/>
              <a:ext cx="6540525" cy="6539573"/>
            </a:xfrm>
            <a:custGeom>
              <a:avLst/>
              <a:gdLst/>
              <a:ahLst/>
              <a:cxnLst/>
              <a:rect l="l" t="t" r="r" b="b"/>
              <a:pathLst>
                <a:path w="6540525" h="6539573">
                  <a:moveTo>
                    <a:pt x="5684545" y="1101865"/>
                  </a:moveTo>
                  <a:cubicBezTo>
                    <a:pt x="5560364" y="886829"/>
                    <a:pt x="5335181" y="766521"/>
                    <a:pt x="5103533" y="766356"/>
                  </a:cubicBezTo>
                  <a:lnTo>
                    <a:pt x="5103571" y="766318"/>
                  </a:lnTo>
                  <a:cubicBezTo>
                    <a:pt x="4871923" y="766115"/>
                    <a:pt x="4646701" y="645821"/>
                    <a:pt x="4522559" y="430810"/>
                  </a:cubicBezTo>
                  <a:cubicBezTo>
                    <a:pt x="4337317" y="109919"/>
                    <a:pt x="3927030" y="0"/>
                    <a:pt x="3606140" y="185281"/>
                  </a:cubicBezTo>
                  <a:lnTo>
                    <a:pt x="3606089" y="185319"/>
                  </a:lnTo>
                  <a:lnTo>
                    <a:pt x="3606089" y="185115"/>
                  </a:lnTo>
                  <a:cubicBezTo>
                    <a:pt x="3406788" y="299936"/>
                    <a:pt x="3153854" y="309029"/>
                    <a:pt x="2939771" y="187630"/>
                  </a:cubicBezTo>
                  <a:cubicBezTo>
                    <a:pt x="2836743" y="126902"/>
                    <a:pt x="2719296" y="94958"/>
                    <a:pt x="2599703" y="95136"/>
                  </a:cubicBezTo>
                  <a:cubicBezTo>
                    <a:pt x="2351405" y="95136"/>
                    <a:pt x="2134641" y="230048"/>
                    <a:pt x="2018614" y="430568"/>
                  </a:cubicBezTo>
                  <a:lnTo>
                    <a:pt x="2018614" y="430530"/>
                  </a:lnTo>
                  <a:cubicBezTo>
                    <a:pt x="1902625" y="631012"/>
                    <a:pt x="1685811" y="765925"/>
                    <a:pt x="1437551" y="765925"/>
                  </a:cubicBezTo>
                  <a:cubicBezTo>
                    <a:pt x="1067029" y="765925"/>
                    <a:pt x="766686" y="1066267"/>
                    <a:pt x="766686" y="1436789"/>
                  </a:cubicBezTo>
                  <a:lnTo>
                    <a:pt x="766686" y="1436866"/>
                  </a:lnTo>
                  <a:lnTo>
                    <a:pt x="766483" y="1436789"/>
                  </a:lnTo>
                  <a:cubicBezTo>
                    <a:pt x="766280" y="1666672"/>
                    <a:pt x="647802" y="1890154"/>
                    <a:pt x="435902" y="2014906"/>
                  </a:cubicBezTo>
                  <a:cubicBezTo>
                    <a:pt x="331646" y="2073744"/>
                    <a:pt x="245134" y="2159541"/>
                    <a:pt x="185433" y="2263305"/>
                  </a:cubicBezTo>
                  <a:cubicBezTo>
                    <a:pt x="61277" y="2478367"/>
                    <a:pt x="69723" y="2733523"/>
                    <a:pt x="185395" y="2934246"/>
                  </a:cubicBezTo>
                  <a:lnTo>
                    <a:pt x="185357" y="2934246"/>
                  </a:lnTo>
                  <a:cubicBezTo>
                    <a:pt x="300939" y="3134932"/>
                    <a:pt x="309385" y="3390113"/>
                    <a:pt x="185230" y="3605149"/>
                  </a:cubicBezTo>
                  <a:cubicBezTo>
                    <a:pt x="0" y="3926002"/>
                    <a:pt x="109906" y="4336288"/>
                    <a:pt x="430797" y="4521569"/>
                  </a:cubicBezTo>
                  <a:lnTo>
                    <a:pt x="430835" y="4521607"/>
                  </a:lnTo>
                  <a:lnTo>
                    <a:pt x="430708" y="4521695"/>
                  </a:lnTo>
                  <a:cubicBezTo>
                    <a:pt x="631228" y="4637634"/>
                    <a:pt x="766077" y="4854448"/>
                    <a:pt x="766077" y="5102746"/>
                  </a:cubicBezTo>
                  <a:cubicBezTo>
                    <a:pt x="766077" y="5473268"/>
                    <a:pt x="1066419" y="5773611"/>
                    <a:pt x="1436929" y="5773611"/>
                  </a:cubicBezTo>
                  <a:cubicBezTo>
                    <a:pt x="1685239" y="5773611"/>
                    <a:pt x="1901965" y="5908497"/>
                    <a:pt x="2018030" y="6109018"/>
                  </a:cubicBezTo>
                  <a:cubicBezTo>
                    <a:pt x="2134019" y="6309449"/>
                    <a:pt x="2350821" y="6444425"/>
                    <a:pt x="2599093" y="6444425"/>
                  </a:cubicBezTo>
                  <a:cubicBezTo>
                    <a:pt x="2718685" y="6444579"/>
                    <a:pt x="2836127" y="6412633"/>
                    <a:pt x="2939161" y="6351918"/>
                  </a:cubicBezTo>
                  <a:cubicBezTo>
                    <a:pt x="3153194" y="6230544"/>
                    <a:pt x="3406191" y="6239637"/>
                    <a:pt x="3605479" y="6354496"/>
                  </a:cubicBezTo>
                  <a:lnTo>
                    <a:pt x="3605479" y="6354255"/>
                  </a:lnTo>
                  <a:lnTo>
                    <a:pt x="3605517" y="6354331"/>
                  </a:lnTo>
                  <a:cubicBezTo>
                    <a:pt x="3926408" y="6539573"/>
                    <a:pt x="4336694" y="6429617"/>
                    <a:pt x="4521987" y="6108764"/>
                  </a:cubicBezTo>
                  <a:cubicBezTo>
                    <a:pt x="4646130" y="5893766"/>
                    <a:pt x="4871314" y="5773446"/>
                    <a:pt x="5102961" y="5773281"/>
                  </a:cubicBezTo>
                  <a:lnTo>
                    <a:pt x="5102911" y="5773192"/>
                  </a:lnTo>
                  <a:cubicBezTo>
                    <a:pt x="5334558" y="5773027"/>
                    <a:pt x="5559780" y="5652707"/>
                    <a:pt x="5683885" y="5437709"/>
                  </a:cubicBezTo>
                  <a:cubicBezTo>
                    <a:pt x="5745010" y="5331855"/>
                    <a:pt x="5774017" y="5216234"/>
                    <a:pt x="5773890" y="5102213"/>
                  </a:cubicBezTo>
                  <a:lnTo>
                    <a:pt x="5773979" y="5102290"/>
                  </a:lnTo>
                  <a:cubicBezTo>
                    <a:pt x="5774182" y="4878846"/>
                    <a:pt x="5886145" y="4661358"/>
                    <a:pt x="6087059" y="4534828"/>
                  </a:cubicBezTo>
                  <a:cubicBezTo>
                    <a:pt x="6195364" y="4477881"/>
                    <a:pt x="6289357" y="4390620"/>
                    <a:pt x="6355029" y="4276866"/>
                  </a:cubicBezTo>
                  <a:cubicBezTo>
                    <a:pt x="6479222" y="4061753"/>
                    <a:pt x="6470777" y="3806572"/>
                    <a:pt x="6355118" y="3605886"/>
                  </a:cubicBezTo>
                  <a:lnTo>
                    <a:pt x="6355156" y="3605886"/>
                  </a:lnTo>
                  <a:cubicBezTo>
                    <a:pt x="6239535" y="3405201"/>
                    <a:pt x="6231077" y="3150020"/>
                    <a:pt x="6355245" y="2934971"/>
                  </a:cubicBezTo>
                  <a:cubicBezTo>
                    <a:pt x="6540525" y="2614080"/>
                    <a:pt x="6430568" y="2203832"/>
                    <a:pt x="6109677" y="2018552"/>
                  </a:cubicBezTo>
                  <a:lnTo>
                    <a:pt x="6109627" y="2018501"/>
                  </a:lnTo>
                  <a:lnTo>
                    <a:pt x="6109754" y="2018463"/>
                  </a:lnTo>
                  <a:cubicBezTo>
                    <a:pt x="5910847" y="1903375"/>
                    <a:pt x="5776557" y="1689088"/>
                    <a:pt x="5774436" y="1443267"/>
                  </a:cubicBezTo>
                  <a:cubicBezTo>
                    <a:pt x="5775604" y="1327265"/>
                    <a:pt x="5746686" y="1209536"/>
                    <a:pt x="5684545" y="1101865"/>
                  </a:cubicBezTo>
                </a:path>
              </a:pathLst>
            </a:custGeom>
            <a:blipFill>
              <a:blip r:embed="rId5"/>
              <a:stretch>
                <a:fillRect l="-6386" r="-6386"/>
              </a:stretch>
            </a:blipFill>
          </p:spPr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4617902" y="2680305"/>
            <a:ext cx="3027451" cy="3027105"/>
            <a:chOff x="0" y="0"/>
            <a:chExt cx="6350013" cy="6349289"/>
          </a:xfrm>
        </p:grpSpPr>
        <p:sp>
          <p:nvSpPr>
            <p:cNvPr id="21" name="Freeform 21"/>
            <p:cNvSpPr/>
            <p:nvPr/>
          </p:nvSpPr>
          <p:spPr>
            <a:xfrm>
              <a:off x="-95250" y="-95136"/>
              <a:ext cx="6540525" cy="6539573"/>
            </a:xfrm>
            <a:custGeom>
              <a:avLst/>
              <a:gdLst/>
              <a:ahLst/>
              <a:cxnLst/>
              <a:rect l="l" t="t" r="r" b="b"/>
              <a:pathLst>
                <a:path w="6540525" h="6539573">
                  <a:moveTo>
                    <a:pt x="5684545" y="1101865"/>
                  </a:moveTo>
                  <a:cubicBezTo>
                    <a:pt x="5560364" y="886829"/>
                    <a:pt x="5335181" y="766521"/>
                    <a:pt x="5103533" y="766356"/>
                  </a:cubicBezTo>
                  <a:lnTo>
                    <a:pt x="5103571" y="766318"/>
                  </a:lnTo>
                  <a:cubicBezTo>
                    <a:pt x="4871923" y="766115"/>
                    <a:pt x="4646701" y="645821"/>
                    <a:pt x="4522559" y="430810"/>
                  </a:cubicBezTo>
                  <a:cubicBezTo>
                    <a:pt x="4337317" y="109919"/>
                    <a:pt x="3927030" y="0"/>
                    <a:pt x="3606140" y="185281"/>
                  </a:cubicBezTo>
                  <a:lnTo>
                    <a:pt x="3606089" y="185319"/>
                  </a:lnTo>
                  <a:lnTo>
                    <a:pt x="3606089" y="185115"/>
                  </a:lnTo>
                  <a:cubicBezTo>
                    <a:pt x="3406788" y="299936"/>
                    <a:pt x="3153854" y="309029"/>
                    <a:pt x="2939771" y="187630"/>
                  </a:cubicBezTo>
                  <a:cubicBezTo>
                    <a:pt x="2836743" y="126902"/>
                    <a:pt x="2719296" y="94958"/>
                    <a:pt x="2599703" y="95136"/>
                  </a:cubicBezTo>
                  <a:cubicBezTo>
                    <a:pt x="2351405" y="95136"/>
                    <a:pt x="2134641" y="230048"/>
                    <a:pt x="2018614" y="430568"/>
                  </a:cubicBezTo>
                  <a:lnTo>
                    <a:pt x="2018614" y="430530"/>
                  </a:lnTo>
                  <a:cubicBezTo>
                    <a:pt x="1902625" y="631012"/>
                    <a:pt x="1685811" y="765925"/>
                    <a:pt x="1437551" y="765925"/>
                  </a:cubicBezTo>
                  <a:cubicBezTo>
                    <a:pt x="1067029" y="765925"/>
                    <a:pt x="766686" y="1066267"/>
                    <a:pt x="766686" y="1436789"/>
                  </a:cubicBezTo>
                  <a:lnTo>
                    <a:pt x="766686" y="1436866"/>
                  </a:lnTo>
                  <a:lnTo>
                    <a:pt x="766483" y="1436789"/>
                  </a:lnTo>
                  <a:cubicBezTo>
                    <a:pt x="766280" y="1666672"/>
                    <a:pt x="647802" y="1890154"/>
                    <a:pt x="435902" y="2014906"/>
                  </a:cubicBezTo>
                  <a:cubicBezTo>
                    <a:pt x="331646" y="2073744"/>
                    <a:pt x="245134" y="2159541"/>
                    <a:pt x="185433" y="2263305"/>
                  </a:cubicBezTo>
                  <a:cubicBezTo>
                    <a:pt x="61277" y="2478367"/>
                    <a:pt x="69723" y="2733523"/>
                    <a:pt x="185395" y="2934246"/>
                  </a:cubicBezTo>
                  <a:lnTo>
                    <a:pt x="185357" y="2934246"/>
                  </a:lnTo>
                  <a:cubicBezTo>
                    <a:pt x="300939" y="3134932"/>
                    <a:pt x="309385" y="3390113"/>
                    <a:pt x="185230" y="3605149"/>
                  </a:cubicBezTo>
                  <a:cubicBezTo>
                    <a:pt x="0" y="3926002"/>
                    <a:pt x="109906" y="4336288"/>
                    <a:pt x="430797" y="4521569"/>
                  </a:cubicBezTo>
                  <a:lnTo>
                    <a:pt x="430835" y="4521607"/>
                  </a:lnTo>
                  <a:lnTo>
                    <a:pt x="430708" y="4521695"/>
                  </a:lnTo>
                  <a:cubicBezTo>
                    <a:pt x="631228" y="4637634"/>
                    <a:pt x="766077" y="4854448"/>
                    <a:pt x="766077" y="5102746"/>
                  </a:cubicBezTo>
                  <a:cubicBezTo>
                    <a:pt x="766077" y="5473268"/>
                    <a:pt x="1066419" y="5773611"/>
                    <a:pt x="1436929" y="5773611"/>
                  </a:cubicBezTo>
                  <a:cubicBezTo>
                    <a:pt x="1685239" y="5773611"/>
                    <a:pt x="1901965" y="5908497"/>
                    <a:pt x="2018030" y="6109018"/>
                  </a:cubicBezTo>
                  <a:cubicBezTo>
                    <a:pt x="2134019" y="6309449"/>
                    <a:pt x="2350821" y="6444425"/>
                    <a:pt x="2599093" y="6444425"/>
                  </a:cubicBezTo>
                  <a:cubicBezTo>
                    <a:pt x="2718685" y="6444579"/>
                    <a:pt x="2836127" y="6412633"/>
                    <a:pt x="2939161" y="6351918"/>
                  </a:cubicBezTo>
                  <a:cubicBezTo>
                    <a:pt x="3153194" y="6230544"/>
                    <a:pt x="3406191" y="6239637"/>
                    <a:pt x="3605479" y="6354496"/>
                  </a:cubicBezTo>
                  <a:lnTo>
                    <a:pt x="3605479" y="6354255"/>
                  </a:lnTo>
                  <a:lnTo>
                    <a:pt x="3605517" y="6354331"/>
                  </a:lnTo>
                  <a:cubicBezTo>
                    <a:pt x="3926408" y="6539573"/>
                    <a:pt x="4336694" y="6429617"/>
                    <a:pt x="4521987" y="6108764"/>
                  </a:cubicBezTo>
                  <a:cubicBezTo>
                    <a:pt x="4646130" y="5893766"/>
                    <a:pt x="4871314" y="5773446"/>
                    <a:pt x="5102961" y="5773281"/>
                  </a:cubicBezTo>
                  <a:lnTo>
                    <a:pt x="5102911" y="5773192"/>
                  </a:lnTo>
                  <a:cubicBezTo>
                    <a:pt x="5334558" y="5773027"/>
                    <a:pt x="5559780" y="5652707"/>
                    <a:pt x="5683885" y="5437709"/>
                  </a:cubicBezTo>
                  <a:cubicBezTo>
                    <a:pt x="5745010" y="5331855"/>
                    <a:pt x="5774017" y="5216234"/>
                    <a:pt x="5773890" y="5102213"/>
                  </a:cubicBezTo>
                  <a:lnTo>
                    <a:pt x="5773979" y="5102290"/>
                  </a:lnTo>
                  <a:cubicBezTo>
                    <a:pt x="5774182" y="4878846"/>
                    <a:pt x="5886145" y="4661358"/>
                    <a:pt x="6087059" y="4534828"/>
                  </a:cubicBezTo>
                  <a:cubicBezTo>
                    <a:pt x="6195364" y="4477881"/>
                    <a:pt x="6289357" y="4390620"/>
                    <a:pt x="6355029" y="4276866"/>
                  </a:cubicBezTo>
                  <a:cubicBezTo>
                    <a:pt x="6479222" y="4061753"/>
                    <a:pt x="6470777" y="3806572"/>
                    <a:pt x="6355118" y="3605886"/>
                  </a:cubicBezTo>
                  <a:lnTo>
                    <a:pt x="6355156" y="3605886"/>
                  </a:lnTo>
                  <a:cubicBezTo>
                    <a:pt x="6239535" y="3405201"/>
                    <a:pt x="6231077" y="3150020"/>
                    <a:pt x="6355245" y="2934971"/>
                  </a:cubicBezTo>
                  <a:cubicBezTo>
                    <a:pt x="6540525" y="2614080"/>
                    <a:pt x="6430568" y="2203832"/>
                    <a:pt x="6109677" y="2018552"/>
                  </a:cubicBezTo>
                  <a:lnTo>
                    <a:pt x="6109627" y="2018501"/>
                  </a:lnTo>
                  <a:lnTo>
                    <a:pt x="6109754" y="2018463"/>
                  </a:lnTo>
                  <a:cubicBezTo>
                    <a:pt x="5910847" y="1903375"/>
                    <a:pt x="5776557" y="1689088"/>
                    <a:pt x="5774436" y="1443267"/>
                  </a:cubicBezTo>
                  <a:cubicBezTo>
                    <a:pt x="5775604" y="1327265"/>
                    <a:pt x="5746686" y="1209536"/>
                    <a:pt x="5684545" y="1101865"/>
                  </a:cubicBezTo>
                </a:path>
              </a:pathLst>
            </a:custGeom>
            <a:blipFill>
              <a:blip r:embed="rId6"/>
              <a:stretch>
                <a:fillRect l="-11396" r="-11396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0234911" y="6076717"/>
            <a:ext cx="4278230" cy="3346385"/>
            <a:chOff x="-23283" y="0"/>
            <a:chExt cx="1038675" cy="4085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5392" cy="402515"/>
            </a:xfrm>
            <a:custGeom>
              <a:avLst/>
              <a:gdLst/>
              <a:ahLst/>
              <a:cxnLst/>
              <a:rect l="l" t="t" r="r" b="b"/>
              <a:pathLst>
                <a:path w="1015392" h="402515">
                  <a:moveTo>
                    <a:pt x="0" y="0"/>
                  </a:moveTo>
                  <a:lnTo>
                    <a:pt x="812192" y="0"/>
                  </a:lnTo>
                  <a:lnTo>
                    <a:pt x="1015392" y="201257"/>
                  </a:lnTo>
                  <a:lnTo>
                    <a:pt x="812192" y="402515"/>
                  </a:lnTo>
                  <a:lnTo>
                    <a:pt x="0" y="402515"/>
                  </a:lnTo>
                  <a:lnTo>
                    <a:pt x="203200" y="20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AF6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23283" y="5998"/>
              <a:ext cx="1015392" cy="402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36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Ville</a:t>
              </a:r>
              <a:endParaRPr lang="fr-FR" sz="3600" b="1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endParaRPr lang="fr-FR" sz="3600" b="1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r>
                <a:rPr lang="fr-FR" sz="36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 V </a:t>
              </a:r>
              <a:r>
                <a:rPr lang="en-US" sz="36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industrielle 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30913" y="4050208"/>
            <a:ext cx="4634647" cy="7350270"/>
            <a:chOff x="0" y="-196340"/>
            <a:chExt cx="1015392" cy="73314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5392" cy="330616"/>
            </a:xfrm>
            <a:custGeom>
              <a:avLst/>
              <a:gdLst/>
              <a:ahLst/>
              <a:cxnLst/>
              <a:rect l="l" t="t" r="r" b="b"/>
              <a:pathLst>
                <a:path w="1015392" h="330616">
                  <a:moveTo>
                    <a:pt x="0" y="0"/>
                  </a:moveTo>
                  <a:lnTo>
                    <a:pt x="812192" y="0"/>
                  </a:lnTo>
                  <a:lnTo>
                    <a:pt x="1015392" y="165308"/>
                  </a:lnTo>
                  <a:lnTo>
                    <a:pt x="812192" y="330616"/>
                  </a:lnTo>
                  <a:lnTo>
                    <a:pt x="0" y="330616"/>
                  </a:lnTo>
                  <a:lnTo>
                    <a:pt x="203200" y="1653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3B1E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026" y="-196340"/>
              <a:ext cx="967383" cy="733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Ville de la</a:t>
              </a:r>
              <a:endParaRPr lang="fr-FR" sz="3200" b="1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endParaRPr lang="fr-FR" sz="3200" b="1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</a:t>
              </a:r>
              <a:r>
                <a:rPr lang="fr-FR" sz="32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       </a:t>
              </a:r>
              <a:r>
                <a:rPr lang="fr-FR" sz="3200" b="1" dirty="0" err="1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renaissan</a:t>
              </a:r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ce </a:t>
              </a:r>
              <a:endParaRPr lang="fr-FR" sz="3200" b="1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endParaRPr lang="en-US" sz="3200" b="1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r>
                <a:rPr lang="fr-FR" sz="32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   </a:t>
              </a:r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et de la période</a:t>
              </a:r>
              <a:endParaRPr lang="fr-FR" sz="3200" b="1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</a:t>
              </a:r>
            </a:p>
            <a:p>
              <a:pPr algn="ctr">
                <a:lnSpc>
                  <a:spcPts val="2659"/>
                </a:lnSpc>
              </a:pPr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classique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318281" y="5977934"/>
            <a:ext cx="4341677" cy="3899251"/>
            <a:chOff x="0" y="0"/>
            <a:chExt cx="1015392" cy="40934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15392" cy="352926"/>
            </a:xfrm>
            <a:custGeom>
              <a:avLst/>
              <a:gdLst/>
              <a:ahLst/>
              <a:cxnLst/>
              <a:rect l="l" t="t" r="r" b="b"/>
              <a:pathLst>
                <a:path w="1015392" h="352926">
                  <a:moveTo>
                    <a:pt x="0" y="0"/>
                  </a:moveTo>
                  <a:lnTo>
                    <a:pt x="812192" y="0"/>
                  </a:lnTo>
                  <a:lnTo>
                    <a:pt x="1015392" y="176463"/>
                  </a:lnTo>
                  <a:lnTo>
                    <a:pt x="812192" y="352926"/>
                  </a:lnTo>
                  <a:lnTo>
                    <a:pt x="0" y="352926"/>
                  </a:lnTo>
                  <a:lnTo>
                    <a:pt x="203200" y="176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EAAD"/>
            </a:solidFill>
          </p:spPr>
          <p:txBody>
            <a:bodyPr/>
            <a:lstStyle/>
            <a:p>
              <a:endParaRPr lang="fr-FR" b="1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299" y="8790"/>
              <a:ext cx="761392" cy="400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4400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V</a:t>
              </a:r>
              <a:r>
                <a:rPr lang="fr-FR" sz="4400" dirty="0" err="1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ille</a:t>
              </a:r>
              <a:r>
                <a:rPr lang="en-US" sz="4400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du</a:t>
              </a:r>
              <a:endParaRPr lang="fr-FR" sz="4400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endParaRPr lang="fr-FR" sz="4400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r>
                <a:rPr lang="en-US" sz="4400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Moyen</a:t>
              </a:r>
              <a:endParaRPr lang="fr-FR" sz="4400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endParaRPr lang="fr-FR" sz="4400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r>
                <a:rPr lang="en-US" sz="4400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Âge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646150" y="6093142"/>
            <a:ext cx="4869777" cy="3346384"/>
            <a:chOff x="0" y="0"/>
            <a:chExt cx="1015392" cy="406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15392" cy="406400"/>
            </a:xfrm>
            <a:custGeom>
              <a:avLst/>
              <a:gdLst/>
              <a:ahLst/>
              <a:cxnLst/>
              <a:rect l="l" t="t" r="r" b="b"/>
              <a:pathLst>
                <a:path w="1015392" h="406400">
                  <a:moveTo>
                    <a:pt x="0" y="0"/>
                  </a:moveTo>
                  <a:lnTo>
                    <a:pt x="812192" y="0"/>
                  </a:lnTo>
                  <a:lnTo>
                    <a:pt x="1015392" y="203200"/>
                  </a:lnTo>
                  <a:lnTo>
                    <a:pt x="81219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2619" y="16035"/>
              <a:ext cx="761392" cy="378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fr-FR" sz="40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Ville </a:t>
              </a:r>
            </a:p>
            <a:p>
              <a:pPr algn="ctr">
                <a:lnSpc>
                  <a:spcPts val="2659"/>
                </a:lnSpc>
              </a:pPr>
              <a:endParaRPr lang="fr-FR" sz="4000" b="1" dirty="0">
                <a:solidFill>
                  <a:schemeClr val="tx2">
                    <a:lumMod val="50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algn="ctr">
                <a:lnSpc>
                  <a:spcPts val="2659"/>
                </a:lnSpc>
              </a:pPr>
              <a:r>
                <a:rPr lang="en-US" sz="4000" b="1" dirty="0">
                  <a:solidFill>
                    <a:schemeClr val="tx2">
                      <a:lumMod val="50000"/>
                    </a:schemeClr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moderne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578945" cy="10287000"/>
          </a:xfrm>
          <a:custGeom>
            <a:avLst/>
            <a:gdLst/>
            <a:ahLst/>
            <a:cxnLst/>
            <a:rect l="l" t="t" r="r" b="b"/>
            <a:pathLst>
              <a:path w="17259300" h="11471543">
                <a:moveTo>
                  <a:pt x="0" y="0"/>
                </a:moveTo>
                <a:lnTo>
                  <a:pt x="17259300" y="0"/>
                </a:lnTo>
                <a:lnTo>
                  <a:pt x="17259300" y="11471543"/>
                </a:lnTo>
                <a:lnTo>
                  <a:pt x="0" y="11471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710" b="-462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Personnalisé</PresentationFormat>
  <Slides>6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&amp; white company business presentation</dc:title>
  <cp:lastModifiedBy>kaseynabou66@gmail.com</cp:lastModifiedBy>
  <cp:revision>5</cp:revision>
  <dcterms:created xsi:type="dcterms:W3CDTF">2006-08-16T00:00:00Z</dcterms:created>
  <dcterms:modified xsi:type="dcterms:W3CDTF">2025-04-01T18:37:37Z</dcterms:modified>
  <dc:identifier>DAGiHVmawfI</dc:identifier>
</cp:coreProperties>
</file>