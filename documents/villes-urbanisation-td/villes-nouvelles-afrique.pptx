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9"/>
  </p:notesMasterIdLst>
  <p:sldIdLst>
    <p:sldId id="256" r:id="rId2"/>
    <p:sldId id="269" r:id="rId3"/>
    <p:sldId id="257" r:id="rId4"/>
    <p:sldId id="271" r:id="rId5"/>
    <p:sldId id="258" r:id="rId6"/>
    <p:sldId id="268" r:id="rId7"/>
    <p:sldId id="272" r:id="rId8"/>
  </p:sldIdLst>
  <p:sldSz cx="9144000" cy="5143500" type="screen16x9"/>
  <p:notesSz cx="6858000" cy="9144000"/>
  <p:embeddedFontLst>
    <p:embeddedFont>
      <p:font typeface="Fira Sans" panose="020B0604020202020204" charset="0"/>
      <p:regular r:id="rId10"/>
      <p:bold r:id="rId11"/>
      <p:italic r:id="rId12"/>
      <p:boldItalic r:id="rId13"/>
    </p:embeddedFont>
    <p:embeddedFont>
      <p:font typeface="Roboto" panose="020B0604020202020204" charset="0"/>
      <p:regular r:id="rId14"/>
      <p:bold r:id="rId15"/>
      <p:italic r:id="rId16"/>
      <p:boldItalic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F030541-3424-4868-A33A-30BF35D0E78F}" v="38" dt="2025-03-18T21:05:00.66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60" y="40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font" Target="fonts/font7.fntdata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23" Type="http://schemas.microsoft.com/office/2015/10/relationships/revisionInfo" Target="revisionInfo.xml"/><Relationship Id="rId10" Type="http://schemas.openxmlformats.org/officeDocument/2006/relationships/font" Target="fonts/font1.fntdata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YA" userId="35a16a21dfd352b2" providerId="LiveId" clId="{2F030541-3424-4868-A33A-30BF35D0E78F}"/>
    <pc:docChg chg="undo custSel addSld delSld modSld">
      <pc:chgData name="KYA" userId="35a16a21dfd352b2" providerId="LiveId" clId="{2F030541-3424-4868-A33A-30BF35D0E78F}" dt="2025-03-19T03:29:27.341" v="406" actId="20577"/>
      <pc:docMkLst>
        <pc:docMk/>
      </pc:docMkLst>
      <pc:sldChg chg="delSp modSp mod">
        <pc:chgData name="KYA" userId="35a16a21dfd352b2" providerId="LiveId" clId="{2F030541-3424-4868-A33A-30BF35D0E78F}" dt="2025-03-18T17:24:11.661" v="79" actId="1076"/>
        <pc:sldMkLst>
          <pc:docMk/>
          <pc:sldMk cId="0" sldId="257"/>
        </pc:sldMkLst>
        <pc:spChg chg="del mod">
          <ac:chgData name="KYA" userId="35a16a21dfd352b2" providerId="LiveId" clId="{2F030541-3424-4868-A33A-30BF35D0E78F}" dt="2025-03-18T17:24:04.963" v="78"/>
          <ac:spMkLst>
            <pc:docMk/>
            <pc:sldMk cId="0" sldId="257"/>
            <ac:spMk id="4" creationId="{00000000-0000-0000-0000-000000000000}"/>
          </ac:spMkLst>
        </pc:spChg>
        <pc:spChg chg="mod">
          <ac:chgData name="KYA" userId="35a16a21dfd352b2" providerId="LiveId" clId="{2F030541-3424-4868-A33A-30BF35D0E78F}" dt="2025-03-18T17:24:11.661" v="79" actId="1076"/>
          <ac:spMkLst>
            <pc:docMk/>
            <pc:sldMk cId="0" sldId="257"/>
            <ac:spMk id="973" creationId="{00000000-0000-0000-0000-000000000000}"/>
          </ac:spMkLst>
        </pc:spChg>
        <pc:spChg chg="mod">
          <ac:chgData name="KYA" userId="35a16a21dfd352b2" providerId="LiveId" clId="{2F030541-3424-4868-A33A-30BF35D0E78F}" dt="2025-03-18T17:23:58.278" v="75" actId="20577"/>
          <ac:spMkLst>
            <pc:docMk/>
            <pc:sldMk cId="0" sldId="257"/>
            <ac:spMk id="977" creationId="{00000000-0000-0000-0000-000000000000}"/>
          </ac:spMkLst>
        </pc:spChg>
      </pc:sldChg>
      <pc:sldChg chg="addSp delSp modSp mod">
        <pc:chgData name="KYA" userId="35a16a21dfd352b2" providerId="LiveId" clId="{2F030541-3424-4868-A33A-30BF35D0E78F}" dt="2025-03-18T21:06:48.223" v="213" actId="790"/>
        <pc:sldMkLst>
          <pc:docMk/>
          <pc:sldMk cId="0" sldId="258"/>
        </pc:sldMkLst>
        <pc:spChg chg="add del">
          <ac:chgData name="KYA" userId="35a16a21dfd352b2" providerId="LiveId" clId="{2F030541-3424-4868-A33A-30BF35D0E78F}" dt="2025-03-18T21:00:09.451" v="163"/>
          <ac:spMkLst>
            <pc:docMk/>
            <pc:sldMk cId="0" sldId="258"/>
            <ac:spMk id="202" creationId="{81D7C9D7-F2C3-4858-8968-109F29DBD703}"/>
          </ac:spMkLst>
        </pc:spChg>
        <pc:spChg chg="add del">
          <ac:chgData name="KYA" userId="35a16a21dfd352b2" providerId="LiveId" clId="{2F030541-3424-4868-A33A-30BF35D0E78F}" dt="2025-03-18T21:00:21.218" v="165"/>
          <ac:spMkLst>
            <pc:docMk/>
            <pc:sldMk cId="0" sldId="258"/>
            <ac:spMk id="203" creationId="{8F7F5140-9EA7-4000-848C-8D06116CA3EE}"/>
          </ac:spMkLst>
        </pc:spChg>
        <pc:spChg chg="add del">
          <ac:chgData name="KYA" userId="35a16a21dfd352b2" providerId="LiveId" clId="{2F030541-3424-4868-A33A-30BF35D0E78F}" dt="2025-03-18T21:00:34.333" v="167"/>
          <ac:spMkLst>
            <pc:docMk/>
            <pc:sldMk cId="0" sldId="258"/>
            <ac:spMk id="204" creationId="{3B4600EF-63E3-49CC-8A20-DDBB42B8B076}"/>
          </ac:spMkLst>
        </pc:spChg>
        <pc:spChg chg="add mod">
          <ac:chgData name="KYA" userId="35a16a21dfd352b2" providerId="LiveId" clId="{2F030541-3424-4868-A33A-30BF35D0E78F}" dt="2025-03-18T21:01:04.646" v="172" actId="1076"/>
          <ac:spMkLst>
            <pc:docMk/>
            <pc:sldMk cId="0" sldId="258"/>
            <ac:spMk id="208" creationId="{F08D5813-5CD2-4661-B633-0286E2935D6F}"/>
          </ac:spMkLst>
        </pc:spChg>
        <pc:spChg chg="add mod">
          <ac:chgData name="KYA" userId="35a16a21dfd352b2" providerId="LiveId" clId="{2F030541-3424-4868-A33A-30BF35D0E78F}" dt="2025-03-18T21:04:19.852" v="197" actId="1076"/>
          <ac:spMkLst>
            <pc:docMk/>
            <pc:sldMk cId="0" sldId="258"/>
            <ac:spMk id="209" creationId="{77A93F36-E877-4336-A1E1-9325B5FA5F8E}"/>
          </ac:spMkLst>
        </pc:spChg>
        <pc:spChg chg="add mod">
          <ac:chgData name="KYA" userId="35a16a21dfd352b2" providerId="LiveId" clId="{2F030541-3424-4868-A33A-30BF35D0E78F}" dt="2025-03-18T21:06:00.960" v="206" actId="1076"/>
          <ac:spMkLst>
            <pc:docMk/>
            <pc:sldMk cId="0" sldId="258"/>
            <ac:spMk id="210" creationId="{79B69F6A-E057-4C27-853D-4B626E9B68A9}"/>
          </ac:spMkLst>
        </pc:spChg>
        <pc:spChg chg="mod">
          <ac:chgData name="KYA" userId="35a16a21dfd352b2" providerId="LiveId" clId="{2F030541-3424-4868-A33A-30BF35D0E78F}" dt="2025-03-18T21:06:25.942" v="209" actId="790"/>
          <ac:spMkLst>
            <pc:docMk/>
            <pc:sldMk cId="0" sldId="258"/>
            <ac:spMk id="1171" creationId="{00000000-0000-0000-0000-000000000000}"/>
          </ac:spMkLst>
        </pc:spChg>
        <pc:spChg chg="mod">
          <ac:chgData name="KYA" userId="35a16a21dfd352b2" providerId="LiveId" clId="{2F030541-3424-4868-A33A-30BF35D0E78F}" dt="2025-03-18T21:06:38.584" v="211" actId="790"/>
          <ac:spMkLst>
            <pc:docMk/>
            <pc:sldMk cId="0" sldId="258"/>
            <ac:spMk id="1172" creationId="{00000000-0000-0000-0000-000000000000}"/>
          </ac:spMkLst>
        </pc:spChg>
        <pc:spChg chg="mod">
          <ac:chgData name="KYA" userId="35a16a21dfd352b2" providerId="LiveId" clId="{2F030541-3424-4868-A33A-30BF35D0E78F}" dt="2025-03-18T21:06:48.223" v="213" actId="790"/>
          <ac:spMkLst>
            <pc:docMk/>
            <pc:sldMk cId="0" sldId="258"/>
            <ac:spMk id="1173" creationId="{00000000-0000-0000-0000-000000000000}"/>
          </ac:spMkLst>
        </pc:spChg>
        <pc:spChg chg="mod">
          <ac:chgData name="KYA" userId="35a16a21dfd352b2" providerId="LiveId" clId="{2F030541-3424-4868-A33A-30BF35D0E78F}" dt="2025-03-18T21:01:55.115" v="181" actId="20577"/>
          <ac:spMkLst>
            <pc:docMk/>
            <pc:sldMk cId="0" sldId="258"/>
            <ac:spMk id="1175" creationId="{00000000-0000-0000-0000-000000000000}"/>
          </ac:spMkLst>
        </pc:spChg>
        <pc:spChg chg="add del mod">
          <ac:chgData name="KYA" userId="35a16a21dfd352b2" providerId="LiveId" clId="{2F030541-3424-4868-A33A-30BF35D0E78F}" dt="2025-03-18T21:04:31.729" v="198" actId="1076"/>
          <ac:spMkLst>
            <pc:docMk/>
            <pc:sldMk cId="0" sldId="258"/>
            <ac:spMk id="1176" creationId="{00000000-0000-0000-0000-000000000000}"/>
          </ac:spMkLst>
        </pc:spChg>
        <pc:spChg chg="mod">
          <ac:chgData name="KYA" userId="35a16a21dfd352b2" providerId="LiveId" clId="{2F030541-3424-4868-A33A-30BF35D0E78F}" dt="2025-03-18T21:06:10.603" v="207" actId="1076"/>
          <ac:spMkLst>
            <pc:docMk/>
            <pc:sldMk cId="0" sldId="258"/>
            <ac:spMk id="1177" creationId="{00000000-0000-0000-0000-000000000000}"/>
          </ac:spMkLst>
        </pc:spChg>
        <pc:grpChg chg="add del">
          <ac:chgData name="KYA" userId="35a16a21dfd352b2" providerId="LiveId" clId="{2F030541-3424-4868-A33A-30BF35D0E78F}" dt="2025-03-18T21:00:45.263" v="170" actId="478"/>
          <ac:grpSpMkLst>
            <pc:docMk/>
            <pc:sldMk cId="0" sldId="258"/>
            <ac:grpSpMk id="205" creationId="{135EE10C-7953-4B6B-A5D8-518ABBC245E8}"/>
          </ac:grpSpMkLst>
        </pc:grpChg>
        <pc:grpChg chg="add del">
          <ac:chgData name="KYA" userId="35a16a21dfd352b2" providerId="LiveId" clId="{2F030541-3424-4868-A33A-30BF35D0E78F}" dt="2025-03-18T21:00:40.259" v="168" actId="21"/>
          <ac:grpSpMkLst>
            <pc:docMk/>
            <pc:sldMk cId="0" sldId="258"/>
            <ac:grpSpMk id="1180" creationId="{00000000-0000-0000-0000-000000000000}"/>
          </ac:grpSpMkLst>
        </pc:grpChg>
        <pc:grpChg chg="add del">
          <ac:chgData name="KYA" userId="35a16a21dfd352b2" providerId="LiveId" clId="{2F030541-3424-4868-A33A-30BF35D0E78F}" dt="2025-03-18T21:03:27.420" v="189" actId="21"/>
          <ac:grpSpMkLst>
            <pc:docMk/>
            <pc:sldMk cId="0" sldId="258"/>
            <ac:grpSpMk id="1185" creationId="{00000000-0000-0000-0000-000000000000}"/>
          </ac:grpSpMkLst>
        </pc:grpChg>
        <pc:grpChg chg="add del">
          <ac:chgData name="KYA" userId="35a16a21dfd352b2" providerId="LiveId" clId="{2F030541-3424-4868-A33A-30BF35D0E78F}" dt="2025-03-18T21:04:55.308" v="200" actId="21"/>
          <ac:grpSpMkLst>
            <pc:docMk/>
            <pc:sldMk cId="0" sldId="258"/>
            <ac:grpSpMk id="1188" creationId="{00000000-0000-0000-0000-000000000000}"/>
          </ac:grpSpMkLst>
        </pc:grpChg>
      </pc:sldChg>
      <pc:sldChg chg="addSp delSp modSp mod">
        <pc:chgData name="KYA" userId="35a16a21dfd352b2" providerId="LiveId" clId="{2F030541-3424-4868-A33A-30BF35D0E78F}" dt="2025-03-19T02:17:36.714" v="214" actId="21"/>
        <pc:sldMkLst>
          <pc:docMk/>
          <pc:sldMk cId="0" sldId="268"/>
        </pc:sldMkLst>
        <pc:spChg chg="add mod">
          <ac:chgData name="KYA" userId="35a16a21dfd352b2" providerId="LiveId" clId="{2F030541-3424-4868-A33A-30BF35D0E78F}" dt="2025-03-18T20:52:08.167" v="120" actId="20577"/>
          <ac:spMkLst>
            <pc:docMk/>
            <pc:sldMk cId="0" sldId="268"/>
            <ac:spMk id="5" creationId="{4C1634CA-9112-466F-9843-70FFC2E0AE4F}"/>
          </ac:spMkLst>
        </pc:spChg>
        <pc:spChg chg="add mod">
          <ac:chgData name="KYA" userId="35a16a21dfd352b2" providerId="LiveId" clId="{2F030541-3424-4868-A33A-30BF35D0E78F}" dt="2025-03-18T20:52:50.613" v="139"/>
          <ac:spMkLst>
            <pc:docMk/>
            <pc:sldMk cId="0" sldId="268"/>
            <ac:spMk id="6" creationId="{EA130751-16D1-41D8-953D-77142227C6C2}"/>
          </ac:spMkLst>
        </pc:spChg>
        <pc:spChg chg="add mod">
          <ac:chgData name="KYA" userId="35a16a21dfd352b2" providerId="LiveId" clId="{2F030541-3424-4868-A33A-30BF35D0E78F}" dt="2025-03-18T20:53:53.371" v="148" actId="20577"/>
          <ac:spMkLst>
            <pc:docMk/>
            <pc:sldMk cId="0" sldId="268"/>
            <ac:spMk id="7" creationId="{B9C57D59-70F0-4622-B18D-50701E36FDEC}"/>
          </ac:spMkLst>
        </pc:spChg>
        <pc:spChg chg="del mod">
          <ac:chgData name="KYA" userId="35a16a21dfd352b2" providerId="LiveId" clId="{2F030541-3424-4868-A33A-30BF35D0E78F}" dt="2025-03-19T02:17:36.714" v="214" actId="21"/>
          <ac:spMkLst>
            <pc:docMk/>
            <pc:sldMk cId="0" sldId="268"/>
            <ac:spMk id="3314" creationId="{00000000-0000-0000-0000-000000000000}"/>
          </ac:spMkLst>
        </pc:spChg>
        <pc:spChg chg="mod">
          <ac:chgData name="KYA" userId="35a16a21dfd352b2" providerId="LiveId" clId="{2F030541-3424-4868-A33A-30BF35D0E78F}" dt="2025-03-18T20:53:40.192" v="144" actId="1076"/>
          <ac:spMkLst>
            <pc:docMk/>
            <pc:sldMk cId="0" sldId="268"/>
            <ac:spMk id="3315" creationId="{00000000-0000-0000-0000-000000000000}"/>
          </ac:spMkLst>
        </pc:spChg>
      </pc:sldChg>
      <pc:sldChg chg="addSp delSp modSp mod delAnim modAnim">
        <pc:chgData name="KYA" userId="35a16a21dfd352b2" providerId="LiveId" clId="{2F030541-3424-4868-A33A-30BF35D0E78F}" dt="2025-03-19T03:20:59.995" v="219" actId="255"/>
        <pc:sldMkLst>
          <pc:docMk/>
          <pc:sldMk cId="0" sldId="269"/>
        </pc:sldMkLst>
        <pc:spChg chg="add del mod">
          <ac:chgData name="KYA" userId="35a16a21dfd352b2" providerId="LiveId" clId="{2F030541-3424-4868-A33A-30BF35D0E78F}" dt="2025-03-18T17:25:12.032" v="85"/>
          <ac:spMkLst>
            <pc:docMk/>
            <pc:sldMk cId="0" sldId="269"/>
            <ac:spMk id="2" creationId="{BF2903B5-E4AD-44A6-B432-FC872C686347}"/>
          </ac:spMkLst>
        </pc:spChg>
        <pc:spChg chg="add mod">
          <ac:chgData name="KYA" userId="35a16a21dfd352b2" providerId="LiveId" clId="{2F030541-3424-4868-A33A-30BF35D0E78F}" dt="2025-03-19T03:20:59.995" v="219" actId="255"/>
          <ac:spMkLst>
            <pc:docMk/>
            <pc:sldMk cId="0" sldId="269"/>
            <ac:spMk id="3" creationId="{D0EE9FC3-2B4B-44C4-A349-94366609EF62}"/>
          </ac:spMkLst>
        </pc:spChg>
        <pc:spChg chg="add del mod">
          <ac:chgData name="KYA" userId="35a16a21dfd352b2" providerId="LiveId" clId="{2F030541-3424-4868-A33A-30BF35D0E78F}" dt="2025-03-19T03:20:38.760" v="216" actId="21"/>
          <ac:spMkLst>
            <pc:docMk/>
            <pc:sldMk cId="0" sldId="269"/>
            <ac:spMk id="4" creationId="{4480DB15-8933-4FDB-85FA-7E376B8FE03A}"/>
          </ac:spMkLst>
        </pc:spChg>
        <pc:spChg chg="mod">
          <ac:chgData name="KYA" userId="35a16a21dfd352b2" providerId="LiveId" clId="{2F030541-3424-4868-A33A-30BF35D0E78F}" dt="2025-03-19T03:20:47.381" v="218" actId="1076"/>
          <ac:spMkLst>
            <pc:docMk/>
            <pc:sldMk cId="0" sldId="269"/>
            <ac:spMk id="3680" creationId="{00000000-0000-0000-0000-000000000000}"/>
          </ac:spMkLst>
        </pc:spChg>
        <pc:grpChg chg="del">
          <ac:chgData name="KYA" userId="35a16a21dfd352b2" providerId="LiveId" clId="{2F030541-3424-4868-A33A-30BF35D0E78F}" dt="2025-03-18T17:25:02.650" v="80" actId="21"/>
          <ac:grpSpMkLst>
            <pc:docMk/>
            <pc:sldMk cId="0" sldId="269"/>
            <ac:grpSpMk id="363" creationId="{00000000-0000-0000-0000-000000000000}"/>
          </ac:grpSpMkLst>
        </pc:grpChg>
        <pc:grpChg chg="add del">
          <ac:chgData name="KYA" userId="35a16a21dfd352b2" providerId="LiveId" clId="{2F030541-3424-4868-A33A-30BF35D0E78F}" dt="2025-03-18T17:25:12.031" v="83" actId="478"/>
          <ac:grpSpMkLst>
            <pc:docMk/>
            <pc:sldMk cId="0" sldId="269"/>
            <ac:grpSpMk id="497" creationId="{D7DF4881-4E63-4858-A3E7-E4E0B80CF8FA}"/>
          </ac:grpSpMkLst>
        </pc:grpChg>
      </pc:sldChg>
      <pc:sldChg chg="addSp delSp modSp del mod">
        <pc:chgData name="KYA" userId="35a16a21dfd352b2" providerId="LiveId" clId="{2F030541-3424-4868-A33A-30BF35D0E78F}" dt="2025-03-19T03:27:50.738" v="398" actId="2696"/>
        <pc:sldMkLst>
          <pc:docMk/>
          <pc:sldMk cId="1471655792" sldId="270"/>
        </pc:sldMkLst>
        <pc:spChg chg="add mod">
          <ac:chgData name="KYA" userId="35a16a21dfd352b2" providerId="LiveId" clId="{2F030541-3424-4868-A33A-30BF35D0E78F}" dt="2025-03-19T03:22:11.745" v="249" actId="113"/>
          <ac:spMkLst>
            <pc:docMk/>
            <pc:sldMk cId="1471655792" sldId="270"/>
            <ac:spMk id="3" creationId="{4DD71BA8-1600-483E-AB86-CB04C752A3D9}"/>
          </ac:spMkLst>
        </pc:spChg>
        <pc:spChg chg="add mod">
          <ac:chgData name="KYA" userId="35a16a21dfd352b2" providerId="LiveId" clId="{2F030541-3424-4868-A33A-30BF35D0E78F}" dt="2025-03-19T03:22:50.389" v="287" actId="113"/>
          <ac:spMkLst>
            <pc:docMk/>
            <pc:sldMk cId="1471655792" sldId="270"/>
            <ac:spMk id="5" creationId="{BE299D0C-E5FB-41E8-9805-66D451DD0005}"/>
          </ac:spMkLst>
        </pc:spChg>
        <pc:picChg chg="del">
          <ac:chgData name="KYA" userId="35a16a21dfd352b2" providerId="LiveId" clId="{2F030541-3424-4868-A33A-30BF35D0E78F}" dt="2025-03-19T03:21:38.013" v="220" actId="21"/>
          <ac:picMkLst>
            <pc:docMk/>
            <pc:sldMk cId="1471655792" sldId="270"/>
            <ac:picMk id="4" creationId="{00000000-0000-0000-0000-000000000000}"/>
          </ac:picMkLst>
        </pc:picChg>
      </pc:sldChg>
      <pc:sldChg chg="addSp delSp modSp new del mod">
        <pc:chgData name="KYA" userId="35a16a21dfd352b2" providerId="LiveId" clId="{2F030541-3424-4868-A33A-30BF35D0E78F}" dt="2025-03-18T17:22:42.111" v="67" actId="2696"/>
        <pc:sldMkLst>
          <pc:docMk/>
          <pc:sldMk cId="334542441" sldId="271"/>
        </pc:sldMkLst>
        <pc:spChg chg="del">
          <ac:chgData name="KYA" userId="35a16a21dfd352b2" providerId="LiveId" clId="{2F030541-3424-4868-A33A-30BF35D0E78F}" dt="2025-03-18T17:15:52.666" v="1" actId="21"/>
          <ac:spMkLst>
            <pc:docMk/>
            <pc:sldMk cId="334542441" sldId="271"/>
            <ac:spMk id="2" creationId="{542155E0-6A7A-445B-AF7D-A25C7BFA1576}"/>
          </ac:spMkLst>
        </pc:spChg>
        <pc:spChg chg="del">
          <ac:chgData name="KYA" userId="35a16a21dfd352b2" providerId="LiveId" clId="{2F030541-3424-4868-A33A-30BF35D0E78F}" dt="2025-03-18T17:15:57.342" v="2" actId="21"/>
          <ac:spMkLst>
            <pc:docMk/>
            <pc:sldMk cId="334542441" sldId="271"/>
            <ac:spMk id="3" creationId="{69FE3A44-FB2A-42A3-860E-E82820FD9AA5}"/>
          </ac:spMkLst>
        </pc:spChg>
        <pc:spChg chg="add del">
          <ac:chgData name="KYA" userId="35a16a21dfd352b2" providerId="LiveId" clId="{2F030541-3424-4868-A33A-30BF35D0E78F}" dt="2025-03-18T17:16:11.758" v="4" actId="21"/>
          <ac:spMkLst>
            <pc:docMk/>
            <pc:sldMk cId="334542441" sldId="271"/>
            <ac:spMk id="4" creationId="{0217B3E1-CA8B-4DFA-B129-C58E700F3B3E}"/>
          </ac:spMkLst>
        </pc:spChg>
        <pc:spChg chg="del mod">
          <ac:chgData name="KYA" userId="35a16a21dfd352b2" providerId="LiveId" clId="{2F030541-3424-4868-A33A-30BF35D0E78F}" dt="2025-03-18T17:19:59.801" v="40" actId="478"/>
          <ac:spMkLst>
            <pc:docMk/>
            <pc:sldMk cId="334542441" sldId="271"/>
            <ac:spMk id="331" creationId="{3CF37E2F-E50E-4D30-835F-25DFE02DA20D}"/>
          </ac:spMkLst>
        </pc:spChg>
        <pc:spChg chg="del">
          <ac:chgData name="KYA" userId="35a16a21dfd352b2" providerId="LiveId" clId="{2F030541-3424-4868-A33A-30BF35D0E78F}" dt="2025-03-18T17:19:06.044" v="33" actId="21"/>
          <ac:spMkLst>
            <pc:docMk/>
            <pc:sldMk cId="334542441" sldId="271"/>
            <ac:spMk id="332" creationId="{9E19BB97-A11D-4F1E-9892-896167EC6751}"/>
          </ac:spMkLst>
        </pc:spChg>
        <pc:spChg chg="del">
          <ac:chgData name="KYA" userId="35a16a21dfd352b2" providerId="LiveId" clId="{2F030541-3424-4868-A33A-30BF35D0E78F}" dt="2025-03-18T17:19:27.151" v="37" actId="478"/>
          <ac:spMkLst>
            <pc:docMk/>
            <pc:sldMk cId="334542441" sldId="271"/>
            <ac:spMk id="333" creationId="{05E9BC98-0315-4444-A396-5673AB5F7FB3}"/>
          </ac:spMkLst>
        </pc:spChg>
        <pc:spChg chg="del">
          <ac:chgData name="KYA" userId="35a16a21dfd352b2" providerId="LiveId" clId="{2F030541-3424-4868-A33A-30BF35D0E78F}" dt="2025-03-18T17:18:54.073" v="30" actId="21"/>
          <ac:spMkLst>
            <pc:docMk/>
            <pc:sldMk cId="334542441" sldId="271"/>
            <ac:spMk id="334" creationId="{0D2AE18C-4953-4B97-AEEF-CA05DC95FD67}"/>
          </ac:spMkLst>
        </pc:spChg>
        <pc:spChg chg="del">
          <ac:chgData name="KYA" userId="35a16a21dfd352b2" providerId="LiveId" clId="{2F030541-3424-4868-A33A-30BF35D0E78F}" dt="2025-03-18T17:19:52.649" v="38" actId="478"/>
          <ac:spMkLst>
            <pc:docMk/>
            <pc:sldMk cId="334542441" sldId="271"/>
            <ac:spMk id="335" creationId="{82B7FD12-1D88-4503-8FE5-E33328175946}"/>
          </ac:spMkLst>
        </pc:spChg>
        <pc:spChg chg="del mod">
          <ac:chgData name="KYA" userId="35a16a21dfd352b2" providerId="LiveId" clId="{2F030541-3424-4868-A33A-30BF35D0E78F}" dt="2025-03-18T17:19:01.684" v="32" actId="478"/>
          <ac:spMkLst>
            <pc:docMk/>
            <pc:sldMk cId="334542441" sldId="271"/>
            <ac:spMk id="336" creationId="{A8AE2DA2-573B-4EEE-8099-36B619DDDA46}"/>
          </ac:spMkLst>
        </pc:spChg>
        <pc:spChg chg="del">
          <ac:chgData name="KYA" userId="35a16a21dfd352b2" providerId="LiveId" clId="{2F030541-3424-4868-A33A-30BF35D0E78F}" dt="2025-03-18T17:19:24.023" v="36" actId="478"/>
          <ac:spMkLst>
            <pc:docMk/>
            <pc:sldMk cId="334542441" sldId="271"/>
            <ac:spMk id="337" creationId="{0B7EEEA6-61E9-4D13-B2BD-E61E14148803}"/>
          </ac:spMkLst>
        </pc:spChg>
        <pc:spChg chg="del">
          <ac:chgData name="KYA" userId="35a16a21dfd352b2" providerId="LiveId" clId="{2F030541-3424-4868-A33A-30BF35D0E78F}" dt="2025-03-18T17:19:11.055" v="34" actId="478"/>
          <ac:spMkLst>
            <pc:docMk/>
            <pc:sldMk cId="334542441" sldId="271"/>
            <ac:spMk id="338" creationId="{844CF07D-F48E-4A0E-B15A-795E8C085257}"/>
          </ac:spMkLst>
        </pc:spChg>
        <pc:spChg chg="del mod">
          <ac:chgData name="KYA" userId="35a16a21dfd352b2" providerId="LiveId" clId="{2F030541-3424-4868-A33A-30BF35D0E78F}" dt="2025-03-18T17:17:39.426" v="13" actId="478"/>
          <ac:spMkLst>
            <pc:docMk/>
            <pc:sldMk cId="334542441" sldId="271"/>
            <ac:spMk id="340" creationId="{6028B44F-43F7-4171-B038-0D4C078F11B0}"/>
          </ac:spMkLst>
        </pc:spChg>
        <pc:spChg chg="del">
          <ac:chgData name="KYA" userId="35a16a21dfd352b2" providerId="LiveId" clId="{2F030541-3424-4868-A33A-30BF35D0E78F}" dt="2025-03-18T17:18:38.368" v="28" actId="21"/>
          <ac:spMkLst>
            <pc:docMk/>
            <pc:sldMk cId="334542441" sldId="271"/>
            <ac:spMk id="342" creationId="{3819E924-3D38-4933-B876-08B5A74B0F71}"/>
          </ac:spMkLst>
        </pc:spChg>
        <pc:spChg chg="del">
          <ac:chgData name="KYA" userId="35a16a21dfd352b2" providerId="LiveId" clId="{2F030541-3424-4868-A33A-30BF35D0E78F}" dt="2025-03-18T17:18:46.033" v="29" actId="21"/>
          <ac:spMkLst>
            <pc:docMk/>
            <pc:sldMk cId="334542441" sldId="271"/>
            <ac:spMk id="345" creationId="{BDC5DE78-06A0-4721-AA9E-67B400AAD663}"/>
          </ac:spMkLst>
        </pc:spChg>
        <pc:spChg chg="del mod">
          <ac:chgData name="KYA" userId="35a16a21dfd352b2" providerId="LiveId" clId="{2F030541-3424-4868-A33A-30BF35D0E78F}" dt="2025-03-18T17:20:04.845" v="42" actId="478"/>
          <ac:spMkLst>
            <pc:docMk/>
            <pc:sldMk cId="334542441" sldId="271"/>
            <ac:spMk id="347" creationId="{7C2F46FC-C0F9-40E7-B7B5-597F56921E79}"/>
          </ac:spMkLst>
        </pc:spChg>
        <pc:spChg chg="del mod">
          <ac:chgData name="KYA" userId="35a16a21dfd352b2" providerId="LiveId" clId="{2F030541-3424-4868-A33A-30BF35D0E78F}" dt="2025-03-18T17:20:10.092" v="44" actId="478"/>
          <ac:spMkLst>
            <pc:docMk/>
            <pc:sldMk cId="334542441" sldId="271"/>
            <ac:spMk id="348" creationId="{C3ED630D-3934-4789-BED2-F2132946352D}"/>
          </ac:spMkLst>
        </pc:spChg>
        <pc:spChg chg="del mod">
          <ac:chgData name="KYA" userId="35a16a21dfd352b2" providerId="LiveId" clId="{2F030541-3424-4868-A33A-30BF35D0E78F}" dt="2025-03-18T17:18:13.419" v="22" actId="478"/>
          <ac:spMkLst>
            <pc:docMk/>
            <pc:sldMk cId="334542441" sldId="271"/>
            <ac:spMk id="349" creationId="{829557E2-6CFE-4882-A954-AA74CD3A8D28}"/>
          </ac:spMkLst>
        </pc:spChg>
        <pc:spChg chg="del">
          <ac:chgData name="KYA" userId="35a16a21dfd352b2" providerId="LiveId" clId="{2F030541-3424-4868-A33A-30BF35D0E78F}" dt="2025-03-18T17:18:02.207" v="20" actId="478"/>
          <ac:spMkLst>
            <pc:docMk/>
            <pc:sldMk cId="334542441" sldId="271"/>
            <ac:spMk id="362" creationId="{33B12D2B-7E89-4095-952A-DEA4C805CEF5}"/>
          </ac:spMkLst>
        </pc:spChg>
        <pc:spChg chg="del">
          <ac:chgData name="KYA" userId="35a16a21dfd352b2" providerId="LiveId" clId="{2F030541-3424-4868-A33A-30BF35D0E78F}" dt="2025-03-18T17:17:59.525" v="19" actId="478"/>
          <ac:spMkLst>
            <pc:docMk/>
            <pc:sldMk cId="334542441" sldId="271"/>
            <ac:spMk id="364" creationId="{B0CAFDCE-DAC5-47EC-BBBB-885EA78540C8}"/>
          </ac:spMkLst>
        </pc:spChg>
        <pc:spChg chg="del">
          <ac:chgData name="KYA" userId="35a16a21dfd352b2" providerId="LiveId" clId="{2F030541-3424-4868-A33A-30BF35D0E78F}" dt="2025-03-18T17:18:27.912" v="27" actId="478"/>
          <ac:spMkLst>
            <pc:docMk/>
            <pc:sldMk cId="334542441" sldId="271"/>
            <ac:spMk id="372" creationId="{BFDB979B-5DF0-4572-9AF9-46DB21F193FE}"/>
          </ac:spMkLst>
        </pc:spChg>
        <pc:spChg chg="del">
          <ac:chgData name="KYA" userId="35a16a21dfd352b2" providerId="LiveId" clId="{2F030541-3424-4868-A33A-30BF35D0E78F}" dt="2025-03-18T17:18:24.045" v="26" actId="478"/>
          <ac:spMkLst>
            <pc:docMk/>
            <pc:sldMk cId="334542441" sldId="271"/>
            <ac:spMk id="373" creationId="{9ABF57BF-C540-4EC6-8A5C-EC8DA791E7C4}"/>
          </ac:spMkLst>
        </pc:spChg>
        <pc:spChg chg="del mod">
          <ac:chgData name="KYA" userId="35a16a21dfd352b2" providerId="LiveId" clId="{2F030541-3424-4868-A33A-30BF35D0E78F}" dt="2025-03-18T17:18:21.354" v="24" actId="478"/>
          <ac:spMkLst>
            <pc:docMk/>
            <pc:sldMk cId="334542441" sldId="271"/>
            <ac:spMk id="374" creationId="{E0365407-F96E-4C7A-B042-14B74AEDDFC6}"/>
          </ac:spMkLst>
        </pc:spChg>
        <pc:spChg chg="del mod">
          <ac:chgData name="KYA" userId="35a16a21dfd352b2" providerId="LiveId" clId="{2F030541-3424-4868-A33A-30BF35D0E78F}" dt="2025-03-18T17:20:24.061" v="49" actId="478"/>
          <ac:spMkLst>
            <pc:docMk/>
            <pc:sldMk cId="334542441" sldId="271"/>
            <ac:spMk id="388" creationId="{5BE2465F-8026-4AE5-B5FE-049D5A73E63A}"/>
          </ac:spMkLst>
        </pc:spChg>
        <pc:spChg chg="del">
          <ac:chgData name="KYA" userId="35a16a21dfd352b2" providerId="LiveId" clId="{2F030541-3424-4868-A33A-30BF35D0E78F}" dt="2025-03-18T17:17:42.763" v="15" actId="478"/>
          <ac:spMkLst>
            <pc:docMk/>
            <pc:sldMk cId="334542441" sldId="271"/>
            <ac:spMk id="389" creationId="{018EC720-75A4-443B-B7F1-370B111E2170}"/>
          </ac:spMkLst>
        </pc:spChg>
        <pc:spChg chg="del mod">
          <ac:chgData name="KYA" userId="35a16a21dfd352b2" providerId="LiveId" clId="{2F030541-3424-4868-A33A-30BF35D0E78F}" dt="2025-03-18T17:20:15.321" v="46" actId="478"/>
          <ac:spMkLst>
            <pc:docMk/>
            <pc:sldMk cId="334542441" sldId="271"/>
            <ac:spMk id="390" creationId="{B6BDA234-3C36-4578-8077-919C075A12E5}"/>
          </ac:spMkLst>
        </pc:spChg>
        <pc:spChg chg="del mod">
          <ac:chgData name="KYA" userId="35a16a21dfd352b2" providerId="LiveId" clId="{2F030541-3424-4868-A33A-30BF35D0E78F}" dt="2025-03-18T17:17:55.590" v="17" actId="478"/>
          <ac:spMkLst>
            <pc:docMk/>
            <pc:sldMk cId="334542441" sldId="271"/>
            <ac:spMk id="391" creationId="{E3A15626-9578-4BC0-B12C-71E880544620}"/>
          </ac:spMkLst>
        </pc:spChg>
        <pc:spChg chg="del">
          <ac:chgData name="KYA" userId="35a16a21dfd352b2" providerId="LiveId" clId="{2F030541-3424-4868-A33A-30BF35D0E78F}" dt="2025-03-18T17:20:18.796" v="47" actId="478"/>
          <ac:spMkLst>
            <pc:docMk/>
            <pc:sldMk cId="334542441" sldId="271"/>
            <ac:spMk id="392" creationId="{20870056-90BD-4CF5-BC53-778D457AE0BA}"/>
          </ac:spMkLst>
        </pc:spChg>
        <pc:spChg chg="del">
          <ac:chgData name="KYA" userId="35a16a21dfd352b2" providerId="LiveId" clId="{2F030541-3424-4868-A33A-30BF35D0E78F}" dt="2025-03-18T17:17:30.565" v="11" actId="478"/>
          <ac:spMkLst>
            <pc:docMk/>
            <pc:sldMk cId="334542441" sldId="271"/>
            <ac:spMk id="393" creationId="{8D46064F-D3BE-46C5-9887-64941C792673}"/>
          </ac:spMkLst>
        </pc:spChg>
        <pc:spChg chg="add">
          <ac:chgData name="KYA" userId="35a16a21dfd352b2" providerId="LiveId" clId="{2F030541-3424-4868-A33A-30BF35D0E78F}" dt="2025-03-18T17:17:16.364" v="10"/>
          <ac:spMkLst>
            <pc:docMk/>
            <pc:sldMk cId="334542441" sldId="271"/>
            <ac:spMk id="395" creationId="{50B61766-ED06-4671-AA58-78B4A05035DE}"/>
          </ac:spMkLst>
        </pc:spChg>
        <pc:spChg chg="add mod">
          <ac:chgData name="KYA" userId="35a16a21dfd352b2" providerId="LiveId" clId="{2F030541-3424-4868-A33A-30BF35D0E78F}" dt="2025-03-18T17:21:16.808" v="66" actId="1076"/>
          <ac:spMkLst>
            <pc:docMk/>
            <pc:sldMk cId="334542441" sldId="271"/>
            <ac:spMk id="396" creationId="{26613828-5037-4CA7-AACA-345DECB34C76}"/>
          </ac:spMkLst>
        </pc:spChg>
        <pc:grpChg chg="add mod">
          <ac:chgData name="KYA" userId="35a16a21dfd352b2" providerId="LiveId" clId="{2F030541-3424-4868-A33A-30BF35D0E78F}" dt="2025-03-18T17:20:55.289" v="56" actId="1076"/>
          <ac:grpSpMkLst>
            <pc:docMk/>
            <pc:sldMk cId="334542441" sldId="271"/>
            <ac:grpSpMk id="5" creationId="{B0381303-0E02-4915-88F6-8840E4277903}"/>
          </ac:grpSpMkLst>
        </pc:grpChg>
        <pc:grpChg chg="del">
          <ac:chgData name="KYA" userId="35a16a21dfd352b2" providerId="LiveId" clId="{2F030541-3424-4868-A33A-30BF35D0E78F}" dt="2025-03-18T17:17:39.426" v="13" actId="478"/>
          <ac:grpSpMkLst>
            <pc:docMk/>
            <pc:sldMk cId="334542441" sldId="271"/>
            <ac:grpSpMk id="328" creationId="{47DC258E-EDB4-4756-B430-609B7F5E9B93}"/>
          </ac:grpSpMkLst>
        </pc:grpChg>
        <pc:grpChg chg="del">
          <ac:chgData name="KYA" userId="35a16a21dfd352b2" providerId="LiveId" clId="{2F030541-3424-4868-A33A-30BF35D0E78F}" dt="2025-03-18T17:19:59.801" v="40" actId="478"/>
          <ac:grpSpMkLst>
            <pc:docMk/>
            <pc:sldMk cId="334542441" sldId="271"/>
            <ac:grpSpMk id="329" creationId="{F1843AE7-AED5-44BF-AEC8-68BAF129DE22}"/>
          </ac:grpSpMkLst>
        </pc:grpChg>
      </pc:sldChg>
      <pc:sldChg chg="addSp delSp modSp new mod">
        <pc:chgData name="KYA" userId="35a16a21dfd352b2" providerId="LiveId" clId="{2F030541-3424-4868-A33A-30BF35D0E78F}" dt="2025-03-18T17:23:28.698" v="74" actId="962"/>
        <pc:sldMkLst>
          <pc:docMk/>
          <pc:sldMk cId="1511816500" sldId="271"/>
        </pc:sldMkLst>
        <pc:spChg chg="del">
          <ac:chgData name="KYA" userId="35a16a21dfd352b2" providerId="LiveId" clId="{2F030541-3424-4868-A33A-30BF35D0E78F}" dt="2025-03-18T17:23:11.992" v="69" actId="21"/>
          <ac:spMkLst>
            <pc:docMk/>
            <pc:sldMk cId="1511816500" sldId="271"/>
            <ac:spMk id="3" creationId="{88C555CF-FE01-4B40-AC43-2B64812FF041}"/>
          </ac:spMkLst>
        </pc:spChg>
        <pc:spChg chg="add del">
          <ac:chgData name="KYA" userId="35a16a21dfd352b2" providerId="LiveId" clId="{2F030541-3424-4868-A33A-30BF35D0E78F}" dt="2025-03-18T17:23:15.012" v="71" actId="478"/>
          <ac:spMkLst>
            <pc:docMk/>
            <pc:sldMk cId="1511816500" sldId="271"/>
            <ac:spMk id="4" creationId="{1C9AC464-3B4B-48B8-BB0F-A1BC17359A46}"/>
          </ac:spMkLst>
        </pc:spChg>
        <pc:picChg chg="add mod">
          <ac:chgData name="KYA" userId="35a16a21dfd352b2" providerId="LiveId" clId="{2F030541-3424-4868-A33A-30BF35D0E78F}" dt="2025-03-18T17:23:28.698" v="74" actId="962"/>
          <ac:picMkLst>
            <pc:docMk/>
            <pc:sldMk cId="1511816500" sldId="271"/>
            <ac:picMk id="6" creationId="{BE3B2F67-3D9C-4B67-8C9A-B43F291E276E}"/>
          </ac:picMkLst>
        </pc:picChg>
      </pc:sldChg>
      <pc:sldChg chg="addSp delSp modSp new mod">
        <pc:chgData name="KYA" userId="35a16a21dfd352b2" providerId="LiveId" clId="{2F030541-3424-4868-A33A-30BF35D0E78F}" dt="2025-03-19T03:29:27.341" v="406" actId="20577"/>
        <pc:sldMkLst>
          <pc:docMk/>
          <pc:sldMk cId="732379083" sldId="272"/>
        </pc:sldMkLst>
        <pc:spChg chg="add del mod modVis">
          <ac:chgData name="KYA" userId="35a16a21dfd352b2" providerId="LiveId" clId="{2F030541-3424-4868-A33A-30BF35D0E78F}" dt="2025-03-19T03:28:05.733" v="400" actId="21"/>
          <ac:spMkLst>
            <pc:docMk/>
            <pc:sldMk cId="732379083" sldId="272"/>
            <ac:spMk id="2" creationId="{0CB0A005-1987-4021-B21D-7D5BD050FEC2}"/>
          </ac:spMkLst>
        </pc:spChg>
        <pc:spChg chg="add del mod modVis">
          <ac:chgData name="KYA" userId="35a16a21dfd352b2" providerId="LiveId" clId="{2F030541-3424-4868-A33A-30BF35D0E78F}" dt="2025-03-19T03:29:27.341" v="406" actId="20577"/>
          <ac:spMkLst>
            <pc:docMk/>
            <pc:sldMk cId="732379083" sldId="272"/>
            <ac:spMk id="3" creationId="{4856A9B0-6E7C-4C30-931D-16514B478F5D}"/>
          </ac:spMkLst>
        </pc:spChg>
        <pc:spChg chg="add del">
          <ac:chgData name="KYA" userId="35a16a21dfd352b2" providerId="LiveId" clId="{2F030541-3424-4868-A33A-30BF35D0E78F}" dt="2025-03-19T03:25:58.371" v="296"/>
          <ac:spMkLst>
            <pc:docMk/>
            <pc:sldMk cId="732379083" sldId="272"/>
            <ac:spMk id="5" creationId="{A97343B6-A7A9-49A6-9A7A-45504004EF84}"/>
          </ac:spMkLst>
        </pc:spChg>
        <pc:spChg chg="add del mod">
          <ac:chgData name="KYA" userId="35a16a21dfd352b2" providerId="LiveId" clId="{2F030541-3424-4868-A33A-30BF35D0E78F}" dt="2025-03-19T03:28:09.560" v="401" actId="21"/>
          <ac:spMkLst>
            <pc:docMk/>
            <pc:sldMk cId="732379083" sldId="272"/>
            <ac:spMk id="7" creationId="{B36188CE-90EA-4183-A422-DAFFDA0DEDF4}"/>
          </ac:spMkLst>
        </pc:spChg>
        <pc:spChg chg="add del">
          <ac:chgData name="KYA" userId="35a16a21dfd352b2" providerId="LiveId" clId="{2F030541-3424-4868-A33A-30BF35D0E78F}" dt="2025-03-19T03:28:22.206" v="403" actId="21"/>
          <ac:spMkLst>
            <pc:docMk/>
            <pc:sldMk cId="732379083" sldId="272"/>
            <ac:spMk id="8" creationId="{6CEB7C12-5712-4DB8-9FFC-4E4FB290044A}"/>
          </ac:spMkLst>
        </pc:spChg>
        <pc:spChg chg="add">
          <ac:chgData name="KYA" userId="35a16a21dfd352b2" providerId="LiveId" clId="{2F030541-3424-4868-A33A-30BF35D0E78F}" dt="2025-03-19T03:28:32.610" v="404"/>
          <ac:spMkLst>
            <pc:docMk/>
            <pc:sldMk cId="732379083" sldId="272"/>
            <ac:spMk id="9" creationId="{DEE6D57D-D165-4966-AE84-2F69B1B4ED43}"/>
          </ac:spMkLst>
        </pc:spChg>
        <pc:picChg chg="add del">
          <ac:chgData name="KYA" userId="35a16a21dfd352b2" providerId="LiveId" clId="{2F030541-3424-4868-A33A-30BF35D0E78F}" dt="2025-03-19T03:25:05.767" v="290"/>
          <ac:picMkLst>
            <pc:docMk/>
            <pc:sldMk cId="732379083" sldId="272"/>
            <ac:picMk id="4" creationId="{5D6DACF0-541D-48CB-9C56-C418EA2DFBE8}"/>
          </ac:picMkLst>
        </pc:picChg>
      </pc:sldChg>
      <pc:sldChg chg="add del">
        <pc:chgData name="KYA" userId="35a16a21dfd352b2" providerId="LiveId" clId="{2F030541-3424-4868-A33A-30BF35D0E78F}" dt="2025-03-18T17:17:05.491" v="9"/>
        <pc:sldMkLst>
          <pc:docMk/>
          <pc:sldMk cId="1807321442" sldId="272"/>
        </pc:sldMkLst>
      </pc:sldChg>
      <pc:sldChg chg="add del">
        <pc:chgData name="KYA" userId="35a16a21dfd352b2" providerId="LiveId" clId="{2F030541-3424-4868-A33A-30BF35D0E78F}" dt="2025-03-18T17:16:49.774" v="7"/>
        <pc:sldMkLst>
          <pc:docMk/>
          <pc:sldMk cId="2846846747" sldId="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2349006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308069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6" name="Google Shape;3326;g953a0f0b50_0_11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27" name="Google Shape;3327;g953a0f0b50_0_11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29702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953a0f0b50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953a0f0b50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158270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" name="Google Shape;983;g953a0f0b50_0_11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4" name="Google Shape;984;g953a0f0b50_0_11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911425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7" name="Google Shape;3127;g953a0f0b50_0_97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8" name="Google Shape;3128;g953a0f0b50_0_97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40793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ra Sans"/>
              <a:buNone/>
              <a:defRPr sz="2800" b="1">
                <a:solidFill>
                  <a:schemeClr val="dk1"/>
                </a:solidFill>
                <a:latin typeface="Fira Sans"/>
                <a:ea typeface="Fira Sans"/>
                <a:cs typeface="Fira Sans"/>
                <a:sym typeface="Fira Sans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/>
          <p:nvPr/>
        </p:nvSpPr>
        <p:spPr>
          <a:xfrm>
            <a:off x="5087190" y="660016"/>
            <a:ext cx="3479400" cy="15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fr-FR" sz="3600" b="1" dirty="0">
                <a:latin typeface="Fira Sans"/>
                <a:ea typeface="Fira Sans"/>
                <a:cs typeface="Fira Sans"/>
                <a:sym typeface="Fira Sans"/>
              </a:rPr>
              <a:t>Les Villes Nouvelles En Afrique </a:t>
            </a:r>
          </a:p>
        </p:txBody>
      </p:sp>
      <p:sp>
        <p:nvSpPr>
          <p:cNvPr id="59" name="Google Shape;59;p15"/>
          <p:cNvSpPr txBox="1"/>
          <p:nvPr/>
        </p:nvSpPr>
        <p:spPr>
          <a:xfrm>
            <a:off x="7347011" y="2609347"/>
            <a:ext cx="2383800" cy="88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fr-FR" sz="1000" dirty="0"/>
              <a:t>Présenté par :</a:t>
            </a:r>
          </a:p>
          <a:p>
            <a:r>
              <a:rPr lang="fr-FR" sz="1000" dirty="0"/>
              <a:t>Mame Maty Bousso</a:t>
            </a:r>
          </a:p>
          <a:p>
            <a:r>
              <a:rPr lang="fr-FR" sz="1000" dirty="0"/>
              <a:t>Rokhaya Dème</a:t>
            </a:r>
          </a:p>
          <a:p>
            <a:r>
              <a:rPr lang="fr-FR" sz="1000" dirty="0"/>
              <a:t>Ndèye Mayé Diallo</a:t>
            </a:r>
          </a:p>
        </p:txBody>
      </p:sp>
      <p:sp>
        <p:nvSpPr>
          <p:cNvPr id="60" name="Google Shape;60;p15"/>
          <p:cNvSpPr/>
          <p:nvPr/>
        </p:nvSpPr>
        <p:spPr>
          <a:xfrm>
            <a:off x="1252197" y="3101587"/>
            <a:ext cx="3301698" cy="1618312"/>
          </a:xfrm>
          <a:custGeom>
            <a:avLst/>
            <a:gdLst/>
            <a:ahLst/>
            <a:cxnLst/>
            <a:rect l="l" t="t" r="r" b="b"/>
            <a:pathLst>
              <a:path w="56420" h="27654" extrusionOk="0">
                <a:moveTo>
                  <a:pt x="43777" y="0"/>
                </a:moveTo>
                <a:lnTo>
                  <a:pt x="43777" y="5"/>
                </a:lnTo>
                <a:lnTo>
                  <a:pt x="36329" y="5"/>
                </a:lnTo>
                <a:lnTo>
                  <a:pt x="36329" y="29"/>
                </a:lnTo>
                <a:lnTo>
                  <a:pt x="33620" y="29"/>
                </a:lnTo>
                <a:lnTo>
                  <a:pt x="33620" y="51"/>
                </a:lnTo>
                <a:lnTo>
                  <a:pt x="31472" y="51"/>
                </a:lnTo>
                <a:lnTo>
                  <a:pt x="31472" y="29"/>
                </a:lnTo>
                <a:lnTo>
                  <a:pt x="25201" y="29"/>
                </a:lnTo>
                <a:lnTo>
                  <a:pt x="25201" y="64"/>
                </a:lnTo>
                <a:lnTo>
                  <a:pt x="21829" y="64"/>
                </a:lnTo>
                <a:lnTo>
                  <a:pt x="21829" y="29"/>
                </a:lnTo>
                <a:lnTo>
                  <a:pt x="21829" y="5"/>
                </a:lnTo>
                <a:lnTo>
                  <a:pt x="19087" y="5"/>
                </a:lnTo>
                <a:lnTo>
                  <a:pt x="19087" y="29"/>
                </a:lnTo>
                <a:lnTo>
                  <a:pt x="16289" y="29"/>
                </a:lnTo>
                <a:lnTo>
                  <a:pt x="16289" y="64"/>
                </a:lnTo>
                <a:lnTo>
                  <a:pt x="14170" y="64"/>
                </a:lnTo>
                <a:lnTo>
                  <a:pt x="14170" y="29"/>
                </a:lnTo>
                <a:lnTo>
                  <a:pt x="5434" y="29"/>
                </a:lnTo>
                <a:lnTo>
                  <a:pt x="5434" y="64"/>
                </a:lnTo>
                <a:lnTo>
                  <a:pt x="5017" y="64"/>
                </a:lnTo>
                <a:lnTo>
                  <a:pt x="5017" y="29"/>
                </a:lnTo>
                <a:lnTo>
                  <a:pt x="0" y="29"/>
                </a:lnTo>
                <a:lnTo>
                  <a:pt x="0" y="4458"/>
                </a:lnTo>
                <a:lnTo>
                  <a:pt x="1067" y="4458"/>
                </a:lnTo>
                <a:lnTo>
                  <a:pt x="1067" y="5395"/>
                </a:lnTo>
                <a:lnTo>
                  <a:pt x="3178" y="5395"/>
                </a:lnTo>
                <a:lnTo>
                  <a:pt x="3178" y="8425"/>
                </a:lnTo>
                <a:lnTo>
                  <a:pt x="5434" y="8425"/>
                </a:lnTo>
                <a:lnTo>
                  <a:pt x="5434" y="11559"/>
                </a:lnTo>
                <a:lnTo>
                  <a:pt x="6506" y="11559"/>
                </a:lnTo>
                <a:cubicBezTo>
                  <a:pt x="6506" y="11634"/>
                  <a:pt x="6583" y="11695"/>
                  <a:pt x="6677" y="11695"/>
                </a:cubicBezTo>
                <a:lnTo>
                  <a:pt x="6867" y="11695"/>
                </a:lnTo>
                <a:lnTo>
                  <a:pt x="6867" y="16364"/>
                </a:lnTo>
                <a:lnTo>
                  <a:pt x="7048" y="16364"/>
                </a:lnTo>
                <a:lnTo>
                  <a:pt x="7048" y="11695"/>
                </a:lnTo>
                <a:lnTo>
                  <a:pt x="7237" y="11695"/>
                </a:lnTo>
                <a:cubicBezTo>
                  <a:pt x="7332" y="11695"/>
                  <a:pt x="7409" y="11634"/>
                  <a:pt x="7409" y="11559"/>
                </a:cubicBezTo>
                <a:lnTo>
                  <a:pt x="9802" y="11559"/>
                </a:lnTo>
                <a:lnTo>
                  <a:pt x="9802" y="11570"/>
                </a:lnTo>
                <a:lnTo>
                  <a:pt x="12110" y="11570"/>
                </a:lnTo>
                <a:lnTo>
                  <a:pt x="12110" y="14048"/>
                </a:lnTo>
                <a:lnTo>
                  <a:pt x="12758" y="14048"/>
                </a:lnTo>
                <a:lnTo>
                  <a:pt x="12758" y="16217"/>
                </a:lnTo>
                <a:lnTo>
                  <a:pt x="13407" y="16217"/>
                </a:lnTo>
                <a:lnTo>
                  <a:pt x="13407" y="17633"/>
                </a:lnTo>
                <a:lnTo>
                  <a:pt x="14156" y="17633"/>
                </a:lnTo>
                <a:lnTo>
                  <a:pt x="14156" y="18686"/>
                </a:lnTo>
                <a:lnTo>
                  <a:pt x="16492" y="18686"/>
                </a:lnTo>
                <a:lnTo>
                  <a:pt x="16492" y="17633"/>
                </a:lnTo>
                <a:lnTo>
                  <a:pt x="17241" y="17633"/>
                </a:lnTo>
                <a:lnTo>
                  <a:pt x="17241" y="16217"/>
                </a:lnTo>
                <a:lnTo>
                  <a:pt x="17890" y="16217"/>
                </a:lnTo>
                <a:lnTo>
                  <a:pt x="17890" y="14048"/>
                </a:lnTo>
                <a:lnTo>
                  <a:pt x="18538" y="14048"/>
                </a:lnTo>
                <a:lnTo>
                  <a:pt x="18538" y="8728"/>
                </a:lnTo>
                <a:lnTo>
                  <a:pt x="19317" y="8728"/>
                </a:lnTo>
                <a:lnTo>
                  <a:pt x="19317" y="14048"/>
                </a:lnTo>
                <a:lnTo>
                  <a:pt x="19691" y="14048"/>
                </a:lnTo>
                <a:lnTo>
                  <a:pt x="19691" y="15233"/>
                </a:lnTo>
                <a:lnTo>
                  <a:pt x="21163" y="15233"/>
                </a:lnTo>
                <a:lnTo>
                  <a:pt x="21163" y="14048"/>
                </a:lnTo>
                <a:lnTo>
                  <a:pt x="21510" y="14048"/>
                </a:lnTo>
                <a:lnTo>
                  <a:pt x="21510" y="11695"/>
                </a:lnTo>
                <a:lnTo>
                  <a:pt x="25199" y="11695"/>
                </a:lnTo>
                <a:lnTo>
                  <a:pt x="25199" y="15086"/>
                </a:lnTo>
                <a:lnTo>
                  <a:pt x="26562" y="15086"/>
                </a:lnTo>
                <a:lnTo>
                  <a:pt x="26562" y="16206"/>
                </a:lnTo>
                <a:cubicBezTo>
                  <a:pt x="26562" y="16330"/>
                  <a:pt x="26690" y="16433"/>
                  <a:pt x="26849" y="16433"/>
                </a:cubicBezTo>
                <a:lnTo>
                  <a:pt x="29263" y="16433"/>
                </a:lnTo>
                <a:lnTo>
                  <a:pt x="29263" y="20633"/>
                </a:lnTo>
                <a:lnTo>
                  <a:pt x="29263" y="22518"/>
                </a:lnTo>
                <a:lnTo>
                  <a:pt x="32812" y="22518"/>
                </a:lnTo>
                <a:lnTo>
                  <a:pt x="32898" y="27654"/>
                </a:lnTo>
                <a:lnTo>
                  <a:pt x="33244" y="27654"/>
                </a:lnTo>
                <a:lnTo>
                  <a:pt x="33329" y="22518"/>
                </a:lnTo>
                <a:lnTo>
                  <a:pt x="35234" y="22518"/>
                </a:lnTo>
                <a:lnTo>
                  <a:pt x="35234" y="20633"/>
                </a:lnTo>
                <a:lnTo>
                  <a:pt x="35234" y="15805"/>
                </a:lnTo>
                <a:lnTo>
                  <a:pt x="35234" y="15463"/>
                </a:lnTo>
                <a:lnTo>
                  <a:pt x="35234" y="13430"/>
                </a:lnTo>
                <a:lnTo>
                  <a:pt x="35234" y="13087"/>
                </a:lnTo>
                <a:lnTo>
                  <a:pt x="35234" y="8014"/>
                </a:lnTo>
                <a:lnTo>
                  <a:pt x="35922" y="8014"/>
                </a:lnTo>
                <a:lnTo>
                  <a:pt x="35922" y="13201"/>
                </a:lnTo>
                <a:lnTo>
                  <a:pt x="38723" y="13201"/>
                </a:lnTo>
                <a:lnTo>
                  <a:pt x="38723" y="10887"/>
                </a:lnTo>
                <a:lnTo>
                  <a:pt x="42415" y="10887"/>
                </a:lnTo>
                <a:lnTo>
                  <a:pt x="42415" y="8357"/>
                </a:lnTo>
                <a:lnTo>
                  <a:pt x="44605" y="8357"/>
                </a:lnTo>
                <a:lnTo>
                  <a:pt x="44605" y="7894"/>
                </a:lnTo>
                <a:lnTo>
                  <a:pt x="44734" y="7894"/>
                </a:lnTo>
                <a:lnTo>
                  <a:pt x="44734" y="7584"/>
                </a:lnTo>
                <a:lnTo>
                  <a:pt x="44605" y="7584"/>
                </a:lnTo>
                <a:lnTo>
                  <a:pt x="44605" y="3773"/>
                </a:lnTo>
                <a:lnTo>
                  <a:pt x="45152" y="3773"/>
                </a:lnTo>
                <a:lnTo>
                  <a:pt x="45152" y="12881"/>
                </a:lnTo>
                <a:lnTo>
                  <a:pt x="45152" y="13201"/>
                </a:lnTo>
                <a:lnTo>
                  <a:pt x="45008" y="13201"/>
                </a:lnTo>
                <a:lnTo>
                  <a:pt x="45008" y="13396"/>
                </a:lnTo>
                <a:lnTo>
                  <a:pt x="45152" y="13396"/>
                </a:lnTo>
                <a:lnTo>
                  <a:pt x="45152" y="13761"/>
                </a:lnTo>
                <a:cubicBezTo>
                  <a:pt x="45152" y="13837"/>
                  <a:pt x="45230" y="13898"/>
                  <a:pt x="45325" y="13898"/>
                </a:cubicBezTo>
                <a:cubicBezTo>
                  <a:pt x="45419" y="13898"/>
                  <a:pt x="45498" y="13837"/>
                  <a:pt x="45498" y="13761"/>
                </a:cubicBezTo>
                <a:lnTo>
                  <a:pt x="45498" y="13396"/>
                </a:lnTo>
                <a:lnTo>
                  <a:pt x="46042" y="13396"/>
                </a:lnTo>
                <a:lnTo>
                  <a:pt x="46042" y="15781"/>
                </a:lnTo>
                <a:lnTo>
                  <a:pt x="46042" y="16283"/>
                </a:lnTo>
                <a:lnTo>
                  <a:pt x="45900" y="16283"/>
                </a:lnTo>
                <a:lnTo>
                  <a:pt x="45900" y="16432"/>
                </a:lnTo>
                <a:lnTo>
                  <a:pt x="46042" y="16432"/>
                </a:lnTo>
                <a:lnTo>
                  <a:pt x="46042" y="16660"/>
                </a:lnTo>
                <a:cubicBezTo>
                  <a:pt x="46042" y="16735"/>
                  <a:pt x="46119" y="16796"/>
                  <a:pt x="46214" y="16796"/>
                </a:cubicBezTo>
                <a:cubicBezTo>
                  <a:pt x="46310" y="16796"/>
                  <a:pt x="46386" y="16735"/>
                  <a:pt x="46386" y="16660"/>
                </a:cubicBezTo>
                <a:lnTo>
                  <a:pt x="46386" y="16432"/>
                </a:lnTo>
                <a:lnTo>
                  <a:pt x="46563" y="16432"/>
                </a:lnTo>
                <a:lnTo>
                  <a:pt x="47659" y="19102"/>
                </a:lnTo>
                <a:lnTo>
                  <a:pt x="48755" y="16432"/>
                </a:lnTo>
                <a:lnTo>
                  <a:pt x="48932" y="16432"/>
                </a:lnTo>
                <a:lnTo>
                  <a:pt x="48932" y="16660"/>
                </a:lnTo>
                <a:cubicBezTo>
                  <a:pt x="48932" y="16735"/>
                  <a:pt x="49010" y="16796"/>
                  <a:pt x="49105" y="16796"/>
                </a:cubicBezTo>
                <a:cubicBezTo>
                  <a:pt x="49199" y="16796"/>
                  <a:pt x="49277" y="16735"/>
                  <a:pt x="49277" y="16660"/>
                </a:cubicBezTo>
                <a:lnTo>
                  <a:pt x="49277" y="16432"/>
                </a:lnTo>
                <a:lnTo>
                  <a:pt x="49468" y="16432"/>
                </a:lnTo>
                <a:lnTo>
                  <a:pt x="49468" y="16283"/>
                </a:lnTo>
                <a:lnTo>
                  <a:pt x="49277" y="16283"/>
                </a:lnTo>
                <a:lnTo>
                  <a:pt x="49277" y="15781"/>
                </a:lnTo>
                <a:lnTo>
                  <a:pt x="49277" y="13396"/>
                </a:lnTo>
                <a:lnTo>
                  <a:pt x="49821" y="13396"/>
                </a:lnTo>
                <a:lnTo>
                  <a:pt x="49821" y="13761"/>
                </a:lnTo>
                <a:cubicBezTo>
                  <a:pt x="49821" y="13837"/>
                  <a:pt x="49899" y="13898"/>
                  <a:pt x="49993" y="13898"/>
                </a:cubicBezTo>
                <a:cubicBezTo>
                  <a:pt x="50089" y="13898"/>
                  <a:pt x="50166" y="13837"/>
                  <a:pt x="50166" y="13761"/>
                </a:cubicBezTo>
                <a:lnTo>
                  <a:pt x="50166" y="13396"/>
                </a:lnTo>
                <a:lnTo>
                  <a:pt x="50310" y="13396"/>
                </a:lnTo>
                <a:lnTo>
                  <a:pt x="50310" y="13201"/>
                </a:lnTo>
                <a:lnTo>
                  <a:pt x="50166" y="13201"/>
                </a:lnTo>
                <a:lnTo>
                  <a:pt x="50166" y="12881"/>
                </a:lnTo>
                <a:lnTo>
                  <a:pt x="50166" y="6719"/>
                </a:lnTo>
                <a:cubicBezTo>
                  <a:pt x="50182" y="6717"/>
                  <a:pt x="50200" y="6716"/>
                  <a:pt x="50215" y="6715"/>
                </a:cubicBezTo>
                <a:cubicBezTo>
                  <a:pt x="50249" y="6712"/>
                  <a:pt x="50284" y="6710"/>
                  <a:pt x="50318" y="6706"/>
                </a:cubicBezTo>
                <a:cubicBezTo>
                  <a:pt x="50340" y="6704"/>
                  <a:pt x="50360" y="6701"/>
                  <a:pt x="50382" y="6698"/>
                </a:cubicBezTo>
                <a:cubicBezTo>
                  <a:pt x="50412" y="6695"/>
                  <a:pt x="50441" y="6691"/>
                  <a:pt x="50471" y="6686"/>
                </a:cubicBezTo>
                <a:cubicBezTo>
                  <a:pt x="50493" y="6682"/>
                  <a:pt x="50515" y="6678"/>
                  <a:pt x="50538" y="6672"/>
                </a:cubicBezTo>
                <a:cubicBezTo>
                  <a:pt x="50564" y="6667"/>
                  <a:pt x="50591" y="6662"/>
                  <a:pt x="50616" y="6657"/>
                </a:cubicBezTo>
                <a:cubicBezTo>
                  <a:pt x="50639" y="6653"/>
                  <a:pt x="50662" y="6646"/>
                  <a:pt x="50685" y="6641"/>
                </a:cubicBezTo>
                <a:cubicBezTo>
                  <a:pt x="50708" y="6635"/>
                  <a:pt x="50732" y="6629"/>
                  <a:pt x="50753" y="6623"/>
                </a:cubicBezTo>
                <a:cubicBezTo>
                  <a:pt x="50777" y="6616"/>
                  <a:pt x="50800" y="6609"/>
                  <a:pt x="50823" y="6602"/>
                </a:cubicBezTo>
                <a:cubicBezTo>
                  <a:pt x="50843" y="6595"/>
                  <a:pt x="50863" y="6589"/>
                  <a:pt x="50882" y="6582"/>
                </a:cubicBezTo>
                <a:cubicBezTo>
                  <a:pt x="50907" y="6573"/>
                  <a:pt x="50929" y="6565"/>
                  <a:pt x="50954" y="6557"/>
                </a:cubicBezTo>
                <a:cubicBezTo>
                  <a:pt x="50970" y="6551"/>
                  <a:pt x="50988" y="6544"/>
                  <a:pt x="51004" y="6536"/>
                </a:cubicBezTo>
                <a:cubicBezTo>
                  <a:pt x="51028" y="6526"/>
                  <a:pt x="51052" y="6516"/>
                  <a:pt x="51076" y="6504"/>
                </a:cubicBezTo>
                <a:lnTo>
                  <a:pt x="51113" y="6485"/>
                </a:lnTo>
                <a:cubicBezTo>
                  <a:pt x="51138" y="6472"/>
                  <a:pt x="51164" y="6460"/>
                  <a:pt x="51187" y="6446"/>
                </a:cubicBezTo>
                <a:lnTo>
                  <a:pt x="51214" y="6431"/>
                </a:lnTo>
                <a:cubicBezTo>
                  <a:pt x="51239" y="6416"/>
                  <a:pt x="51265" y="6400"/>
                  <a:pt x="51287" y="6384"/>
                </a:cubicBezTo>
                <a:cubicBezTo>
                  <a:pt x="51292" y="6382"/>
                  <a:pt x="51295" y="6379"/>
                  <a:pt x="51298" y="6376"/>
                </a:cubicBezTo>
                <a:cubicBezTo>
                  <a:pt x="51475" y="6253"/>
                  <a:pt x="51592" y="6104"/>
                  <a:pt x="51629" y="5941"/>
                </a:cubicBezTo>
                <a:lnTo>
                  <a:pt x="51665" y="5941"/>
                </a:lnTo>
                <a:cubicBezTo>
                  <a:pt x="51748" y="5941"/>
                  <a:pt x="51815" y="5888"/>
                  <a:pt x="51815" y="5821"/>
                </a:cubicBezTo>
                <a:cubicBezTo>
                  <a:pt x="51815" y="5755"/>
                  <a:pt x="51748" y="5701"/>
                  <a:pt x="51665" y="5701"/>
                </a:cubicBezTo>
                <a:lnTo>
                  <a:pt x="51644" y="5701"/>
                </a:lnTo>
                <a:lnTo>
                  <a:pt x="51644" y="3773"/>
                </a:lnTo>
                <a:lnTo>
                  <a:pt x="51644" y="3007"/>
                </a:lnTo>
                <a:lnTo>
                  <a:pt x="53654" y="3007"/>
                </a:lnTo>
                <a:lnTo>
                  <a:pt x="53654" y="4336"/>
                </a:lnTo>
                <a:lnTo>
                  <a:pt x="54004" y="4336"/>
                </a:lnTo>
                <a:cubicBezTo>
                  <a:pt x="53998" y="4348"/>
                  <a:pt x="53994" y="4361"/>
                  <a:pt x="53994" y="4374"/>
                </a:cubicBezTo>
                <a:cubicBezTo>
                  <a:pt x="53994" y="4434"/>
                  <a:pt x="54055" y="4482"/>
                  <a:pt x="54130" y="4482"/>
                </a:cubicBezTo>
                <a:lnTo>
                  <a:pt x="55938" y="4482"/>
                </a:lnTo>
                <a:cubicBezTo>
                  <a:pt x="56014" y="4482"/>
                  <a:pt x="56074" y="4434"/>
                  <a:pt x="56074" y="4374"/>
                </a:cubicBezTo>
                <a:cubicBezTo>
                  <a:pt x="56074" y="4361"/>
                  <a:pt x="56070" y="4347"/>
                  <a:pt x="56064" y="4336"/>
                </a:cubicBezTo>
                <a:lnTo>
                  <a:pt x="56420" y="4336"/>
                </a:lnTo>
                <a:lnTo>
                  <a:pt x="56420" y="64"/>
                </a:lnTo>
                <a:lnTo>
                  <a:pt x="51649" y="64"/>
                </a:lnTo>
                <a:lnTo>
                  <a:pt x="5164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5"/>
          <p:cNvSpPr/>
          <p:nvPr/>
        </p:nvSpPr>
        <p:spPr>
          <a:xfrm>
            <a:off x="1080322" y="446769"/>
            <a:ext cx="3617121" cy="2627841"/>
          </a:xfrm>
          <a:custGeom>
            <a:avLst/>
            <a:gdLst/>
            <a:ahLst/>
            <a:cxnLst/>
            <a:rect l="l" t="t" r="r" b="b"/>
            <a:pathLst>
              <a:path w="61810" h="44905" extrusionOk="0">
                <a:moveTo>
                  <a:pt x="30905" y="0"/>
                </a:moveTo>
                <a:cubicBezTo>
                  <a:pt x="13837" y="0"/>
                  <a:pt x="1" y="13591"/>
                  <a:pt x="1" y="30355"/>
                </a:cubicBezTo>
                <a:cubicBezTo>
                  <a:pt x="1" y="35627"/>
                  <a:pt x="1370" y="40584"/>
                  <a:pt x="3776" y="44905"/>
                </a:cubicBezTo>
                <a:lnTo>
                  <a:pt x="58080" y="44824"/>
                </a:lnTo>
                <a:cubicBezTo>
                  <a:pt x="60459" y="40523"/>
                  <a:pt x="61809" y="35594"/>
                  <a:pt x="61809" y="30355"/>
                </a:cubicBezTo>
                <a:cubicBezTo>
                  <a:pt x="61809" y="13591"/>
                  <a:pt x="47973" y="0"/>
                  <a:pt x="3090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15"/>
          <p:cNvSpPr/>
          <p:nvPr/>
        </p:nvSpPr>
        <p:spPr>
          <a:xfrm>
            <a:off x="4245864" y="2791607"/>
            <a:ext cx="162042" cy="217694"/>
          </a:xfrm>
          <a:custGeom>
            <a:avLst/>
            <a:gdLst/>
            <a:ahLst/>
            <a:cxnLst/>
            <a:rect l="l" t="t" r="r" b="b"/>
            <a:pathLst>
              <a:path w="2769" h="3720" extrusionOk="0">
                <a:moveTo>
                  <a:pt x="0" y="0"/>
                </a:moveTo>
                <a:lnTo>
                  <a:pt x="0" y="3719"/>
                </a:lnTo>
                <a:lnTo>
                  <a:pt x="2768" y="3719"/>
                </a:lnTo>
                <a:lnTo>
                  <a:pt x="276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" name="Google Shape;63;p15"/>
          <p:cNvSpPr/>
          <p:nvPr/>
        </p:nvSpPr>
        <p:spPr>
          <a:xfrm>
            <a:off x="3354365" y="2038105"/>
            <a:ext cx="163915" cy="973656"/>
          </a:xfrm>
          <a:custGeom>
            <a:avLst/>
            <a:gdLst/>
            <a:ahLst/>
            <a:cxnLst/>
            <a:rect l="l" t="t" r="r" b="b"/>
            <a:pathLst>
              <a:path w="2801" h="16638" extrusionOk="0">
                <a:moveTo>
                  <a:pt x="0" y="0"/>
                </a:moveTo>
                <a:lnTo>
                  <a:pt x="0" y="16637"/>
                </a:lnTo>
                <a:lnTo>
                  <a:pt x="2801" y="16637"/>
                </a:lnTo>
                <a:lnTo>
                  <a:pt x="280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p15"/>
          <p:cNvSpPr/>
          <p:nvPr/>
        </p:nvSpPr>
        <p:spPr>
          <a:xfrm>
            <a:off x="4167915" y="1986666"/>
            <a:ext cx="20306" cy="85264"/>
          </a:xfrm>
          <a:custGeom>
            <a:avLst/>
            <a:gdLst/>
            <a:ahLst/>
            <a:cxnLst/>
            <a:rect l="l" t="t" r="r" b="b"/>
            <a:pathLst>
              <a:path w="347" h="1457" extrusionOk="0">
                <a:moveTo>
                  <a:pt x="173" y="0"/>
                </a:moveTo>
                <a:cubicBezTo>
                  <a:pt x="77" y="0"/>
                  <a:pt x="0" y="79"/>
                  <a:pt x="0" y="173"/>
                </a:cubicBezTo>
                <a:lnTo>
                  <a:pt x="0" y="1284"/>
                </a:lnTo>
                <a:cubicBezTo>
                  <a:pt x="0" y="1380"/>
                  <a:pt x="79" y="1456"/>
                  <a:pt x="173" y="1456"/>
                </a:cubicBezTo>
                <a:cubicBezTo>
                  <a:pt x="269" y="1456"/>
                  <a:pt x="346" y="1379"/>
                  <a:pt x="346" y="1284"/>
                </a:cubicBezTo>
                <a:lnTo>
                  <a:pt x="346" y="173"/>
                </a:lnTo>
                <a:cubicBezTo>
                  <a:pt x="346" y="77"/>
                  <a:pt x="268" y="0"/>
                  <a:pt x="173" y="0"/>
                </a:cubicBezTo>
                <a:close/>
              </a:path>
            </a:pathLst>
          </a:custGeom>
          <a:solidFill>
            <a:srgbClr val="DDB2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" name="Google Shape;65;p15"/>
          <p:cNvSpPr/>
          <p:nvPr/>
        </p:nvSpPr>
        <p:spPr>
          <a:xfrm>
            <a:off x="3894508" y="1986666"/>
            <a:ext cx="20306" cy="85264"/>
          </a:xfrm>
          <a:custGeom>
            <a:avLst/>
            <a:gdLst/>
            <a:ahLst/>
            <a:cxnLst/>
            <a:rect l="l" t="t" r="r" b="b"/>
            <a:pathLst>
              <a:path w="347" h="1457" extrusionOk="0">
                <a:moveTo>
                  <a:pt x="173" y="0"/>
                </a:moveTo>
                <a:cubicBezTo>
                  <a:pt x="77" y="0"/>
                  <a:pt x="0" y="79"/>
                  <a:pt x="0" y="173"/>
                </a:cubicBezTo>
                <a:lnTo>
                  <a:pt x="0" y="1284"/>
                </a:lnTo>
                <a:cubicBezTo>
                  <a:pt x="0" y="1380"/>
                  <a:pt x="78" y="1456"/>
                  <a:pt x="173" y="1456"/>
                </a:cubicBezTo>
                <a:cubicBezTo>
                  <a:pt x="270" y="1456"/>
                  <a:pt x="346" y="1379"/>
                  <a:pt x="346" y="1284"/>
                </a:cubicBezTo>
                <a:lnTo>
                  <a:pt x="346" y="173"/>
                </a:lnTo>
                <a:cubicBezTo>
                  <a:pt x="346" y="77"/>
                  <a:pt x="267" y="0"/>
                  <a:pt x="1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" name="Google Shape;66;p15"/>
          <p:cNvSpPr/>
          <p:nvPr/>
        </p:nvSpPr>
        <p:spPr>
          <a:xfrm>
            <a:off x="3946591" y="1772367"/>
            <a:ext cx="20306" cy="85264"/>
          </a:xfrm>
          <a:custGeom>
            <a:avLst/>
            <a:gdLst/>
            <a:ahLst/>
            <a:cxnLst/>
            <a:rect l="l" t="t" r="r" b="b"/>
            <a:pathLst>
              <a:path w="347" h="1457" extrusionOk="0">
                <a:moveTo>
                  <a:pt x="173" y="0"/>
                </a:moveTo>
                <a:cubicBezTo>
                  <a:pt x="77" y="0"/>
                  <a:pt x="1" y="79"/>
                  <a:pt x="1" y="173"/>
                </a:cubicBezTo>
                <a:lnTo>
                  <a:pt x="1" y="1284"/>
                </a:lnTo>
                <a:cubicBezTo>
                  <a:pt x="1" y="1380"/>
                  <a:pt x="78" y="1456"/>
                  <a:pt x="173" y="1456"/>
                </a:cubicBezTo>
                <a:cubicBezTo>
                  <a:pt x="270" y="1456"/>
                  <a:pt x="346" y="1379"/>
                  <a:pt x="346" y="1284"/>
                </a:cubicBezTo>
                <a:lnTo>
                  <a:pt x="346" y="173"/>
                </a:lnTo>
                <a:cubicBezTo>
                  <a:pt x="346" y="77"/>
                  <a:pt x="268" y="0"/>
                  <a:pt x="173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5"/>
          <p:cNvSpPr/>
          <p:nvPr/>
        </p:nvSpPr>
        <p:spPr>
          <a:xfrm>
            <a:off x="4115832" y="1772367"/>
            <a:ext cx="20248" cy="85264"/>
          </a:xfrm>
          <a:custGeom>
            <a:avLst/>
            <a:gdLst/>
            <a:ahLst/>
            <a:cxnLst/>
            <a:rect l="l" t="t" r="r" b="b"/>
            <a:pathLst>
              <a:path w="346" h="1457" extrusionOk="0">
                <a:moveTo>
                  <a:pt x="173" y="0"/>
                </a:moveTo>
                <a:cubicBezTo>
                  <a:pt x="77" y="0"/>
                  <a:pt x="0" y="79"/>
                  <a:pt x="0" y="173"/>
                </a:cubicBezTo>
                <a:lnTo>
                  <a:pt x="0" y="1284"/>
                </a:lnTo>
                <a:cubicBezTo>
                  <a:pt x="0" y="1380"/>
                  <a:pt x="79" y="1456"/>
                  <a:pt x="173" y="1456"/>
                </a:cubicBezTo>
                <a:cubicBezTo>
                  <a:pt x="269" y="1456"/>
                  <a:pt x="346" y="1379"/>
                  <a:pt x="346" y="1284"/>
                </a:cubicBezTo>
                <a:lnTo>
                  <a:pt x="346" y="173"/>
                </a:lnTo>
                <a:cubicBezTo>
                  <a:pt x="346" y="77"/>
                  <a:pt x="268" y="0"/>
                  <a:pt x="173" y="0"/>
                </a:cubicBezTo>
                <a:close/>
              </a:path>
            </a:pathLst>
          </a:custGeom>
          <a:solidFill>
            <a:srgbClr val="DDB2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15"/>
          <p:cNvSpPr/>
          <p:nvPr/>
        </p:nvSpPr>
        <p:spPr>
          <a:xfrm>
            <a:off x="3894508" y="2023709"/>
            <a:ext cx="293712" cy="988052"/>
          </a:xfrm>
          <a:custGeom>
            <a:avLst/>
            <a:gdLst/>
            <a:ahLst/>
            <a:cxnLst/>
            <a:rect l="l" t="t" r="r" b="b"/>
            <a:pathLst>
              <a:path w="5019" h="16884" extrusionOk="0">
                <a:moveTo>
                  <a:pt x="0" y="1"/>
                </a:moveTo>
                <a:lnTo>
                  <a:pt x="0" y="16883"/>
                </a:lnTo>
                <a:lnTo>
                  <a:pt x="5018" y="16883"/>
                </a:lnTo>
                <a:lnTo>
                  <a:pt x="50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5"/>
          <p:cNvSpPr/>
          <p:nvPr/>
        </p:nvSpPr>
        <p:spPr>
          <a:xfrm>
            <a:off x="3946591" y="1799286"/>
            <a:ext cx="189488" cy="224483"/>
          </a:xfrm>
          <a:custGeom>
            <a:avLst/>
            <a:gdLst/>
            <a:ahLst/>
            <a:cxnLst/>
            <a:rect l="l" t="t" r="r" b="b"/>
            <a:pathLst>
              <a:path w="3238" h="3836" extrusionOk="0">
                <a:moveTo>
                  <a:pt x="1" y="1"/>
                </a:moveTo>
                <a:lnTo>
                  <a:pt x="1" y="3836"/>
                </a:lnTo>
                <a:lnTo>
                  <a:pt x="3238" y="3836"/>
                </a:lnTo>
                <a:lnTo>
                  <a:pt x="323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5"/>
          <p:cNvSpPr/>
          <p:nvPr/>
        </p:nvSpPr>
        <p:spPr>
          <a:xfrm>
            <a:off x="3977197" y="1601898"/>
            <a:ext cx="128393" cy="197446"/>
          </a:xfrm>
          <a:custGeom>
            <a:avLst/>
            <a:gdLst/>
            <a:ahLst/>
            <a:cxnLst/>
            <a:rect l="l" t="t" r="r" b="b"/>
            <a:pathLst>
              <a:path w="2194" h="3374" extrusionOk="0">
                <a:moveTo>
                  <a:pt x="1097" y="0"/>
                </a:moveTo>
                <a:lnTo>
                  <a:pt x="0" y="3374"/>
                </a:lnTo>
                <a:lnTo>
                  <a:pt x="2193" y="3374"/>
                </a:lnTo>
                <a:lnTo>
                  <a:pt x="109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5"/>
          <p:cNvSpPr/>
          <p:nvPr/>
        </p:nvSpPr>
        <p:spPr>
          <a:xfrm>
            <a:off x="3975910" y="1823162"/>
            <a:ext cx="31308" cy="47869"/>
          </a:xfrm>
          <a:custGeom>
            <a:avLst/>
            <a:gdLst/>
            <a:ahLst/>
            <a:cxnLst/>
            <a:rect l="l" t="t" r="r" b="b"/>
            <a:pathLst>
              <a:path w="535" h="818" extrusionOk="0">
                <a:moveTo>
                  <a:pt x="268" y="0"/>
                </a:moveTo>
                <a:cubicBezTo>
                  <a:pt x="122" y="0"/>
                  <a:pt x="1" y="119"/>
                  <a:pt x="1" y="267"/>
                </a:cubicBezTo>
                <a:lnTo>
                  <a:pt x="1" y="818"/>
                </a:lnTo>
                <a:lnTo>
                  <a:pt x="534" y="818"/>
                </a:lnTo>
                <a:lnTo>
                  <a:pt x="534" y="267"/>
                </a:lnTo>
                <a:cubicBezTo>
                  <a:pt x="534" y="119"/>
                  <a:pt x="415" y="0"/>
                  <a:pt x="26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15"/>
          <p:cNvSpPr/>
          <p:nvPr/>
        </p:nvSpPr>
        <p:spPr>
          <a:xfrm>
            <a:off x="4025711" y="1823162"/>
            <a:ext cx="31308" cy="47869"/>
          </a:xfrm>
          <a:custGeom>
            <a:avLst/>
            <a:gdLst/>
            <a:ahLst/>
            <a:cxnLst/>
            <a:rect l="l" t="t" r="r" b="b"/>
            <a:pathLst>
              <a:path w="535" h="818" extrusionOk="0">
                <a:moveTo>
                  <a:pt x="268" y="0"/>
                </a:moveTo>
                <a:cubicBezTo>
                  <a:pt x="121" y="0"/>
                  <a:pt x="0" y="119"/>
                  <a:pt x="0" y="267"/>
                </a:cubicBezTo>
                <a:lnTo>
                  <a:pt x="0" y="818"/>
                </a:lnTo>
                <a:lnTo>
                  <a:pt x="534" y="818"/>
                </a:lnTo>
                <a:lnTo>
                  <a:pt x="534" y="267"/>
                </a:lnTo>
                <a:cubicBezTo>
                  <a:pt x="534" y="119"/>
                  <a:pt x="415" y="0"/>
                  <a:pt x="26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" name="Google Shape;73;p15"/>
          <p:cNvSpPr/>
          <p:nvPr/>
        </p:nvSpPr>
        <p:spPr>
          <a:xfrm>
            <a:off x="4075512" y="1823162"/>
            <a:ext cx="31250" cy="47869"/>
          </a:xfrm>
          <a:custGeom>
            <a:avLst/>
            <a:gdLst/>
            <a:ahLst/>
            <a:cxnLst/>
            <a:rect l="l" t="t" r="r" b="b"/>
            <a:pathLst>
              <a:path w="534" h="818" extrusionOk="0">
                <a:moveTo>
                  <a:pt x="268" y="0"/>
                </a:moveTo>
                <a:cubicBezTo>
                  <a:pt x="120" y="0"/>
                  <a:pt x="1" y="119"/>
                  <a:pt x="1" y="267"/>
                </a:cubicBezTo>
                <a:lnTo>
                  <a:pt x="1" y="818"/>
                </a:lnTo>
                <a:lnTo>
                  <a:pt x="534" y="818"/>
                </a:lnTo>
                <a:lnTo>
                  <a:pt x="534" y="267"/>
                </a:lnTo>
                <a:cubicBezTo>
                  <a:pt x="534" y="119"/>
                  <a:pt x="415" y="0"/>
                  <a:pt x="268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" name="Google Shape;74;p15"/>
          <p:cNvSpPr/>
          <p:nvPr/>
        </p:nvSpPr>
        <p:spPr>
          <a:xfrm>
            <a:off x="3975910" y="1891337"/>
            <a:ext cx="31308" cy="47928"/>
          </a:xfrm>
          <a:custGeom>
            <a:avLst/>
            <a:gdLst/>
            <a:ahLst/>
            <a:cxnLst/>
            <a:rect l="l" t="t" r="r" b="b"/>
            <a:pathLst>
              <a:path w="535" h="819" extrusionOk="0">
                <a:moveTo>
                  <a:pt x="268" y="1"/>
                </a:moveTo>
                <a:cubicBezTo>
                  <a:pt x="122" y="1"/>
                  <a:pt x="1" y="119"/>
                  <a:pt x="1" y="268"/>
                </a:cubicBezTo>
                <a:lnTo>
                  <a:pt x="1" y="818"/>
                </a:lnTo>
                <a:lnTo>
                  <a:pt x="534" y="818"/>
                </a:lnTo>
                <a:lnTo>
                  <a:pt x="534" y="268"/>
                </a:lnTo>
                <a:cubicBezTo>
                  <a:pt x="534" y="119"/>
                  <a:pt x="415" y="1"/>
                  <a:pt x="26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" name="Google Shape;75;p15"/>
          <p:cNvSpPr/>
          <p:nvPr/>
        </p:nvSpPr>
        <p:spPr>
          <a:xfrm>
            <a:off x="4025711" y="1891337"/>
            <a:ext cx="31308" cy="47928"/>
          </a:xfrm>
          <a:custGeom>
            <a:avLst/>
            <a:gdLst/>
            <a:ahLst/>
            <a:cxnLst/>
            <a:rect l="l" t="t" r="r" b="b"/>
            <a:pathLst>
              <a:path w="535" h="819" extrusionOk="0">
                <a:moveTo>
                  <a:pt x="268" y="1"/>
                </a:moveTo>
                <a:cubicBezTo>
                  <a:pt x="121" y="1"/>
                  <a:pt x="0" y="119"/>
                  <a:pt x="0" y="268"/>
                </a:cubicBezTo>
                <a:lnTo>
                  <a:pt x="0" y="818"/>
                </a:lnTo>
                <a:lnTo>
                  <a:pt x="534" y="818"/>
                </a:lnTo>
                <a:lnTo>
                  <a:pt x="534" y="268"/>
                </a:lnTo>
                <a:cubicBezTo>
                  <a:pt x="534" y="119"/>
                  <a:pt x="415" y="1"/>
                  <a:pt x="26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5"/>
          <p:cNvSpPr/>
          <p:nvPr/>
        </p:nvSpPr>
        <p:spPr>
          <a:xfrm>
            <a:off x="4075512" y="1891337"/>
            <a:ext cx="31250" cy="47928"/>
          </a:xfrm>
          <a:custGeom>
            <a:avLst/>
            <a:gdLst/>
            <a:ahLst/>
            <a:cxnLst/>
            <a:rect l="l" t="t" r="r" b="b"/>
            <a:pathLst>
              <a:path w="534" h="819" extrusionOk="0">
                <a:moveTo>
                  <a:pt x="268" y="1"/>
                </a:moveTo>
                <a:cubicBezTo>
                  <a:pt x="120" y="1"/>
                  <a:pt x="1" y="119"/>
                  <a:pt x="1" y="268"/>
                </a:cubicBezTo>
                <a:lnTo>
                  <a:pt x="1" y="818"/>
                </a:lnTo>
                <a:lnTo>
                  <a:pt x="534" y="818"/>
                </a:lnTo>
                <a:lnTo>
                  <a:pt x="534" y="268"/>
                </a:lnTo>
                <a:cubicBezTo>
                  <a:pt x="534" y="119"/>
                  <a:pt x="415" y="1"/>
                  <a:pt x="268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5"/>
          <p:cNvSpPr/>
          <p:nvPr/>
        </p:nvSpPr>
        <p:spPr>
          <a:xfrm>
            <a:off x="3975910" y="1955768"/>
            <a:ext cx="31308" cy="47928"/>
          </a:xfrm>
          <a:custGeom>
            <a:avLst/>
            <a:gdLst/>
            <a:ahLst/>
            <a:cxnLst/>
            <a:rect l="l" t="t" r="r" b="b"/>
            <a:pathLst>
              <a:path w="535" h="819" extrusionOk="0">
                <a:moveTo>
                  <a:pt x="268" y="1"/>
                </a:moveTo>
                <a:cubicBezTo>
                  <a:pt x="122" y="1"/>
                  <a:pt x="1" y="119"/>
                  <a:pt x="1" y="268"/>
                </a:cubicBezTo>
                <a:lnTo>
                  <a:pt x="1" y="818"/>
                </a:lnTo>
                <a:lnTo>
                  <a:pt x="534" y="818"/>
                </a:lnTo>
                <a:lnTo>
                  <a:pt x="534" y="268"/>
                </a:lnTo>
                <a:cubicBezTo>
                  <a:pt x="534" y="119"/>
                  <a:pt x="415" y="1"/>
                  <a:pt x="26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" name="Google Shape;78;p15"/>
          <p:cNvSpPr/>
          <p:nvPr/>
        </p:nvSpPr>
        <p:spPr>
          <a:xfrm>
            <a:off x="4025711" y="1955768"/>
            <a:ext cx="31308" cy="47928"/>
          </a:xfrm>
          <a:custGeom>
            <a:avLst/>
            <a:gdLst/>
            <a:ahLst/>
            <a:cxnLst/>
            <a:rect l="l" t="t" r="r" b="b"/>
            <a:pathLst>
              <a:path w="535" h="819" extrusionOk="0">
                <a:moveTo>
                  <a:pt x="268" y="1"/>
                </a:moveTo>
                <a:cubicBezTo>
                  <a:pt x="121" y="1"/>
                  <a:pt x="0" y="119"/>
                  <a:pt x="0" y="268"/>
                </a:cubicBezTo>
                <a:lnTo>
                  <a:pt x="0" y="818"/>
                </a:lnTo>
                <a:lnTo>
                  <a:pt x="534" y="818"/>
                </a:lnTo>
                <a:lnTo>
                  <a:pt x="534" y="268"/>
                </a:lnTo>
                <a:cubicBezTo>
                  <a:pt x="534" y="119"/>
                  <a:pt x="415" y="1"/>
                  <a:pt x="26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" name="Google Shape;79;p15"/>
          <p:cNvSpPr/>
          <p:nvPr/>
        </p:nvSpPr>
        <p:spPr>
          <a:xfrm>
            <a:off x="4075512" y="1955768"/>
            <a:ext cx="31250" cy="47928"/>
          </a:xfrm>
          <a:custGeom>
            <a:avLst/>
            <a:gdLst/>
            <a:ahLst/>
            <a:cxnLst/>
            <a:rect l="l" t="t" r="r" b="b"/>
            <a:pathLst>
              <a:path w="534" h="819" extrusionOk="0">
                <a:moveTo>
                  <a:pt x="268" y="1"/>
                </a:moveTo>
                <a:cubicBezTo>
                  <a:pt x="120" y="1"/>
                  <a:pt x="1" y="119"/>
                  <a:pt x="1" y="268"/>
                </a:cubicBezTo>
                <a:lnTo>
                  <a:pt x="1" y="818"/>
                </a:lnTo>
                <a:lnTo>
                  <a:pt x="534" y="818"/>
                </a:lnTo>
                <a:lnTo>
                  <a:pt x="534" y="268"/>
                </a:lnTo>
                <a:cubicBezTo>
                  <a:pt x="534" y="119"/>
                  <a:pt x="415" y="1"/>
                  <a:pt x="268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" name="Google Shape;80;p15"/>
          <p:cNvSpPr/>
          <p:nvPr/>
        </p:nvSpPr>
        <p:spPr>
          <a:xfrm>
            <a:off x="3930323" y="2061396"/>
            <a:ext cx="37511" cy="57525"/>
          </a:xfrm>
          <a:custGeom>
            <a:avLst/>
            <a:gdLst/>
            <a:ahLst/>
            <a:cxnLst/>
            <a:rect l="l" t="t" r="r" b="b"/>
            <a:pathLst>
              <a:path w="641" h="983" extrusionOk="0">
                <a:moveTo>
                  <a:pt x="321" y="0"/>
                </a:moveTo>
                <a:cubicBezTo>
                  <a:pt x="145" y="0"/>
                  <a:pt x="0" y="144"/>
                  <a:pt x="0" y="322"/>
                </a:cubicBezTo>
                <a:lnTo>
                  <a:pt x="0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1" y="144"/>
                  <a:pt x="498" y="0"/>
                  <a:pt x="32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" name="Google Shape;81;p15"/>
          <p:cNvSpPr/>
          <p:nvPr/>
        </p:nvSpPr>
        <p:spPr>
          <a:xfrm>
            <a:off x="3990072" y="2061396"/>
            <a:ext cx="37570" cy="57525"/>
          </a:xfrm>
          <a:custGeom>
            <a:avLst/>
            <a:gdLst/>
            <a:ahLst/>
            <a:cxnLst/>
            <a:rect l="l" t="t" r="r" b="b"/>
            <a:pathLst>
              <a:path w="642" h="983" extrusionOk="0">
                <a:moveTo>
                  <a:pt x="322" y="0"/>
                </a:moveTo>
                <a:cubicBezTo>
                  <a:pt x="146" y="0"/>
                  <a:pt x="0" y="144"/>
                  <a:pt x="0" y="322"/>
                </a:cubicBezTo>
                <a:lnTo>
                  <a:pt x="0" y="983"/>
                </a:lnTo>
                <a:lnTo>
                  <a:pt x="642" y="983"/>
                </a:lnTo>
                <a:lnTo>
                  <a:pt x="642" y="322"/>
                </a:lnTo>
                <a:cubicBezTo>
                  <a:pt x="642" y="144"/>
                  <a:pt x="499" y="0"/>
                  <a:pt x="3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5"/>
          <p:cNvSpPr/>
          <p:nvPr/>
        </p:nvSpPr>
        <p:spPr>
          <a:xfrm>
            <a:off x="4049880" y="2061396"/>
            <a:ext cx="37687" cy="57525"/>
          </a:xfrm>
          <a:custGeom>
            <a:avLst/>
            <a:gdLst/>
            <a:ahLst/>
            <a:cxnLst/>
            <a:rect l="l" t="t" r="r" b="b"/>
            <a:pathLst>
              <a:path w="644" h="983" extrusionOk="0">
                <a:moveTo>
                  <a:pt x="322" y="0"/>
                </a:moveTo>
                <a:cubicBezTo>
                  <a:pt x="145" y="0"/>
                  <a:pt x="1" y="144"/>
                  <a:pt x="1" y="322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3" y="144"/>
                  <a:pt x="498" y="0"/>
                  <a:pt x="322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" name="Google Shape;83;p15"/>
          <p:cNvSpPr/>
          <p:nvPr/>
        </p:nvSpPr>
        <p:spPr>
          <a:xfrm>
            <a:off x="3930323" y="2143266"/>
            <a:ext cx="37511" cy="57525"/>
          </a:xfrm>
          <a:custGeom>
            <a:avLst/>
            <a:gdLst/>
            <a:ahLst/>
            <a:cxnLst/>
            <a:rect l="l" t="t" r="r" b="b"/>
            <a:pathLst>
              <a:path w="641" h="983" extrusionOk="0">
                <a:moveTo>
                  <a:pt x="321" y="0"/>
                </a:moveTo>
                <a:cubicBezTo>
                  <a:pt x="145" y="0"/>
                  <a:pt x="0" y="143"/>
                  <a:pt x="0" y="321"/>
                </a:cubicBezTo>
                <a:lnTo>
                  <a:pt x="0" y="982"/>
                </a:lnTo>
                <a:lnTo>
                  <a:pt x="641" y="982"/>
                </a:lnTo>
                <a:lnTo>
                  <a:pt x="641" y="321"/>
                </a:lnTo>
                <a:cubicBezTo>
                  <a:pt x="641" y="143"/>
                  <a:pt x="498" y="0"/>
                  <a:pt x="32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3990072" y="2143266"/>
            <a:ext cx="37570" cy="57525"/>
          </a:xfrm>
          <a:custGeom>
            <a:avLst/>
            <a:gdLst/>
            <a:ahLst/>
            <a:cxnLst/>
            <a:rect l="l" t="t" r="r" b="b"/>
            <a:pathLst>
              <a:path w="642" h="983" extrusionOk="0">
                <a:moveTo>
                  <a:pt x="322" y="0"/>
                </a:moveTo>
                <a:cubicBezTo>
                  <a:pt x="146" y="0"/>
                  <a:pt x="0" y="143"/>
                  <a:pt x="0" y="321"/>
                </a:cubicBezTo>
                <a:lnTo>
                  <a:pt x="0" y="982"/>
                </a:lnTo>
                <a:lnTo>
                  <a:pt x="642" y="982"/>
                </a:lnTo>
                <a:lnTo>
                  <a:pt x="642" y="321"/>
                </a:lnTo>
                <a:cubicBezTo>
                  <a:pt x="642" y="143"/>
                  <a:pt x="499" y="0"/>
                  <a:pt x="3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4049880" y="2143266"/>
            <a:ext cx="37687" cy="57525"/>
          </a:xfrm>
          <a:custGeom>
            <a:avLst/>
            <a:gdLst/>
            <a:ahLst/>
            <a:cxnLst/>
            <a:rect l="l" t="t" r="r" b="b"/>
            <a:pathLst>
              <a:path w="644" h="983" extrusionOk="0">
                <a:moveTo>
                  <a:pt x="322" y="0"/>
                </a:moveTo>
                <a:cubicBezTo>
                  <a:pt x="145" y="0"/>
                  <a:pt x="1" y="143"/>
                  <a:pt x="1" y="321"/>
                </a:cubicBezTo>
                <a:lnTo>
                  <a:pt x="1" y="982"/>
                </a:lnTo>
                <a:lnTo>
                  <a:pt x="641" y="982"/>
                </a:lnTo>
                <a:lnTo>
                  <a:pt x="641" y="321"/>
                </a:lnTo>
                <a:cubicBezTo>
                  <a:pt x="643" y="143"/>
                  <a:pt x="498" y="0"/>
                  <a:pt x="322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3930323" y="2220687"/>
            <a:ext cx="37511" cy="57525"/>
          </a:xfrm>
          <a:custGeom>
            <a:avLst/>
            <a:gdLst/>
            <a:ahLst/>
            <a:cxnLst/>
            <a:rect l="l" t="t" r="r" b="b"/>
            <a:pathLst>
              <a:path w="641" h="983" extrusionOk="0">
                <a:moveTo>
                  <a:pt x="321" y="0"/>
                </a:moveTo>
                <a:cubicBezTo>
                  <a:pt x="145" y="0"/>
                  <a:pt x="0" y="143"/>
                  <a:pt x="0" y="321"/>
                </a:cubicBezTo>
                <a:lnTo>
                  <a:pt x="0" y="982"/>
                </a:lnTo>
                <a:lnTo>
                  <a:pt x="641" y="982"/>
                </a:lnTo>
                <a:lnTo>
                  <a:pt x="641" y="321"/>
                </a:lnTo>
                <a:cubicBezTo>
                  <a:pt x="641" y="144"/>
                  <a:pt x="498" y="0"/>
                  <a:pt x="32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" name="Google Shape;87;p15"/>
          <p:cNvSpPr/>
          <p:nvPr/>
        </p:nvSpPr>
        <p:spPr>
          <a:xfrm>
            <a:off x="3990072" y="2220687"/>
            <a:ext cx="37570" cy="57525"/>
          </a:xfrm>
          <a:custGeom>
            <a:avLst/>
            <a:gdLst/>
            <a:ahLst/>
            <a:cxnLst/>
            <a:rect l="l" t="t" r="r" b="b"/>
            <a:pathLst>
              <a:path w="642" h="983" extrusionOk="0">
                <a:moveTo>
                  <a:pt x="322" y="0"/>
                </a:moveTo>
                <a:cubicBezTo>
                  <a:pt x="146" y="0"/>
                  <a:pt x="0" y="143"/>
                  <a:pt x="0" y="321"/>
                </a:cubicBezTo>
                <a:lnTo>
                  <a:pt x="0" y="982"/>
                </a:lnTo>
                <a:lnTo>
                  <a:pt x="642" y="982"/>
                </a:lnTo>
                <a:lnTo>
                  <a:pt x="642" y="321"/>
                </a:lnTo>
                <a:cubicBezTo>
                  <a:pt x="642" y="144"/>
                  <a:pt x="499" y="0"/>
                  <a:pt x="3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15"/>
          <p:cNvSpPr/>
          <p:nvPr/>
        </p:nvSpPr>
        <p:spPr>
          <a:xfrm>
            <a:off x="4049880" y="2220687"/>
            <a:ext cx="37687" cy="57525"/>
          </a:xfrm>
          <a:custGeom>
            <a:avLst/>
            <a:gdLst/>
            <a:ahLst/>
            <a:cxnLst/>
            <a:rect l="l" t="t" r="r" b="b"/>
            <a:pathLst>
              <a:path w="644" h="983" extrusionOk="0">
                <a:moveTo>
                  <a:pt x="322" y="0"/>
                </a:moveTo>
                <a:cubicBezTo>
                  <a:pt x="145" y="0"/>
                  <a:pt x="1" y="143"/>
                  <a:pt x="1" y="321"/>
                </a:cubicBezTo>
                <a:lnTo>
                  <a:pt x="1" y="982"/>
                </a:lnTo>
                <a:lnTo>
                  <a:pt x="641" y="982"/>
                </a:lnTo>
                <a:lnTo>
                  <a:pt x="641" y="321"/>
                </a:lnTo>
                <a:cubicBezTo>
                  <a:pt x="643" y="144"/>
                  <a:pt x="498" y="0"/>
                  <a:pt x="322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15"/>
          <p:cNvSpPr/>
          <p:nvPr/>
        </p:nvSpPr>
        <p:spPr>
          <a:xfrm>
            <a:off x="4109687" y="2061396"/>
            <a:ext cx="37628" cy="57525"/>
          </a:xfrm>
          <a:custGeom>
            <a:avLst/>
            <a:gdLst/>
            <a:ahLst/>
            <a:cxnLst/>
            <a:rect l="l" t="t" r="r" b="b"/>
            <a:pathLst>
              <a:path w="643" h="983" extrusionOk="0">
                <a:moveTo>
                  <a:pt x="322" y="0"/>
                </a:moveTo>
                <a:cubicBezTo>
                  <a:pt x="145" y="0"/>
                  <a:pt x="1" y="144"/>
                  <a:pt x="1" y="322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2" y="144"/>
                  <a:pt x="498" y="0"/>
                  <a:pt x="322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15"/>
          <p:cNvSpPr/>
          <p:nvPr/>
        </p:nvSpPr>
        <p:spPr>
          <a:xfrm>
            <a:off x="4109687" y="2143266"/>
            <a:ext cx="37628" cy="57525"/>
          </a:xfrm>
          <a:custGeom>
            <a:avLst/>
            <a:gdLst/>
            <a:ahLst/>
            <a:cxnLst/>
            <a:rect l="l" t="t" r="r" b="b"/>
            <a:pathLst>
              <a:path w="643" h="983" extrusionOk="0">
                <a:moveTo>
                  <a:pt x="322" y="0"/>
                </a:moveTo>
                <a:cubicBezTo>
                  <a:pt x="145" y="0"/>
                  <a:pt x="1" y="143"/>
                  <a:pt x="1" y="321"/>
                </a:cubicBezTo>
                <a:lnTo>
                  <a:pt x="1" y="982"/>
                </a:lnTo>
                <a:lnTo>
                  <a:pt x="641" y="982"/>
                </a:lnTo>
                <a:lnTo>
                  <a:pt x="641" y="321"/>
                </a:lnTo>
                <a:cubicBezTo>
                  <a:pt x="642" y="143"/>
                  <a:pt x="498" y="0"/>
                  <a:pt x="322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5"/>
          <p:cNvSpPr/>
          <p:nvPr/>
        </p:nvSpPr>
        <p:spPr>
          <a:xfrm>
            <a:off x="4109687" y="2220687"/>
            <a:ext cx="37628" cy="57525"/>
          </a:xfrm>
          <a:custGeom>
            <a:avLst/>
            <a:gdLst/>
            <a:ahLst/>
            <a:cxnLst/>
            <a:rect l="l" t="t" r="r" b="b"/>
            <a:pathLst>
              <a:path w="643" h="983" extrusionOk="0">
                <a:moveTo>
                  <a:pt x="322" y="0"/>
                </a:moveTo>
                <a:cubicBezTo>
                  <a:pt x="145" y="0"/>
                  <a:pt x="1" y="143"/>
                  <a:pt x="1" y="321"/>
                </a:cubicBezTo>
                <a:lnTo>
                  <a:pt x="1" y="982"/>
                </a:lnTo>
                <a:lnTo>
                  <a:pt x="641" y="982"/>
                </a:lnTo>
                <a:lnTo>
                  <a:pt x="641" y="321"/>
                </a:lnTo>
                <a:cubicBezTo>
                  <a:pt x="642" y="144"/>
                  <a:pt x="498" y="0"/>
                  <a:pt x="322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5"/>
          <p:cNvSpPr/>
          <p:nvPr/>
        </p:nvSpPr>
        <p:spPr>
          <a:xfrm>
            <a:off x="3930323" y="2307706"/>
            <a:ext cx="37511" cy="57584"/>
          </a:xfrm>
          <a:custGeom>
            <a:avLst/>
            <a:gdLst/>
            <a:ahLst/>
            <a:cxnLst/>
            <a:rect l="l" t="t" r="r" b="b"/>
            <a:pathLst>
              <a:path w="641" h="984" extrusionOk="0">
                <a:moveTo>
                  <a:pt x="321" y="1"/>
                </a:moveTo>
                <a:cubicBezTo>
                  <a:pt x="145" y="1"/>
                  <a:pt x="0" y="144"/>
                  <a:pt x="0" y="321"/>
                </a:cubicBezTo>
                <a:lnTo>
                  <a:pt x="0" y="983"/>
                </a:lnTo>
                <a:lnTo>
                  <a:pt x="641" y="983"/>
                </a:lnTo>
                <a:lnTo>
                  <a:pt x="641" y="321"/>
                </a:lnTo>
                <a:cubicBezTo>
                  <a:pt x="641" y="144"/>
                  <a:pt x="498" y="1"/>
                  <a:pt x="3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" name="Google Shape;93;p15"/>
          <p:cNvSpPr/>
          <p:nvPr/>
        </p:nvSpPr>
        <p:spPr>
          <a:xfrm>
            <a:off x="3990072" y="2307706"/>
            <a:ext cx="37570" cy="57584"/>
          </a:xfrm>
          <a:custGeom>
            <a:avLst/>
            <a:gdLst/>
            <a:ahLst/>
            <a:cxnLst/>
            <a:rect l="l" t="t" r="r" b="b"/>
            <a:pathLst>
              <a:path w="642" h="984" extrusionOk="0">
                <a:moveTo>
                  <a:pt x="322" y="1"/>
                </a:moveTo>
                <a:cubicBezTo>
                  <a:pt x="146" y="1"/>
                  <a:pt x="0" y="144"/>
                  <a:pt x="0" y="321"/>
                </a:cubicBezTo>
                <a:lnTo>
                  <a:pt x="0" y="983"/>
                </a:lnTo>
                <a:lnTo>
                  <a:pt x="642" y="983"/>
                </a:lnTo>
                <a:lnTo>
                  <a:pt x="642" y="321"/>
                </a:lnTo>
                <a:cubicBezTo>
                  <a:pt x="642" y="144"/>
                  <a:pt x="499" y="1"/>
                  <a:pt x="32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15"/>
          <p:cNvSpPr/>
          <p:nvPr/>
        </p:nvSpPr>
        <p:spPr>
          <a:xfrm>
            <a:off x="4049880" y="2307706"/>
            <a:ext cx="37687" cy="57584"/>
          </a:xfrm>
          <a:custGeom>
            <a:avLst/>
            <a:gdLst/>
            <a:ahLst/>
            <a:cxnLst/>
            <a:rect l="l" t="t" r="r" b="b"/>
            <a:pathLst>
              <a:path w="644" h="984" extrusionOk="0">
                <a:moveTo>
                  <a:pt x="322" y="1"/>
                </a:moveTo>
                <a:cubicBezTo>
                  <a:pt x="145" y="1"/>
                  <a:pt x="1" y="144"/>
                  <a:pt x="1" y="321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1"/>
                </a:lnTo>
                <a:cubicBezTo>
                  <a:pt x="643" y="144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" name="Google Shape;95;p15"/>
          <p:cNvSpPr/>
          <p:nvPr/>
        </p:nvSpPr>
        <p:spPr>
          <a:xfrm>
            <a:off x="3930323" y="2389634"/>
            <a:ext cx="37511" cy="57525"/>
          </a:xfrm>
          <a:custGeom>
            <a:avLst/>
            <a:gdLst/>
            <a:ahLst/>
            <a:cxnLst/>
            <a:rect l="l" t="t" r="r" b="b"/>
            <a:pathLst>
              <a:path w="641" h="983" extrusionOk="0">
                <a:moveTo>
                  <a:pt x="321" y="1"/>
                </a:moveTo>
                <a:cubicBezTo>
                  <a:pt x="145" y="1"/>
                  <a:pt x="0" y="144"/>
                  <a:pt x="0" y="322"/>
                </a:cubicBezTo>
                <a:lnTo>
                  <a:pt x="0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1" y="144"/>
                  <a:pt x="498" y="1"/>
                  <a:pt x="3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15"/>
          <p:cNvSpPr/>
          <p:nvPr/>
        </p:nvSpPr>
        <p:spPr>
          <a:xfrm>
            <a:off x="3990072" y="2389634"/>
            <a:ext cx="37570" cy="57525"/>
          </a:xfrm>
          <a:custGeom>
            <a:avLst/>
            <a:gdLst/>
            <a:ahLst/>
            <a:cxnLst/>
            <a:rect l="l" t="t" r="r" b="b"/>
            <a:pathLst>
              <a:path w="642" h="983" extrusionOk="0">
                <a:moveTo>
                  <a:pt x="322" y="1"/>
                </a:moveTo>
                <a:cubicBezTo>
                  <a:pt x="146" y="1"/>
                  <a:pt x="0" y="144"/>
                  <a:pt x="0" y="322"/>
                </a:cubicBezTo>
                <a:lnTo>
                  <a:pt x="0" y="983"/>
                </a:lnTo>
                <a:lnTo>
                  <a:pt x="642" y="983"/>
                </a:lnTo>
                <a:lnTo>
                  <a:pt x="642" y="322"/>
                </a:lnTo>
                <a:cubicBezTo>
                  <a:pt x="642" y="144"/>
                  <a:pt x="499" y="1"/>
                  <a:pt x="32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15"/>
          <p:cNvSpPr/>
          <p:nvPr/>
        </p:nvSpPr>
        <p:spPr>
          <a:xfrm>
            <a:off x="4049880" y="2389634"/>
            <a:ext cx="37687" cy="57525"/>
          </a:xfrm>
          <a:custGeom>
            <a:avLst/>
            <a:gdLst/>
            <a:ahLst/>
            <a:cxnLst/>
            <a:rect l="l" t="t" r="r" b="b"/>
            <a:pathLst>
              <a:path w="644" h="983" extrusionOk="0">
                <a:moveTo>
                  <a:pt x="322" y="1"/>
                </a:moveTo>
                <a:cubicBezTo>
                  <a:pt x="145" y="1"/>
                  <a:pt x="1" y="144"/>
                  <a:pt x="1" y="322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3" y="144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5"/>
          <p:cNvSpPr/>
          <p:nvPr/>
        </p:nvSpPr>
        <p:spPr>
          <a:xfrm>
            <a:off x="3930323" y="2467056"/>
            <a:ext cx="37511" cy="57525"/>
          </a:xfrm>
          <a:custGeom>
            <a:avLst/>
            <a:gdLst/>
            <a:ahLst/>
            <a:cxnLst/>
            <a:rect l="l" t="t" r="r" b="b"/>
            <a:pathLst>
              <a:path w="641" h="983" extrusionOk="0">
                <a:moveTo>
                  <a:pt x="321" y="1"/>
                </a:moveTo>
                <a:cubicBezTo>
                  <a:pt x="145" y="1"/>
                  <a:pt x="0" y="144"/>
                  <a:pt x="0" y="322"/>
                </a:cubicBezTo>
                <a:lnTo>
                  <a:pt x="0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1" y="144"/>
                  <a:pt x="498" y="1"/>
                  <a:pt x="3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p15"/>
          <p:cNvSpPr/>
          <p:nvPr/>
        </p:nvSpPr>
        <p:spPr>
          <a:xfrm>
            <a:off x="3990072" y="2467056"/>
            <a:ext cx="37570" cy="57525"/>
          </a:xfrm>
          <a:custGeom>
            <a:avLst/>
            <a:gdLst/>
            <a:ahLst/>
            <a:cxnLst/>
            <a:rect l="l" t="t" r="r" b="b"/>
            <a:pathLst>
              <a:path w="642" h="983" extrusionOk="0">
                <a:moveTo>
                  <a:pt x="322" y="1"/>
                </a:moveTo>
                <a:cubicBezTo>
                  <a:pt x="146" y="1"/>
                  <a:pt x="0" y="144"/>
                  <a:pt x="0" y="322"/>
                </a:cubicBezTo>
                <a:lnTo>
                  <a:pt x="0" y="983"/>
                </a:lnTo>
                <a:lnTo>
                  <a:pt x="642" y="983"/>
                </a:lnTo>
                <a:lnTo>
                  <a:pt x="642" y="322"/>
                </a:lnTo>
                <a:cubicBezTo>
                  <a:pt x="642" y="144"/>
                  <a:pt x="499" y="1"/>
                  <a:pt x="32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" name="Google Shape;100;p15"/>
          <p:cNvSpPr/>
          <p:nvPr/>
        </p:nvSpPr>
        <p:spPr>
          <a:xfrm>
            <a:off x="4049880" y="2467056"/>
            <a:ext cx="37687" cy="57525"/>
          </a:xfrm>
          <a:custGeom>
            <a:avLst/>
            <a:gdLst/>
            <a:ahLst/>
            <a:cxnLst/>
            <a:rect l="l" t="t" r="r" b="b"/>
            <a:pathLst>
              <a:path w="644" h="983" extrusionOk="0">
                <a:moveTo>
                  <a:pt x="322" y="1"/>
                </a:moveTo>
                <a:cubicBezTo>
                  <a:pt x="145" y="1"/>
                  <a:pt x="1" y="144"/>
                  <a:pt x="1" y="322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3" y="144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" name="Google Shape;101;p15"/>
          <p:cNvSpPr/>
          <p:nvPr/>
        </p:nvSpPr>
        <p:spPr>
          <a:xfrm>
            <a:off x="4109687" y="2307706"/>
            <a:ext cx="37628" cy="57584"/>
          </a:xfrm>
          <a:custGeom>
            <a:avLst/>
            <a:gdLst/>
            <a:ahLst/>
            <a:cxnLst/>
            <a:rect l="l" t="t" r="r" b="b"/>
            <a:pathLst>
              <a:path w="643" h="984" extrusionOk="0">
                <a:moveTo>
                  <a:pt x="322" y="1"/>
                </a:moveTo>
                <a:cubicBezTo>
                  <a:pt x="145" y="1"/>
                  <a:pt x="1" y="144"/>
                  <a:pt x="1" y="321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1"/>
                </a:lnTo>
                <a:cubicBezTo>
                  <a:pt x="642" y="144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"/>
          <p:cNvSpPr/>
          <p:nvPr/>
        </p:nvSpPr>
        <p:spPr>
          <a:xfrm>
            <a:off x="4109687" y="2389634"/>
            <a:ext cx="37628" cy="57525"/>
          </a:xfrm>
          <a:custGeom>
            <a:avLst/>
            <a:gdLst/>
            <a:ahLst/>
            <a:cxnLst/>
            <a:rect l="l" t="t" r="r" b="b"/>
            <a:pathLst>
              <a:path w="643" h="983" extrusionOk="0">
                <a:moveTo>
                  <a:pt x="322" y="1"/>
                </a:moveTo>
                <a:cubicBezTo>
                  <a:pt x="145" y="1"/>
                  <a:pt x="1" y="144"/>
                  <a:pt x="1" y="322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2" y="144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" name="Google Shape;103;p15"/>
          <p:cNvSpPr/>
          <p:nvPr/>
        </p:nvSpPr>
        <p:spPr>
          <a:xfrm>
            <a:off x="4109687" y="2467056"/>
            <a:ext cx="37628" cy="57525"/>
          </a:xfrm>
          <a:custGeom>
            <a:avLst/>
            <a:gdLst/>
            <a:ahLst/>
            <a:cxnLst/>
            <a:rect l="l" t="t" r="r" b="b"/>
            <a:pathLst>
              <a:path w="643" h="983" extrusionOk="0">
                <a:moveTo>
                  <a:pt x="322" y="1"/>
                </a:moveTo>
                <a:cubicBezTo>
                  <a:pt x="145" y="1"/>
                  <a:pt x="1" y="144"/>
                  <a:pt x="1" y="322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2" y="144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15"/>
          <p:cNvSpPr/>
          <p:nvPr/>
        </p:nvSpPr>
        <p:spPr>
          <a:xfrm>
            <a:off x="3930323" y="2554134"/>
            <a:ext cx="37511" cy="57467"/>
          </a:xfrm>
          <a:custGeom>
            <a:avLst/>
            <a:gdLst/>
            <a:ahLst/>
            <a:cxnLst/>
            <a:rect l="l" t="t" r="r" b="b"/>
            <a:pathLst>
              <a:path w="641" h="982" extrusionOk="0">
                <a:moveTo>
                  <a:pt x="321" y="0"/>
                </a:moveTo>
                <a:cubicBezTo>
                  <a:pt x="145" y="0"/>
                  <a:pt x="0" y="143"/>
                  <a:pt x="0" y="321"/>
                </a:cubicBezTo>
                <a:lnTo>
                  <a:pt x="0" y="981"/>
                </a:lnTo>
                <a:lnTo>
                  <a:pt x="641" y="981"/>
                </a:lnTo>
                <a:lnTo>
                  <a:pt x="641" y="321"/>
                </a:lnTo>
                <a:cubicBezTo>
                  <a:pt x="641" y="143"/>
                  <a:pt x="498" y="0"/>
                  <a:pt x="32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15"/>
          <p:cNvSpPr/>
          <p:nvPr/>
        </p:nvSpPr>
        <p:spPr>
          <a:xfrm>
            <a:off x="3990072" y="2554134"/>
            <a:ext cx="37570" cy="57467"/>
          </a:xfrm>
          <a:custGeom>
            <a:avLst/>
            <a:gdLst/>
            <a:ahLst/>
            <a:cxnLst/>
            <a:rect l="l" t="t" r="r" b="b"/>
            <a:pathLst>
              <a:path w="642" h="982" extrusionOk="0">
                <a:moveTo>
                  <a:pt x="322" y="0"/>
                </a:moveTo>
                <a:cubicBezTo>
                  <a:pt x="146" y="0"/>
                  <a:pt x="0" y="143"/>
                  <a:pt x="0" y="321"/>
                </a:cubicBezTo>
                <a:lnTo>
                  <a:pt x="0" y="981"/>
                </a:lnTo>
                <a:lnTo>
                  <a:pt x="642" y="981"/>
                </a:lnTo>
                <a:lnTo>
                  <a:pt x="642" y="321"/>
                </a:lnTo>
                <a:cubicBezTo>
                  <a:pt x="642" y="143"/>
                  <a:pt x="499" y="0"/>
                  <a:pt x="32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" name="Google Shape;106;p15"/>
          <p:cNvSpPr/>
          <p:nvPr/>
        </p:nvSpPr>
        <p:spPr>
          <a:xfrm>
            <a:off x="4049880" y="2554134"/>
            <a:ext cx="37687" cy="57467"/>
          </a:xfrm>
          <a:custGeom>
            <a:avLst/>
            <a:gdLst/>
            <a:ahLst/>
            <a:cxnLst/>
            <a:rect l="l" t="t" r="r" b="b"/>
            <a:pathLst>
              <a:path w="644" h="982" extrusionOk="0">
                <a:moveTo>
                  <a:pt x="322" y="0"/>
                </a:moveTo>
                <a:cubicBezTo>
                  <a:pt x="145" y="0"/>
                  <a:pt x="1" y="143"/>
                  <a:pt x="1" y="321"/>
                </a:cubicBezTo>
                <a:lnTo>
                  <a:pt x="1" y="981"/>
                </a:lnTo>
                <a:lnTo>
                  <a:pt x="641" y="981"/>
                </a:lnTo>
                <a:lnTo>
                  <a:pt x="641" y="321"/>
                </a:lnTo>
                <a:cubicBezTo>
                  <a:pt x="643" y="143"/>
                  <a:pt x="498" y="0"/>
                  <a:pt x="322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" name="Google Shape;107;p15"/>
          <p:cNvSpPr/>
          <p:nvPr/>
        </p:nvSpPr>
        <p:spPr>
          <a:xfrm>
            <a:off x="3930323" y="2635945"/>
            <a:ext cx="37511" cy="57584"/>
          </a:xfrm>
          <a:custGeom>
            <a:avLst/>
            <a:gdLst/>
            <a:ahLst/>
            <a:cxnLst/>
            <a:rect l="l" t="t" r="r" b="b"/>
            <a:pathLst>
              <a:path w="641" h="984" extrusionOk="0">
                <a:moveTo>
                  <a:pt x="321" y="1"/>
                </a:moveTo>
                <a:cubicBezTo>
                  <a:pt x="145" y="1"/>
                  <a:pt x="0" y="144"/>
                  <a:pt x="0" y="322"/>
                </a:cubicBezTo>
                <a:lnTo>
                  <a:pt x="0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1" y="144"/>
                  <a:pt x="498" y="1"/>
                  <a:pt x="3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5"/>
          <p:cNvSpPr/>
          <p:nvPr/>
        </p:nvSpPr>
        <p:spPr>
          <a:xfrm>
            <a:off x="3990072" y="2635945"/>
            <a:ext cx="37570" cy="57584"/>
          </a:xfrm>
          <a:custGeom>
            <a:avLst/>
            <a:gdLst/>
            <a:ahLst/>
            <a:cxnLst/>
            <a:rect l="l" t="t" r="r" b="b"/>
            <a:pathLst>
              <a:path w="642" h="984" extrusionOk="0">
                <a:moveTo>
                  <a:pt x="322" y="1"/>
                </a:moveTo>
                <a:cubicBezTo>
                  <a:pt x="146" y="1"/>
                  <a:pt x="0" y="144"/>
                  <a:pt x="0" y="322"/>
                </a:cubicBezTo>
                <a:lnTo>
                  <a:pt x="0" y="983"/>
                </a:lnTo>
                <a:lnTo>
                  <a:pt x="642" y="983"/>
                </a:lnTo>
                <a:lnTo>
                  <a:pt x="642" y="322"/>
                </a:lnTo>
                <a:cubicBezTo>
                  <a:pt x="642" y="144"/>
                  <a:pt x="499" y="1"/>
                  <a:pt x="32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5"/>
          <p:cNvSpPr/>
          <p:nvPr/>
        </p:nvSpPr>
        <p:spPr>
          <a:xfrm>
            <a:off x="4049880" y="2635945"/>
            <a:ext cx="37687" cy="57584"/>
          </a:xfrm>
          <a:custGeom>
            <a:avLst/>
            <a:gdLst/>
            <a:ahLst/>
            <a:cxnLst/>
            <a:rect l="l" t="t" r="r" b="b"/>
            <a:pathLst>
              <a:path w="644" h="984" extrusionOk="0">
                <a:moveTo>
                  <a:pt x="322" y="1"/>
                </a:moveTo>
                <a:cubicBezTo>
                  <a:pt x="145" y="1"/>
                  <a:pt x="1" y="144"/>
                  <a:pt x="1" y="322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3" y="144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5"/>
          <p:cNvSpPr/>
          <p:nvPr/>
        </p:nvSpPr>
        <p:spPr>
          <a:xfrm>
            <a:off x="3930323" y="2713366"/>
            <a:ext cx="37511" cy="57584"/>
          </a:xfrm>
          <a:custGeom>
            <a:avLst/>
            <a:gdLst/>
            <a:ahLst/>
            <a:cxnLst/>
            <a:rect l="l" t="t" r="r" b="b"/>
            <a:pathLst>
              <a:path w="641" h="984" extrusionOk="0">
                <a:moveTo>
                  <a:pt x="321" y="1"/>
                </a:moveTo>
                <a:cubicBezTo>
                  <a:pt x="145" y="1"/>
                  <a:pt x="0" y="144"/>
                  <a:pt x="0" y="321"/>
                </a:cubicBezTo>
                <a:lnTo>
                  <a:pt x="0" y="983"/>
                </a:lnTo>
                <a:lnTo>
                  <a:pt x="641" y="983"/>
                </a:lnTo>
                <a:lnTo>
                  <a:pt x="641" y="321"/>
                </a:lnTo>
                <a:cubicBezTo>
                  <a:pt x="641" y="145"/>
                  <a:pt x="498" y="1"/>
                  <a:pt x="32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5"/>
          <p:cNvSpPr/>
          <p:nvPr/>
        </p:nvSpPr>
        <p:spPr>
          <a:xfrm>
            <a:off x="3990072" y="2713366"/>
            <a:ext cx="37570" cy="57584"/>
          </a:xfrm>
          <a:custGeom>
            <a:avLst/>
            <a:gdLst/>
            <a:ahLst/>
            <a:cxnLst/>
            <a:rect l="l" t="t" r="r" b="b"/>
            <a:pathLst>
              <a:path w="642" h="984" extrusionOk="0">
                <a:moveTo>
                  <a:pt x="322" y="1"/>
                </a:moveTo>
                <a:cubicBezTo>
                  <a:pt x="146" y="1"/>
                  <a:pt x="0" y="144"/>
                  <a:pt x="0" y="321"/>
                </a:cubicBezTo>
                <a:lnTo>
                  <a:pt x="0" y="983"/>
                </a:lnTo>
                <a:lnTo>
                  <a:pt x="642" y="983"/>
                </a:lnTo>
                <a:lnTo>
                  <a:pt x="642" y="321"/>
                </a:lnTo>
                <a:cubicBezTo>
                  <a:pt x="642" y="145"/>
                  <a:pt x="499" y="1"/>
                  <a:pt x="322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5"/>
          <p:cNvSpPr/>
          <p:nvPr/>
        </p:nvSpPr>
        <p:spPr>
          <a:xfrm>
            <a:off x="4049880" y="2713366"/>
            <a:ext cx="37687" cy="57584"/>
          </a:xfrm>
          <a:custGeom>
            <a:avLst/>
            <a:gdLst/>
            <a:ahLst/>
            <a:cxnLst/>
            <a:rect l="l" t="t" r="r" b="b"/>
            <a:pathLst>
              <a:path w="644" h="984" extrusionOk="0">
                <a:moveTo>
                  <a:pt x="322" y="1"/>
                </a:moveTo>
                <a:cubicBezTo>
                  <a:pt x="145" y="1"/>
                  <a:pt x="1" y="144"/>
                  <a:pt x="1" y="321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1"/>
                </a:lnTo>
                <a:cubicBezTo>
                  <a:pt x="643" y="145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15"/>
          <p:cNvSpPr/>
          <p:nvPr/>
        </p:nvSpPr>
        <p:spPr>
          <a:xfrm>
            <a:off x="4109687" y="2554134"/>
            <a:ext cx="37628" cy="57467"/>
          </a:xfrm>
          <a:custGeom>
            <a:avLst/>
            <a:gdLst/>
            <a:ahLst/>
            <a:cxnLst/>
            <a:rect l="l" t="t" r="r" b="b"/>
            <a:pathLst>
              <a:path w="643" h="982" extrusionOk="0">
                <a:moveTo>
                  <a:pt x="322" y="0"/>
                </a:moveTo>
                <a:cubicBezTo>
                  <a:pt x="145" y="0"/>
                  <a:pt x="1" y="143"/>
                  <a:pt x="1" y="321"/>
                </a:cubicBezTo>
                <a:lnTo>
                  <a:pt x="1" y="981"/>
                </a:lnTo>
                <a:lnTo>
                  <a:pt x="641" y="981"/>
                </a:lnTo>
                <a:lnTo>
                  <a:pt x="641" y="321"/>
                </a:lnTo>
                <a:cubicBezTo>
                  <a:pt x="642" y="143"/>
                  <a:pt x="498" y="0"/>
                  <a:pt x="322" y="0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" name="Google Shape;114;p15"/>
          <p:cNvSpPr/>
          <p:nvPr/>
        </p:nvSpPr>
        <p:spPr>
          <a:xfrm>
            <a:off x="4109687" y="2635945"/>
            <a:ext cx="37628" cy="57584"/>
          </a:xfrm>
          <a:custGeom>
            <a:avLst/>
            <a:gdLst/>
            <a:ahLst/>
            <a:cxnLst/>
            <a:rect l="l" t="t" r="r" b="b"/>
            <a:pathLst>
              <a:path w="643" h="984" extrusionOk="0">
                <a:moveTo>
                  <a:pt x="322" y="1"/>
                </a:moveTo>
                <a:cubicBezTo>
                  <a:pt x="145" y="1"/>
                  <a:pt x="1" y="144"/>
                  <a:pt x="1" y="322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2"/>
                </a:lnTo>
                <a:cubicBezTo>
                  <a:pt x="642" y="144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15"/>
          <p:cNvSpPr/>
          <p:nvPr/>
        </p:nvSpPr>
        <p:spPr>
          <a:xfrm>
            <a:off x="4109687" y="2713366"/>
            <a:ext cx="37628" cy="57584"/>
          </a:xfrm>
          <a:custGeom>
            <a:avLst/>
            <a:gdLst/>
            <a:ahLst/>
            <a:cxnLst/>
            <a:rect l="l" t="t" r="r" b="b"/>
            <a:pathLst>
              <a:path w="643" h="984" extrusionOk="0">
                <a:moveTo>
                  <a:pt x="322" y="1"/>
                </a:moveTo>
                <a:cubicBezTo>
                  <a:pt x="145" y="1"/>
                  <a:pt x="1" y="144"/>
                  <a:pt x="1" y="321"/>
                </a:cubicBezTo>
                <a:lnTo>
                  <a:pt x="1" y="983"/>
                </a:lnTo>
                <a:lnTo>
                  <a:pt x="641" y="983"/>
                </a:lnTo>
                <a:lnTo>
                  <a:pt x="641" y="321"/>
                </a:lnTo>
                <a:cubicBezTo>
                  <a:pt x="642" y="145"/>
                  <a:pt x="498" y="1"/>
                  <a:pt x="322" y="1"/>
                </a:cubicBezTo>
                <a:close/>
              </a:path>
            </a:pathLst>
          </a:custGeom>
          <a:solidFill>
            <a:srgbClr val="6DD3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5"/>
          <p:cNvSpPr/>
          <p:nvPr/>
        </p:nvSpPr>
        <p:spPr>
          <a:xfrm>
            <a:off x="3886140" y="2023709"/>
            <a:ext cx="310507" cy="14454"/>
          </a:xfrm>
          <a:custGeom>
            <a:avLst/>
            <a:gdLst/>
            <a:ahLst/>
            <a:cxnLst/>
            <a:rect l="l" t="t" r="r" b="b"/>
            <a:pathLst>
              <a:path w="5306" h="247" extrusionOk="0">
                <a:moveTo>
                  <a:pt x="0" y="1"/>
                </a:moveTo>
                <a:lnTo>
                  <a:pt x="0" y="246"/>
                </a:lnTo>
                <a:lnTo>
                  <a:pt x="5305" y="246"/>
                </a:lnTo>
                <a:lnTo>
                  <a:pt x="530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3938457" y="1799286"/>
            <a:ext cx="208858" cy="11119"/>
          </a:xfrm>
          <a:custGeom>
            <a:avLst/>
            <a:gdLst/>
            <a:ahLst/>
            <a:cxnLst/>
            <a:rect l="l" t="t" r="r" b="b"/>
            <a:pathLst>
              <a:path w="3569" h="190" extrusionOk="0">
                <a:moveTo>
                  <a:pt x="0" y="1"/>
                </a:moveTo>
                <a:lnTo>
                  <a:pt x="0" y="189"/>
                </a:lnTo>
                <a:lnTo>
                  <a:pt x="3568" y="189"/>
                </a:lnTo>
                <a:lnTo>
                  <a:pt x="356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5"/>
          <p:cNvSpPr/>
          <p:nvPr/>
        </p:nvSpPr>
        <p:spPr>
          <a:xfrm>
            <a:off x="3894508" y="2791607"/>
            <a:ext cx="293712" cy="220152"/>
          </a:xfrm>
          <a:custGeom>
            <a:avLst/>
            <a:gdLst/>
            <a:ahLst/>
            <a:cxnLst/>
            <a:rect l="l" t="t" r="r" b="b"/>
            <a:pathLst>
              <a:path w="5019" h="3762" extrusionOk="0">
                <a:moveTo>
                  <a:pt x="0" y="0"/>
                </a:moveTo>
                <a:lnTo>
                  <a:pt x="0" y="3761"/>
                </a:lnTo>
                <a:lnTo>
                  <a:pt x="5018" y="3761"/>
                </a:lnTo>
                <a:lnTo>
                  <a:pt x="5018" y="0"/>
                </a:lnTo>
                <a:close/>
              </a:path>
            </a:pathLst>
          </a:custGeom>
          <a:solidFill>
            <a:srgbClr val="FFE9C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5"/>
          <p:cNvSpPr/>
          <p:nvPr/>
        </p:nvSpPr>
        <p:spPr>
          <a:xfrm>
            <a:off x="4007160" y="2921990"/>
            <a:ext cx="68410" cy="87312"/>
          </a:xfrm>
          <a:custGeom>
            <a:avLst/>
            <a:gdLst/>
            <a:ahLst/>
            <a:cxnLst/>
            <a:rect l="l" t="t" r="r" b="b"/>
            <a:pathLst>
              <a:path w="1169" h="1492" extrusionOk="0">
                <a:moveTo>
                  <a:pt x="0" y="1"/>
                </a:moveTo>
                <a:lnTo>
                  <a:pt x="0" y="1491"/>
                </a:lnTo>
                <a:lnTo>
                  <a:pt x="1169" y="1491"/>
                </a:lnTo>
                <a:lnTo>
                  <a:pt x="1169" y="1"/>
                </a:lnTo>
                <a:close/>
              </a:path>
            </a:pathLst>
          </a:custGeom>
          <a:solidFill>
            <a:srgbClr val="DDB2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5"/>
          <p:cNvSpPr/>
          <p:nvPr/>
        </p:nvSpPr>
        <p:spPr>
          <a:xfrm>
            <a:off x="4041453" y="1601898"/>
            <a:ext cx="155254" cy="1409864"/>
          </a:xfrm>
          <a:custGeom>
            <a:avLst/>
            <a:gdLst/>
            <a:ahLst/>
            <a:cxnLst/>
            <a:rect l="l" t="t" r="r" b="b"/>
            <a:pathLst>
              <a:path w="2653" h="24092" extrusionOk="0">
                <a:moveTo>
                  <a:pt x="0" y="0"/>
                </a:moveTo>
                <a:lnTo>
                  <a:pt x="0" y="24091"/>
                </a:lnTo>
                <a:lnTo>
                  <a:pt x="2508" y="24091"/>
                </a:lnTo>
                <a:lnTo>
                  <a:pt x="2508" y="20330"/>
                </a:lnTo>
                <a:lnTo>
                  <a:pt x="2508" y="7859"/>
                </a:lnTo>
                <a:lnTo>
                  <a:pt x="2508" y="7454"/>
                </a:lnTo>
                <a:lnTo>
                  <a:pt x="2652" y="7454"/>
                </a:lnTo>
                <a:lnTo>
                  <a:pt x="2652" y="7209"/>
                </a:lnTo>
                <a:lnTo>
                  <a:pt x="2507" y="7209"/>
                </a:lnTo>
                <a:lnTo>
                  <a:pt x="2507" y="6748"/>
                </a:lnTo>
                <a:cubicBezTo>
                  <a:pt x="2507" y="6652"/>
                  <a:pt x="2429" y="6575"/>
                  <a:pt x="2334" y="6575"/>
                </a:cubicBezTo>
                <a:cubicBezTo>
                  <a:pt x="2238" y="6575"/>
                  <a:pt x="2161" y="6654"/>
                  <a:pt x="2161" y="6748"/>
                </a:cubicBezTo>
                <a:lnTo>
                  <a:pt x="2161" y="7210"/>
                </a:lnTo>
                <a:lnTo>
                  <a:pt x="1618" y="7210"/>
                </a:lnTo>
                <a:lnTo>
                  <a:pt x="1618" y="4197"/>
                </a:lnTo>
                <a:lnTo>
                  <a:pt x="1618" y="3562"/>
                </a:lnTo>
                <a:lnTo>
                  <a:pt x="1808" y="3562"/>
                </a:lnTo>
                <a:lnTo>
                  <a:pt x="1808" y="3375"/>
                </a:lnTo>
                <a:lnTo>
                  <a:pt x="1618" y="3375"/>
                </a:lnTo>
                <a:lnTo>
                  <a:pt x="1618" y="3086"/>
                </a:lnTo>
                <a:cubicBezTo>
                  <a:pt x="1618" y="2991"/>
                  <a:pt x="1540" y="2915"/>
                  <a:pt x="1445" y="2915"/>
                </a:cubicBezTo>
                <a:cubicBezTo>
                  <a:pt x="1351" y="2915"/>
                  <a:pt x="1273" y="2992"/>
                  <a:pt x="1273" y="3086"/>
                </a:cubicBezTo>
                <a:lnTo>
                  <a:pt x="1273" y="3375"/>
                </a:lnTo>
                <a:lnTo>
                  <a:pt x="1096" y="3375"/>
                </a:lnTo>
                <a:lnTo>
                  <a:pt x="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15"/>
          <p:cNvSpPr/>
          <p:nvPr/>
        </p:nvSpPr>
        <p:spPr>
          <a:xfrm>
            <a:off x="3563868" y="2155379"/>
            <a:ext cx="10943" cy="58286"/>
          </a:xfrm>
          <a:custGeom>
            <a:avLst/>
            <a:gdLst/>
            <a:ahLst/>
            <a:cxnLst/>
            <a:rect l="l" t="t" r="r" b="b"/>
            <a:pathLst>
              <a:path w="187" h="996" fill="none" extrusionOk="0">
                <a:moveTo>
                  <a:pt x="187" y="1"/>
                </a:moveTo>
                <a:lnTo>
                  <a:pt x="0" y="995"/>
                </a:lnTo>
              </a:path>
            </a:pathLst>
          </a:custGeom>
          <a:noFill/>
          <a:ln w="100" cap="flat" cmpd="sng">
            <a:solidFill>
              <a:srgbClr val="AB5306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15"/>
          <p:cNvSpPr/>
          <p:nvPr/>
        </p:nvSpPr>
        <p:spPr>
          <a:xfrm>
            <a:off x="3603486" y="2155379"/>
            <a:ext cx="12699" cy="58286"/>
          </a:xfrm>
          <a:custGeom>
            <a:avLst/>
            <a:gdLst/>
            <a:ahLst/>
            <a:cxnLst/>
            <a:rect l="l" t="t" r="r" b="b"/>
            <a:pathLst>
              <a:path w="217" h="996" fill="none" extrusionOk="0">
                <a:moveTo>
                  <a:pt x="1" y="1"/>
                </a:moveTo>
                <a:lnTo>
                  <a:pt x="217" y="995"/>
                </a:lnTo>
              </a:path>
            </a:pathLst>
          </a:custGeom>
          <a:noFill/>
          <a:ln w="100" cap="flat" cmpd="sng">
            <a:solidFill>
              <a:srgbClr val="AB5306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5"/>
          <p:cNvSpPr/>
          <p:nvPr/>
        </p:nvSpPr>
        <p:spPr>
          <a:xfrm>
            <a:off x="3378242" y="2209218"/>
            <a:ext cx="484253" cy="804299"/>
          </a:xfrm>
          <a:custGeom>
            <a:avLst/>
            <a:gdLst/>
            <a:ahLst/>
            <a:cxnLst/>
            <a:rect l="l" t="t" r="r" b="b"/>
            <a:pathLst>
              <a:path w="8275" h="13744" extrusionOk="0">
                <a:moveTo>
                  <a:pt x="2188" y="1"/>
                </a:moveTo>
                <a:lnTo>
                  <a:pt x="2188" y="3196"/>
                </a:lnTo>
                <a:lnTo>
                  <a:pt x="0" y="3196"/>
                </a:lnTo>
                <a:lnTo>
                  <a:pt x="0" y="13743"/>
                </a:lnTo>
                <a:lnTo>
                  <a:pt x="8275" y="13743"/>
                </a:lnTo>
                <a:lnTo>
                  <a:pt x="8275" y="3196"/>
                </a:lnTo>
                <a:lnTo>
                  <a:pt x="6086" y="3196"/>
                </a:lnTo>
                <a:lnTo>
                  <a:pt x="6086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4" name="Google Shape;124;p15"/>
          <p:cNvSpPr/>
          <p:nvPr/>
        </p:nvSpPr>
        <p:spPr>
          <a:xfrm>
            <a:off x="3523314" y="2232157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1" y="1"/>
                </a:moveTo>
                <a:lnTo>
                  <a:pt x="1" y="808"/>
                </a:lnTo>
                <a:lnTo>
                  <a:pt x="779" y="808"/>
                </a:lnTo>
                <a:lnTo>
                  <a:pt x="77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" name="Google Shape;125;p15"/>
          <p:cNvSpPr/>
          <p:nvPr/>
        </p:nvSpPr>
        <p:spPr>
          <a:xfrm>
            <a:off x="3597576" y="2232157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1"/>
                </a:moveTo>
                <a:lnTo>
                  <a:pt x="0" y="808"/>
                </a:lnTo>
                <a:lnTo>
                  <a:pt x="779" y="808"/>
                </a:lnTo>
                <a:lnTo>
                  <a:pt x="77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15"/>
          <p:cNvSpPr/>
          <p:nvPr/>
        </p:nvSpPr>
        <p:spPr>
          <a:xfrm>
            <a:off x="3671838" y="2232157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1"/>
                </a:moveTo>
                <a:lnTo>
                  <a:pt x="0" y="808"/>
                </a:lnTo>
                <a:lnTo>
                  <a:pt x="780" y="808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3523314" y="2301328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1" y="0"/>
                </a:moveTo>
                <a:lnTo>
                  <a:pt x="1" y="808"/>
                </a:lnTo>
                <a:lnTo>
                  <a:pt x="779" y="808"/>
                </a:lnTo>
                <a:lnTo>
                  <a:pt x="77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8" name="Google Shape;128;p15"/>
          <p:cNvSpPr/>
          <p:nvPr/>
        </p:nvSpPr>
        <p:spPr>
          <a:xfrm>
            <a:off x="3597576" y="2301328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0"/>
                </a:moveTo>
                <a:lnTo>
                  <a:pt x="0" y="808"/>
                </a:lnTo>
                <a:lnTo>
                  <a:pt x="779" y="808"/>
                </a:lnTo>
                <a:lnTo>
                  <a:pt x="77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15"/>
          <p:cNvSpPr/>
          <p:nvPr/>
        </p:nvSpPr>
        <p:spPr>
          <a:xfrm>
            <a:off x="3671838" y="2301328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0"/>
                </a:moveTo>
                <a:lnTo>
                  <a:pt x="0" y="808"/>
                </a:lnTo>
                <a:lnTo>
                  <a:pt x="780" y="808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15"/>
          <p:cNvSpPr/>
          <p:nvPr/>
        </p:nvSpPr>
        <p:spPr>
          <a:xfrm>
            <a:off x="3523314" y="2370498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1" y="0"/>
                </a:moveTo>
                <a:lnTo>
                  <a:pt x="1" y="807"/>
                </a:lnTo>
                <a:lnTo>
                  <a:pt x="779" y="807"/>
                </a:lnTo>
                <a:lnTo>
                  <a:pt x="77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15"/>
          <p:cNvSpPr/>
          <p:nvPr/>
        </p:nvSpPr>
        <p:spPr>
          <a:xfrm>
            <a:off x="3597576" y="2370498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0"/>
                </a:moveTo>
                <a:lnTo>
                  <a:pt x="0" y="807"/>
                </a:lnTo>
                <a:lnTo>
                  <a:pt x="779" y="807"/>
                </a:lnTo>
                <a:lnTo>
                  <a:pt x="77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15"/>
          <p:cNvSpPr/>
          <p:nvPr/>
        </p:nvSpPr>
        <p:spPr>
          <a:xfrm>
            <a:off x="3671838" y="2370498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0"/>
                </a:moveTo>
                <a:lnTo>
                  <a:pt x="0" y="807"/>
                </a:lnTo>
                <a:lnTo>
                  <a:pt x="780" y="807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3" name="Google Shape;133;p15"/>
          <p:cNvSpPr/>
          <p:nvPr/>
        </p:nvSpPr>
        <p:spPr>
          <a:xfrm>
            <a:off x="3641876" y="2479345"/>
            <a:ext cx="45704" cy="47226"/>
          </a:xfrm>
          <a:custGeom>
            <a:avLst/>
            <a:gdLst/>
            <a:ahLst/>
            <a:cxnLst/>
            <a:rect l="l" t="t" r="r" b="b"/>
            <a:pathLst>
              <a:path w="781" h="807" extrusionOk="0">
                <a:moveTo>
                  <a:pt x="1" y="0"/>
                </a:moveTo>
                <a:lnTo>
                  <a:pt x="1" y="807"/>
                </a:lnTo>
                <a:lnTo>
                  <a:pt x="780" y="807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4" name="Google Shape;134;p15"/>
          <p:cNvSpPr/>
          <p:nvPr/>
        </p:nvSpPr>
        <p:spPr>
          <a:xfrm>
            <a:off x="3716138" y="2479345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0"/>
                </a:moveTo>
                <a:lnTo>
                  <a:pt x="0" y="807"/>
                </a:lnTo>
                <a:lnTo>
                  <a:pt x="780" y="807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5" name="Google Shape;135;p15"/>
          <p:cNvSpPr/>
          <p:nvPr/>
        </p:nvSpPr>
        <p:spPr>
          <a:xfrm>
            <a:off x="3790400" y="2479345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0"/>
                </a:moveTo>
                <a:lnTo>
                  <a:pt x="0" y="807"/>
                </a:lnTo>
                <a:lnTo>
                  <a:pt x="780" y="807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p15"/>
          <p:cNvSpPr/>
          <p:nvPr/>
        </p:nvSpPr>
        <p:spPr>
          <a:xfrm>
            <a:off x="3404693" y="2479345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1" y="0"/>
                </a:moveTo>
                <a:lnTo>
                  <a:pt x="1" y="807"/>
                </a:lnTo>
                <a:lnTo>
                  <a:pt x="779" y="807"/>
                </a:lnTo>
                <a:lnTo>
                  <a:pt x="779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5"/>
          <p:cNvSpPr/>
          <p:nvPr/>
        </p:nvSpPr>
        <p:spPr>
          <a:xfrm>
            <a:off x="3478955" y="2479345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0"/>
                </a:moveTo>
                <a:lnTo>
                  <a:pt x="0" y="807"/>
                </a:lnTo>
                <a:lnTo>
                  <a:pt x="779" y="807"/>
                </a:lnTo>
                <a:lnTo>
                  <a:pt x="779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3553218" y="2479345"/>
            <a:ext cx="45587" cy="47226"/>
          </a:xfrm>
          <a:custGeom>
            <a:avLst/>
            <a:gdLst/>
            <a:ahLst/>
            <a:cxnLst/>
            <a:rect l="l" t="t" r="r" b="b"/>
            <a:pathLst>
              <a:path w="779" h="807" extrusionOk="0">
                <a:moveTo>
                  <a:pt x="0" y="0"/>
                </a:moveTo>
                <a:lnTo>
                  <a:pt x="0" y="807"/>
                </a:lnTo>
                <a:lnTo>
                  <a:pt x="779" y="807"/>
                </a:lnTo>
                <a:lnTo>
                  <a:pt x="77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5"/>
          <p:cNvSpPr/>
          <p:nvPr/>
        </p:nvSpPr>
        <p:spPr>
          <a:xfrm>
            <a:off x="3641876" y="2546058"/>
            <a:ext cx="45704" cy="47226"/>
          </a:xfrm>
          <a:custGeom>
            <a:avLst/>
            <a:gdLst/>
            <a:ahLst/>
            <a:cxnLst/>
            <a:rect l="l" t="t" r="r" b="b"/>
            <a:pathLst>
              <a:path w="781" h="807" extrusionOk="0">
                <a:moveTo>
                  <a:pt x="1" y="0"/>
                </a:moveTo>
                <a:lnTo>
                  <a:pt x="1" y="806"/>
                </a:lnTo>
                <a:lnTo>
                  <a:pt x="780" y="806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0" name="Google Shape;140;p15"/>
          <p:cNvSpPr/>
          <p:nvPr/>
        </p:nvSpPr>
        <p:spPr>
          <a:xfrm>
            <a:off x="3716138" y="2546058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0"/>
                </a:moveTo>
                <a:lnTo>
                  <a:pt x="0" y="806"/>
                </a:lnTo>
                <a:lnTo>
                  <a:pt x="780" y="806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15"/>
          <p:cNvSpPr/>
          <p:nvPr/>
        </p:nvSpPr>
        <p:spPr>
          <a:xfrm>
            <a:off x="3790400" y="2546058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0"/>
                </a:moveTo>
                <a:lnTo>
                  <a:pt x="0" y="806"/>
                </a:lnTo>
                <a:lnTo>
                  <a:pt x="780" y="806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" name="Google Shape;142;p15"/>
          <p:cNvSpPr/>
          <p:nvPr/>
        </p:nvSpPr>
        <p:spPr>
          <a:xfrm>
            <a:off x="3404693" y="2546058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1" y="0"/>
                </a:moveTo>
                <a:lnTo>
                  <a:pt x="1" y="806"/>
                </a:lnTo>
                <a:lnTo>
                  <a:pt x="779" y="806"/>
                </a:lnTo>
                <a:lnTo>
                  <a:pt x="779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15"/>
          <p:cNvSpPr/>
          <p:nvPr/>
        </p:nvSpPr>
        <p:spPr>
          <a:xfrm>
            <a:off x="3478955" y="2546058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0"/>
                </a:moveTo>
                <a:lnTo>
                  <a:pt x="0" y="806"/>
                </a:lnTo>
                <a:lnTo>
                  <a:pt x="779" y="806"/>
                </a:lnTo>
                <a:lnTo>
                  <a:pt x="779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4" name="Google Shape;144;p15"/>
          <p:cNvSpPr/>
          <p:nvPr/>
        </p:nvSpPr>
        <p:spPr>
          <a:xfrm>
            <a:off x="3553218" y="2546058"/>
            <a:ext cx="45587" cy="47226"/>
          </a:xfrm>
          <a:custGeom>
            <a:avLst/>
            <a:gdLst/>
            <a:ahLst/>
            <a:cxnLst/>
            <a:rect l="l" t="t" r="r" b="b"/>
            <a:pathLst>
              <a:path w="779" h="807" extrusionOk="0">
                <a:moveTo>
                  <a:pt x="0" y="0"/>
                </a:moveTo>
                <a:lnTo>
                  <a:pt x="0" y="806"/>
                </a:lnTo>
                <a:lnTo>
                  <a:pt x="779" y="806"/>
                </a:lnTo>
                <a:lnTo>
                  <a:pt x="77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5" name="Google Shape;145;p15"/>
          <p:cNvSpPr/>
          <p:nvPr/>
        </p:nvSpPr>
        <p:spPr>
          <a:xfrm>
            <a:off x="3641876" y="2612654"/>
            <a:ext cx="45704" cy="47343"/>
          </a:xfrm>
          <a:custGeom>
            <a:avLst/>
            <a:gdLst/>
            <a:ahLst/>
            <a:cxnLst/>
            <a:rect l="l" t="t" r="r" b="b"/>
            <a:pathLst>
              <a:path w="781" h="809" extrusionOk="0">
                <a:moveTo>
                  <a:pt x="1" y="1"/>
                </a:moveTo>
                <a:lnTo>
                  <a:pt x="1" y="808"/>
                </a:lnTo>
                <a:lnTo>
                  <a:pt x="780" y="808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p15"/>
          <p:cNvSpPr/>
          <p:nvPr/>
        </p:nvSpPr>
        <p:spPr>
          <a:xfrm>
            <a:off x="3716138" y="2612654"/>
            <a:ext cx="45646" cy="47343"/>
          </a:xfrm>
          <a:custGeom>
            <a:avLst/>
            <a:gdLst/>
            <a:ahLst/>
            <a:cxnLst/>
            <a:rect l="l" t="t" r="r" b="b"/>
            <a:pathLst>
              <a:path w="780" h="809" extrusionOk="0">
                <a:moveTo>
                  <a:pt x="0" y="1"/>
                </a:moveTo>
                <a:lnTo>
                  <a:pt x="0" y="808"/>
                </a:lnTo>
                <a:lnTo>
                  <a:pt x="780" y="808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7" name="Google Shape;147;p15"/>
          <p:cNvSpPr/>
          <p:nvPr/>
        </p:nvSpPr>
        <p:spPr>
          <a:xfrm>
            <a:off x="3790400" y="2612654"/>
            <a:ext cx="45646" cy="47343"/>
          </a:xfrm>
          <a:custGeom>
            <a:avLst/>
            <a:gdLst/>
            <a:ahLst/>
            <a:cxnLst/>
            <a:rect l="l" t="t" r="r" b="b"/>
            <a:pathLst>
              <a:path w="780" h="809" extrusionOk="0">
                <a:moveTo>
                  <a:pt x="0" y="1"/>
                </a:moveTo>
                <a:lnTo>
                  <a:pt x="0" y="808"/>
                </a:lnTo>
                <a:lnTo>
                  <a:pt x="780" y="808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3404693" y="2612654"/>
            <a:ext cx="45646" cy="47343"/>
          </a:xfrm>
          <a:custGeom>
            <a:avLst/>
            <a:gdLst/>
            <a:ahLst/>
            <a:cxnLst/>
            <a:rect l="l" t="t" r="r" b="b"/>
            <a:pathLst>
              <a:path w="780" h="809" extrusionOk="0">
                <a:moveTo>
                  <a:pt x="1" y="1"/>
                </a:moveTo>
                <a:lnTo>
                  <a:pt x="1" y="808"/>
                </a:lnTo>
                <a:lnTo>
                  <a:pt x="779" y="808"/>
                </a:lnTo>
                <a:lnTo>
                  <a:pt x="779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5"/>
          <p:cNvSpPr/>
          <p:nvPr/>
        </p:nvSpPr>
        <p:spPr>
          <a:xfrm>
            <a:off x="3478955" y="2612654"/>
            <a:ext cx="45646" cy="47343"/>
          </a:xfrm>
          <a:custGeom>
            <a:avLst/>
            <a:gdLst/>
            <a:ahLst/>
            <a:cxnLst/>
            <a:rect l="l" t="t" r="r" b="b"/>
            <a:pathLst>
              <a:path w="780" h="809" extrusionOk="0">
                <a:moveTo>
                  <a:pt x="0" y="1"/>
                </a:moveTo>
                <a:lnTo>
                  <a:pt x="0" y="808"/>
                </a:lnTo>
                <a:lnTo>
                  <a:pt x="779" y="808"/>
                </a:lnTo>
                <a:lnTo>
                  <a:pt x="779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5"/>
          <p:cNvSpPr/>
          <p:nvPr/>
        </p:nvSpPr>
        <p:spPr>
          <a:xfrm>
            <a:off x="3553218" y="2612654"/>
            <a:ext cx="45587" cy="47343"/>
          </a:xfrm>
          <a:custGeom>
            <a:avLst/>
            <a:gdLst/>
            <a:ahLst/>
            <a:cxnLst/>
            <a:rect l="l" t="t" r="r" b="b"/>
            <a:pathLst>
              <a:path w="779" h="809" extrusionOk="0">
                <a:moveTo>
                  <a:pt x="0" y="1"/>
                </a:moveTo>
                <a:lnTo>
                  <a:pt x="0" y="808"/>
                </a:lnTo>
                <a:lnTo>
                  <a:pt x="779" y="808"/>
                </a:lnTo>
                <a:lnTo>
                  <a:pt x="77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" name="Google Shape;151;p15"/>
          <p:cNvSpPr/>
          <p:nvPr/>
        </p:nvSpPr>
        <p:spPr>
          <a:xfrm>
            <a:off x="3641876" y="2679308"/>
            <a:ext cx="45704" cy="47226"/>
          </a:xfrm>
          <a:custGeom>
            <a:avLst/>
            <a:gdLst/>
            <a:ahLst/>
            <a:cxnLst/>
            <a:rect l="l" t="t" r="r" b="b"/>
            <a:pathLst>
              <a:path w="781" h="807" extrusionOk="0">
                <a:moveTo>
                  <a:pt x="1" y="1"/>
                </a:moveTo>
                <a:lnTo>
                  <a:pt x="1" y="807"/>
                </a:lnTo>
                <a:lnTo>
                  <a:pt x="780" y="807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15"/>
          <p:cNvSpPr/>
          <p:nvPr/>
        </p:nvSpPr>
        <p:spPr>
          <a:xfrm>
            <a:off x="3716138" y="2679308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1"/>
                </a:moveTo>
                <a:lnTo>
                  <a:pt x="0" y="807"/>
                </a:lnTo>
                <a:lnTo>
                  <a:pt x="780" y="807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5"/>
          <p:cNvSpPr/>
          <p:nvPr/>
        </p:nvSpPr>
        <p:spPr>
          <a:xfrm>
            <a:off x="3790400" y="2679308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1"/>
                </a:moveTo>
                <a:lnTo>
                  <a:pt x="0" y="807"/>
                </a:lnTo>
                <a:lnTo>
                  <a:pt x="780" y="807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" name="Google Shape;154;p15"/>
          <p:cNvSpPr/>
          <p:nvPr/>
        </p:nvSpPr>
        <p:spPr>
          <a:xfrm>
            <a:off x="3404693" y="2679308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1" y="1"/>
                </a:moveTo>
                <a:lnTo>
                  <a:pt x="1" y="807"/>
                </a:lnTo>
                <a:lnTo>
                  <a:pt x="779" y="807"/>
                </a:lnTo>
                <a:lnTo>
                  <a:pt x="779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5"/>
          <p:cNvSpPr/>
          <p:nvPr/>
        </p:nvSpPr>
        <p:spPr>
          <a:xfrm>
            <a:off x="3478955" y="2679308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1"/>
                </a:moveTo>
                <a:lnTo>
                  <a:pt x="0" y="807"/>
                </a:lnTo>
                <a:lnTo>
                  <a:pt x="779" y="807"/>
                </a:lnTo>
                <a:lnTo>
                  <a:pt x="779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p15"/>
          <p:cNvSpPr/>
          <p:nvPr/>
        </p:nvSpPr>
        <p:spPr>
          <a:xfrm>
            <a:off x="3553218" y="2679308"/>
            <a:ext cx="45587" cy="47226"/>
          </a:xfrm>
          <a:custGeom>
            <a:avLst/>
            <a:gdLst/>
            <a:ahLst/>
            <a:cxnLst/>
            <a:rect l="l" t="t" r="r" b="b"/>
            <a:pathLst>
              <a:path w="779" h="807" extrusionOk="0">
                <a:moveTo>
                  <a:pt x="0" y="1"/>
                </a:moveTo>
                <a:lnTo>
                  <a:pt x="0" y="807"/>
                </a:lnTo>
                <a:lnTo>
                  <a:pt x="779" y="807"/>
                </a:lnTo>
                <a:lnTo>
                  <a:pt x="77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" name="Google Shape;157;p15"/>
          <p:cNvSpPr/>
          <p:nvPr/>
        </p:nvSpPr>
        <p:spPr>
          <a:xfrm>
            <a:off x="3641876" y="2746020"/>
            <a:ext cx="45704" cy="47226"/>
          </a:xfrm>
          <a:custGeom>
            <a:avLst/>
            <a:gdLst/>
            <a:ahLst/>
            <a:cxnLst/>
            <a:rect l="l" t="t" r="r" b="b"/>
            <a:pathLst>
              <a:path w="781" h="807" extrusionOk="0">
                <a:moveTo>
                  <a:pt x="1" y="1"/>
                </a:moveTo>
                <a:lnTo>
                  <a:pt x="1" y="807"/>
                </a:lnTo>
                <a:lnTo>
                  <a:pt x="780" y="807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8" name="Google Shape;158;p15"/>
          <p:cNvSpPr/>
          <p:nvPr/>
        </p:nvSpPr>
        <p:spPr>
          <a:xfrm>
            <a:off x="3716138" y="2746020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1"/>
                </a:moveTo>
                <a:lnTo>
                  <a:pt x="0" y="807"/>
                </a:lnTo>
                <a:lnTo>
                  <a:pt x="780" y="807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9" name="Google Shape;159;p15"/>
          <p:cNvSpPr/>
          <p:nvPr/>
        </p:nvSpPr>
        <p:spPr>
          <a:xfrm>
            <a:off x="3790400" y="2746020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1"/>
                </a:moveTo>
                <a:lnTo>
                  <a:pt x="0" y="807"/>
                </a:lnTo>
                <a:lnTo>
                  <a:pt x="780" y="807"/>
                </a:lnTo>
                <a:lnTo>
                  <a:pt x="780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0" name="Google Shape;160;p15"/>
          <p:cNvSpPr/>
          <p:nvPr/>
        </p:nvSpPr>
        <p:spPr>
          <a:xfrm>
            <a:off x="3404693" y="2746020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1" y="1"/>
                </a:moveTo>
                <a:lnTo>
                  <a:pt x="1" y="807"/>
                </a:lnTo>
                <a:lnTo>
                  <a:pt x="779" y="807"/>
                </a:lnTo>
                <a:lnTo>
                  <a:pt x="779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>
            <a:off x="3478955" y="2746020"/>
            <a:ext cx="45646" cy="47226"/>
          </a:xfrm>
          <a:custGeom>
            <a:avLst/>
            <a:gdLst/>
            <a:ahLst/>
            <a:cxnLst/>
            <a:rect l="l" t="t" r="r" b="b"/>
            <a:pathLst>
              <a:path w="780" h="807" extrusionOk="0">
                <a:moveTo>
                  <a:pt x="0" y="1"/>
                </a:moveTo>
                <a:lnTo>
                  <a:pt x="0" y="807"/>
                </a:lnTo>
                <a:lnTo>
                  <a:pt x="779" y="807"/>
                </a:lnTo>
                <a:lnTo>
                  <a:pt x="779" y="1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>
            <a:off x="3553218" y="2746020"/>
            <a:ext cx="45587" cy="47226"/>
          </a:xfrm>
          <a:custGeom>
            <a:avLst/>
            <a:gdLst/>
            <a:ahLst/>
            <a:cxnLst/>
            <a:rect l="l" t="t" r="r" b="b"/>
            <a:pathLst>
              <a:path w="779" h="807" extrusionOk="0">
                <a:moveTo>
                  <a:pt x="0" y="1"/>
                </a:moveTo>
                <a:lnTo>
                  <a:pt x="0" y="807"/>
                </a:lnTo>
                <a:lnTo>
                  <a:pt x="779" y="807"/>
                </a:lnTo>
                <a:lnTo>
                  <a:pt x="77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>
            <a:off x="3641876" y="2812616"/>
            <a:ext cx="45704" cy="47284"/>
          </a:xfrm>
          <a:custGeom>
            <a:avLst/>
            <a:gdLst/>
            <a:ahLst/>
            <a:cxnLst/>
            <a:rect l="l" t="t" r="r" b="b"/>
            <a:pathLst>
              <a:path w="781" h="808" extrusionOk="0">
                <a:moveTo>
                  <a:pt x="1" y="0"/>
                </a:moveTo>
                <a:lnTo>
                  <a:pt x="1" y="808"/>
                </a:lnTo>
                <a:lnTo>
                  <a:pt x="780" y="808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15"/>
          <p:cNvSpPr/>
          <p:nvPr/>
        </p:nvSpPr>
        <p:spPr>
          <a:xfrm>
            <a:off x="3716138" y="2812616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0"/>
                </a:moveTo>
                <a:lnTo>
                  <a:pt x="0" y="808"/>
                </a:lnTo>
                <a:lnTo>
                  <a:pt x="780" y="808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15"/>
          <p:cNvSpPr/>
          <p:nvPr/>
        </p:nvSpPr>
        <p:spPr>
          <a:xfrm>
            <a:off x="3790400" y="2812616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0"/>
                </a:moveTo>
                <a:lnTo>
                  <a:pt x="0" y="808"/>
                </a:lnTo>
                <a:lnTo>
                  <a:pt x="780" y="808"/>
                </a:lnTo>
                <a:lnTo>
                  <a:pt x="780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6" name="Google Shape;166;p15"/>
          <p:cNvSpPr/>
          <p:nvPr/>
        </p:nvSpPr>
        <p:spPr>
          <a:xfrm>
            <a:off x="3404693" y="2812616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1" y="0"/>
                </a:moveTo>
                <a:lnTo>
                  <a:pt x="1" y="808"/>
                </a:lnTo>
                <a:lnTo>
                  <a:pt x="779" y="808"/>
                </a:lnTo>
                <a:lnTo>
                  <a:pt x="779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7" name="Google Shape;167;p15"/>
          <p:cNvSpPr/>
          <p:nvPr/>
        </p:nvSpPr>
        <p:spPr>
          <a:xfrm>
            <a:off x="3478955" y="2812616"/>
            <a:ext cx="45646" cy="47284"/>
          </a:xfrm>
          <a:custGeom>
            <a:avLst/>
            <a:gdLst/>
            <a:ahLst/>
            <a:cxnLst/>
            <a:rect l="l" t="t" r="r" b="b"/>
            <a:pathLst>
              <a:path w="780" h="808" extrusionOk="0">
                <a:moveTo>
                  <a:pt x="0" y="0"/>
                </a:moveTo>
                <a:lnTo>
                  <a:pt x="0" y="808"/>
                </a:lnTo>
                <a:lnTo>
                  <a:pt x="779" y="808"/>
                </a:lnTo>
                <a:lnTo>
                  <a:pt x="779" y="0"/>
                </a:lnTo>
                <a:close/>
              </a:path>
            </a:pathLst>
          </a:custGeom>
          <a:solidFill>
            <a:srgbClr val="A4F4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8" name="Google Shape;168;p15"/>
          <p:cNvSpPr/>
          <p:nvPr/>
        </p:nvSpPr>
        <p:spPr>
          <a:xfrm>
            <a:off x="3553218" y="2812616"/>
            <a:ext cx="45587" cy="47284"/>
          </a:xfrm>
          <a:custGeom>
            <a:avLst/>
            <a:gdLst/>
            <a:ahLst/>
            <a:cxnLst/>
            <a:rect l="l" t="t" r="r" b="b"/>
            <a:pathLst>
              <a:path w="779" h="808" extrusionOk="0">
                <a:moveTo>
                  <a:pt x="0" y="0"/>
                </a:moveTo>
                <a:lnTo>
                  <a:pt x="0" y="808"/>
                </a:lnTo>
                <a:lnTo>
                  <a:pt x="779" y="808"/>
                </a:lnTo>
                <a:lnTo>
                  <a:pt x="77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>
            <a:off x="3372331" y="2430423"/>
            <a:ext cx="497771" cy="23057"/>
          </a:xfrm>
          <a:custGeom>
            <a:avLst/>
            <a:gdLst/>
            <a:ahLst/>
            <a:cxnLst/>
            <a:rect l="l" t="t" r="r" b="b"/>
            <a:pathLst>
              <a:path w="8506" h="394" extrusionOk="0">
                <a:moveTo>
                  <a:pt x="0" y="0"/>
                </a:moveTo>
                <a:lnTo>
                  <a:pt x="0" y="393"/>
                </a:lnTo>
                <a:lnTo>
                  <a:pt x="8506" y="393"/>
                </a:lnTo>
                <a:lnTo>
                  <a:pt x="850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/>
          <p:nvPr/>
        </p:nvSpPr>
        <p:spPr>
          <a:xfrm>
            <a:off x="3372331" y="2878393"/>
            <a:ext cx="497771" cy="15215"/>
          </a:xfrm>
          <a:custGeom>
            <a:avLst/>
            <a:gdLst/>
            <a:ahLst/>
            <a:cxnLst/>
            <a:rect l="l" t="t" r="r" b="b"/>
            <a:pathLst>
              <a:path w="8506" h="260" extrusionOk="0">
                <a:moveTo>
                  <a:pt x="0" y="1"/>
                </a:moveTo>
                <a:lnTo>
                  <a:pt x="0" y="260"/>
                </a:lnTo>
                <a:lnTo>
                  <a:pt x="8506" y="260"/>
                </a:lnTo>
                <a:lnTo>
                  <a:pt x="850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15"/>
          <p:cNvSpPr/>
          <p:nvPr/>
        </p:nvSpPr>
        <p:spPr>
          <a:xfrm>
            <a:off x="3567262" y="2939195"/>
            <a:ext cx="106272" cy="74320"/>
          </a:xfrm>
          <a:custGeom>
            <a:avLst/>
            <a:gdLst/>
            <a:ahLst/>
            <a:cxnLst/>
            <a:rect l="l" t="t" r="r" b="b"/>
            <a:pathLst>
              <a:path w="1816" h="1270" extrusionOk="0">
                <a:moveTo>
                  <a:pt x="1" y="0"/>
                </a:moveTo>
                <a:lnTo>
                  <a:pt x="1" y="1269"/>
                </a:lnTo>
                <a:lnTo>
                  <a:pt x="1816" y="1269"/>
                </a:lnTo>
                <a:lnTo>
                  <a:pt x="181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" name="Google Shape;172;p15"/>
          <p:cNvSpPr/>
          <p:nvPr/>
        </p:nvSpPr>
        <p:spPr>
          <a:xfrm>
            <a:off x="3620340" y="2209218"/>
            <a:ext cx="249822" cy="804299"/>
          </a:xfrm>
          <a:custGeom>
            <a:avLst/>
            <a:gdLst/>
            <a:ahLst/>
            <a:cxnLst/>
            <a:rect l="l" t="t" r="r" b="b"/>
            <a:pathLst>
              <a:path w="4269" h="13744" extrusionOk="0">
                <a:moveTo>
                  <a:pt x="15" y="1"/>
                </a:moveTo>
                <a:lnTo>
                  <a:pt x="0" y="13743"/>
                </a:lnTo>
                <a:lnTo>
                  <a:pt x="4138" y="13743"/>
                </a:lnTo>
                <a:lnTo>
                  <a:pt x="4138" y="11698"/>
                </a:lnTo>
                <a:lnTo>
                  <a:pt x="4269" y="11698"/>
                </a:lnTo>
                <a:lnTo>
                  <a:pt x="4269" y="11436"/>
                </a:lnTo>
                <a:lnTo>
                  <a:pt x="4138" y="11436"/>
                </a:lnTo>
                <a:lnTo>
                  <a:pt x="4138" y="4173"/>
                </a:lnTo>
                <a:lnTo>
                  <a:pt x="4269" y="4173"/>
                </a:lnTo>
                <a:lnTo>
                  <a:pt x="4269" y="3781"/>
                </a:lnTo>
                <a:lnTo>
                  <a:pt x="4138" y="3781"/>
                </a:lnTo>
                <a:lnTo>
                  <a:pt x="4138" y="3196"/>
                </a:lnTo>
                <a:lnTo>
                  <a:pt x="1949" y="3196"/>
                </a:lnTo>
                <a:lnTo>
                  <a:pt x="19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15"/>
          <p:cNvSpPr/>
          <p:nvPr/>
        </p:nvSpPr>
        <p:spPr>
          <a:xfrm>
            <a:off x="3172309" y="970059"/>
            <a:ext cx="30430" cy="384769"/>
          </a:xfrm>
          <a:custGeom>
            <a:avLst/>
            <a:gdLst/>
            <a:ahLst/>
            <a:cxnLst/>
            <a:rect l="l" t="t" r="r" b="b"/>
            <a:pathLst>
              <a:path w="520" h="6575" extrusionOk="0">
                <a:moveTo>
                  <a:pt x="88" y="1"/>
                </a:moveTo>
                <a:lnTo>
                  <a:pt x="1" y="6575"/>
                </a:lnTo>
                <a:lnTo>
                  <a:pt x="519" y="6575"/>
                </a:lnTo>
                <a:lnTo>
                  <a:pt x="435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15"/>
          <p:cNvSpPr/>
          <p:nvPr/>
        </p:nvSpPr>
        <p:spPr>
          <a:xfrm>
            <a:off x="2964737" y="1349677"/>
            <a:ext cx="349364" cy="1660388"/>
          </a:xfrm>
          <a:custGeom>
            <a:avLst/>
            <a:gdLst/>
            <a:ahLst/>
            <a:cxnLst/>
            <a:rect l="l" t="t" r="r" b="b"/>
            <a:pathLst>
              <a:path w="5970" h="28373" extrusionOk="0">
                <a:moveTo>
                  <a:pt x="0" y="1"/>
                </a:moveTo>
                <a:lnTo>
                  <a:pt x="0" y="28373"/>
                </a:lnTo>
                <a:lnTo>
                  <a:pt x="5970" y="28373"/>
                </a:lnTo>
                <a:lnTo>
                  <a:pt x="5970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15"/>
          <p:cNvSpPr/>
          <p:nvPr/>
        </p:nvSpPr>
        <p:spPr>
          <a:xfrm>
            <a:off x="2964737" y="1349677"/>
            <a:ext cx="349364" cy="139278"/>
          </a:xfrm>
          <a:custGeom>
            <a:avLst/>
            <a:gdLst/>
            <a:ahLst/>
            <a:cxnLst/>
            <a:rect l="l" t="t" r="r" b="b"/>
            <a:pathLst>
              <a:path w="5970" h="2380" extrusionOk="0">
                <a:moveTo>
                  <a:pt x="0" y="1"/>
                </a:moveTo>
                <a:lnTo>
                  <a:pt x="0" y="2380"/>
                </a:lnTo>
                <a:lnTo>
                  <a:pt x="5970" y="2380"/>
                </a:lnTo>
                <a:lnTo>
                  <a:pt x="59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6" name="Google Shape;176;p15"/>
          <p:cNvSpPr/>
          <p:nvPr/>
        </p:nvSpPr>
        <p:spPr>
          <a:xfrm>
            <a:off x="3000259" y="151926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7" name="Google Shape;177;p15"/>
          <p:cNvSpPr/>
          <p:nvPr/>
        </p:nvSpPr>
        <p:spPr>
          <a:xfrm>
            <a:off x="3105244" y="151926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5"/>
          <p:cNvSpPr/>
          <p:nvPr/>
        </p:nvSpPr>
        <p:spPr>
          <a:xfrm>
            <a:off x="3210347" y="151926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9" name="Google Shape;179;p15"/>
          <p:cNvSpPr/>
          <p:nvPr/>
        </p:nvSpPr>
        <p:spPr>
          <a:xfrm>
            <a:off x="3000259" y="157737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15"/>
          <p:cNvSpPr/>
          <p:nvPr/>
        </p:nvSpPr>
        <p:spPr>
          <a:xfrm>
            <a:off x="3105244" y="157737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1" name="Google Shape;181;p15"/>
          <p:cNvSpPr/>
          <p:nvPr/>
        </p:nvSpPr>
        <p:spPr>
          <a:xfrm>
            <a:off x="3210347" y="157737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15"/>
          <p:cNvSpPr/>
          <p:nvPr/>
        </p:nvSpPr>
        <p:spPr>
          <a:xfrm>
            <a:off x="3000259" y="163566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15"/>
          <p:cNvSpPr/>
          <p:nvPr/>
        </p:nvSpPr>
        <p:spPr>
          <a:xfrm>
            <a:off x="3105244" y="163566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15"/>
          <p:cNvSpPr/>
          <p:nvPr/>
        </p:nvSpPr>
        <p:spPr>
          <a:xfrm>
            <a:off x="3210347" y="163566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5" name="Google Shape;185;p15"/>
          <p:cNvSpPr/>
          <p:nvPr/>
        </p:nvSpPr>
        <p:spPr>
          <a:xfrm>
            <a:off x="3000259" y="169389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15"/>
          <p:cNvSpPr/>
          <p:nvPr/>
        </p:nvSpPr>
        <p:spPr>
          <a:xfrm>
            <a:off x="3105244" y="169389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15"/>
          <p:cNvSpPr/>
          <p:nvPr/>
        </p:nvSpPr>
        <p:spPr>
          <a:xfrm>
            <a:off x="3210347" y="169389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15"/>
          <p:cNvSpPr/>
          <p:nvPr/>
        </p:nvSpPr>
        <p:spPr>
          <a:xfrm>
            <a:off x="3000259" y="1752119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5"/>
          <p:cNvSpPr/>
          <p:nvPr/>
        </p:nvSpPr>
        <p:spPr>
          <a:xfrm>
            <a:off x="3105244" y="1752119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5"/>
          <p:cNvSpPr/>
          <p:nvPr/>
        </p:nvSpPr>
        <p:spPr>
          <a:xfrm>
            <a:off x="3210347" y="1752119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5"/>
          <p:cNvSpPr/>
          <p:nvPr/>
        </p:nvSpPr>
        <p:spPr>
          <a:xfrm>
            <a:off x="3000259" y="1810346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5"/>
          <p:cNvSpPr/>
          <p:nvPr/>
        </p:nvSpPr>
        <p:spPr>
          <a:xfrm>
            <a:off x="3105244" y="1810346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5"/>
          <p:cNvSpPr/>
          <p:nvPr/>
        </p:nvSpPr>
        <p:spPr>
          <a:xfrm>
            <a:off x="3210347" y="1810346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15"/>
          <p:cNvSpPr/>
          <p:nvPr/>
        </p:nvSpPr>
        <p:spPr>
          <a:xfrm>
            <a:off x="3000259" y="2081995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" name="Google Shape;195;p15"/>
          <p:cNvSpPr/>
          <p:nvPr/>
        </p:nvSpPr>
        <p:spPr>
          <a:xfrm>
            <a:off x="3105244" y="2081995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6" name="Google Shape;196;p15"/>
          <p:cNvSpPr/>
          <p:nvPr/>
        </p:nvSpPr>
        <p:spPr>
          <a:xfrm>
            <a:off x="3210347" y="2081995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15"/>
          <p:cNvSpPr/>
          <p:nvPr/>
        </p:nvSpPr>
        <p:spPr>
          <a:xfrm>
            <a:off x="3000259" y="214016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5"/>
          <p:cNvSpPr/>
          <p:nvPr/>
        </p:nvSpPr>
        <p:spPr>
          <a:xfrm>
            <a:off x="3105244" y="214016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5"/>
          <p:cNvSpPr/>
          <p:nvPr/>
        </p:nvSpPr>
        <p:spPr>
          <a:xfrm>
            <a:off x="3210347" y="214016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" name="Google Shape;200;p15"/>
          <p:cNvSpPr/>
          <p:nvPr/>
        </p:nvSpPr>
        <p:spPr>
          <a:xfrm>
            <a:off x="3000259" y="220342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5"/>
          <p:cNvSpPr/>
          <p:nvPr/>
        </p:nvSpPr>
        <p:spPr>
          <a:xfrm>
            <a:off x="3105244" y="220342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3210347" y="2203424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3000259" y="2266743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5"/>
          <p:cNvSpPr/>
          <p:nvPr/>
        </p:nvSpPr>
        <p:spPr>
          <a:xfrm>
            <a:off x="3105244" y="2266743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5" name="Google Shape;205;p15"/>
          <p:cNvSpPr/>
          <p:nvPr/>
        </p:nvSpPr>
        <p:spPr>
          <a:xfrm>
            <a:off x="3210347" y="2266743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6" name="Google Shape;206;p15"/>
          <p:cNvSpPr/>
          <p:nvPr/>
        </p:nvSpPr>
        <p:spPr>
          <a:xfrm>
            <a:off x="3000259" y="2330003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p15"/>
          <p:cNvSpPr/>
          <p:nvPr/>
        </p:nvSpPr>
        <p:spPr>
          <a:xfrm>
            <a:off x="3105244" y="2330003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5"/>
          <p:cNvSpPr/>
          <p:nvPr/>
        </p:nvSpPr>
        <p:spPr>
          <a:xfrm>
            <a:off x="3210347" y="2330003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5"/>
          <p:cNvSpPr/>
          <p:nvPr/>
        </p:nvSpPr>
        <p:spPr>
          <a:xfrm>
            <a:off x="3000259" y="239332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210;p15"/>
          <p:cNvSpPr/>
          <p:nvPr/>
        </p:nvSpPr>
        <p:spPr>
          <a:xfrm>
            <a:off x="3105244" y="239332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1" name="Google Shape;211;p15"/>
          <p:cNvSpPr/>
          <p:nvPr/>
        </p:nvSpPr>
        <p:spPr>
          <a:xfrm>
            <a:off x="3210347" y="239332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15"/>
          <p:cNvSpPr/>
          <p:nvPr/>
        </p:nvSpPr>
        <p:spPr>
          <a:xfrm>
            <a:off x="3000259" y="245658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15"/>
          <p:cNvSpPr/>
          <p:nvPr/>
        </p:nvSpPr>
        <p:spPr>
          <a:xfrm>
            <a:off x="3105244" y="245658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15"/>
          <p:cNvSpPr/>
          <p:nvPr/>
        </p:nvSpPr>
        <p:spPr>
          <a:xfrm>
            <a:off x="3210347" y="245658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5" name="Google Shape;215;p15"/>
          <p:cNvSpPr/>
          <p:nvPr/>
        </p:nvSpPr>
        <p:spPr>
          <a:xfrm>
            <a:off x="3000259" y="251984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5"/>
          <p:cNvSpPr/>
          <p:nvPr/>
        </p:nvSpPr>
        <p:spPr>
          <a:xfrm>
            <a:off x="3105244" y="251984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5"/>
          <p:cNvSpPr/>
          <p:nvPr/>
        </p:nvSpPr>
        <p:spPr>
          <a:xfrm>
            <a:off x="3210347" y="251984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15"/>
          <p:cNvSpPr/>
          <p:nvPr/>
        </p:nvSpPr>
        <p:spPr>
          <a:xfrm>
            <a:off x="3000259" y="258310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5"/>
          <p:cNvSpPr/>
          <p:nvPr/>
        </p:nvSpPr>
        <p:spPr>
          <a:xfrm>
            <a:off x="3105244" y="258310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0" name="Google Shape;220;p15"/>
          <p:cNvSpPr/>
          <p:nvPr/>
        </p:nvSpPr>
        <p:spPr>
          <a:xfrm>
            <a:off x="3210347" y="258310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1" name="Google Shape;221;p15"/>
          <p:cNvSpPr/>
          <p:nvPr/>
        </p:nvSpPr>
        <p:spPr>
          <a:xfrm>
            <a:off x="3000259" y="264636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2" name="Google Shape;222;p15"/>
          <p:cNvSpPr/>
          <p:nvPr/>
        </p:nvSpPr>
        <p:spPr>
          <a:xfrm>
            <a:off x="3105244" y="264636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3" name="Google Shape;223;p15"/>
          <p:cNvSpPr/>
          <p:nvPr/>
        </p:nvSpPr>
        <p:spPr>
          <a:xfrm>
            <a:off x="3210347" y="2646361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4" name="Google Shape;224;p15"/>
          <p:cNvSpPr/>
          <p:nvPr/>
        </p:nvSpPr>
        <p:spPr>
          <a:xfrm>
            <a:off x="3000259" y="270968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5" name="Google Shape;225;p15"/>
          <p:cNvSpPr/>
          <p:nvPr/>
        </p:nvSpPr>
        <p:spPr>
          <a:xfrm>
            <a:off x="3105244" y="270968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0"/>
                </a:moveTo>
                <a:lnTo>
                  <a:pt x="1147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5"/>
          <p:cNvSpPr/>
          <p:nvPr/>
        </p:nvSpPr>
        <p:spPr>
          <a:xfrm>
            <a:off x="3210347" y="270968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0"/>
                </a:moveTo>
                <a:lnTo>
                  <a:pt x="1146" y="0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7" name="Google Shape;227;p15"/>
          <p:cNvSpPr/>
          <p:nvPr/>
        </p:nvSpPr>
        <p:spPr>
          <a:xfrm>
            <a:off x="3000259" y="277294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8" name="Google Shape;228;p15"/>
          <p:cNvSpPr/>
          <p:nvPr/>
        </p:nvSpPr>
        <p:spPr>
          <a:xfrm>
            <a:off x="3105244" y="277294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15"/>
          <p:cNvSpPr/>
          <p:nvPr/>
        </p:nvSpPr>
        <p:spPr>
          <a:xfrm>
            <a:off x="3210347" y="277294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5"/>
          <p:cNvSpPr/>
          <p:nvPr/>
        </p:nvSpPr>
        <p:spPr>
          <a:xfrm>
            <a:off x="3000259" y="283625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15"/>
          <p:cNvSpPr/>
          <p:nvPr/>
        </p:nvSpPr>
        <p:spPr>
          <a:xfrm>
            <a:off x="3105244" y="283625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15"/>
          <p:cNvSpPr/>
          <p:nvPr/>
        </p:nvSpPr>
        <p:spPr>
          <a:xfrm>
            <a:off x="3210347" y="2836258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5"/>
          <p:cNvSpPr/>
          <p:nvPr/>
        </p:nvSpPr>
        <p:spPr>
          <a:xfrm>
            <a:off x="3000259" y="289946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4" name="Google Shape;234;p15"/>
          <p:cNvSpPr/>
          <p:nvPr/>
        </p:nvSpPr>
        <p:spPr>
          <a:xfrm>
            <a:off x="3105244" y="289946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1" y="1"/>
                </a:moveTo>
                <a:lnTo>
                  <a:pt x="1147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5" name="Google Shape;235;p15"/>
          <p:cNvSpPr/>
          <p:nvPr/>
        </p:nvSpPr>
        <p:spPr>
          <a:xfrm>
            <a:off x="3210347" y="2899460"/>
            <a:ext cx="67122" cy="59"/>
          </a:xfrm>
          <a:custGeom>
            <a:avLst/>
            <a:gdLst/>
            <a:ahLst/>
            <a:cxnLst/>
            <a:rect l="l" t="t" r="r" b="b"/>
            <a:pathLst>
              <a:path w="1147" h="1" fill="none" extrusionOk="0">
                <a:moveTo>
                  <a:pt x="0" y="1"/>
                </a:moveTo>
                <a:lnTo>
                  <a:pt x="1146" y="1"/>
                </a:lnTo>
              </a:path>
            </a:pathLst>
          </a:custGeom>
          <a:noFill/>
          <a:ln w="100" cap="rnd" cmpd="sng">
            <a:solidFill>
              <a:srgbClr val="A68B6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6" name="Google Shape;236;p15"/>
          <p:cNvSpPr/>
          <p:nvPr/>
        </p:nvSpPr>
        <p:spPr>
          <a:xfrm>
            <a:off x="2964737" y="1845692"/>
            <a:ext cx="349364" cy="25398"/>
          </a:xfrm>
          <a:custGeom>
            <a:avLst/>
            <a:gdLst/>
            <a:ahLst/>
            <a:cxnLst/>
            <a:rect l="l" t="t" r="r" b="b"/>
            <a:pathLst>
              <a:path w="5970" h="434" extrusionOk="0">
                <a:moveTo>
                  <a:pt x="0" y="1"/>
                </a:moveTo>
                <a:lnTo>
                  <a:pt x="0" y="434"/>
                </a:lnTo>
                <a:lnTo>
                  <a:pt x="5970" y="434"/>
                </a:lnTo>
                <a:lnTo>
                  <a:pt x="59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7" name="Google Shape;237;p15"/>
          <p:cNvSpPr/>
          <p:nvPr/>
        </p:nvSpPr>
        <p:spPr>
          <a:xfrm>
            <a:off x="2964737" y="2021252"/>
            <a:ext cx="349364" cy="25339"/>
          </a:xfrm>
          <a:custGeom>
            <a:avLst/>
            <a:gdLst/>
            <a:ahLst/>
            <a:cxnLst/>
            <a:rect l="l" t="t" r="r" b="b"/>
            <a:pathLst>
              <a:path w="5970" h="433" extrusionOk="0">
                <a:moveTo>
                  <a:pt x="0" y="1"/>
                </a:moveTo>
                <a:lnTo>
                  <a:pt x="0" y="433"/>
                </a:lnTo>
                <a:lnTo>
                  <a:pt x="5970" y="433"/>
                </a:lnTo>
                <a:lnTo>
                  <a:pt x="597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8" name="Google Shape;238;p15"/>
          <p:cNvSpPr/>
          <p:nvPr/>
        </p:nvSpPr>
        <p:spPr>
          <a:xfrm>
            <a:off x="3105244" y="2961959"/>
            <a:ext cx="67122" cy="48162"/>
          </a:xfrm>
          <a:custGeom>
            <a:avLst/>
            <a:gdLst/>
            <a:ahLst/>
            <a:cxnLst/>
            <a:rect l="l" t="t" r="r" b="b"/>
            <a:pathLst>
              <a:path w="1147" h="823" extrusionOk="0">
                <a:moveTo>
                  <a:pt x="1" y="0"/>
                </a:moveTo>
                <a:lnTo>
                  <a:pt x="1" y="823"/>
                </a:lnTo>
                <a:lnTo>
                  <a:pt x="1147" y="823"/>
                </a:lnTo>
                <a:lnTo>
                  <a:pt x="114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5"/>
          <p:cNvSpPr/>
          <p:nvPr/>
        </p:nvSpPr>
        <p:spPr>
          <a:xfrm>
            <a:off x="3138776" y="1349677"/>
            <a:ext cx="175326" cy="1660388"/>
          </a:xfrm>
          <a:custGeom>
            <a:avLst/>
            <a:gdLst/>
            <a:ahLst/>
            <a:cxnLst/>
            <a:rect l="l" t="t" r="r" b="b"/>
            <a:pathLst>
              <a:path w="2996" h="28373" extrusionOk="0">
                <a:moveTo>
                  <a:pt x="1" y="1"/>
                </a:moveTo>
                <a:lnTo>
                  <a:pt x="1" y="28373"/>
                </a:lnTo>
                <a:lnTo>
                  <a:pt x="2996" y="28373"/>
                </a:lnTo>
                <a:lnTo>
                  <a:pt x="2996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5"/>
          <p:cNvSpPr/>
          <p:nvPr/>
        </p:nvSpPr>
        <p:spPr>
          <a:xfrm>
            <a:off x="1438117" y="2391273"/>
            <a:ext cx="194696" cy="618030"/>
          </a:xfrm>
          <a:custGeom>
            <a:avLst/>
            <a:gdLst/>
            <a:ahLst/>
            <a:cxnLst/>
            <a:rect l="l" t="t" r="r" b="b"/>
            <a:pathLst>
              <a:path w="3327" h="10561" extrusionOk="0">
                <a:moveTo>
                  <a:pt x="0" y="0"/>
                </a:moveTo>
                <a:lnTo>
                  <a:pt x="0" y="10560"/>
                </a:lnTo>
                <a:lnTo>
                  <a:pt x="3327" y="10560"/>
                </a:lnTo>
                <a:lnTo>
                  <a:pt x="332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1" name="Google Shape;241;p15"/>
          <p:cNvSpPr/>
          <p:nvPr/>
        </p:nvSpPr>
        <p:spPr>
          <a:xfrm>
            <a:off x="2404639" y="1888060"/>
            <a:ext cx="86083" cy="102878"/>
          </a:xfrm>
          <a:custGeom>
            <a:avLst/>
            <a:gdLst/>
            <a:ahLst/>
            <a:cxnLst/>
            <a:rect l="l" t="t" r="r" b="b"/>
            <a:pathLst>
              <a:path w="1471" h="1758" extrusionOk="0">
                <a:moveTo>
                  <a:pt x="0" y="0"/>
                </a:moveTo>
                <a:lnTo>
                  <a:pt x="0" y="1757"/>
                </a:lnTo>
                <a:lnTo>
                  <a:pt x="1471" y="1757"/>
                </a:lnTo>
                <a:lnTo>
                  <a:pt x="1471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15"/>
          <p:cNvSpPr/>
          <p:nvPr/>
        </p:nvSpPr>
        <p:spPr>
          <a:xfrm>
            <a:off x="2382635" y="1975723"/>
            <a:ext cx="128276" cy="963532"/>
          </a:xfrm>
          <a:custGeom>
            <a:avLst/>
            <a:gdLst/>
            <a:ahLst/>
            <a:cxnLst/>
            <a:rect l="l" t="t" r="r" b="b"/>
            <a:pathLst>
              <a:path w="2192" h="16465" extrusionOk="0">
                <a:moveTo>
                  <a:pt x="1" y="0"/>
                </a:moveTo>
                <a:lnTo>
                  <a:pt x="1" y="16464"/>
                </a:lnTo>
                <a:lnTo>
                  <a:pt x="2192" y="16464"/>
                </a:lnTo>
                <a:lnTo>
                  <a:pt x="2192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5"/>
          <p:cNvSpPr/>
          <p:nvPr/>
        </p:nvSpPr>
        <p:spPr>
          <a:xfrm>
            <a:off x="2454732" y="2149469"/>
            <a:ext cx="358201" cy="859717"/>
          </a:xfrm>
          <a:custGeom>
            <a:avLst/>
            <a:gdLst/>
            <a:ahLst/>
            <a:cxnLst/>
            <a:rect l="l" t="t" r="r" b="b"/>
            <a:pathLst>
              <a:path w="6121" h="14691" extrusionOk="0">
                <a:moveTo>
                  <a:pt x="1" y="1"/>
                </a:moveTo>
                <a:lnTo>
                  <a:pt x="1" y="14690"/>
                </a:lnTo>
                <a:lnTo>
                  <a:pt x="6121" y="14690"/>
                </a:lnTo>
                <a:lnTo>
                  <a:pt x="612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15"/>
          <p:cNvSpPr/>
          <p:nvPr/>
        </p:nvSpPr>
        <p:spPr>
          <a:xfrm>
            <a:off x="2454732" y="2211851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1"/>
                </a:moveTo>
                <a:lnTo>
                  <a:pt x="6123" y="1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15"/>
          <p:cNvSpPr/>
          <p:nvPr/>
        </p:nvSpPr>
        <p:spPr>
          <a:xfrm>
            <a:off x="2454732" y="2274292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1"/>
                </a:moveTo>
                <a:lnTo>
                  <a:pt x="6123" y="1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6" name="Google Shape;246;p15"/>
          <p:cNvSpPr/>
          <p:nvPr/>
        </p:nvSpPr>
        <p:spPr>
          <a:xfrm>
            <a:off x="2454732" y="2336732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0"/>
                </a:moveTo>
                <a:lnTo>
                  <a:pt x="6123" y="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5"/>
          <p:cNvSpPr/>
          <p:nvPr/>
        </p:nvSpPr>
        <p:spPr>
          <a:xfrm>
            <a:off x="2454732" y="2399232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0"/>
                </a:moveTo>
                <a:lnTo>
                  <a:pt x="6123" y="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p15"/>
          <p:cNvSpPr/>
          <p:nvPr/>
        </p:nvSpPr>
        <p:spPr>
          <a:xfrm>
            <a:off x="2454732" y="2461672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0"/>
                </a:moveTo>
                <a:lnTo>
                  <a:pt x="6123" y="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15"/>
          <p:cNvSpPr/>
          <p:nvPr/>
        </p:nvSpPr>
        <p:spPr>
          <a:xfrm>
            <a:off x="2454732" y="2524055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1"/>
                </a:moveTo>
                <a:lnTo>
                  <a:pt x="6123" y="1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15"/>
          <p:cNvSpPr/>
          <p:nvPr/>
        </p:nvSpPr>
        <p:spPr>
          <a:xfrm>
            <a:off x="2454732" y="2586495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1"/>
                </a:moveTo>
                <a:lnTo>
                  <a:pt x="6123" y="1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5"/>
          <p:cNvSpPr/>
          <p:nvPr/>
        </p:nvSpPr>
        <p:spPr>
          <a:xfrm>
            <a:off x="2454732" y="2648877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1"/>
                </a:moveTo>
                <a:lnTo>
                  <a:pt x="6123" y="1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15"/>
          <p:cNvSpPr/>
          <p:nvPr/>
        </p:nvSpPr>
        <p:spPr>
          <a:xfrm>
            <a:off x="2454732" y="2711377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0"/>
                </a:moveTo>
                <a:lnTo>
                  <a:pt x="6123" y="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3" name="Google Shape;253;p15"/>
          <p:cNvSpPr/>
          <p:nvPr/>
        </p:nvSpPr>
        <p:spPr>
          <a:xfrm>
            <a:off x="2454732" y="2773759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0"/>
                </a:moveTo>
                <a:lnTo>
                  <a:pt x="6123" y="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5"/>
          <p:cNvSpPr/>
          <p:nvPr/>
        </p:nvSpPr>
        <p:spPr>
          <a:xfrm>
            <a:off x="2454732" y="2836258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1"/>
                </a:moveTo>
                <a:lnTo>
                  <a:pt x="6123" y="1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5" name="Google Shape;255;p15"/>
          <p:cNvSpPr/>
          <p:nvPr/>
        </p:nvSpPr>
        <p:spPr>
          <a:xfrm>
            <a:off x="2454732" y="2898699"/>
            <a:ext cx="358318" cy="59"/>
          </a:xfrm>
          <a:custGeom>
            <a:avLst/>
            <a:gdLst/>
            <a:ahLst/>
            <a:cxnLst/>
            <a:rect l="l" t="t" r="r" b="b"/>
            <a:pathLst>
              <a:path w="6123" h="1" fill="none" extrusionOk="0">
                <a:moveTo>
                  <a:pt x="1" y="1"/>
                </a:moveTo>
                <a:lnTo>
                  <a:pt x="6123" y="1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5"/>
          <p:cNvSpPr/>
          <p:nvPr/>
        </p:nvSpPr>
        <p:spPr>
          <a:xfrm>
            <a:off x="2630761" y="2150112"/>
            <a:ext cx="0" cy="747944"/>
          </a:xfrm>
          <a:custGeom>
            <a:avLst/>
            <a:gdLst/>
            <a:ahLst/>
            <a:cxnLst/>
            <a:rect l="l" t="t" r="r" b="b"/>
            <a:pathLst>
              <a:path h="12781" fill="none" extrusionOk="0">
                <a:moveTo>
                  <a:pt x="0" y="1"/>
                </a:moveTo>
                <a:lnTo>
                  <a:pt x="0" y="1278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7" name="Google Shape;257;p15"/>
          <p:cNvSpPr/>
          <p:nvPr/>
        </p:nvSpPr>
        <p:spPr>
          <a:xfrm>
            <a:off x="2699055" y="2150112"/>
            <a:ext cx="59" cy="747944"/>
          </a:xfrm>
          <a:custGeom>
            <a:avLst/>
            <a:gdLst/>
            <a:ahLst/>
            <a:cxnLst/>
            <a:rect l="l" t="t" r="r" b="b"/>
            <a:pathLst>
              <a:path w="1" h="12781" fill="none" extrusionOk="0">
                <a:moveTo>
                  <a:pt x="0" y="1"/>
                </a:moveTo>
                <a:lnTo>
                  <a:pt x="0" y="1278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8" name="Google Shape;258;p15"/>
          <p:cNvSpPr/>
          <p:nvPr/>
        </p:nvSpPr>
        <p:spPr>
          <a:xfrm>
            <a:off x="2767348" y="2150112"/>
            <a:ext cx="59" cy="747944"/>
          </a:xfrm>
          <a:custGeom>
            <a:avLst/>
            <a:gdLst/>
            <a:ahLst/>
            <a:cxnLst/>
            <a:rect l="l" t="t" r="r" b="b"/>
            <a:pathLst>
              <a:path w="1" h="12781" fill="none" extrusionOk="0">
                <a:moveTo>
                  <a:pt x="1" y="1"/>
                </a:moveTo>
                <a:lnTo>
                  <a:pt x="1" y="1278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15"/>
          <p:cNvSpPr/>
          <p:nvPr/>
        </p:nvSpPr>
        <p:spPr>
          <a:xfrm>
            <a:off x="2499968" y="2150112"/>
            <a:ext cx="59" cy="747944"/>
          </a:xfrm>
          <a:custGeom>
            <a:avLst/>
            <a:gdLst/>
            <a:ahLst/>
            <a:cxnLst/>
            <a:rect l="l" t="t" r="r" b="b"/>
            <a:pathLst>
              <a:path w="1" h="12781" fill="none" extrusionOk="0">
                <a:moveTo>
                  <a:pt x="0" y="1"/>
                </a:moveTo>
                <a:lnTo>
                  <a:pt x="0" y="12780"/>
                </a:lnTo>
              </a:path>
            </a:pathLst>
          </a:custGeom>
          <a:noFill/>
          <a:ln w="25" cap="flat" cmpd="sng">
            <a:solidFill>
              <a:srgbClr val="61ADDB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5"/>
          <p:cNvSpPr/>
          <p:nvPr/>
        </p:nvSpPr>
        <p:spPr>
          <a:xfrm>
            <a:off x="2605422" y="2149469"/>
            <a:ext cx="207629" cy="859717"/>
          </a:xfrm>
          <a:custGeom>
            <a:avLst/>
            <a:gdLst/>
            <a:ahLst/>
            <a:cxnLst/>
            <a:rect l="l" t="t" r="r" b="b"/>
            <a:pathLst>
              <a:path w="3548" h="14691" extrusionOk="0">
                <a:moveTo>
                  <a:pt x="0" y="1"/>
                </a:moveTo>
                <a:lnTo>
                  <a:pt x="0" y="14690"/>
                </a:lnTo>
                <a:lnTo>
                  <a:pt x="3548" y="14690"/>
                </a:lnTo>
                <a:lnTo>
                  <a:pt x="35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5"/>
          <p:cNvSpPr/>
          <p:nvPr/>
        </p:nvSpPr>
        <p:spPr>
          <a:xfrm>
            <a:off x="1960820" y="1975723"/>
            <a:ext cx="376342" cy="1033522"/>
          </a:xfrm>
          <a:custGeom>
            <a:avLst/>
            <a:gdLst/>
            <a:ahLst/>
            <a:cxnLst/>
            <a:rect l="l" t="t" r="r" b="b"/>
            <a:pathLst>
              <a:path w="6431" h="17661" extrusionOk="0">
                <a:moveTo>
                  <a:pt x="1" y="0"/>
                </a:moveTo>
                <a:lnTo>
                  <a:pt x="1" y="17660"/>
                </a:lnTo>
                <a:lnTo>
                  <a:pt x="6430" y="17660"/>
                </a:lnTo>
                <a:lnTo>
                  <a:pt x="643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2" name="Google Shape;262;p15"/>
          <p:cNvSpPr/>
          <p:nvPr/>
        </p:nvSpPr>
        <p:spPr>
          <a:xfrm>
            <a:off x="1998800" y="1815379"/>
            <a:ext cx="300383" cy="165378"/>
          </a:xfrm>
          <a:custGeom>
            <a:avLst/>
            <a:gdLst/>
            <a:ahLst/>
            <a:cxnLst/>
            <a:rect l="l" t="t" r="r" b="b"/>
            <a:pathLst>
              <a:path w="5133" h="2826" extrusionOk="0">
                <a:moveTo>
                  <a:pt x="0" y="0"/>
                </a:moveTo>
                <a:lnTo>
                  <a:pt x="0" y="2825"/>
                </a:lnTo>
                <a:lnTo>
                  <a:pt x="5133" y="2825"/>
                </a:lnTo>
                <a:lnTo>
                  <a:pt x="513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5"/>
          <p:cNvSpPr/>
          <p:nvPr/>
        </p:nvSpPr>
        <p:spPr>
          <a:xfrm>
            <a:off x="2036721" y="1710804"/>
            <a:ext cx="224424" cy="109725"/>
          </a:xfrm>
          <a:custGeom>
            <a:avLst/>
            <a:gdLst/>
            <a:ahLst/>
            <a:cxnLst/>
            <a:rect l="l" t="t" r="r" b="b"/>
            <a:pathLst>
              <a:path w="3835" h="1875" extrusionOk="0">
                <a:moveTo>
                  <a:pt x="1" y="1"/>
                </a:moveTo>
                <a:lnTo>
                  <a:pt x="1" y="1874"/>
                </a:lnTo>
                <a:lnTo>
                  <a:pt x="3835" y="1874"/>
                </a:lnTo>
                <a:lnTo>
                  <a:pt x="383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5"/>
          <p:cNvSpPr/>
          <p:nvPr/>
        </p:nvSpPr>
        <p:spPr>
          <a:xfrm>
            <a:off x="2080553" y="1632972"/>
            <a:ext cx="136761" cy="80992"/>
          </a:xfrm>
          <a:custGeom>
            <a:avLst/>
            <a:gdLst/>
            <a:ahLst/>
            <a:cxnLst/>
            <a:rect l="l" t="t" r="r" b="b"/>
            <a:pathLst>
              <a:path w="2337" h="1384" extrusionOk="0">
                <a:moveTo>
                  <a:pt x="1" y="1"/>
                </a:moveTo>
                <a:lnTo>
                  <a:pt x="1" y="1384"/>
                </a:lnTo>
                <a:lnTo>
                  <a:pt x="2337" y="1384"/>
                </a:lnTo>
                <a:lnTo>
                  <a:pt x="23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5"/>
          <p:cNvSpPr/>
          <p:nvPr/>
        </p:nvSpPr>
        <p:spPr>
          <a:xfrm>
            <a:off x="1991192" y="2009431"/>
            <a:ext cx="79412" cy="55711"/>
          </a:xfrm>
          <a:custGeom>
            <a:avLst/>
            <a:gdLst/>
            <a:ahLst/>
            <a:cxnLst/>
            <a:rect l="l" t="t" r="r" b="b"/>
            <a:pathLst>
              <a:path w="1357" h="952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5"/>
          <p:cNvSpPr/>
          <p:nvPr/>
        </p:nvSpPr>
        <p:spPr>
          <a:xfrm>
            <a:off x="2106829" y="2009431"/>
            <a:ext cx="79353" cy="55711"/>
          </a:xfrm>
          <a:custGeom>
            <a:avLst/>
            <a:gdLst/>
            <a:ahLst/>
            <a:cxnLst/>
            <a:rect l="l" t="t" r="r" b="b"/>
            <a:pathLst>
              <a:path w="1356" h="952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5"/>
          <p:cNvSpPr/>
          <p:nvPr/>
        </p:nvSpPr>
        <p:spPr>
          <a:xfrm>
            <a:off x="2222289" y="2009314"/>
            <a:ext cx="79529" cy="55887"/>
          </a:xfrm>
          <a:custGeom>
            <a:avLst/>
            <a:gdLst/>
            <a:ahLst/>
            <a:cxnLst/>
            <a:rect l="l" t="t" r="r" b="b"/>
            <a:pathLst>
              <a:path w="1359" h="955" extrusionOk="0">
                <a:moveTo>
                  <a:pt x="3" y="0"/>
                </a:moveTo>
                <a:lnTo>
                  <a:pt x="1" y="952"/>
                </a:lnTo>
                <a:lnTo>
                  <a:pt x="1357" y="955"/>
                </a:lnTo>
                <a:lnTo>
                  <a:pt x="1359" y="3"/>
                </a:lnTo>
                <a:lnTo>
                  <a:pt x="3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5"/>
          <p:cNvSpPr/>
          <p:nvPr/>
        </p:nvSpPr>
        <p:spPr>
          <a:xfrm>
            <a:off x="2026656" y="1847389"/>
            <a:ext cx="65191" cy="45821"/>
          </a:xfrm>
          <a:custGeom>
            <a:avLst/>
            <a:gdLst/>
            <a:ahLst/>
            <a:cxnLst/>
            <a:rect l="l" t="t" r="r" b="b"/>
            <a:pathLst>
              <a:path w="1114" h="783" extrusionOk="0">
                <a:moveTo>
                  <a:pt x="0" y="1"/>
                </a:moveTo>
                <a:lnTo>
                  <a:pt x="0" y="782"/>
                </a:lnTo>
                <a:lnTo>
                  <a:pt x="1113" y="782"/>
                </a:lnTo>
                <a:lnTo>
                  <a:pt x="1113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5"/>
          <p:cNvSpPr/>
          <p:nvPr/>
        </p:nvSpPr>
        <p:spPr>
          <a:xfrm>
            <a:off x="2121459" y="1847389"/>
            <a:ext cx="65133" cy="45821"/>
          </a:xfrm>
          <a:custGeom>
            <a:avLst/>
            <a:gdLst/>
            <a:ahLst/>
            <a:cxnLst/>
            <a:rect l="l" t="t" r="r" b="b"/>
            <a:pathLst>
              <a:path w="1113" h="783" extrusionOk="0">
                <a:moveTo>
                  <a:pt x="1" y="1"/>
                </a:moveTo>
                <a:lnTo>
                  <a:pt x="1" y="782"/>
                </a:lnTo>
                <a:lnTo>
                  <a:pt x="1113" y="782"/>
                </a:lnTo>
                <a:lnTo>
                  <a:pt x="1113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5"/>
          <p:cNvSpPr/>
          <p:nvPr/>
        </p:nvSpPr>
        <p:spPr>
          <a:xfrm>
            <a:off x="2216262" y="1847389"/>
            <a:ext cx="65191" cy="45821"/>
          </a:xfrm>
          <a:custGeom>
            <a:avLst/>
            <a:gdLst/>
            <a:ahLst/>
            <a:cxnLst/>
            <a:rect l="l" t="t" r="r" b="b"/>
            <a:pathLst>
              <a:path w="1114" h="783" extrusionOk="0">
                <a:moveTo>
                  <a:pt x="1" y="1"/>
                </a:moveTo>
                <a:lnTo>
                  <a:pt x="1" y="782"/>
                </a:lnTo>
                <a:lnTo>
                  <a:pt x="1114" y="782"/>
                </a:lnTo>
                <a:lnTo>
                  <a:pt x="1114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5"/>
          <p:cNvSpPr/>
          <p:nvPr/>
        </p:nvSpPr>
        <p:spPr>
          <a:xfrm>
            <a:off x="2055623" y="1720167"/>
            <a:ext cx="48689" cy="34176"/>
          </a:xfrm>
          <a:custGeom>
            <a:avLst/>
            <a:gdLst/>
            <a:ahLst/>
            <a:cxnLst/>
            <a:rect l="l" t="t" r="r" b="b"/>
            <a:pathLst>
              <a:path w="832" h="584" extrusionOk="0">
                <a:moveTo>
                  <a:pt x="0" y="0"/>
                </a:moveTo>
                <a:lnTo>
                  <a:pt x="0" y="583"/>
                </a:lnTo>
                <a:lnTo>
                  <a:pt x="831" y="583"/>
                </a:lnTo>
                <a:lnTo>
                  <a:pt x="831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5"/>
          <p:cNvSpPr/>
          <p:nvPr/>
        </p:nvSpPr>
        <p:spPr>
          <a:xfrm>
            <a:off x="2126433" y="1720167"/>
            <a:ext cx="48747" cy="34176"/>
          </a:xfrm>
          <a:custGeom>
            <a:avLst/>
            <a:gdLst/>
            <a:ahLst/>
            <a:cxnLst/>
            <a:rect l="l" t="t" r="r" b="b"/>
            <a:pathLst>
              <a:path w="833" h="584" extrusionOk="0">
                <a:moveTo>
                  <a:pt x="1" y="0"/>
                </a:moveTo>
                <a:lnTo>
                  <a:pt x="1" y="583"/>
                </a:lnTo>
                <a:lnTo>
                  <a:pt x="833" y="583"/>
                </a:lnTo>
                <a:lnTo>
                  <a:pt x="833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5"/>
          <p:cNvSpPr/>
          <p:nvPr/>
        </p:nvSpPr>
        <p:spPr>
          <a:xfrm>
            <a:off x="2197360" y="1720167"/>
            <a:ext cx="48747" cy="34176"/>
          </a:xfrm>
          <a:custGeom>
            <a:avLst/>
            <a:gdLst/>
            <a:ahLst/>
            <a:cxnLst/>
            <a:rect l="l" t="t" r="r" b="b"/>
            <a:pathLst>
              <a:path w="833" h="584" extrusionOk="0">
                <a:moveTo>
                  <a:pt x="0" y="0"/>
                </a:moveTo>
                <a:lnTo>
                  <a:pt x="0" y="583"/>
                </a:lnTo>
                <a:lnTo>
                  <a:pt x="832" y="583"/>
                </a:lnTo>
                <a:lnTo>
                  <a:pt x="832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4" name="Google Shape;274;p15"/>
          <p:cNvSpPr/>
          <p:nvPr/>
        </p:nvSpPr>
        <p:spPr>
          <a:xfrm>
            <a:off x="2055623" y="1769382"/>
            <a:ext cx="48689" cy="34176"/>
          </a:xfrm>
          <a:custGeom>
            <a:avLst/>
            <a:gdLst/>
            <a:ahLst/>
            <a:cxnLst/>
            <a:rect l="l" t="t" r="r" b="b"/>
            <a:pathLst>
              <a:path w="832" h="584" extrusionOk="0">
                <a:moveTo>
                  <a:pt x="0" y="0"/>
                </a:moveTo>
                <a:lnTo>
                  <a:pt x="0" y="584"/>
                </a:lnTo>
                <a:lnTo>
                  <a:pt x="831" y="584"/>
                </a:lnTo>
                <a:lnTo>
                  <a:pt x="831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5" name="Google Shape;275;p15"/>
          <p:cNvSpPr/>
          <p:nvPr/>
        </p:nvSpPr>
        <p:spPr>
          <a:xfrm>
            <a:off x="2126433" y="1769382"/>
            <a:ext cx="48747" cy="34176"/>
          </a:xfrm>
          <a:custGeom>
            <a:avLst/>
            <a:gdLst/>
            <a:ahLst/>
            <a:cxnLst/>
            <a:rect l="l" t="t" r="r" b="b"/>
            <a:pathLst>
              <a:path w="833" h="584" extrusionOk="0">
                <a:moveTo>
                  <a:pt x="1" y="0"/>
                </a:moveTo>
                <a:lnTo>
                  <a:pt x="1" y="584"/>
                </a:lnTo>
                <a:lnTo>
                  <a:pt x="833" y="584"/>
                </a:lnTo>
                <a:lnTo>
                  <a:pt x="833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p15"/>
          <p:cNvSpPr/>
          <p:nvPr/>
        </p:nvSpPr>
        <p:spPr>
          <a:xfrm>
            <a:off x="2197360" y="1769382"/>
            <a:ext cx="48747" cy="34176"/>
          </a:xfrm>
          <a:custGeom>
            <a:avLst/>
            <a:gdLst/>
            <a:ahLst/>
            <a:cxnLst/>
            <a:rect l="l" t="t" r="r" b="b"/>
            <a:pathLst>
              <a:path w="833" h="584" extrusionOk="0">
                <a:moveTo>
                  <a:pt x="0" y="0"/>
                </a:moveTo>
                <a:lnTo>
                  <a:pt x="0" y="584"/>
                </a:lnTo>
                <a:lnTo>
                  <a:pt x="832" y="584"/>
                </a:lnTo>
                <a:lnTo>
                  <a:pt x="832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5"/>
          <p:cNvSpPr/>
          <p:nvPr/>
        </p:nvSpPr>
        <p:spPr>
          <a:xfrm>
            <a:off x="2026656" y="1911410"/>
            <a:ext cx="65191" cy="45763"/>
          </a:xfrm>
          <a:custGeom>
            <a:avLst/>
            <a:gdLst/>
            <a:ahLst/>
            <a:cxnLst/>
            <a:rect l="l" t="t" r="r" b="b"/>
            <a:pathLst>
              <a:path w="1114" h="782" extrusionOk="0">
                <a:moveTo>
                  <a:pt x="0" y="0"/>
                </a:moveTo>
                <a:lnTo>
                  <a:pt x="0" y="781"/>
                </a:lnTo>
                <a:lnTo>
                  <a:pt x="1113" y="781"/>
                </a:lnTo>
                <a:lnTo>
                  <a:pt x="1113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5"/>
          <p:cNvSpPr/>
          <p:nvPr/>
        </p:nvSpPr>
        <p:spPr>
          <a:xfrm>
            <a:off x="2121459" y="1911410"/>
            <a:ext cx="65133" cy="45763"/>
          </a:xfrm>
          <a:custGeom>
            <a:avLst/>
            <a:gdLst/>
            <a:ahLst/>
            <a:cxnLst/>
            <a:rect l="l" t="t" r="r" b="b"/>
            <a:pathLst>
              <a:path w="1113" h="782" extrusionOk="0">
                <a:moveTo>
                  <a:pt x="1" y="0"/>
                </a:moveTo>
                <a:lnTo>
                  <a:pt x="1" y="781"/>
                </a:lnTo>
                <a:lnTo>
                  <a:pt x="1113" y="781"/>
                </a:lnTo>
                <a:lnTo>
                  <a:pt x="1113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9" name="Google Shape;279;p15"/>
          <p:cNvSpPr/>
          <p:nvPr/>
        </p:nvSpPr>
        <p:spPr>
          <a:xfrm>
            <a:off x="2216262" y="1911410"/>
            <a:ext cx="65191" cy="45763"/>
          </a:xfrm>
          <a:custGeom>
            <a:avLst/>
            <a:gdLst/>
            <a:ahLst/>
            <a:cxnLst/>
            <a:rect l="l" t="t" r="r" b="b"/>
            <a:pathLst>
              <a:path w="1114" h="782" extrusionOk="0">
                <a:moveTo>
                  <a:pt x="1" y="0"/>
                </a:moveTo>
                <a:lnTo>
                  <a:pt x="1" y="781"/>
                </a:lnTo>
                <a:lnTo>
                  <a:pt x="1114" y="781"/>
                </a:lnTo>
                <a:lnTo>
                  <a:pt x="1114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5"/>
          <p:cNvSpPr/>
          <p:nvPr/>
        </p:nvSpPr>
        <p:spPr>
          <a:xfrm>
            <a:off x="1991192" y="2103062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15"/>
          <p:cNvSpPr/>
          <p:nvPr/>
        </p:nvSpPr>
        <p:spPr>
          <a:xfrm>
            <a:off x="2106829" y="2103062"/>
            <a:ext cx="79353" cy="55770"/>
          </a:xfrm>
          <a:custGeom>
            <a:avLst/>
            <a:gdLst/>
            <a:ahLst/>
            <a:cxnLst/>
            <a:rect l="l" t="t" r="r" b="b"/>
            <a:pathLst>
              <a:path w="1356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2" name="Google Shape;282;p15"/>
          <p:cNvSpPr/>
          <p:nvPr/>
        </p:nvSpPr>
        <p:spPr>
          <a:xfrm>
            <a:off x="2222348" y="2103062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1" y="1"/>
                </a:moveTo>
                <a:lnTo>
                  <a:pt x="1" y="952"/>
                </a:lnTo>
                <a:lnTo>
                  <a:pt x="1357" y="952"/>
                </a:lnTo>
                <a:lnTo>
                  <a:pt x="1357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3" name="Google Shape;283;p15"/>
          <p:cNvSpPr/>
          <p:nvPr/>
        </p:nvSpPr>
        <p:spPr>
          <a:xfrm>
            <a:off x="1991192" y="2196694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4" name="Google Shape;284;p15"/>
          <p:cNvSpPr/>
          <p:nvPr/>
        </p:nvSpPr>
        <p:spPr>
          <a:xfrm>
            <a:off x="2106829" y="2196694"/>
            <a:ext cx="79353" cy="55770"/>
          </a:xfrm>
          <a:custGeom>
            <a:avLst/>
            <a:gdLst/>
            <a:ahLst/>
            <a:cxnLst/>
            <a:rect l="l" t="t" r="r" b="b"/>
            <a:pathLst>
              <a:path w="1356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5" name="Google Shape;285;p15"/>
          <p:cNvSpPr/>
          <p:nvPr/>
        </p:nvSpPr>
        <p:spPr>
          <a:xfrm>
            <a:off x="2222348" y="2196694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1" y="1"/>
                </a:moveTo>
                <a:lnTo>
                  <a:pt x="1" y="952"/>
                </a:lnTo>
                <a:lnTo>
                  <a:pt x="1357" y="952"/>
                </a:lnTo>
                <a:lnTo>
                  <a:pt x="1357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6" name="Google Shape;286;p15"/>
          <p:cNvSpPr/>
          <p:nvPr/>
        </p:nvSpPr>
        <p:spPr>
          <a:xfrm>
            <a:off x="1991192" y="2290443"/>
            <a:ext cx="79412" cy="55711"/>
          </a:xfrm>
          <a:custGeom>
            <a:avLst/>
            <a:gdLst/>
            <a:ahLst/>
            <a:cxnLst/>
            <a:rect l="l" t="t" r="r" b="b"/>
            <a:pathLst>
              <a:path w="1357" h="952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7" name="Google Shape;287;p15"/>
          <p:cNvSpPr/>
          <p:nvPr/>
        </p:nvSpPr>
        <p:spPr>
          <a:xfrm>
            <a:off x="2106829" y="2290443"/>
            <a:ext cx="79353" cy="55711"/>
          </a:xfrm>
          <a:custGeom>
            <a:avLst/>
            <a:gdLst/>
            <a:ahLst/>
            <a:cxnLst/>
            <a:rect l="l" t="t" r="r" b="b"/>
            <a:pathLst>
              <a:path w="1356" h="952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8" name="Google Shape;288;p15"/>
          <p:cNvSpPr/>
          <p:nvPr/>
        </p:nvSpPr>
        <p:spPr>
          <a:xfrm>
            <a:off x="2222348" y="2290443"/>
            <a:ext cx="79412" cy="55711"/>
          </a:xfrm>
          <a:custGeom>
            <a:avLst/>
            <a:gdLst/>
            <a:ahLst/>
            <a:cxnLst/>
            <a:rect l="l" t="t" r="r" b="b"/>
            <a:pathLst>
              <a:path w="1357" h="952" extrusionOk="0">
                <a:moveTo>
                  <a:pt x="1" y="0"/>
                </a:moveTo>
                <a:lnTo>
                  <a:pt x="1" y="952"/>
                </a:lnTo>
                <a:lnTo>
                  <a:pt x="1357" y="952"/>
                </a:lnTo>
                <a:lnTo>
                  <a:pt x="1357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p15"/>
          <p:cNvSpPr/>
          <p:nvPr/>
        </p:nvSpPr>
        <p:spPr>
          <a:xfrm>
            <a:off x="1991192" y="2384016"/>
            <a:ext cx="79412" cy="55711"/>
          </a:xfrm>
          <a:custGeom>
            <a:avLst/>
            <a:gdLst/>
            <a:ahLst/>
            <a:cxnLst/>
            <a:rect l="l" t="t" r="r" b="b"/>
            <a:pathLst>
              <a:path w="1357" h="952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5"/>
          <p:cNvSpPr/>
          <p:nvPr/>
        </p:nvSpPr>
        <p:spPr>
          <a:xfrm>
            <a:off x="2106829" y="2384016"/>
            <a:ext cx="79353" cy="55711"/>
          </a:xfrm>
          <a:custGeom>
            <a:avLst/>
            <a:gdLst/>
            <a:ahLst/>
            <a:cxnLst/>
            <a:rect l="l" t="t" r="r" b="b"/>
            <a:pathLst>
              <a:path w="1356" h="952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1" name="Google Shape;291;p15"/>
          <p:cNvSpPr/>
          <p:nvPr/>
        </p:nvSpPr>
        <p:spPr>
          <a:xfrm>
            <a:off x="2222348" y="2384016"/>
            <a:ext cx="79412" cy="55711"/>
          </a:xfrm>
          <a:custGeom>
            <a:avLst/>
            <a:gdLst/>
            <a:ahLst/>
            <a:cxnLst/>
            <a:rect l="l" t="t" r="r" b="b"/>
            <a:pathLst>
              <a:path w="1357" h="952" extrusionOk="0">
                <a:moveTo>
                  <a:pt x="1" y="0"/>
                </a:moveTo>
                <a:lnTo>
                  <a:pt x="1" y="952"/>
                </a:lnTo>
                <a:lnTo>
                  <a:pt x="1357" y="952"/>
                </a:lnTo>
                <a:lnTo>
                  <a:pt x="1357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2" name="Google Shape;292;p15"/>
          <p:cNvSpPr/>
          <p:nvPr/>
        </p:nvSpPr>
        <p:spPr>
          <a:xfrm>
            <a:off x="1991192" y="2477648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15"/>
          <p:cNvSpPr/>
          <p:nvPr/>
        </p:nvSpPr>
        <p:spPr>
          <a:xfrm>
            <a:off x="2106829" y="2477648"/>
            <a:ext cx="79353" cy="55770"/>
          </a:xfrm>
          <a:custGeom>
            <a:avLst/>
            <a:gdLst/>
            <a:ahLst/>
            <a:cxnLst/>
            <a:rect l="l" t="t" r="r" b="b"/>
            <a:pathLst>
              <a:path w="1356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5"/>
          <p:cNvSpPr/>
          <p:nvPr/>
        </p:nvSpPr>
        <p:spPr>
          <a:xfrm>
            <a:off x="2222348" y="2477648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1" y="1"/>
                </a:moveTo>
                <a:lnTo>
                  <a:pt x="1" y="952"/>
                </a:lnTo>
                <a:lnTo>
                  <a:pt x="1357" y="952"/>
                </a:lnTo>
                <a:lnTo>
                  <a:pt x="1357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5" name="Google Shape;295;p15"/>
          <p:cNvSpPr/>
          <p:nvPr/>
        </p:nvSpPr>
        <p:spPr>
          <a:xfrm>
            <a:off x="1991192" y="2571280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6" name="Google Shape;296;p15"/>
          <p:cNvSpPr/>
          <p:nvPr/>
        </p:nvSpPr>
        <p:spPr>
          <a:xfrm>
            <a:off x="2106829" y="2571280"/>
            <a:ext cx="79353" cy="55770"/>
          </a:xfrm>
          <a:custGeom>
            <a:avLst/>
            <a:gdLst/>
            <a:ahLst/>
            <a:cxnLst/>
            <a:rect l="l" t="t" r="r" b="b"/>
            <a:pathLst>
              <a:path w="1356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p15"/>
          <p:cNvSpPr/>
          <p:nvPr/>
        </p:nvSpPr>
        <p:spPr>
          <a:xfrm>
            <a:off x="2222348" y="2571280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1" y="1"/>
                </a:moveTo>
                <a:lnTo>
                  <a:pt x="1" y="952"/>
                </a:lnTo>
                <a:lnTo>
                  <a:pt x="1357" y="952"/>
                </a:lnTo>
                <a:lnTo>
                  <a:pt x="1357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8" name="Google Shape;298;p15"/>
          <p:cNvSpPr/>
          <p:nvPr/>
        </p:nvSpPr>
        <p:spPr>
          <a:xfrm>
            <a:off x="1991192" y="2664970"/>
            <a:ext cx="79412" cy="55711"/>
          </a:xfrm>
          <a:custGeom>
            <a:avLst/>
            <a:gdLst/>
            <a:ahLst/>
            <a:cxnLst/>
            <a:rect l="l" t="t" r="r" b="b"/>
            <a:pathLst>
              <a:path w="1357" h="952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9" name="Google Shape;299;p15"/>
          <p:cNvSpPr/>
          <p:nvPr/>
        </p:nvSpPr>
        <p:spPr>
          <a:xfrm>
            <a:off x="2106829" y="2664970"/>
            <a:ext cx="79353" cy="55711"/>
          </a:xfrm>
          <a:custGeom>
            <a:avLst/>
            <a:gdLst/>
            <a:ahLst/>
            <a:cxnLst/>
            <a:rect l="l" t="t" r="r" b="b"/>
            <a:pathLst>
              <a:path w="1356" h="952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0" name="Google Shape;300;p15"/>
          <p:cNvSpPr/>
          <p:nvPr/>
        </p:nvSpPr>
        <p:spPr>
          <a:xfrm>
            <a:off x="2222348" y="2664970"/>
            <a:ext cx="79412" cy="55711"/>
          </a:xfrm>
          <a:custGeom>
            <a:avLst/>
            <a:gdLst/>
            <a:ahLst/>
            <a:cxnLst/>
            <a:rect l="l" t="t" r="r" b="b"/>
            <a:pathLst>
              <a:path w="1357" h="952" extrusionOk="0">
                <a:moveTo>
                  <a:pt x="1" y="0"/>
                </a:moveTo>
                <a:lnTo>
                  <a:pt x="1" y="952"/>
                </a:lnTo>
                <a:lnTo>
                  <a:pt x="1357" y="952"/>
                </a:lnTo>
                <a:lnTo>
                  <a:pt x="1357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1" name="Google Shape;301;p15"/>
          <p:cNvSpPr/>
          <p:nvPr/>
        </p:nvSpPr>
        <p:spPr>
          <a:xfrm>
            <a:off x="1991192" y="2758661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2106829" y="2758661"/>
            <a:ext cx="79353" cy="55770"/>
          </a:xfrm>
          <a:custGeom>
            <a:avLst/>
            <a:gdLst/>
            <a:ahLst/>
            <a:cxnLst/>
            <a:rect l="l" t="t" r="r" b="b"/>
            <a:pathLst>
              <a:path w="1356" h="953" extrusionOk="0">
                <a:moveTo>
                  <a:pt x="0" y="0"/>
                </a:moveTo>
                <a:lnTo>
                  <a:pt x="0" y="952"/>
                </a:lnTo>
                <a:lnTo>
                  <a:pt x="1356" y="952"/>
                </a:lnTo>
                <a:lnTo>
                  <a:pt x="1356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2222348" y="2758661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1" y="0"/>
                </a:moveTo>
                <a:lnTo>
                  <a:pt x="1" y="952"/>
                </a:lnTo>
                <a:lnTo>
                  <a:pt x="1357" y="952"/>
                </a:lnTo>
                <a:lnTo>
                  <a:pt x="1357" y="0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1991192" y="2852293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5" name="Google Shape;305;p15"/>
          <p:cNvSpPr/>
          <p:nvPr/>
        </p:nvSpPr>
        <p:spPr>
          <a:xfrm>
            <a:off x="2106829" y="2852293"/>
            <a:ext cx="79353" cy="55770"/>
          </a:xfrm>
          <a:custGeom>
            <a:avLst/>
            <a:gdLst/>
            <a:ahLst/>
            <a:cxnLst/>
            <a:rect l="l" t="t" r="r" b="b"/>
            <a:pathLst>
              <a:path w="1356" h="953" extrusionOk="0">
                <a:moveTo>
                  <a:pt x="0" y="1"/>
                </a:moveTo>
                <a:lnTo>
                  <a:pt x="0" y="952"/>
                </a:lnTo>
                <a:lnTo>
                  <a:pt x="1356" y="952"/>
                </a:lnTo>
                <a:lnTo>
                  <a:pt x="1356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5"/>
          <p:cNvSpPr/>
          <p:nvPr/>
        </p:nvSpPr>
        <p:spPr>
          <a:xfrm>
            <a:off x="2222348" y="2852293"/>
            <a:ext cx="79412" cy="55770"/>
          </a:xfrm>
          <a:custGeom>
            <a:avLst/>
            <a:gdLst/>
            <a:ahLst/>
            <a:cxnLst/>
            <a:rect l="l" t="t" r="r" b="b"/>
            <a:pathLst>
              <a:path w="1357" h="953" extrusionOk="0">
                <a:moveTo>
                  <a:pt x="1" y="1"/>
                </a:moveTo>
                <a:lnTo>
                  <a:pt x="1" y="952"/>
                </a:lnTo>
                <a:lnTo>
                  <a:pt x="1357" y="952"/>
                </a:lnTo>
                <a:lnTo>
                  <a:pt x="1357" y="1"/>
                </a:lnTo>
                <a:close/>
              </a:path>
            </a:pathLst>
          </a:custGeom>
          <a:solidFill>
            <a:srgbClr val="94DEE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p15"/>
          <p:cNvSpPr/>
          <p:nvPr/>
        </p:nvSpPr>
        <p:spPr>
          <a:xfrm>
            <a:off x="2073062" y="2942530"/>
            <a:ext cx="151859" cy="66771"/>
          </a:xfrm>
          <a:custGeom>
            <a:avLst/>
            <a:gdLst/>
            <a:ahLst/>
            <a:cxnLst/>
            <a:rect l="l" t="t" r="r" b="b"/>
            <a:pathLst>
              <a:path w="2595" h="1141" extrusionOk="0">
                <a:moveTo>
                  <a:pt x="0" y="1"/>
                </a:moveTo>
                <a:lnTo>
                  <a:pt x="0" y="1140"/>
                </a:lnTo>
                <a:lnTo>
                  <a:pt x="2595" y="1140"/>
                </a:lnTo>
                <a:lnTo>
                  <a:pt x="2595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2154055" y="1632972"/>
            <a:ext cx="183109" cy="1376273"/>
          </a:xfrm>
          <a:custGeom>
            <a:avLst/>
            <a:gdLst/>
            <a:ahLst/>
            <a:cxnLst/>
            <a:rect l="l" t="t" r="r" b="b"/>
            <a:pathLst>
              <a:path w="3129" h="23518" extrusionOk="0">
                <a:moveTo>
                  <a:pt x="0" y="1"/>
                </a:moveTo>
                <a:lnTo>
                  <a:pt x="0" y="11421"/>
                </a:lnTo>
                <a:lnTo>
                  <a:pt x="0" y="23517"/>
                </a:lnTo>
                <a:lnTo>
                  <a:pt x="3128" y="23517"/>
                </a:lnTo>
                <a:lnTo>
                  <a:pt x="3128" y="5857"/>
                </a:lnTo>
                <a:lnTo>
                  <a:pt x="2480" y="5857"/>
                </a:lnTo>
                <a:lnTo>
                  <a:pt x="2480" y="3117"/>
                </a:lnTo>
                <a:lnTo>
                  <a:pt x="1830" y="3117"/>
                </a:lnTo>
                <a:lnTo>
                  <a:pt x="1830" y="1331"/>
                </a:lnTo>
                <a:lnTo>
                  <a:pt x="1081" y="1331"/>
                </a:lnTo>
                <a:lnTo>
                  <a:pt x="108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9" name="Google Shape;309;p15"/>
          <p:cNvSpPr/>
          <p:nvPr/>
        </p:nvSpPr>
        <p:spPr>
          <a:xfrm>
            <a:off x="1314580" y="2615111"/>
            <a:ext cx="168713" cy="74320"/>
          </a:xfrm>
          <a:custGeom>
            <a:avLst/>
            <a:gdLst/>
            <a:ahLst/>
            <a:cxnLst/>
            <a:rect l="l" t="t" r="r" b="b"/>
            <a:pathLst>
              <a:path w="2883" h="1270" extrusionOk="0">
                <a:moveTo>
                  <a:pt x="0" y="1"/>
                </a:moveTo>
                <a:lnTo>
                  <a:pt x="0" y="1270"/>
                </a:lnTo>
                <a:lnTo>
                  <a:pt x="2883" y="1270"/>
                </a:lnTo>
                <a:lnTo>
                  <a:pt x="2883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0" name="Google Shape;310;p15"/>
          <p:cNvSpPr/>
          <p:nvPr/>
        </p:nvSpPr>
        <p:spPr>
          <a:xfrm>
            <a:off x="1347527" y="2625352"/>
            <a:ext cx="102878" cy="64196"/>
          </a:xfrm>
          <a:custGeom>
            <a:avLst/>
            <a:gdLst/>
            <a:ahLst/>
            <a:cxnLst/>
            <a:rect l="l" t="t" r="r" b="b"/>
            <a:pathLst>
              <a:path w="1758" h="1097" extrusionOk="0">
                <a:moveTo>
                  <a:pt x="0" y="1"/>
                </a:moveTo>
                <a:lnTo>
                  <a:pt x="0" y="1097"/>
                </a:lnTo>
                <a:lnTo>
                  <a:pt x="1758" y="1097"/>
                </a:lnTo>
                <a:lnTo>
                  <a:pt x="175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5"/>
          <p:cNvSpPr/>
          <p:nvPr/>
        </p:nvSpPr>
        <p:spPr>
          <a:xfrm>
            <a:off x="1252139" y="2684399"/>
            <a:ext cx="293653" cy="327419"/>
          </a:xfrm>
          <a:custGeom>
            <a:avLst/>
            <a:gdLst/>
            <a:ahLst/>
            <a:cxnLst/>
            <a:rect l="l" t="t" r="r" b="b"/>
            <a:pathLst>
              <a:path w="5018" h="5595" extrusionOk="0">
                <a:moveTo>
                  <a:pt x="0" y="1"/>
                </a:moveTo>
                <a:lnTo>
                  <a:pt x="0" y="5594"/>
                </a:lnTo>
                <a:lnTo>
                  <a:pt x="5018" y="5594"/>
                </a:lnTo>
                <a:lnTo>
                  <a:pt x="501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2" name="Google Shape;312;p15"/>
          <p:cNvSpPr/>
          <p:nvPr/>
        </p:nvSpPr>
        <p:spPr>
          <a:xfrm>
            <a:off x="1261385" y="2691948"/>
            <a:ext cx="275161" cy="228755"/>
          </a:xfrm>
          <a:custGeom>
            <a:avLst/>
            <a:gdLst/>
            <a:ahLst/>
            <a:cxnLst/>
            <a:rect l="l" t="t" r="r" b="b"/>
            <a:pathLst>
              <a:path w="4702" h="3909" extrusionOk="0">
                <a:moveTo>
                  <a:pt x="1" y="1"/>
                </a:moveTo>
                <a:lnTo>
                  <a:pt x="1" y="3908"/>
                </a:lnTo>
                <a:lnTo>
                  <a:pt x="4701" y="3908"/>
                </a:lnTo>
                <a:lnTo>
                  <a:pt x="470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3" name="Google Shape;313;p15"/>
          <p:cNvSpPr/>
          <p:nvPr/>
        </p:nvSpPr>
        <p:spPr>
          <a:xfrm>
            <a:off x="1274143" y="2709680"/>
            <a:ext cx="249763" cy="26978"/>
          </a:xfrm>
          <a:custGeom>
            <a:avLst/>
            <a:gdLst/>
            <a:ahLst/>
            <a:cxnLst/>
            <a:rect l="l" t="t" r="r" b="b"/>
            <a:pathLst>
              <a:path w="4268" h="461" extrusionOk="0">
                <a:moveTo>
                  <a:pt x="231" y="0"/>
                </a:moveTo>
                <a:cubicBezTo>
                  <a:pt x="104" y="0"/>
                  <a:pt x="1" y="103"/>
                  <a:pt x="1" y="231"/>
                </a:cubicBezTo>
                <a:cubicBezTo>
                  <a:pt x="1" y="358"/>
                  <a:pt x="103" y="461"/>
                  <a:pt x="231" y="461"/>
                </a:cubicBezTo>
                <a:lnTo>
                  <a:pt x="4037" y="461"/>
                </a:lnTo>
                <a:cubicBezTo>
                  <a:pt x="4163" y="461"/>
                  <a:pt x="4267" y="359"/>
                  <a:pt x="4267" y="231"/>
                </a:cubicBezTo>
                <a:cubicBezTo>
                  <a:pt x="4267" y="105"/>
                  <a:pt x="4163" y="0"/>
                  <a:pt x="4037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1274143" y="2749356"/>
            <a:ext cx="249763" cy="27036"/>
          </a:xfrm>
          <a:custGeom>
            <a:avLst/>
            <a:gdLst/>
            <a:ahLst/>
            <a:cxnLst/>
            <a:rect l="l" t="t" r="r" b="b"/>
            <a:pathLst>
              <a:path w="4268" h="462" extrusionOk="0">
                <a:moveTo>
                  <a:pt x="231" y="1"/>
                </a:moveTo>
                <a:cubicBezTo>
                  <a:pt x="104" y="1"/>
                  <a:pt x="1" y="103"/>
                  <a:pt x="1" y="231"/>
                </a:cubicBezTo>
                <a:cubicBezTo>
                  <a:pt x="1" y="358"/>
                  <a:pt x="103" y="461"/>
                  <a:pt x="231" y="461"/>
                </a:cubicBezTo>
                <a:lnTo>
                  <a:pt x="4037" y="461"/>
                </a:lnTo>
                <a:cubicBezTo>
                  <a:pt x="4163" y="461"/>
                  <a:pt x="4267" y="359"/>
                  <a:pt x="4267" y="231"/>
                </a:cubicBezTo>
                <a:cubicBezTo>
                  <a:pt x="4267" y="103"/>
                  <a:pt x="4163" y="1"/>
                  <a:pt x="40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1274143" y="2789033"/>
            <a:ext cx="249763" cy="26978"/>
          </a:xfrm>
          <a:custGeom>
            <a:avLst/>
            <a:gdLst/>
            <a:ahLst/>
            <a:cxnLst/>
            <a:rect l="l" t="t" r="r" b="b"/>
            <a:pathLst>
              <a:path w="4268" h="461" extrusionOk="0">
                <a:moveTo>
                  <a:pt x="4039" y="0"/>
                </a:moveTo>
                <a:cubicBezTo>
                  <a:pt x="4038" y="0"/>
                  <a:pt x="4038" y="0"/>
                  <a:pt x="4037" y="0"/>
                </a:cubicBezTo>
                <a:lnTo>
                  <a:pt x="231" y="0"/>
                </a:lnTo>
                <a:cubicBezTo>
                  <a:pt x="104" y="0"/>
                  <a:pt x="1" y="103"/>
                  <a:pt x="1" y="230"/>
                </a:cubicBezTo>
                <a:cubicBezTo>
                  <a:pt x="1" y="357"/>
                  <a:pt x="103" y="461"/>
                  <a:pt x="231" y="461"/>
                </a:cubicBezTo>
                <a:lnTo>
                  <a:pt x="4037" y="461"/>
                </a:lnTo>
                <a:cubicBezTo>
                  <a:pt x="4163" y="461"/>
                  <a:pt x="4267" y="358"/>
                  <a:pt x="4267" y="230"/>
                </a:cubicBezTo>
                <a:cubicBezTo>
                  <a:pt x="4267" y="103"/>
                  <a:pt x="4164" y="0"/>
                  <a:pt x="403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1274143" y="2828709"/>
            <a:ext cx="249763" cy="27036"/>
          </a:xfrm>
          <a:custGeom>
            <a:avLst/>
            <a:gdLst/>
            <a:ahLst/>
            <a:cxnLst/>
            <a:rect l="l" t="t" r="r" b="b"/>
            <a:pathLst>
              <a:path w="4268" h="462" extrusionOk="0">
                <a:moveTo>
                  <a:pt x="4039" y="1"/>
                </a:moveTo>
                <a:cubicBezTo>
                  <a:pt x="4038" y="1"/>
                  <a:pt x="4038" y="1"/>
                  <a:pt x="4037" y="1"/>
                </a:cubicBezTo>
                <a:lnTo>
                  <a:pt x="231" y="1"/>
                </a:lnTo>
                <a:cubicBezTo>
                  <a:pt x="104" y="1"/>
                  <a:pt x="1" y="103"/>
                  <a:pt x="1" y="231"/>
                </a:cubicBezTo>
                <a:cubicBezTo>
                  <a:pt x="1" y="358"/>
                  <a:pt x="103" y="461"/>
                  <a:pt x="231" y="461"/>
                </a:cubicBezTo>
                <a:lnTo>
                  <a:pt x="4037" y="461"/>
                </a:lnTo>
                <a:cubicBezTo>
                  <a:pt x="4163" y="461"/>
                  <a:pt x="4267" y="359"/>
                  <a:pt x="4267" y="231"/>
                </a:cubicBezTo>
                <a:cubicBezTo>
                  <a:pt x="4267" y="104"/>
                  <a:pt x="4164" y="1"/>
                  <a:pt x="403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1274143" y="2868269"/>
            <a:ext cx="249763" cy="27036"/>
          </a:xfrm>
          <a:custGeom>
            <a:avLst/>
            <a:gdLst/>
            <a:ahLst/>
            <a:cxnLst/>
            <a:rect l="l" t="t" r="r" b="b"/>
            <a:pathLst>
              <a:path w="4268" h="462" extrusionOk="0">
                <a:moveTo>
                  <a:pt x="231" y="1"/>
                </a:moveTo>
                <a:cubicBezTo>
                  <a:pt x="104" y="1"/>
                  <a:pt x="1" y="103"/>
                  <a:pt x="1" y="231"/>
                </a:cubicBezTo>
                <a:cubicBezTo>
                  <a:pt x="1" y="358"/>
                  <a:pt x="103" y="461"/>
                  <a:pt x="231" y="461"/>
                </a:cubicBezTo>
                <a:lnTo>
                  <a:pt x="4037" y="461"/>
                </a:lnTo>
                <a:cubicBezTo>
                  <a:pt x="4163" y="461"/>
                  <a:pt x="4267" y="359"/>
                  <a:pt x="4267" y="231"/>
                </a:cubicBezTo>
                <a:cubicBezTo>
                  <a:pt x="4267" y="104"/>
                  <a:pt x="4163" y="1"/>
                  <a:pt x="40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1359641" y="2939195"/>
            <a:ext cx="78534" cy="72565"/>
          </a:xfrm>
          <a:custGeom>
            <a:avLst/>
            <a:gdLst/>
            <a:ahLst/>
            <a:cxnLst/>
            <a:rect l="l" t="t" r="r" b="b"/>
            <a:pathLst>
              <a:path w="1342" h="1240" extrusionOk="0">
                <a:moveTo>
                  <a:pt x="1" y="0"/>
                </a:moveTo>
                <a:lnTo>
                  <a:pt x="1" y="1239"/>
                </a:lnTo>
                <a:lnTo>
                  <a:pt x="1341" y="1239"/>
                </a:lnTo>
                <a:lnTo>
                  <a:pt x="1341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5"/>
          <p:cNvSpPr/>
          <p:nvPr/>
        </p:nvSpPr>
        <p:spPr>
          <a:xfrm>
            <a:off x="1398849" y="2615170"/>
            <a:ext cx="146944" cy="396590"/>
          </a:xfrm>
          <a:custGeom>
            <a:avLst/>
            <a:gdLst/>
            <a:ahLst/>
            <a:cxnLst/>
            <a:rect l="l" t="t" r="r" b="b"/>
            <a:pathLst>
              <a:path w="2511" h="6777" extrusionOk="0">
                <a:moveTo>
                  <a:pt x="1" y="1"/>
                </a:moveTo>
                <a:lnTo>
                  <a:pt x="1" y="6776"/>
                </a:lnTo>
                <a:lnTo>
                  <a:pt x="2511" y="6776"/>
                </a:lnTo>
                <a:lnTo>
                  <a:pt x="2511" y="1184"/>
                </a:lnTo>
                <a:lnTo>
                  <a:pt x="1444" y="1184"/>
                </a:lnTo>
                <a:lnTo>
                  <a:pt x="1444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0" name="Google Shape;320;p15"/>
          <p:cNvSpPr/>
          <p:nvPr/>
        </p:nvSpPr>
        <p:spPr>
          <a:xfrm>
            <a:off x="1570197" y="2159593"/>
            <a:ext cx="511348" cy="852168"/>
          </a:xfrm>
          <a:custGeom>
            <a:avLst/>
            <a:gdLst/>
            <a:ahLst/>
            <a:cxnLst/>
            <a:rect l="l" t="t" r="r" b="b"/>
            <a:pathLst>
              <a:path w="8738" h="14562" extrusionOk="0">
                <a:moveTo>
                  <a:pt x="0" y="0"/>
                </a:moveTo>
                <a:lnTo>
                  <a:pt x="0" y="14561"/>
                </a:lnTo>
                <a:lnTo>
                  <a:pt x="8737" y="14561"/>
                </a:lnTo>
                <a:lnTo>
                  <a:pt x="873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5"/>
          <p:cNvSpPr/>
          <p:nvPr/>
        </p:nvSpPr>
        <p:spPr>
          <a:xfrm>
            <a:off x="1570197" y="2159593"/>
            <a:ext cx="511348" cy="761111"/>
          </a:xfrm>
          <a:custGeom>
            <a:avLst/>
            <a:gdLst/>
            <a:ahLst/>
            <a:cxnLst/>
            <a:rect l="l" t="t" r="r" b="b"/>
            <a:pathLst>
              <a:path w="8738" h="13006" extrusionOk="0">
                <a:moveTo>
                  <a:pt x="0" y="0"/>
                </a:moveTo>
                <a:lnTo>
                  <a:pt x="0" y="13005"/>
                </a:lnTo>
                <a:lnTo>
                  <a:pt x="8737" y="13005"/>
                </a:lnTo>
                <a:lnTo>
                  <a:pt x="873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2" name="Google Shape;322;p15"/>
          <p:cNvSpPr/>
          <p:nvPr/>
        </p:nvSpPr>
        <p:spPr>
          <a:xfrm>
            <a:off x="1603144" y="2182415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0"/>
                </a:moveTo>
                <a:cubicBezTo>
                  <a:pt x="2" y="0"/>
                  <a:pt x="0" y="0"/>
                  <a:pt x="0" y="1"/>
                </a:cubicBezTo>
                <a:lnTo>
                  <a:pt x="0" y="610"/>
                </a:lnTo>
                <a:cubicBezTo>
                  <a:pt x="0" y="610"/>
                  <a:pt x="0" y="612"/>
                  <a:pt x="2" y="612"/>
                </a:cubicBezTo>
                <a:lnTo>
                  <a:pt x="1015" y="612"/>
                </a:lnTo>
                <a:cubicBezTo>
                  <a:pt x="1015" y="612"/>
                  <a:pt x="1016" y="612"/>
                  <a:pt x="1016" y="610"/>
                </a:cubicBezTo>
                <a:lnTo>
                  <a:pt x="1016" y="1"/>
                </a:lnTo>
                <a:cubicBezTo>
                  <a:pt x="1016" y="1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15"/>
          <p:cNvSpPr/>
          <p:nvPr/>
        </p:nvSpPr>
        <p:spPr>
          <a:xfrm>
            <a:off x="1680918" y="2182415"/>
            <a:ext cx="59573" cy="35873"/>
          </a:xfrm>
          <a:custGeom>
            <a:avLst/>
            <a:gdLst/>
            <a:ahLst/>
            <a:cxnLst/>
            <a:rect l="l" t="t" r="r" b="b"/>
            <a:pathLst>
              <a:path w="1018" h="613" extrusionOk="0">
                <a:moveTo>
                  <a:pt x="1" y="0"/>
                </a:moveTo>
                <a:cubicBezTo>
                  <a:pt x="1" y="0"/>
                  <a:pt x="0" y="0"/>
                  <a:pt x="0" y="1"/>
                </a:cubicBezTo>
                <a:lnTo>
                  <a:pt x="0" y="610"/>
                </a:lnTo>
                <a:cubicBezTo>
                  <a:pt x="0" y="610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2"/>
                  <a:pt x="1016" y="610"/>
                </a:cubicBezTo>
                <a:lnTo>
                  <a:pt x="1016" y="1"/>
                </a:lnTo>
                <a:cubicBezTo>
                  <a:pt x="1016" y="1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4" name="Google Shape;324;p15"/>
          <p:cNvSpPr/>
          <p:nvPr/>
        </p:nvSpPr>
        <p:spPr>
          <a:xfrm>
            <a:off x="1758750" y="2182415"/>
            <a:ext cx="59573" cy="35873"/>
          </a:xfrm>
          <a:custGeom>
            <a:avLst/>
            <a:gdLst/>
            <a:ahLst/>
            <a:cxnLst/>
            <a:rect l="l" t="t" r="r" b="b"/>
            <a:pathLst>
              <a:path w="1018" h="613" extrusionOk="0">
                <a:moveTo>
                  <a:pt x="1" y="0"/>
                </a:moveTo>
                <a:cubicBezTo>
                  <a:pt x="1" y="0"/>
                  <a:pt x="0" y="0"/>
                  <a:pt x="0" y="1"/>
                </a:cubicBezTo>
                <a:lnTo>
                  <a:pt x="0" y="610"/>
                </a:lnTo>
                <a:cubicBezTo>
                  <a:pt x="0" y="610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2"/>
                  <a:pt x="1016" y="610"/>
                </a:cubicBezTo>
                <a:lnTo>
                  <a:pt x="1016" y="1"/>
                </a:lnTo>
                <a:cubicBezTo>
                  <a:pt x="1016" y="1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5" name="Google Shape;325;p15"/>
          <p:cNvSpPr/>
          <p:nvPr/>
        </p:nvSpPr>
        <p:spPr>
          <a:xfrm>
            <a:off x="1836582" y="2182415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1" y="0"/>
                </a:moveTo>
                <a:cubicBezTo>
                  <a:pt x="1" y="0"/>
                  <a:pt x="0" y="0"/>
                  <a:pt x="0" y="1"/>
                </a:cubicBezTo>
                <a:lnTo>
                  <a:pt x="0" y="610"/>
                </a:lnTo>
                <a:cubicBezTo>
                  <a:pt x="0" y="610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6" y="612"/>
                  <a:pt x="1016" y="610"/>
                </a:cubicBezTo>
                <a:lnTo>
                  <a:pt x="1016" y="1"/>
                </a:lnTo>
                <a:cubicBezTo>
                  <a:pt x="1016" y="1"/>
                  <a:pt x="1016" y="0"/>
                  <a:pt x="1015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6" name="Google Shape;326;p15"/>
          <p:cNvSpPr/>
          <p:nvPr/>
        </p:nvSpPr>
        <p:spPr>
          <a:xfrm>
            <a:off x="1914414" y="2182415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0"/>
                </a:moveTo>
                <a:cubicBezTo>
                  <a:pt x="2" y="0"/>
                  <a:pt x="1" y="0"/>
                  <a:pt x="1" y="1"/>
                </a:cubicBezTo>
                <a:lnTo>
                  <a:pt x="1" y="610"/>
                </a:lnTo>
                <a:cubicBezTo>
                  <a:pt x="1" y="610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2"/>
                  <a:pt x="1017" y="610"/>
                </a:cubicBezTo>
                <a:lnTo>
                  <a:pt x="1017" y="1"/>
                </a:lnTo>
                <a:cubicBezTo>
                  <a:pt x="1017" y="1"/>
                  <a:pt x="1017" y="0"/>
                  <a:pt x="1016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7" name="Google Shape;327;p15"/>
          <p:cNvSpPr/>
          <p:nvPr/>
        </p:nvSpPr>
        <p:spPr>
          <a:xfrm>
            <a:off x="1992246" y="2182415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0"/>
                </a:moveTo>
                <a:cubicBezTo>
                  <a:pt x="2" y="0"/>
                  <a:pt x="1" y="0"/>
                  <a:pt x="1" y="1"/>
                </a:cubicBezTo>
                <a:lnTo>
                  <a:pt x="1" y="610"/>
                </a:lnTo>
                <a:cubicBezTo>
                  <a:pt x="1" y="610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2"/>
                  <a:pt x="1017" y="610"/>
                </a:cubicBezTo>
                <a:lnTo>
                  <a:pt x="1017" y="1"/>
                </a:lnTo>
                <a:cubicBezTo>
                  <a:pt x="1017" y="1"/>
                  <a:pt x="1017" y="0"/>
                  <a:pt x="1016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8" name="Google Shape;328;p15"/>
          <p:cNvSpPr/>
          <p:nvPr/>
        </p:nvSpPr>
        <p:spPr>
          <a:xfrm>
            <a:off x="1603144" y="2705291"/>
            <a:ext cx="59515" cy="35814"/>
          </a:xfrm>
          <a:custGeom>
            <a:avLst/>
            <a:gdLst/>
            <a:ahLst/>
            <a:cxnLst/>
            <a:rect l="l" t="t" r="r" b="b"/>
            <a:pathLst>
              <a:path w="1017" h="612" extrusionOk="0">
                <a:moveTo>
                  <a:pt x="2" y="1"/>
                </a:moveTo>
                <a:cubicBezTo>
                  <a:pt x="2" y="1"/>
                  <a:pt x="0" y="1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2" y="612"/>
                </a:cubicBezTo>
                <a:lnTo>
                  <a:pt x="1015" y="612"/>
                </a:lnTo>
                <a:cubicBezTo>
                  <a:pt x="1015" y="612"/>
                  <a:pt x="1016" y="612"/>
                  <a:pt x="1016" y="611"/>
                </a:cubicBezTo>
                <a:lnTo>
                  <a:pt x="1016" y="2"/>
                </a:lnTo>
                <a:cubicBezTo>
                  <a:pt x="1016" y="2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9" name="Google Shape;329;p15"/>
          <p:cNvSpPr/>
          <p:nvPr/>
        </p:nvSpPr>
        <p:spPr>
          <a:xfrm>
            <a:off x="1680918" y="2705291"/>
            <a:ext cx="59573" cy="35814"/>
          </a:xfrm>
          <a:custGeom>
            <a:avLst/>
            <a:gdLst/>
            <a:ahLst/>
            <a:cxnLst/>
            <a:rect l="l" t="t" r="r" b="b"/>
            <a:pathLst>
              <a:path w="1018" h="612" extrusionOk="0">
                <a:moveTo>
                  <a:pt x="1" y="1"/>
                </a:moveTo>
                <a:cubicBezTo>
                  <a:pt x="1" y="1"/>
                  <a:pt x="0" y="1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2"/>
                  <a:pt x="1016" y="611"/>
                </a:cubicBezTo>
                <a:lnTo>
                  <a:pt x="1016" y="2"/>
                </a:lnTo>
                <a:cubicBezTo>
                  <a:pt x="1016" y="2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" name="Google Shape;330;p15"/>
          <p:cNvSpPr/>
          <p:nvPr/>
        </p:nvSpPr>
        <p:spPr>
          <a:xfrm>
            <a:off x="1758750" y="2705291"/>
            <a:ext cx="59573" cy="35814"/>
          </a:xfrm>
          <a:custGeom>
            <a:avLst/>
            <a:gdLst/>
            <a:ahLst/>
            <a:cxnLst/>
            <a:rect l="l" t="t" r="r" b="b"/>
            <a:pathLst>
              <a:path w="1018" h="612" extrusionOk="0">
                <a:moveTo>
                  <a:pt x="1" y="1"/>
                </a:moveTo>
                <a:cubicBezTo>
                  <a:pt x="1" y="1"/>
                  <a:pt x="0" y="1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2"/>
                  <a:pt x="1016" y="611"/>
                </a:cubicBezTo>
                <a:lnTo>
                  <a:pt x="1016" y="2"/>
                </a:lnTo>
                <a:cubicBezTo>
                  <a:pt x="1016" y="2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1" name="Google Shape;331;p15"/>
          <p:cNvSpPr/>
          <p:nvPr/>
        </p:nvSpPr>
        <p:spPr>
          <a:xfrm>
            <a:off x="1836582" y="2705291"/>
            <a:ext cx="59515" cy="35814"/>
          </a:xfrm>
          <a:custGeom>
            <a:avLst/>
            <a:gdLst/>
            <a:ahLst/>
            <a:cxnLst/>
            <a:rect l="l" t="t" r="r" b="b"/>
            <a:pathLst>
              <a:path w="1017" h="612" extrusionOk="0">
                <a:moveTo>
                  <a:pt x="1" y="1"/>
                </a:moveTo>
                <a:cubicBezTo>
                  <a:pt x="1" y="1"/>
                  <a:pt x="0" y="1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6" y="612"/>
                  <a:pt x="1016" y="611"/>
                </a:cubicBezTo>
                <a:lnTo>
                  <a:pt x="1016" y="2"/>
                </a:lnTo>
                <a:cubicBezTo>
                  <a:pt x="1016" y="2"/>
                  <a:pt x="1016" y="1"/>
                  <a:pt x="1015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" name="Google Shape;332;p15"/>
          <p:cNvSpPr/>
          <p:nvPr/>
        </p:nvSpPr>
        <p:spPr>
          <a:xfrm>
            <a:off x="1914414" y="2705291"/>
            <a:ext cx="59515" cy="35814"/>
          </a:xfrm>
          <a:custGeom>
            <a:avLst/>
            <a:gdLst/>
            <a:ahLst/>
            <a:cxnLst/>
            <a:rect l="l" t="t" r="r" b="b"/>
            <a:pathLst>
              <a:path w="1017" h="612" extrusionOk="0">
                <a:moveTo>
                  <a:pt x="2" y="1"/>
                </a:moveTo>
                <a:cubicBezTo>
                  <a:pt x="2" y="1"/>
                  <a:pt x="1" y="1"/>
                  <a:pt x="1" y="2"/>
                </a:cubicBezTo>
                <a:lnTo>
                  <a:pt x="1" y="611"/>
                </a:lnTo>
                <a:cubicBezTo>
                  <a:pt x="1" y="611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2"/>
                  <a:pt x="1017" y="611"/>
                </a:cubicBezTo>
                <a:lnTo>
                  <a:pt x="1017" y="2"/>
                </a:lnTo>
                <a:cubicBezTo>
                  <a:pt x="1017" y="2"/>
                  <a:pt x="1017" y="1"/>
                  <a:pt x="1016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3" name="Google Shape;333;p15"/>
          <p:cNvSpPr/>
          <p:nvPr/>
        </p:nvSpPr>
        <p:spPr>
          <a:xfrm>
            <a:off x="1992246" y="2705291"/>
            <a:ext cx="59515" cy="35814"/>
          </a:xfrm>
          <a:custGeom>
            <a:avLst/>
            <a:gdLst/>
            <a:ahLst/>
            <a:cxnLst/>
            <a:rect l="l" t="t" r="r" b="b"/>
            <a:pathLst>
              <a:path w="1017" h="612" extrusionOk="0">
                <a:moveTo>
                  <a:pt x="2" y="1"/>
                </a:moveTo>
                <a:cubicBezTo>
                  <a:pt x="2" y="1"/>
                  <a:pt x="1" y="1"/>
                  <a:pt x="1" y="2"/>
                </a:cubicBezTo>
                <a:lnTo>
                  <a:pt x="1" y="611"/>
                </a:lnTo>
                <a:cubicBezTo>
                  <a:pt x="1" y="611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2"/>
                  <a:pt x="1017" y="611"/>
                </a:cubicBezTo>
                <a:lnTo>
                  <a:pt x="1017" y="2"/>
                </a:lnTo>
                <a:cubicBezTo>
                  <a:pt x="1017" y="2"/>
                  <a:pt x="1017" y="1"/>
                  <a:pt x="1016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4" name="Google Shape;334;p15"/>
          <p:cNvSpPr/>
          <p:nvPr/>
        </p:nvSpPr>
        <p:spPr>
          <a:xfrm>
            <a:off x="1603144" y="2758485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0"/>
                </a:moveTo>
                <a:cubicBezTo>
                  <a:pt x="2" y="0"/>
                  <a:pt x="0" y="0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2" y="612"/>
                </a:cubicBezTo>
                <a:lnTo>
                  <a:pt x="1015" y="612"/>
                </a:lnTo>
                <a:lnTo>
                  <a:pt x="1016" y="611"/>
                </a:lnTo>
                <a:lnTo>
                  <a:pt x="1016" y="2"/>
                </a:lnTo>
                <a:cubicBezTo>
                  <a:pt x="1016" y="2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5"/>
          <p:cNvSpPr/>
          <p:nvPr/>
        </p:nvSpPr>
        <p:spPr>
          <a:xfrm>
            <a:off x="1680918" y="2758485"/>
            <a:ext cx="59573" cy="35873"/>
          </a:xfrm>
          <a:custGeom>
            <a:avLst/>
            <a:gdLst/>
            <a:ahLst/>
            <a:cxnLst/>
            <a:rect l="l" t="t" r="r" b="b"/>
            <a:pathLst>
              <a:path w="1018" h="613" extrusionOk="0">
                <a:moveTo>
                  <a:pt x="1" y="0"/>
                </a:moveTo>
                <a:cubicBezTo>
                  <a:pt x="1" y="0"/>
                  <a:pt x="0" y="0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1"/>
                  <a:pt x="1016" y="611"/>
                </a:cubicBezTo>
                <a:lnTo>
                  <a:pt x="1016" y="2"/>
                </a:lnTo>
                <a:cubicBezTo>
                  <a:pt x="1016" y="2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6" name="Google Shape;336;p15"/>
          <p:cNvSpPr/>
          <p:nvPr/>
        </p:nvSpPr>
        <p:spPr>
          <a:xfrm>
            <a:off x="1758750" y="2758485"/>
            <a:ext cx="59573" cy="35873"/>
          </a:xfrm>
          <a:custGeom>
            <a:avLst/>
            <a:gdLst/>
            <a:ahLst/>
            <a:cxnLst/>
            <a:rect l="l" t="t" r="r" b="b"/>
            <a:pathLst>
              <a:path w="1018" h="613" extrusionOk="0">
                <a:moveTo>
                  <a:pt x="1" y="0"/>
                </a:moveTo>
                <a:cubicBezTo>
                  <a:pt x="1" y="0"/>
                  <a:pt x="0" y="0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1"/>
                  <a:pt x="1016" y="611"/>
                </a:cubicBezTo>
                <a:lnTo>
                  <a:pt x="1016" y="2"/>
                </a:lnTo>
                <a:cubicBezTo>
                  <a:pt x="1016" y="2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7" name="Google Shape;337;p15"/>
          <p:cNvSpPr/>
          <p:nvPr/>
        </p:nvSpPr>
        <p:spPr>
          <a:xfrm>
            <a:off x="1836582" y="2758485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1" y="0"/>
                </a:moveTo>
                <a:cubicBezTo>
                  <a:pt x="1" y="0"/>
                  <a:pt x="0" y="0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6" y="611"/>
                  <a:pt x="1016" y="611"/>
                </a:cubicBezTo>
                <a:lnTo>
                  <a:pt x="1016" y="2"/>
                </a:lnTo>
                <a:cubicBezTo>
                  <a:pt x="1016" y="2"/>
                  <a:pt x="1016" y="0"/>
                  <a:pt x="1015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5"/>
          <p:cNvSpPr/>
          <p:nvPr/>
        </p:nvSpPr>
        <p:spPr>
          <a:xfrm>
            <a:off x="1914414" y="2758485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0"/>
                </a:moveTo>
                <a:cubicBezTo>
                  <a:pt x="2" y="0"/>
                  <a:pt x="1" y="0"/>
                  <a:pt x="1" y="2"/>
                </a:cubicBezTo>
                <a:lnTo>
                  <a:pt x="1" y="611"/>
                </a:lnTo>
                <a:cubicBezTo>
                  <a:pt x="1" y="611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1"/>
                  <a:pt x="1017" y="611"/>
                </a:cubicBezTo>
                <a:lnTo>
                  <a:pt x="1017" y="2"/>
                </a:lnTo>
                <a:cubicBezTo>
                  <a:pt x="1017" y="2"/>
                  <a:pt x="1017" y="0"/>
                  <a:pt x="1016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p15"/>
          <p:cNvSpPr/>
          <p:nvPr/>
        </p:nvSpPr>
        <p:spPr>
          <a:xfrm>
            <a:off x="1992246" y="2758485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0"/>
                </a:moveTo>
                <a:cubicBezTo>
                  <a:pt x="2" y="0"/>
                  <a:pt x="1" y="0"/>
                  <a:pt x="1" y="2"/>
                </a:cubicBezTo>
                <a:lnTo>
                  <a:pt x="1" y="611"/>
                </a:lnTo>
                <a:cubicBezTo>
                  <a:pt x="1" y="611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1"/>
                  <a:pt x="1017" y="611"/>
                </a:cubicBezTo>
                <a:lnTo>
                  <a:pt x="1017" y="2"/>
                </a:lnTo>
                <a:cubicBezTo>
                  <a:pt x="1017" y="2"/>
                  <a:pt x="1017" y="0"/>
                  <a:pt x="1016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0" name="Google Shape;340;p15"/>
          <p:cNvSpPr/>
          <p:nvPr/>
        </p:nvSpPr>
        <p:spPr>
          <a:xfrm>
            <a:off x="1603144" y="2811621"/>
            <a:ext cx="59515" cy="35814"/>
          </a:xfrm>
          <a:custGeom>
            <a:avLst/>
            <a:gdLst/>
            <a:ahLst/>
            <a:cxnLst/>
            <a:rect l="l" t="t" r="r" b="b"/>
            <a:pathLst>
              <a:path w="1017" h="612" extrusionOk="0">
                <a:moveTo>
                  <a:pt x="2" y="1"/>
                </a:moveTo>
                <a:cubicBezTo>
                  <a:pt x="2" y="1"/>
                  <a:pt x="0" y="1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2" y="612"/>
                </a:cubicBezTo>
                <a:lnTo>
                  <a:pt x="1015" y="612"/>
                </a:lnTo>
                <a:lnTo>
                  <a:pt x="1016" y="611"/>
                </a:lnTo>
                <a:lnTo>
                  <a:pt x="1016" y="2"/>
                </a:lnTo>
                <a:cubicBezTo>
                  <a:pt x="1016" y="2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1" name="Google Shape;341;p15"/>
          <p:cNvSpPr/>
          <p:nvPr/>
        </p:nvSpPr>
        <p:spPr>
          <a:xfrm>
            <a:off x="1680918" y="2811621"/>
            <a:ext cx="59573" cy="35814"/>
          </a:xfrm>
          <a:custGeom>
            <a:avLst/>
            <a:gdLst/>
            <a:ahLst/>
            <a:cxnLst/>
            <a:rect l="l" t="t" r="r" b="b"/>
            <a:pathLst>
              <a:path w="1018" h="612" extrusionOk="0">
                <a:moveTo>
                  <a:pt x="1" y="1"/>
                </a:moveTo>
                <a:cubicBezTo>
                  <a:pt x="1" y="1"/>
                  <a:pt x="0" y="1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1"/>
                  <a:pt x="1016" y="611"/>
                </a:cubicBezTo>
                <a:lnTo>
                  <a:pt x="1016" y="2"/>
                </a:lnTo>
                <a:cubicBezTo>
                  <a:pt x="1016" y="2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2" name="Google Shape;342;p15"/>
          <p:cNvSpPr/>
          <p:nvPr/>
        </p:nvSpPr>
        <p:spPr>
          <a:xfrm>
            <a:off x="1758750" y="2811621"/>
            <a:ext cx="59573" cy="35814"/>
          </a:xfrm>
          <a:custGeom>
            <a:avLst/>
            <a:gdLst/>
            <a:ahLst/>
            <a:cxnLst/>
            <a:rect l="l" t="t" r="r" b="b"/>
            <a:pathLst>
              <a:path w="1018" h="612" extrusionOk="0">
                <a:moveTo>
                  <a:pt x="1" y="1"/>
                </a:moveTo>
                <a:cubicBezTo>
                  <a:pt x="1" y="1"/>
                  <a:pt x="0" y="1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1"/>
                  <a:pt x="1016" y="611"/>
                </a:cubicBezTo>
                <a:lnTo>
                  <a:pt x="1016" y="2"/>
                </a:lnTo>
                <a:cubicBezTo>
                  <a:pt x="1016" y="2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3" name="Google Shape;343;p15"/>
          <p:cNvSpPr/>
          <p:nvPr/>
        </p:nvSpPr>
        <p:spPr>
          <a:xfrm>
            <a:off x="1836582" y="2811621"/>
            <a:ext cx="59515" cy="35814"/>
          </a:xfrm>
          <a:custGeom>
            <a:avLst/>
            <a:gdLst/>
            <a:ahLst/>
            <a:cxnLst/>
            <a:rect l="l" t="t" r="r" b="b"/>
            <a:pathLst>
              <a:path w="1017" h="612" extrusionOk="0">
                <a:moveTo>
                  <a:pt x="1" y="1"/>
                </a:moveTo>
                <a:cubicBezTo>
                  <a:pt x="1" y="1"/>
                  <a:pt x="0" y="1"/>
                  <a:pt x="0" y="2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6" y="611"/>
                  <a:pt x="1016" y="611"/>
                </a:cubicBezTo>
                <a:lnTo>
                  <a:pt x="1016" y="2"/>
                </a:lnTo>
                <a:cubicBezTo>
                  <a:pt x="1016" y="2"/>
                  <a:pt x="1016" y="1"/>
                  <a:pt x="1015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4" name="Google Shape;344;p15"/>
          <p:cNvSpPr/>
          <p:nvPr/>
        </p:nvSpPr>
        <p:spPr>
          <a:xfrm>
            <a:off x="1914414" y="2811621"/>
            <a:ext cx="59515" cy="35814"/>
          </a:xfrm>
          <a:custGeom>
            <a:avLst/>
            <a:gdLst/>
            <a:ahLst/>
            <a:cxnLst/>
            <a:rect l="l" t="t" r="r" b="b"/>
            <a:pathLst>
              <a:path w="1017" h="612" extrusionOk="0">
                <a:moveTo>
                  <a:pt x="2" y="1"/>
                </a:moveTo>
                <a:cubicBezTo>
                  <a:pt x="2" y="1"/>
                  <a:pt x="1" y="1"/>
                  <a:pt x="1" y="2"/>
                </a:cubicBezTo>
                <a:lnTo>
                  <a:pt x="1" y="611"/>
                </a:lnTo>
                <a:cubicBezTo>
                  <a:pt x="1" y="611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1"/>
                  <a:pt x="1017" y="611"/>
                </a:cubicBezTo>
                <a:lnTo>
                  <a:pt x="1017" y="2"/>
                </a:lnTo>
                <a:cubicBezTo>
                  <a:pt x="1017" y="2"/>
                  <a:pt x="1017" y="1"/>
                  <a:pt x="1016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5" name="Google Shape;345;p15"/>
          <p:cNvSpPr/>
          <p:nvPr/>
        </p:nvSpPr>
        <p:spPr>
          <a:xfrm>
            <a:off x="1992246" y="2811621"/>
            <a:ext cx="59515" cy="35814"/>
          </a:xfrm>
          <a:custGeom>
            <a:avLst/>
            <a:gdLst/>
            <a:ahLst/>
            <a:cxnLst/>
            <a:rect l="l" t="t" r="r" b="b"/>
            <a:pathLst>
              <a:path w="1017" h="612" extrusionOk="0">
                <a:moveTo>
                  <a:pt x="2" y="1"/>
                </a:moveTo>
                <a:cubicBezTo>
                  <a:pt x="2" y="1"/>
                  <a:pt x="1" y="1"/>
                  <a:pt x="1" y="2"/>
                </a:cubicBezTo>
                <a:lnTo>
                  <a:pt x="1" y="611"/>
                </a:lnTo>
                <a:cubicBezTo>
                  <a:pt x="1" y="611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1"/>
                  <a:pt x="1017" y="611"/>
                </a:cubicBezTo>
                <a:lnTo>
                  <a:pt x="1017" y="2"/>
                </a:lnTo>
                <a:cubicBezTo>
                  <a:pt x="1017" y="2"/>
                  <a:pt x="1017" y="1"/>
                  <a:pt x="1016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6" name="Google Shape;346;p15"/>
          <p:cNvSpPr/>
          <p:nvPr/>
        </p:nvSpPr>
        <p:spPr>
          <a:xfrm>
            <a:off x="1603144" y="2864757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1"/>
                </a:moveTo>
                <a:cubicBezTo>
                  <a:pt x="2" y="1"/>
                  <a:pt x="0" y="1"/>
                  <a:pt x="0" y="3"/>
                </a:cubicBezTo>
                <a:lnTo>
                  <a:pt x="0" y="611"/>
                </a:lnTo>
                <a:cubicBezTo>
                  <a:pt x="0" y="611"/>
                  <a:pt x="0" y="612"/>
                  <a:pt x="2" y="612"/>
                </a:cubicBezTo>
                <a:lnTo>
                  <a:pt x="1015" y="612"/>
                </a:lnTo>
                <a:lnTo>
                  <a:pt x="1016" y="611"/>
                </a:lnTo>
                <a:lnTo>
                  <a:pt x="1016" y="3"/>
                </a:lnTo>
                <a:cubicBezTo>
                  <a:pt x="1016" y="3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7" name="Google Shape;347;p15"/>
          <p:cNvSpPr/>
          <p:nvPr/>
        </p:nvSpPr>
        <p:spPr>
          <a:xfrm>
            <a:off x="1680918" y="2864757"/>
            <a:ext cx="59573" cy="35873"/>
          </a:xfrm>
          <a:custGeom>
            <a:avLst/>
            <a:gdLst/>
            <a:ahLst/>
            <a:cxnLst/>
            <a:rect l="l" t="t" r="r" b="b"/>
            <a:pathLst>
              <a:path w="1018" h="613" extrusionOk="0">
                <a:moveTo>
                  <a:pt x="1" y="1"/>
                </a:moveTo>
                <a:cubicBezTo>
                  <a:pt x="1" y="1"/>
                  <a:pt x="0" y="1"/>
                  <a:pt x="0" y="3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1"/>
                  <a:pt x="1016" y="611"/>
                </a:cubicBezTo>
                <a:lnTo>
                  <a:pt x="1016" y="3"/>
                </a:lnTo>
                <a:cubicBezTo>
                  <a:pt x="1016" y="3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15"/>
          <p:cNvSpPr/>
          <p:nvPr/>
        </p:nvSpPr>
        <p:spPr>
          <a:xfrm>
            <a:off x="1758750" y="2864757"/>
            <a:ext cx="59573" cy="35873"/>
          </a:xfrm>
          <a:custGeom>
            <a:avLst/>
            <a:gdLst/>
            <a:ahLst/>
            <a:cxnLst/>
            <a:rect l="l" t="t" r="r" b="b"/>
            <a:pathLst>
              <a:path w="1018" h="613" extrusionOk="0">
                <a:moveTo>
                  <a:pt x="1" y="1"/>
                </a:moveTo>
                <a:cubicBezTo>
                  <a:pt x="1" y="1"/>
                  <a:pt x="0" y="1"/>
                  <a:pt x="0" y="3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7" y="611"/>
                  <a:pt x="1016" y="611"/>
                </a:cubicBezTo>
                <a:lnTo>
                  <a:pt x="1016" y="3"/>
                </a:lnTo>
                <a:cubicBezTo>
                  <a:pt x="1016" y="3"/>
                  <a:pt x="1016" y="1"/>
                  <a:pt x="101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9" name="Google Shape;349;p15"/>
          <p:cNvSpPr/>
          <p:nvPr/>
        </p:nvSpPr>
        <p:spPr>
          <a:xfrm>
            <a:off x="1836582" y="2864757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1" y="1"/>
                </a:moveTo>
                <a:cubicBezTo>
                  <a:pt x="1" y="1"/>
                  <a:pt x="0" y="1"/>
                  <a:pt x="0" y="3"/>
                </a:cubicBezTo>
                <a:lnTo>
                  <a:pt x="0" y="611"/>
                </a:lnTo>
                <a:cubicBezTo>
                  <a:pt x="0" y="611"/>
                  <a:pt x="0" y="612"/>
                  <a:pt x="1" y="612"/>
                </a:cubicBezTo>
                <a:lnTo>
                  <a:pt x="1015" y="612"/>
                </a:lnTo>
                <a:cubicBezTo>
                  <a:pt x="1016" y="612"/>
                  <a:pt x="1016" y="611"/>
                  <a:pt x="1016" y="611"/>
                </a:cubicBezTo>
                <a:lnTo>
                  <a:pt x="1016" y="3"/>
                </a:lnTo>
                <a:cubicBezTo>
                  <a:pt x="1016" y="3"/>
                  <a:pt x="1016" y="1"/>
                  <a:pt x="1015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0" name="Google Shape;350;p15"/>
          <p:cNvSpPr/>
          <p:nvPr/>
        </p:nvSpPr>
        <p:spPr>
          <a:xfrm>
            <a:off x="1914414" y="2864757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1"/>
                </a:moveTo>
                <a:cubicBezTo>
                  <a:pt x="2" y="1"/>
                  <a:pt x="1" y="1"/>
                  <a:pt x="1" y="3"/>
                </a:cubicBezTo>
                <a:lnTo>
                  <a:pt x="1" y="611"/>
                </a:lnTo>
                <a:cubicBezTo>
                  <a:pt x="1" y="611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1"/>
                  <a:pt x="1017" y="611"/>
                </a:cubicBezTo>
                <a:lnTo>
                  <a:pt x="1017" y="3"/>
                </a:lnTo>
                <a:cubicBezTo>
                  <a:pt x="1017" y="3"/>
                  <a:pt x="1017" y="1"/>
                  <a:pt x="1016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1" name="Google Shape;351;p15"/>
          <p:cNvSpPr/>
          <p:nvPr/>
        </p:nvSpPr>
        <p:spPr>
          <a:xfrm>
            <a:off x="1992246" y="2864757"/>
            <a:ext cx="59515" cy="35873"/>
          </a:xfrm>
          <a:custGeom>
            <a:avLst/>
            <a:gdLst/>
            <a:ahLst/>
            <a:cxnLst/>
            <a:rect l="l" t="t" r="r" b="b"/>
            <a:pathLst>
              <a:path w="1017" h="613" extrusionOk="0">
                <a:moveTo>
                  <a:pt x="2" y="1"/>
                </a:moveTo>
                <a:cubicBezTo>
                  <a:pt x="2" y="1"/>
                  <a:pt x="1" y="1"/>
                  <a:pt x="1" y="3"/>
                </a:cubicBezTo>
                <a:lnTo>
                  <a:pt x="1" y="611"/>
                </a:lnTo>
                <a:cubicBezTo>
                  <a:pt x="1" y="611"/>
                  <a:pt x="1" y="612"/>
                  <a:pt x="2" y="612"/>
                </a:cubicBezTo>
                <a:lnTo>
                  <a:pt x="1016" y="612"/>
                </a:lnTo>
                <a:cubicBezTo>
                  <a:pt x="1017" y="612"/>
                  <a:pt x="1017" y="611"/>
                  <a:pt x="1017" y="611"/>
                </a:cubicBezTo>
                <a:lnTo>
                  <a:pt x="1017" y="3"/>
                </a:lnTo>
                <a:cubicBezTo>
                  <a:pt x="1017" y="3"/>
                  <a:pt x="1017" y="1"/>
                  <a:pt x="1016" y="1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2" name="Google Shape;352;p15"/>
          <p:cNvSpPr/>
          <p:nvPr/>
        </p:nvSpPr>
        <p:spPr>
          <a:xfrm>
            <a:off x="1603144" y="2246378"/>
            <a:ext cx="59515" cy="424563"/>
          </a:xfrm>
          <a:custGeom>
            <a:avLst/>
            <a:gdLst/>
            <a:ahLst/>
            <a:cxnLst/>
            <a:rect l="l" t="t" r="r" b="b"/>
            <a:pathLst>
              <a:path w="1017" h="7255" extrusionOk="0">
                <a:moveTo>
                  <a:pt x="2" y="0"/>
                </a:moveTo>
                <a:cubicBezTo>
                  <a:pt x="2" y="0"/>
                  <a:pt x="0" y="0"/>
                  <a:pt x="0" y="1"/>
                </a:cubicBezTo>
                <a:lnTo>
                  <a:pt x="0" y="7252"/>
                </a:lnTo>
                <a:cubicBezTo>
                  <a:pt x="0" y="7252"/>
                  <a:pt x="0" y="7254"/>
                  <a:pt x="2" y="7254"/>
                </a:cubicBezTo>
                <a:lnTo>
                  <a:pt x="1015" y="7254"/>
                </a:lnTo>
                <a:cubicBezTo>
                  <a:pt x="1015" y="7254"/>
                  <a:pt x="1016" y="7254"/>
                  <a:pt x="1016" y="7252"/>
                </a:cubicBezTo>
                <a:lnTo>
                  <a:pt x="1016" y="1"/>
                </a:lnTo>
                <a:cubicBezTo>
                  <a:pt x="1016" y="1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3" name="Google Shape;353;p15"/>
          <p:cNvSpPr/>
          <p:nvPr/>
        </p:nvSpPr>
        <p:spPr>
          <a:xfrm>
            <a:off x="1603085" y="2280261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solidFill>
            <a:schemeClr val="accent4"/>
          </a:solidFill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4" name="Google Shape;354;p15"/>
          <p:cNvSpPr/>
          <p:nvPr/>
        </p:nvSpPr>
        <p:spPr>
          <a:xfrm>
            <a:off x="1603085" y="2324970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5"/>
          <p:cNvSpPr/>
          <p:nvPr/>
        </p:nvSpPr>
        <p:spPr>
          <a:xfrm>
            <a:off x="1603085" y="2369621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solidFill>
            <a:schemeClr val="accent4"/>
          </a:solidFill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15"/>
          <p:cNvSpPr/>
          <p:nvPr/>
        </p:nvSpPr>
        <p:spPr>
          <a:xfrm>
            <a:off x="1603085" y="2414447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7" name="Google Shape;357;p15"/>
          <p:cNvSpPr/>
          <p:nvPr/>
        </p:nvSpPr>
        <p:spPr>
          <a:xfrm>
            <a:off x="1603085" y="2459097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solidFill>
            <a:schemeClr val="accent4"/>
          </a:solidFill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8" name="Google Shape;358;p15"/>
          <p:cNvSpPr/>
          <p:nvPr/>
        </p:nvSpPr>
        <p:spPr>
          <a:xfrm>
            <a:off x="1603085" y="2503748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15"/>
          <p:cNvSpPr/>
          <p:nvPr/>
        </p:nvSpPr>
        <p:spPr>
          <a:xfrm>
            <a:off x="1603085" y="2548574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15"/>
          <p:cNvSpPr/>
          <p:nvPr/>
        </p:nvSpPr>
        <p:spPr>
          <a:xfrm>
            <a:off x="1603085" y="2593225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15"/>
          <p:cNvSpPr/>
          <p:nvPr/>
        </p:nvSpPr>
        <p:spPr>
          <a:xfrm>
            <a:off x="1603085" y="2637993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solidFill>
            <a:schemeClr val="accent4"/>
          </a:solidFill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2" name="Google Shape;362;p15"/>
          <p:cNvSpPr/>
          <p:nvPr/>
        </p:nvSpPr>
        <p:spPr>
          <a:xfrm>
            <a:off x="1680918" y="2246378"/>
            <a:ext cx="59573" cy="424563"/>
          </a:xfrm>
          <a:custGeom>
            <a:avLst/>
            <a:gdLst/>
            <a:ahLst/>
            <a:cxnLst/>
            <a:rect l="l" t="t" r="r" b="b"/>
            <a:pathLst>
              <a:path w="1018" h="7255" extrusionOk="0">
                <a:moveTo>
                  <a:pt x="1" y="0"/>
                </a:moveTo>
                <a:cubicBezTo>
                  <a:pt x="1" y="0"/>
                  <a:pt x="0" y="0"/>
                  <a:pt x="0" y="1"/>
                </a:cubicBezTo>
                <a:lnTo>
                  <a:pt x="0" y="7252"/>
                </a:lnTo>
                <a:cubicBezTo>
                  <a:pt x="0" y="7252"/>
                  <a:pt x="0" y="7254"/>
                  <a:pt x="1" y="7254"/>
                </a:cubicBezTo>
                <a:lnTo>
                  <a:pt x="1015" y="7254"/>
                </a:lnTo>
                <a:cubicBezTo>
                  <a:pt x="1016" y="7254"/>
                  <a:pt x="1017" y="7254"/>
                  <a:pt x="1016" y="7252"/>
                </a:cubicBezTo>
                <a:lnTo>
                  <a:pt x="1016" y="1"/>
                </a:lnTo>
                <a:cubicBezTo>
                  <a:pt x="1016" y="1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3" name="Google Shape;363;p15"/>
          <p:cNvSpPr/>
          <p:nvPr/>
        </p:nvSpPr>
        <p:spPr>
          <a:xfrm>
            <a:off x="1680918" y="2280261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4" name="Google Shape;364;p15"/>
          <p:cNvSpPr/>
          <p:nvPr/>
        </p:nvSpPr>
        <p:spPr>
          <a:xfrm>
            <a:off x="1680918" y="2324970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5" name="Google Shape;365;p15"/>
          <p:cNvSpPr/>
          <p:nvPr/>
        </p:nvSpPr>
        <p:spPr>
          <a:xfrm>
            <a:off x="1680918" y="2369621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6" name="Google Shape;366;p15"/>
          <p:cNvSpPr/>
          <p:nvPr/>
        </p:nvSpPr>
        <p:spPr>
          <a:xfrm>
            <a:off x="1680918" y="2414447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15"/>
          <p:cNvSpPr/>
          <p:nvPr/>
        </p:nvSpPr>
        <p:spPr>
          <a:xfrm>
            <a:off x="1680918" y="2459097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8" name="Google Shape;368;p15"/>
          <p:cNvSpPr/>
          <p:nvPr/>
        </p:nvSpPr>
        <p:spPr>
          <a:xfrm>
            <a:off x="1680918" y="2503748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9" name="Google Shape;369;p15"/>
          <p:cNvSpPr/>
          <p:nvPr/>
        </p:nvSpPr>
        <p:spPr>
          <a:xfrm>
            <a:off x="1680918" y="2548574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0" name="Google Shape;370;p15"/>
          <p:cNvSpPr/>
          <p:nvPr/>
        </p:nvSpPr>
        <p:spPr>
          <a:xfrm>
            <a:off x="1680918" y="2593225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1" name="Google Shape;371;p15"/>
          <p:cNvSpPr/>
          <p:nvPr/>
        </p:nvSpPr>
        <p:spPr>
          <a:xfrm>
            <a:off x="1680918" y="2637993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2" name="Google Shape;372;p15"/>
          <p:cNvSpPr/>
          <p:nvPr/>
        </p:nvSpPr>
        <p:spPr>
          <a:xfrm>
            <a:off x="1758750" y="2246378"/>
            <a:ext cx="59573" cy="424563"/>
          </a:xfrm>
          <a:custGeom>
            <a:avLst/>
            <a:gdLst/>
            <a:ahLst/>
            <a:cxnLst/>
            <a:rect l="l" t="t" r="r" b="b"/>
            <a:pathLst>
              <a:path w="1018" h="7255" extrusionOk="0">
                <a:moveTo>
                  <a:pt x="1" y="0"/>
                </a:moveTo>
                <a:cubicBezTo>
                  <a:pt x="1" y="0"/>
                  <a:pt x="0" y="0"/>
                  <a:pt x="0" y="1"/>
                </a:cubicBezTo>
                <a:lnTo>
                  <a:pt x="0" y="7252"/>
                </a:lnTo>
                <a:cubicBezTo>
                  <a:pt x="0" y="7252"/>
                  <a:pt x="0" y="7254"/>
                  <a:pt x="1" y="7254"/>
                </a:cubicBezTo>
                <a:lnTo>
                  <a:pt x="1015" y="7254"/>
                </a:lnTo>
                <a:cubicBezTo>
                  <a:pt x="1016" y="7254"/>
                  <a:pt x="1017" y="7254"/>
                  <a:pt x="1016" y="7252"/>
                </a:cubicBezTo>
                <a:lnTo>
                  <a:pt x="1016" y="1"/>
                </a:lnTo>
                <a:cubicBezTo>
                  <a:pt x="1016" y="1"/>
                  <a:pt x="1016" y="0"/>
                  <a:pt x="1015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15"/>
          <p:cNvSpPr/>
          <p:nvPr/>
        </p:nvSpPr>
        <p:spPr>
          <a:xfrm>
            <a:off x="1758750" y="2280261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4" name="Google Shape;374;p15"/>
          <p:cNvSpPr/>
          <p:nvPr/>
        </p:nvSpPr>
        <p:spPr>
          <a:xfrm>
            <a:off x="1758750" y="2324970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solidFill>
            <a:schemeClr val="accent4"/>
          </a:solidFill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5" name="Google Shape;375;p15"/>
          <p:cNvSpPr/>
          <p:nvPr/>
        </p:nvSpPr>
        <p:spPr>
          <a:xfrm>
            <a:off x="1758750" y="2369621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solidFill>
            <a:schemeClr val="accent4"/>
          </a:solidFill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6" name="Google Shape;376;p15"/>
          <p:cNvSpPr/>
          <p:nvPr/>
        </p:nvSpPr>
        <p:spPr>
          <a:xfrm>
            <a:off x="1758750" y="2414447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7" name="Google Shape;377;p15"/>
          <p:cNvSpPr/>
          <p:nvPr/>
        </p:nvSpPr>
        <p:spPr>
          <a:xfrm>
            <a:off x="1758750" y="2459097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solidFill>
            <a:schemeClr val="accent4"/>
          </a:solidFill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8" name="Google Shape;378;p15"/>
          <p:cNvSpPr/>
          <p:nvPr/>
        </p:nvSpPr>
        <p:spPr>
          <a:xfrm>
            <a:off x="1758750" y="2503748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9" name="Google Shape;379;p15"/>
          <p:cNvSpPr/>
          <p:nvPr/>
        </p:nvSpPr>
        <p:spPr>
          <a:xfrm>
            <a:off x="1758750" y="2548574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15"/>
          <p:cNvSpPr/>
          <p:nvPr/>
        </p:nvSpPr>
        <p:spPr>
          <a:xfrm>
            <a:off x="1758750" y="2593225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1" name="Google Shape;381;p15"/>
          <p:cNvSpPr/>
          <p:nvPr/>
        </p:nvSpPr>
        <p:spPr>
          <a:xfrm>
            <a:off x="1758750" y="2637993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0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2" name="Google Shape;382;p15"/>
          <p:cNvSpPr/>
          <p:nvPr/>
        </p:nvSpPr>
        <p:spPr>
          <a:xfrm>
            <a:off x="1836582" y="2246378"/>
            <a:ext cx="59515" cy="424563"/>
          </a:xfrm>
          <a:custGeom>
            <a:avLst/>
            <a:gdLst/>
            <a:ahLst/>
            <a:cxnLst/>
            <a:rect l="l" t="t" r="r" b="b"/>
            <a:pathLst>
              <a:path w="1017" h="7255" extrusionOk="0">
                <a:moveTo>
                  <a:pt x="1" y="0"/>
                </a:moveTo>
                <a:cubicBezTo>
                  <a:pt x="1" y="0"/>
                  <a:pt x="0" y="0"/>
                  <a:pt x="0" y="1"/>
                </a:cubicBezTo>
                <a:lnTo>
                  <a:pt x="0" y="7252"/>
                </a:lnTo>
                <a:cubicBezTo>
                  <a:pt x="0" y="7252"/>
                  <a:pt x="0" y="7254"/>
                  <a:pt x="1" y="7254"/>
                </a:cubicBezTo>
                <a:lnTo>
                  <a:pt x="1015" y="7254"/>
                </a:lnTo>
                <a:cubicBezTo>
                  <a:pt x="1016" y="7254"/>
                  <a:pt x="1016" y="7254"/>
                  <a:pt x="1016" y="7252"/>
                </a:cubicBezTo>
                <a:lnTo>
                  <a:pt x="1016" y="1"/>
                </a:lnTo>
                <a:cubicBezTo>
                  <a:pt x="1016" y="1"/>
                  <a:pt x="1016" y="0"/>
                  <a:pt x="1015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3" name="Google Shape;383;p15"/>
          <p:cNvSpPr/>
          <p:nvPr/>
        </p:nvSpPr>
        <p:spPr>
          <a:xfrm>
            <a:off x="1836582" y="2280261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0"/>
                </a:moveTo>
                <a:lnTo>
                  <a:pt x="1016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4" name="Google Shape;384;p15"/>
          <p:cNvSpPr/>
          <p:nvPr/>
        </p:nvSpPr>
        <p:spPr>
          <a:xfrm>
            <a:off x="1836582" y="2324970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1"/>
                </a:moveTo>
                <a:lnTo>
                  <a:pt x="1016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5" name="Google Shape;385;p15"/>
          <p:cNvSpPr/>
          <p:nvPr/>
        </p:nvSpPr>
        <p:spPr>
          <a:xfrm>
            <a:off x="1836582" y="2369621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1"/>
                </a:moveTo>
                <a:lnTo>
                  <a:pt x="1016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15"/>
          <p:cNvSpPr/>
          <p:nvPr/>
        </p:nvSpPr>
        <p:spPr>
          <a:xfrm>
            <a:off x="1836582" y="2414447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0"/>
                </a:moveTo>
                <a:lnTo>
                  <a:pt x="1016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15"/>
          <p:cNvSpPr/>
          <p:nvPr/>
        </p:nvSpPr>
        <p:spPr>
          <a:xfrm>
            <a:off x="1836582" y="2459097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0"/>
                </a:moveTo>
                <a:lnTo>
                  <a:pt x="1016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15"/>
          <p:cNvSpPr/>
          <p:nvPr/>
        </p:nvSpPr>
        <p:spPr>
          <a:xfrm>
            <a:off x="1836582" y="2503748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1"/>
                </a:moveTo>
                <a:lnTo>
                  <a:pt x="1016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15"/>
          <p:cNvSpPr/>
          <p:nvPr/>
        </p:nvSpPr>
        <p:spPr>
          <a:xfrm>
            <a:off x="1836582" y="2548574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0"/>
                </a:moveTo>
                <a:lnTo>
                  <a:pt x="1016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15"/>
          <p:cNvSpPr/>
          <p:nvPr/>
        </p:nvSpPr>
        <p:spPr>
          <a:xfrm>
            <a:off x="1836582" y="2593225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0"/>
                </a:moveTo>
                <a:lnTo>
                  <a:pt x="1016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1" name="Google Shape;391;p15"/>
          <p:cNvSpPr/>
          <p:nvPr/>
        </p:nvSpPr>
        <p:spPr>
          <a:xfrm>
            <a:off x="1836582" y="2637993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0" y="1"/>
                </a:moveTo>
                <a:lnTo>
                  <a:pt x="1016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15"/>
          <p:cNvSpPr/>
          <p:nvPr/>
        </p:nvSpPr>
        <p:spPr>
          <a:xfrm>
            <a:off x="1914414" y="2246378"/>
            <a:ext cx="59515" cy="424563"/>
          </a:xfrm>
          <a:custGeom>
            <a:avLst/>
            <a:gdLst/>
            <a:ahLst/>
            <a:cxnLst/>
            <a:rect l="l" t="t" r="r" b="b"/>
            <a:pathLst>
              <a:path w="1017" h="7255" extrusionOk="0">
                <a:moveTo>
                  <a:pt x="2" y="0"/>
                </a:moveTo>
                <a:cubicBezTo>
                  <a:pt x="2" y="0"/>
                  <a:pt x="1" y="0"/>
                  <a:pt x="1" y="1"/>
                </a:cubicBezTo>
                <a:lnTo>
                  <a:pt x="1" y="7252"/>
                </a:lnTo>
                <a:cubicBezTo>
                  <a:pt x="1" y="7252"/>
                  <a:pt x="1" y="7254"/>
                  <a:pt x="2" y="7254"/>
                </a:cubicBezTo>
                <a:lnTo>
                  <a:pt x="1016" y="7254"/>
                </a:lnTo>
                <a:cubicBezTo>
                  <a:pt x="1017" y="7254"/>
                  <a:pt x="1017" y="7254"/>
                  <a:pt x="1017" y="7252"/>
                </a:cubicBezTo>
                <a:lnTo>
                  <a:pt x="1017" y="1"/>
                </a:lnTo>
                <a:cubicBezTo>
                  <a:pt x="1017" y="1"/>
                  <a:pt x="1017" y="0"/>
                  <a:pt x="1016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3" name="Google Shape;393;p15"/>
          <p:cNvSpPr/>
          <p:nvPr/>
        </p:nvSpPr>
        <p:spPr>
          <a:xfrm>
            <a:off x="1914414" y="2280261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4" name="Google Shape;394;p15"/>
          <p:cNvSpPr/>
          <p:nvPr/>
        </p:nvSpPr>
        <p:spPr>
          <a:xfrm>
            <a:off x="1914414" y="2324970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5" name="Google Shape;395;p15"/>
          <p:cNvSpPr/>
          <p:nvPr/>
        </p:nvSpPr>
        <p:spPr>
          <a:xfrm>
            <a:off x="1914414" y="2369621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6" name="Google Shape;396;p15"/>
          <p:cNvSpPr/>
          <p:nvPr/>
        </p:nvSpPr>
        <p:spPr>
          <a:xfrm>
            <a:off x="1914414" y="2414447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7" name="Google Shape;397;p15"/>
          <p:cNvSpPr/>
          <p:nvPr/>
        </p:nvSpPr>
        <p:spPr>
          <a:xfrm>
            <a:off x="1914414" y="2459097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8" name="Google Shape;398;p15"/>
          <p:cNvSpPr/>
          <p:nvPr/>
        </p:nvSpPr>
        <p:spPr>
          <a:xfrm>
            <a:off x="1914414" y="2503748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15"/>
          <p:cNvSpPr/>
          <p:nvPr/>
        </p:nvSpPr>
        <p:spPr>
          <a:xfrm>
            <a:off x="1914414" y="2548574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15"/>
          <p:cNvSpPr/>
          <p:nvPr/>
        </p:nvSpPr>
        <p:spPr>
          <a:xfrm>
            <a:off x="1914414" y="2593225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0"/>
                </a:moveTo>
                <a:lnTo>
                  <a:pt x="1017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1" name="Google Shape;401;p15"/>
          <p:cNvSpPr/>
          <p:nvPr/>
        </p:nvSpPr>
        <p:spPr>
          <a:xfrm>
            <a:off x="1914414" y="2637993"/>
            <a:ext cx="59515" cy="59"/>
          </a:xfrm>
          <a:custGeom>
            <a:avLst/>
            <a:gdLst/>
            <a:ahLst/>
            <a:cxnLst/>
            <a:rect l="l" t="t" r="r" b="b"/>
            <a:pathLst>
              <a:path w="1017" h="1" fill="none" extrusionOk="0">
                <a:moveTo>
                  <a:pt x="1" y="1"/>
                </a:moveTo>
                <a:lnTo>
                  <a:pt x="1017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15"/>
          <p:cNvSpPr/>
          <p:nvPr/>
        </p:nvSpPr>
        <p:spPr>
          <a:xfrm>
            <a:off x="1992246" y="2246378"/>
            <a:ext cx="59515" cy="424563"/>
          </a:xfrm>
          <a:custGeom>
            <a:avLst/>
            <a:gdLst/>
            <a:ahLst/>
            <a:cxnLst/>
            <a:rect l="l" t="t" r="r" b="b"/>
            <a:pathLst>
              <a:path w="1017" h="7255" extrusionOk="0">
                <a:moveTo>
                  <a:pt x="2" y="0"/>
                </a:moveTo>
                <a:cubicBezTo>
                  <a:pt x="2" y="0"/>
                  <a:pt x="1" y="0"/>
                  <a:pt x="1" y="1"/>
                </a:cubicBezTo>
                <a:lnTo>
                  <a:pt x="1" y="7252"/>
                </a:lnTo>
                <a:cubicBezTo>
                  <a:pt x="1" y="7252"/>
                  <a:pt x="1" y="7254"/>
                  <a:pt x="2" y="7254"/>
                </a:cubicBezTo>
                <a:lnTo>
                  <a:pt x="1016" y="7254"/>
                </a:lnTo>
                <a:cubicBezTo>
                  <a:pt x="1017" y="7254"/>
                  <a:pt x="1017" y="7254"/>
                  <a:pt x="1017" y="7252"/>
                </a:cubicBezTo>
                <a:lnTo>
                  <a:pt x="1017" y="1"/>
                </a:lnTo>
                <a:cubicBezTo>
                  <a:pt x="1017" y="1"/>
                  <a:pt x="1017" y="0"/>
                  <a:pt x="1016" y="0"/>
                </a:cubicBez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3" name="Google Shape;403;p15"/>
          <p:cNvSpPr/>
          <p:nvPr/>
        </p:nvSpPr>
        <p:spPr>
          <a:xfrm>
            <a:off x="1992187" y="2280261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0"/>
                </a:moveTo>
                <a:lnTo>
                  <a:pt x="1018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4" name="Google Shape;404;p15"/>
          <p:cNvSpPr/>
          <p:nvPr/>
        </p:nvSpPr>
        <p:spPr>
          <a:xfrm>
            <a:off x="1992187" y="2324970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1"/>
                </a:moveTo>
                <a:lnTo>
                  <a:pt x="1018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5" name="Google Shape;405;p15"/>
          <p:cNvSpPr/>
          <p:nvPr/>
        </p:nvSpPr>
        <p:spPr>
          <a:xfrm>
            <a:off x="1992187" y="2369621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1"/>
                </a:moveTo>
                <a:lnTo>
                  <a:pt x="1018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6" name="Google Shape;406;p15"/>
          <p:cNvSpPr/>
          <p:nvPr/>
        </p:nvSpPr>
        <p:spPr>
          <a:xfrm>
            <a:off x="1992187" y="2414447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0"/>
                </a:moveTo>
                <a:lnTo>
                  <a:pt x="1018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7" name="Google Shape;407;p15"/>
          <p:cNvSpPr/>
          <p:nvPr/>
        </p:nvSpPr>
        <p:spPr>
          <a:xfrm>
            <a:off x="1992187" y="2459097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0"/>
                </a:moveTo>
                <a:lnTo>
                  <a:pt x="1018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8" name="Google Shape;408;p15"/>
          <p:cNvSpPr/>
          <p:nvPr/>
        </p:nvSpPr>
        <p:spPr>
          <a:xfrm>
            <a:off x="1992187" y="2503748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1"/>
                </a:moveTo>
                <a:lnTo>
                  <a:pt x="1018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9" name="Google Shape;409;p15"/>
          <p:cNvSpPr/>
          <p:nvPr/>
        </p:nvSpPr>
        <p:spPr>
          <a:xfrm>
            <a:off x="1992187" y="2548574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0"/>
                </a:moveTo>
                <a:lnTo>
                  <a:pt x="1018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0" name="Google Shape;410;p15"/>
          <p:cNvSpPr/>
          <p:nvPr/>
        </p:nvSpPr>
        <p:spPr>
          <a:xfrm>
            <a:off x="1992187" y="2593225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0"/>
                </a:moveTo>
                <a:lnTo>
                  <a:pt x="1018" y="0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1" name="Google Shape;411;p15"/>
          <p:cNvSpPr/>
          <p:nvPr/>
        </p:nvSpPr>
        <p:spPr>
          <a:xfrm>
            <a:off x="1992187" y="2637993"/>
            <a:ext cx="59573" cy="59"/>
          </a:xfrm>
          <a:custGeom>
            <a:avLst/>
            <a:gdLst/>
            <a:ahLst/>
            <a:cxnLst/>
            <a:rect l="l" t="t" r="r" b="b"/>
            <a:pathLst>
              <a:path w="1018" h="1" fill="none" extrusionOk="0">
                <a:moveTo>
                  <a:pt x="1" y="1"/>
                </a:moveTo>
                <a:lnTo>
                  <a:pt x="1018" y="1"/>
                </a:lnTo>
              </a:path>
            </a:pathLst>
          </a:custGeom>
          <a:noFill/>
          <a:ln w="75" cap="rnd" cmpd="sng">
            <a:solidFill>
              <a:srgbClr val="E28A32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2" name="Google Shape;412;p15"/>
          <p:cNvSpPr/>
          <p:nvPr/>
        </p:nvSpPr>
        <p:spPr>
          <a:xfrm>
            <a:off x="1772677" y="2955990"/>
            <a:ext cx="106331" cy="55770"/>
          </a:xfrm>
          <a:custGeom>
            <a:avLst/>
            <a:gdLst/>
            <a:ahLst/>
            <a:cxnLst/>
            <a:rect l="l" t="t" r="r" b="b"/>
            <a:pathLst>
              <a:path w="1817" h="953" extrusionOk="0">
                <a:moveTo>
                  <a:pt x="1" y="1"/>
                </a:moveTo>
                <a:lnTo>
                  <a:pt x="1" y="952"/>
                </a:lnTo>
                <a:lnTo>
                  <a:pt x="1817" y="952"/>
                </a:lnTo>
                <a:lnTo>
                  <a:pt x="181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3" name="Google Shape;413;p15"/>
          <p:cNvSpPr/>
          <p:nvPr/>
        </p:nvSpPr>
        <p:spPr>
          <a:xfrm>
            <a:off x="1570197" y="2686857"/>
            <a:ext cx="511289" cy="59"/>
          </a:xfrm>
          <a:custGeom>
            <a:avLst/>
            <a:gdLst/>
            <a:ahLst/>
            <a:cxnLst/>
            <a:rect l="l" t="t" r="r" b="b"/>
            <a:pathLst>
              <a:path w="8737" h="1" fill="none" extrusionOk="0">
                <a:moveTo>
                  <a:pt x="0" y="1"/>
                </a:moveTo>
                <a:lnTo>
                  <a:pt x="8736" y="1"/>
                </a:lnTo>
              </a:path>
            </a:pathLst>
          </a:custGeom>
          <a:noFill/>
          <a:ln w="75" cap="flat" cmpd="sng">
            <a:solidFill>
              <a:srgbClr val="FFC876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4" name="Google Shape;414;p15"/>
          <p:cNvSpPr/>
          <p:nvPr/>
        </p:nvSpPr>
        <p:spPr>
          <a:xfrm>
            <a:off x="1570197" y="2230402"/>
            <a:ext cx="511289" cy="59"/>
          </a:xfrm>
          <a:custGeom>
            <a:avLst/>
            <a:gdLst/>
            <a:ahLst/>
            <a:cxnLst/>
            <a:rect l="l" t="t" r="r" b="b"/>
            <a:pathLst>
              <a:path w="8737" h="1" fill="none" extrusionOk="0">
                <a:moveTo>
                  <a:pt x="0" y="1"/>
                </a:moveTo>
                <a:lnTo>
                  <a:pt x="8736" y="1"/>
                </a:lnTo>
              </a:path>
            </a:pathLst>
          </a:custGeom>
          <a:noFill/>
          <a:ln w="75" cap="flat" cmpd="sng">
            <a:solidFill>
              <a:srgbClr val="FFC876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15"/>
          <p:cNvSpPr/>
          <p:nvPr/>
        </p:nvSpPr>
        <p:spPr>
          <a:xfrm>
            <a:off x="1825814" y="2158773"/>
            <a:ext cx="255674" cy="852988"/>
          </a:xfrm>
          <a:custGeom>
            <a:avLst/>
            <a:gdLst/>
            <a:ahLst/>
            <a:cxnLst/>
            <a:rect l="l" t="t" r="r" b="b"/>
            <a:pathLst>
              <a:path w="4369" h="14576" extrusionOk="0">
                <a:moveTo>
                  <a:pt x="0" y="0"/>
                </a:moveTo>
                <a:lnTo>
                  <a:pt x="0" y="14575"/>
                </a:lnTo>
                <a:lnTo>
                  <a:pt x="4368" y="14575"/>
                </a:lnTo>
                <a:lnTo>
                  <a:pt x="436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6" name="Google Shape;416;p15"/>
          <p:cNvSpPr/>
          <p:nvPr/>
        </p:nvSpPr>
        <p:spPr>
          <a:xfrm>
            <a:off x="2205552" y="2369621"/>
            <a:ext cx="324025" cy="642140"/>
          </a:xfrm>
          <a:custGeom>
            <a:avLst/>
            <a:gdLst/>
            <a:ahLst/>
            <a:cxnLst/>
            <a:rect l="l" t="t" r="r" b="b"/>
            <a:pathLst>
              <a:path w="5537" h="10973" extrusionOk="0">
                <a:moveTo>
                  <a:pt x="0" y="1"/>
                </a:moveTo>
                <a:lnTo>
                  <a:pt x="0" y="10972"/>
                </a:lnTo>
                <a:lnTo>
                  <a:pt x="5537" y="10972"/>
                </a:lnTo>
                <a:lnTo>
                  <a:pt x="5537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15"/>
          <p:cNvSpPr/>
          <p:nvPr/>
        </p:nvSpPr>
        <p:spPr>
          <a:xfrm>
            <a:off x="2227439" y="2412691"/>
            <a:ext cx="283529" cy="36341"/>
          </a:xfrm>
          <a:custGeom>
            <a:avLst/>
            <a:gdLst/>
            <a:ahLst/>
            <a:cxnLst/>
            <a:rect l="l" t="t" r="r" b="b"/>
            <a:pathLst>
              <a:path w="4845" h="621" extrusionOk="0">
                <a:moveTo>
                  <a:pt x="1" y="0"/>
                </a:moveTo>
                <a:lnTo>
                  <a:pt x="1" y="621"/>
                </a:lnTo>
                <a:lnTo>
                  <a:pt x="4845" y="621"/>
                </a:lnTo>
                <a:lnTo>
                  <a:pt x="484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8" name="Google Shape;418;p15"/>
          <p:cNvSpPr/>
          <p:nvPr/>
        </p:nvSpPr>
        <p:spPr>
          <a:xfrm>
            <a:off x="2227439" y="2459917"/>
            <a:ext cx="283529" cy="36341"/>
          </a:xfrm>
          <a:custGeom>
            <a:avLst/>
            <a:gdLst/>
            <a:ahLst/>
            <a:cxnLst/>
            <a:rect l="l" t="t" r="r" b="b"/>
            <a:pathLst>
              <a:path w="4845" h="621" extrusionOk="0">
                <a:moveTo>
                  <a:pt x="1" y="1"/>
                </a:moveTo>
                <a:lnTo>
                  <a:pt x="1" y="621"/>
                </a:lnTo>
                <a:lnTo>
                  <a:pt x="4845" y="621"/>
                </a:lnTo>
                <a:lnTo>
                  <a:pt x="484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9" name="Google Shape;419;p15"/>
          <p:cNvSpPr/>
          <p:nvPr/>
        </p:nvSpPr>
        <p:spPr>
          <a:xfrm>
            <a:off x="2227439" y="2507201"/>
            <a:ext cx="283529" cy="36341"/>
          </a:xfrm>
          <a:custGeom>
            <a:avLst/>
            <a:gdLst/>
            <a:ahLst/>
            <a:cxnLst/>
            <a:rect l="l" t="t" r="r" b="b"/>
            <a:pathLst>
              <a:path w="4845" h="621" extrusionOk="0">
                <a:moveTo>
                  <a:pt x="1" y="0"/>
                </a:moveTo>
                <a:lnTo>
                  <a:pt x="1" y="620"/>
                </a:lnTo>
                <a:lnTo>
                  <a:pt x="4845" y="620"/>
                </a:lnTo>
                <a:lnTo>
                  <a:pt x="484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0" name="Google Shape;420;p15"/>
          <p:cNvSpPr/>
          <p:nvPr/>
        </p:nvSpPr>
        <p:spPr>
          <a:xfrm>
            <a:off x="2227439" y="2554485"/>
            <a:ext cx="283529" cy="36341"/>
          </a:xfrm>
          <a:custGeom>
            <a:avLst/>
            <a:gdLst/>
            <a:ahLst/>
            <a:cxnLst/>
            <a:rect l="l" t="t" r="r" b="b"/>
            <a:pathLst>
              <a:path w="4845" h="621" extrusionOk="0">
                <a:moveTo>
                  <a:pt x="1" y="0"/>
                </a:moveTo>
                <a:lnTo>
                  <a:pt x="1" y="620"/>
                </a:lnTo>
                <a:lnTo>
                  <a:pt x="4845" y="620"/>
                </a:lnTo>
                <a:lnTo>
                  <a:pt x="484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15"/>
          <p:cNvSpPr/>
          <p:nvPr/>
        </p:nvSpPr>
        <p:spPr>
          <a:xfrm>
            <a:off x="2227439" y="2601652"/>
            <a:ext cx="283529" cy="36399"/>
          </a:xfrm>
          <a:custGeom>
            <a:avLst/>
            <a:gdLst/>
            <a:ahLst/>
            <a:cxnLst/>
            <a:rect l="l" t="t" r="r" b="b"/>
            <a:pathLst>
              <a:path w="4845" h="622" extrusionOk="0">
                <a:moveTo>
                  <a:pt x="1" y="1"/>
                </a:moveTo>
                <a:lnTo>
                  <a:pt x="1" y="622"/>
                </a:lnTo>
                <a:lnTo>
                  <a:pt x="4845" y="622"/>
                </a:lnTo>
                <a:lnTo>
                  <a:pt x="484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2" name="Google Shape;422;p15"/>
          <p:cNvSpPr/>
          <p:nvPr/>
        </p:nvSpPr>
        <p:spPr>
          <a:xfrm>
            <a:off x="2227439" y="2648877"/>
            <a:ext cx="283529" cy="36458"/>
          </a:xfrm>
          <a:custGeom>
            <a:avLst/>
            <a:gdLst/>
            <a:ahLst/>
            <a:cxnLst/>
            <a:rect l="l" t="t" r="r" b="b"/>
            <a:pathLst>
              <a:path w="4845" h="623" extrusionOk="0">
                <a:moveTo>
                  <a:pt x="1" y="1"/>
                </a:moveTo>
                <a:lnTo>
                  <a:pt x="1" y="622"/>
                </a:lnTo>
                <a:lnTo>
                  <a:pt x="4845" y="622"/>
                </a:lnTo>
                <a:lnTo>
                  <a:pt x="484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3" name="Google Shape;423;p15"/>
          <p:cNvSpPr/>
          <p:nvPr/>
        </p:nvSpPr>
        <p:spPr>
          <a:xfrm>
            <a:off x="2227439" y="2696162"/>
            <a:ext cx="283529" cy="36341"/>
          </a:xfrm>
          <a:custGeom>
            <a:avLst/>
            <a:gdLst/>
            <a:ahLst/>
            <a:cxnLst/>
            <a:rect l="l" t="t" r="r" b="b"/>
            <a:pathLst>
              <a:path w="4845" h="621" extrusionOk="0">
                <a:moveTo>
                  <a:pt x="1" y="0"/>
                </a:moveTo>
                <a:lnTo>
                  <a:pt x="1" y="620"/>
                </a:lnTo>
                <a:lnTo>
                  <a:pt x="4845" y="620"/>
                </a:lnTo>
                <a:lnTo>
                  <a:pt x="484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15"/>
          <p:cNvSpPr/>
          <p:nvPr/>
        </p:nvSpPr>
        <p:spPr>
          <a:xfrm>
            <a:off x="2227439" y="2743446"/>
            <a:ext cx="283529" cy="36341"/>
          </a:xfrm>
          <a:custGeom>
            <a:avLst/>
            <a:gdLst/>
            <a:ahLst/>
            <a:cxnLst/>
            <a:rect l="l" t="t" r="r" b="b"/>
            <a:pathLst>
              <a:path w="4845" h="621" extrusionOk="0">
                <a:moveTo>
                  <a:pt x="1" y="1"/>
                </a:moveTo>
                <a:lnTo>
                  <a:pt x="1" y="621"/>
                </a:lnTo>
                <a:lnTo>
                  <a:pt x="4845" y="621"/>
                </a:lnTo>
                <a:lnTo>
                  <a:pt x="484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15"/>
          <p:cNvSpPr/>
          <p:nvPr/>
        </p:nvSpPr>
        <p:spPr>
          <a:xfrm>
            <a:off x="2227439" y="2790671"/>
            <a:ext cx="283529" cy="36341"/>
          </a:xfrm>
          <a:custGeom>
            <a:avLst/>
            <a:gdLst/>
            <a:ahLst/>
            <a:cxnLst/>
            <a:rect l="l" t="t" r="r" b="b"/>
            <a:pathLst>
              <a:path w="4845" h="621" extrusionOk="0">
                <a:moveTo>
                  <a:pt x="1" y="1"/>
                </a:moveTo>
                <a:lnTo>
                  <a:pt x="1" y="621"/>
                </a:lnTo>
                <a:lnTo>
                  <a:pt x="4845" y="621"/>
                </a:lnTo>
                <a:lnTo>
                  <a:pt x="484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6" name="Google Shape;426;p15"/>
          <p:cNvSpPr/>
          <p:nvPr/>
        </p:nvSpPr>
        <p:spPr>
          <a:xfrm>
            <a:off x="2227439" y="2837955"/>
            <a:ext cx="283529" cy="36341"/>
          </a:xfrm>
          <a:custGeom>
            <a:avLst/>
            <a:gdLst/>
            <a:ahLst/>
            <a:cxnLst/>
            <a:rect l="l" t="t" r="r" b="b"/>
            <a:pathLst>
              <a:path w="4845" h="621" extrusionOk="0">
                <a:moveTo>
                  <a:pt x="1" y="0"/>
                </a:moveTo>
                <a:lnTo>
                  <a:pt x="1" y="620"/>
                </a:lnTo>
                <a:lnTo>
                  <a:pt x="4845" y="620"/>
                </a:lnTo>
                <a:lnTo>
                  <a:pt x="484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7" name="Google Shape;427;p15"/>
          <p:cNvSpPr/>
          <p:nvPr/>
        </p:nvSpPr>
        <p:spPr>
          <a:xfrm>
            <a:off x="2237095" y="2916313"/>
            <a:ext cx="52024" cy="52024"/>
          </a:xfrm>
          <a:custGeom>
            <a:avLst/>
            <a:gdLst/>
            <a:ahLst/>
            <a:cxnLst/>
            <a:rect l="l" t="t" r="r" b="b"/>
            <a:pathLst>
              <a:path w="889" h="889" extrusionOk="0">
                <a:moveTo>
                  <a:pt x="5" y="1"/>
                </a:moveTo>
                <a:cubicBezTo>
                  <a:pt x="2" y="1"/>
                  <a:pt x="1" y="4"/>
                  <a:pt x="1" y="5"/>
                </a:cubicBezTo>
                <a:lnTo>
                  <a:pt x="1" y="885"/>
                </a:lnTo>
                <a:cubicBezTo>
                  <a:pt x="1" y="888"/>
                  <a:pt x="4" y="889"/>
                  <a:pt x="5" y="889"/>
                </a:cubicBezTo>
                <a:lnTo>
                  <a:pt x="885" y="889"/>
                </a:lnTo>
                <a:cubicBezTo>
                  <a:pt x="886" y="889"/>
                  <a:pt x="887" y="888"/>
                  <a:pt x="889" y="885"/>
                </a:cubicBezTo>
                <a:lnTo>
                  <a:pt x="889" y="5"/>
                </a:lnTo>
                <a:cubicBezTo>
                  <a:pt x="889" y="3"/>
                  <a:pt x="886" y="1"/>
                  <a:pt x="885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8" name="Google Shape;428;p15"/>
          <p:cNvSpPr/>
          <p:nvPr/>
        </p:nvSpPr>
        <p:spPr>
          <a:xfrm>
            <a:off x="2445954" y="2916313"/>
            <a:ext cx="51966" cy="52024"/>
          </a:xfrm>
          <a:custGeom>
            <a:avLst/>
            <a:gdLst/>
            <a:ahLst/>
            <a:cxnLst/>
            <a:rect l="l" t="t" r="r" b="b"/>
            <a:pathLst>
              <a:path w="888" h="889" extrusionOk="0">
                <a:moveTo>
                  <a:pt x="4" y="1"/>
                </a:moveTo>
                <a:cubicBezTo>
                  <a:pt x="1" y="1"/>
                  <a:pt x="0" y="4"/>
                  <a:pt x="0" y="5"/>
                </a:cubicBezTo>
                <a:lnTo>
                  <a:pt x="0" y="885"/>
                </a:lnTo>
                <a:cubicBezTo>
                  <a:pt x="0" y="888"/>
                  <a:pt x="2" y="889"/>
                  <a:pt x="4" y="889"/>
                </a:cubicBezTo>
                <a:lnTo>
                  <a:pt x="883" y="889"/>
                </a:lnTo>
                <a:cubicBezTo>
                  <a:pt x="886" y="889"/>
                  <a:pt x="887" y="888"/>
                  <a:pt x="888" y="885"/>
                </a:cubicBezTo>
                <a:lnTo>
                  <a:pt x="888" y="5"/>
                </a:lnTo>
                <a:cubicBezTo>
                  <a:pt x="888" y="3"/>
                  <a:pt x="886" y="1"/>
                  <a:pt x="883" y="1"/>
                </a:cubicBezTo>
                <a:close/>
              </a:path>
            </a:pathLst>
          </a:custGeom>
          <a:solidFill>
            <a:srgbClr val="C5FC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15"/>
          <p:cNvSpPr/>
          <p:nvPr/>
        </p:nvSpPr>
        <p:spPr>
          <a:xfrm>
            <a:off x="2322710" y="2933284"/>
            <a:ext cx="89536" cy="78475"/>
          </a:xfrm>
          <a:custGeom>
            <a:avLst/>
            <a:gdLst/>
            <a:ahLst/>
            <a:cxnLst/>
            <a:rect l="l" t="t" r="r" b="b"/>
            <a:pathLst>
              <a:path w="1530" h="1341" extrusionOk="0">
                <a:moveTo>
                  <a:pt x="1" y="0"/>
                </a:moveTo>
                <a:lnTo>
                  <a:pt x="1" y="1340"/>
                </a:lnTo>
                <a:lnTo>
                  <a:pt x="1529" y="1340"/>
                </a:lnTo>
                <a:lnTo>
                  <a:pt x="1529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15"/>
          <p:cNvSpPr/>
          <p:nvPr/>
        </p:nvSpPr>
        <p:spPr>
          <a:xfrm>
            <a:off x="2186943" y="2368860"/>
            <a:ext cx="361185" cy="22472"/>
          </a:xfrm>
          <a:custGeom>
            <a:avLst/>
            <a:gdLst/>
            <a:ahLst/>
            <a:cxnLst/>
            <a:rect l="l" t="t" r="r" b="b"/>
            <a:pathLst>
              <a:path w="6172" h="384" extrusionOk="0">
                <a:moveTo>
                  <a:pt x="0" y="0"/>
                </a:moveTo>
                <a:lnTo>
                  <a:pt x="0" y="383"/>
                </a:lnTo>
                <a:lnTo>
                  <a:pt x="6172" y="383"/>
                </a:lnTo>
                <a:lnTo>
                  <a:pt x="6172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15"/>
          <p:cNvSpPr/>
          <p:nvPr/>
        </p:nvSpPr>
        <p:spPr>
          <a:xfrm>
            <a:off x="2369117" y="2368860"/>
            <a:ext cx="178954" cy="644656"/>
          </a:xfrm>
          <a:custGeom>
            <a:avLst/>
            <a:gdLst/>
            <a:ahLst/>
            <a:cxnLst/>
            <a:rect l="l" t="t" r="r" b="b"/>
            <a:pathLst>
              <a:path w="3058" h="11016" extrusionOk="0">
                <a:moveTo>
                  <a:pt x="3058" y="0"/>
                </a:moveTo>
                <a:lnTo>
                  <a:pt x="1" y="15"/>
                </a:lnTo>
                <a:lnTo>
                  <a:pt x="1" y="11015"/>
                </a:lnTo>
                <a:lnTo>
                  <a:pt x="2741" y="11015"/>
                </a:lnTo>
                <a:lnTo>
                  <a:pt x="2741" y="383"/>
                </a:lnTo>
                <a:lnTo>
                  <a:pt x="3058" y="383"/>
                </a:lnTo>
                <a:lnTo>
                  <a:pt x="305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2" name="Google Shape;432;p15"/>
          <p:cNvSpPr/>
          <p:nvPr/>
        </p:nvSpPr>
        <p:spPr>
          <a:xfrm>
            <a:off x="2806732" y="1799403"/>
            <a:ext cx="207395" cy="197681"/>
          </a:xfrm>
          <a:custGeom>
            <a:avLst/>
            <a:gdLst/>
            <a:ahLst/>
            <a:cxnLst/>
            <a:rect l="l" t="t" r="r" b="b"/>
            <a:pathLst>
              <a:path w="3544" h="3378" extrusionOk="0">
                <a:moveTo>
                  <a:pt x="3" y="1"/>
                </a:moveTo>
                <a:cubicBezTo>
                  <a:pt x="1" y="1"/>
                  <a:pt x="0" y="2"/>
                  <a:pt x="0" y="5"/>
                </a:cubicBezTo>
                <a:lnTo>
                  <a:pt x="0" y="3373"/>
                </a:lnTo>
                <a:cubicBezTo>
                  <a:pt x="0" y="3376"/>
                  <a:pt x="1" y="3377"/>
                  <a:pt x="3" y="3377"/>
                </a:cubicBezTo>
                <a:lnTo>
                  <a:pt x="3540" y="3377"/>
                </a:lnTo>
                <a:cubicBezTo>
                  <a:pt x="3542" y="3377"/>
                  <a:pt x="3543" y="3376"/>
                  <a:pt x="3543" y="3373"/>
                </a:cubicBezTo>
                <a:lnTo>
                  <a:pt x="3543" y="5"/>
                </a:lnTo>
                <a:cubicBezTo>
                  <a:pt x="3543" y="2"/>
                  <a:pt x="3542" y="1"/>
                  <a:pt x="354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3" name="Google Shape;433;p15"/>
          <p:cNvSpPr/>
          <p:nvPr/>
        </p:nvSpPr>
        <p:spPr>
          <a:xfrm>
            <a:off x="2726910" y="1885017"/>
            <a:ext cx="367037" cy="1126744"/>
          </a:xfrm>
          <a:custGeom>
            <a:avLst/>
            <a:gdLst/>
            <a:ahLst/>
            <a:cxnLst/>
            <a:rect l="l" t="t" r="r" b="b"/>
            <a:pathLst>
              <a:path w="6272" h="19254" extrusionOk="0">
                <a:moveTo>
                  <a:pt x="2083" y="0"/>
                </a:moveTo>
                <a:lnTo>
                  <a:pt x="2083" y="237"/>
                </a:lnTo>
                <a:lnTo>
                  <a:pt x="0" y="237"/>
                </a:lnTo>
                <a:lnTo>
                  <a:pt x="0" y="19253"/>
                </a:lnTo>
                <a:lnTo>
                  <a:pt x="6271" y="19253"/>
                </a:lnTo>
                <a:lnTo>
                  <a:pt x="6271" y="237"/>
                </a:lnTo>
                <a:lnTo>
                  <a:pt x="4188" y="237"/>
                </a:lnTo>
                <a:lnTo>
                  <a:pt x="418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15"/>
          <p:cNvSpPr/>
          <p:nvPr/>
        </p:nvSpPr>
        <p:spPr>
          <a:xfrm>
            <a:off x="2726910" y="2883484"/>
            <a:ext cx="367037" cy="128276"/>
          </a:xfrm>
          <a:custGeom>
            <a:avLst/>
            <a:gdLst/>
            <a:ahLst/>
            <a:cxnLst/>
            <a:rect l="l" t="t" r="r" b="b"/>
            <a:pathLst>
              <a:path w="6272" h="2192" extrusionOk="0">
                <a:moveTo>
                  <a:pt x="0" y="1"/>
                </a:moveTo>
                <a:lnTo>
                  <a:pt x="0" y="2191"/>
                </a:lnTo>
                <a:lnTo>
                  <a:pt x="6271" y="2191"/>
                </a:lnTo>
                <a:lnTo>
                  <a:pt x="627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5" name="Google Shape;435;p15"/>
          <p:cNvSpPr/>
          <p:nvPr/>
        </p:nvSpPr>
        <p:spPr>
          <a:xfrm>
            <a:off x="2848808" y="1928439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6" name="Google Shape;436;p15"/>
          <p:cNvSpPr/>
          <p:nvPr/>
        </p:nvSpPr>
        <p:spPr>
          <a:xfrm>
            <a:off x="2848808" y="1975723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15"/>
          <p:cNvSpPr/>
          <p:nvPr/>
        </p:nvSpPr>
        <p:spPr>
          <a:xfrm>
            <a:off x="2848808" y="2022890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15"/>
          <p:cNvSpPr/>
          <p:nvPr/>
        </p:nvSpPr>
        <p:spPr>
          <a:xfrm>
            <a:off x="2848808" y="2070116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9" name="Google Shape;439;p15"/>
          <p:cNvSpPr/>
          <p:nvPr/>
        </p:nvSpPr>
        <p:spPr>
          <a:xfrm>
            <a:off x="2848808" y="2117458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0" name="Google Shape;440;p15"/>
          <p:cNvSpPr/>
          <p:nvPr/>
        </p:nvSpPr>
        <p:spPr>
          <a:xfrm>
            <a:off x="2848808" y="2164684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1" name="Google Shape;441;p15"/>
          <p:cNvSpPr/>
          <p:nvPr/>
        </p:nvSpPr>
        <p:spPr>
          <a:xfrm>
            <a:off x="2848808" y="2211851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2" name="Google Shape;442;p15"/>
          <p:cNvSpPr/>
          <p:nvPr/>
        </p:nvSpPr>
        <p:spPr>
          <a:xfrm>
            <a:off x="2848808" y="2259076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3" name="Google Shape;443;p15"/>
          <p:cNvSpPr/>
          <p:nvPr/>
        </p:nvSpPr>
        <p:spPr>
          <a:xfrm>
            <a:off x="2848808" y="2306419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p15"/>
          <p:cNvSpPr/>
          <p:nvPr/>
        </p:nvSpPr>
        <p:spPr>
          <a:xfrm>
            <a:off x="2848808" y="2353645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5" name="Google Shape;445;p15"/>
          <p:cNvSpPr/>
          <p:nvPr/>
        </p:nvSpPr>
        <p:spPr>
          <a:xfrm>
            <a:off x="2848808" y="2400870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15"/>
          <p:cNvSpPr/>
          <p:nvPr/>
        </p:nvSpPr>
        <p:spPr>
          <a:xfrm>
            <a:off x="2848808" y="2448154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15"/>
          <p:cNvSpPr/>
          <p:nvPr/>
        </p:nvSpPr>
        <p:spPr>
          <a:xfrm>
            <a:off x="2848808" y="2495380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8" name="Google Shape;448;p15"/>
          <p:cNvSpPr/>
          <p:nvPr/>
        </p:nvSpPr>
        <p:spPr>
          <a:xfrm>
            <a:off x="2848808" y="2542605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9" name="Google Shape;449;p15"/>
          <p:cNvSpPr/>
          <p:nvPr/>
        </p:nvSpPr>
        <p:spPr>
          <a:xfrm>
            <a:off x="2848808" y="2589889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0" name="Google Shape;450;p15"/>
          <p:cNvSpPr/>
          <p:nvPr/>
        </p:nvSpPr>
        <p:spPr>
          <a:xfrm>
            <a:off x="2848808" y="2637115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1" name="Google Shape;451;p15"/>
          <p:cNvSpPr/>
          <p:nvPr/>
        </p:nvSpPr>
        <p:spPr>
          <a:xfrm>
            <a:off x="2848808" y="2684399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2" name="Google Shape;452;p15"/>
          <p:cNvSpPr/>
          <p:nvPr/>
        </p:nvSpPr>
        <p:spPr>
          <a:xfrm>
            <a:off x="2848808" y="2731625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3" name="Google Shape;453;p15"/>
          <p:cNvSpPr/>
          <p:nvPr/>
        </p:nvSpPr>
        <p:spPr>
          <a:xfrm>
            <a:off x="2848808" y="2778850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4" name="Google Shape;454;p15"/>
          <p:cNvSpPr/>
          <p:nvPr/>
        </p:nvSpPr>
        <p:spPr>
          <a:xfrm>
            <a:off x="2848808" y="2826076"/>
            <a:ext cx="123243" cy="59"/>
          </a:xfrm>
          <a:custGeom>
            <a:avLst/>
            <a:gdLst/>
            <a:ahLst/>
            <a:cxnLst/>
            <a:rect l="l" t="t" r="r" b="b"/>
            <a:pathLst>
              <a:path w="2106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5" name="Google Shape;455;p15"/>
          <p:cNvSpPr/>
          <p:nvPr/>
        </p:nvSpPr>
        <p:spPr>
          <a:xfrm>
            <a:off x="2971993" y="1943654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6" name="Google Shape;456;p15"/>
          <p:cNvSpPr/>
          <p:nvPr/>
        </p:nvSpPr>
        <p:spPr>
          <a:xfrm>
            <a:off x="2971993" y="1990880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p15"/>
          <p:cNvSpPr/>
          <p:nvPr/>
        </p:nvSpPr>
        <p:spPr>
          <a:xfrm>
            <a:off x="2971993" y="2038105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8" name="Google Shape;458;p15"/>
          <p:cNvSpPr/>
          <p:nvPr/>
        </p:nvSpPr>
        <p:spPr>
          <a:xfrm>
            <a:off x="2971993" y="2085331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9" name="Google Shape;459;p15"/>
          <p:cNvSpPr/>
          <p:nvPr/>
        </p:nvSpPr>
        <p:spPr>
          <a:xfrm>
            <a:off x="2971993" y="2132674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0" name="Google Shape;460;p15"/>
          <p:cNvSpPr/>
          <p:nvPr/>
        </p:nvSpPr>
        <p:spPr>
          <a:xfrm>
            <a:off x="2971993" y="2179899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1" name="Google Shape;461;p15"/>
          <p:cNvSpPr/>
          <p:nvPr/>
        </p:nvSpPr>
        <p:spPr>
          <a:xfrm>
            <a:off x="2971993" y="2227066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2" name="Google Shape;462;p15"/>
          <p:cNvSpPr/>
          <p:nvPr/>
        </p:nvSpPr>
        <p:spPr>
          <a:xfrm>
            <a:off x="2971993" y="2274292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3" name="Google Shape;463;p15"/>
          <p:cNvSpPr/>
          <p:nvPr/>
        </p:nvSpPr>
        <p:spPr>
          <a:xfrm>
            <a:off x="2971993" y="2321634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4" name="Google Shape;464;p15"/>
          <p:cNvSpPr/>
          <p:nvPr/>
        </p:nvSpPr>
        <p:spPr>
          <a:xfrm>
            <a:off x="2971993" y="2368860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15"/>
          <p:cNvSpPr/>
          <p:nvPr/>
        </p:nvSpPr>
        <p:spPr>
          <a:xfrm>
            <a:off x="2971993" y="2416027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15"/>
          <p:cNvSpPr/>
          <p:nvPr/>
        </p:nvSpPr>
        <p:spPr>
          <a:xfrm>
            <a:off x="2971993" y="2463311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15"/>
          <p:cNvSpPr/>
          <p:nvPr/>
        </p:nvSpPr>
        <p:spPr>
          <a:xfrm>
            <a:off x="2971993" y="2510595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15"/>
          <p:cNvSpPr/>
          <p:nvPr/>
        </p:nvSpPr>
        <p:spPr>
          <a:xfrm>
            <a:off x="2971993" y="2557821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15"/>
          <p:cNvSpPr/>
          <p:nvPr/>
        </p:nvSpPr>
        <p:spPr>
          <a:xfrm>
            <a:off x="2971993" y="2605046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0" name="Google Shape;470;p15"/>
          <p:cNvSpPr/>
          <p:nvPr/>
        </p:nvSpPr>
        <p:spPr>
          <a:xfrm>
            <a:off x="2971993" y="2652330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1" name="Google Shape;471;p15"/>
          <p:cNvSpPr/>
          <p:nvPr/>
        </p:nvSpPr>
        <p:spPr>
          <a:xfrm>
            <a:off x="2971993" y="2699614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2" name="Google Shape;472;p15"/>
          <p:cNvSpPr/>
          <p:nvPr/>
        </p:nvSpPr>
        <p:spPr>
          <a:xfrm>
            <a:off x="2971993" y="2746781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1"/>
                </a:moveTo>
                <a:lnTo>
                  <a:pt x="2105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3" name="Google Shape;473;p15"/>
          <p:cNvSpPr/>
          <p:nvPr/>
        </p:nvSpPr>
        <p:spPr>
          <a:xfrm>
            <a:off x="2971993" y="2794065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4" name="Google Shape;474;p15"/>
          <p:cNvSpPr/>
          <p:nvPr/>
        </p:nvSpPr>
        <p:spPr>
          <a:xfrm>
            <a:off x="2971993" y="2841291"/>
            <a:ext cx="123185" cy="59"/>
          </a:xfrm>
          <a:custGeom>
            <a:avLst/>
            <a:gdLst/>
            <a:ahLst/>
            <a:cxnLst/>
            <a:rect l="l" t="t" r="r" b="b"/>
            <a:pathLst>
              <a:path w="2105" h="1" fill="none" extrusionOk="0">
                <a:moveTo>
                  <a:pt x="0" y="0"/>
                </a:moveTo>
                <a:lnTo>
                  <a:pt x="2105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5" name="Google Shape;475;p15"/>
          <p:cNvSpPr/>
          <p:nvPr/>
        </p:nvSpPr>
        <p:spPr>
          <a:xfrm>
            <a:off x="2726910" y="1943654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6" name="Google Shape;476;p15"/>
          <p:cNvSpPr/>
          <p:nvPr/>
        </p:nvSpPr>
        <p:spPr>
          <a:xfrm>
            <a:off x="2726910" y="1990880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7" name="Google Shape;477;p15"/>
          <p:cNvSpPr/>
          <p:nvPr/>
        </p:nvSpPr>
        <p:spPr>
          <a:xfrm>
            <a:off x="2726910" y="2038105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8" name="Google Shape;478;p15"/>
          <p:cNvSpPr/>
          <p:nvPr/>
        </p:nvSpPr>
        <p:spPr>
          <a:xfrm>
            <a:off x="2726910" y="2085331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15"/>
          <p:cNvSpPr/>
          <p:nvPr/>
        </p:nvSpPr>
        <p:spPr>
          <a:xfrm>
            <a:off x="2726910" y="2132674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0" name="Google Shape;480;p15"/>
          <p:cNvSpPr/>
          <p:nvPr/>
        </p:nvSpPr>
        <p:spPr>
          <a:xfrm>
            <a:off x="2726910" y="2179899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1" name="Google Shape;481;p15"/>
          <p:cNvSpPr/>
          <p:nvPr/>
        </p:nvSpPr>
        <p:spPr>
          <a:xfrm>
            <a:off x="2726910" y="2227066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15"/>
          <p:cNvSpPr/>
          <p:nvPr/>
        </p:nvSpPr>
        <p:spPr>
          <a:xfrm>
            <a:off x="2726910" y="2274292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15"/>
          <p:cNvSpPr/>
          <p:nvPr/>
        </p:nvSpPr>
        <p:spPr>
          <a:xfrm>
            <a:off x="2726910" y="2321634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4" name="Google Shape;484;p15"/>
          <p:cNvSpPr/>
          <p:nvPr/>
        </p:nvSpPr>
        <p:spPr>
          <a:xfrm>
            <a:off x="2726910" y="2368860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5" name="Google Shape;485;p15"/>
          <p:cNvSpPr/>
          <p:nvPr/>
        </p:nvSpPr>
        <p:spPr>
          <a:xfrm>
            <a:off x="2726910" y="2416027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6" name="Google Shape;486;p15"/>
          <p:cNvSpPr/>
          <p:nvPr/>
        </p:nvSpPr>
        <p:spPr>
          <a:xfrm>
            <a:off x="2726910" y="2463311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7" name="Google Shape;487;p15"/>
          <p:cNvSpPr/>
          <p:nvPr/>
        </p:nvSpPr>
        <p:spPr>
          <a:xfrm>
            <a:off x="2726910" y="2510595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8" name="Google Shape;488;p15"/>
          <p:cNvSpPr/>
          <p:nvPr/>
        </p:nvSpPr>
        <p:spPr>
          <a:xfrm>
            <a:off x="2726910" y="2557821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15"/>
          <p:cNvSpPr/>
          <p:nvPr/>
        </p:nvSpPr>
        <p:spPr>
          <a:xfrm>
            <a:off x="2726910" y="2605046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0" name="Google Shape;490;p15"/>
          <p:cNvSpPr/>
          <p:nvPr/>
        </p:nvSpPr>
        <p:spPr>
          <a:xfrm>
            <a:off x="2726910" y="2652330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1" name="Google Shape;491;p15"/>
          <p:cNvSpPr/>
          <p:nvPr/>
        </p:nvSpPr>
        <p:spPr>
          <a:xfrm>
            <a:off x="2726910" y="2699614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15"/>
          <p:cNvSpPr/>
          <p:nvPr/>
        </p:nvSpPr>
        <p:spPr>
          <a:xfrm>
            <a:off x="2726910" y="2746781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1"/>
                </a:moveTo>
                <a:lnTo>
                  <a:pt x="2079" y="1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15"/>
          <p:cNvSpPr/>
          <p:nvPr/>
        </p:nvSpPr>
        <p:spPr>
          <a:xfrm>
            <a:off x="2726910" y="2794065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15"/>
          <p:cNvSpPr/>
          <p:nvPr/>
        </p:nvSpPr>
        <p:spPr>
          <a:xfrm>
            <a:off x="2726910" y="2841291"/>
            <a:ext cx="121722" cy="59"/>
          </a:xfrm>
          <a:custGeom>
            <a:avLst/>
            <a:gdLst/>
            <a:ahLst/>
            <a:cxnLst/>
            <a:rect l="l" t="t" r="r" b="b"/>
            <a:pathLst>
              <a:path w="2080" h="1" fill="none" extrusionOk="0">
                <a:moveTo>
                  <a:pt x="0" y="0"/>
                </a:moveTo>
                <a:lnTo>
                  <a:pt x="2079" y="0"/>
                </a:lnTo>
              </a:path>
            </a:pathLst>
          </a:custGeom>
          <a:noFill/>
          <a:ln w="25" cap="flat" cmpd="sng">
            <a:solidFill>
              <a:srgbClr val="FFFFF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15"/>
          <p:cNvSpPr/>
          <p:nvPr/>
        </p:nvSpPr>
        <p:spPr>
          <a:xfrm>
            <a:off x="2799417" y="2934864"/>
            <a:ext cx="222025" cy="76895"/>
          </a:xfrm>
          <a:custGeom>
            <a:avLst/>
            <a:gdLst/>
            <a:ahLst/>
            <a:cxnLst/>
            <a:rect l="l" t="t" r="r" b="b"/>
            <a:pathLst>
              <a:path w="3794" h="1314" extrusionOk="0">
                <a:moveTo>
                  <a:pt x="0" y="1"/>
                </a:moveTo>
                <a:lnTo>
                  <a:pt x="0" y="1313"/>
                </a:lnTo>
                <a:lnTo>
                  <a:pt x="3793" y="1313"/>
                </a:lnTo>
                <a:lnTo>
                  <a:pt x="379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6" name="Google Shape;496;p15"/>
          <p:cNvSpPr/>
          <p:nvPr/>
        </p:nvSpPr>
        <p:spPr>
          <a:xfrm>
            <a:off x="2848808" y="1870914"/>
            <a:ext cx="59" cy="1012630"/>
          </a:xfrm>
          <a:custGeom>
            <a:avLst/>
            <a:gdLst/>
            <a:ahLst/>
            <a:cxnLst/>
            <a:rect l="l" t="t" r="r" b="b"/>
            <a:pathLst>
              <a:path w="1" h="17304" fill="none" extrusionOk="0">
                <a:moveTo>
                  <a:pt x="0" y="1"/>
                </a:moveTo>
                <a:lnTo>
                  <a:pt x="0" y="17304"/>
                </a:lnTo>
              </a:path>
            </a:pathLst>
          </a:custGeom>
          <a:noFill/>
          <a:ln w="25" cap="flat" cmpd="sng">
            <a:solidFill>
              <a:srgbClr val="54C3C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7" name="Google Shape;497;p15"/>
          <p:cNvSpPr/>
          <p:nvPr/>
        </p:nvSpPr>
        <p:spPr>
          <a:xfrm>
            <a:off x="2971993" y="1871031"/>
            <a:ext cx="59" cy="1012513"/>
          </a:xfrm>
          <a:custGeom>
            <a:avLst/>
            <a:gdLst/>
            <a:ahLst/>
            <a:cxnLst/>
            <a:rect l="l" t="t" r="r" b="b"/>
            <a:pathLst>
              <a:path w="1" h="17302" fill="none" extrusionOk="0">
                <a:moveTo>
                  <a:pt x="0" y="1"/>
                </a:moveTo>
                <a:lnTo>
                  <a:pt x="0" y="17302"/>
                </a:lnTo>
              </a:path>
            </a:pathLst>
          </a:custGeom>
          <a:noFill/>
          <a:ln w="25" cap="flat" cmpd="sng">
            <a:solidFill>
              <a:srgbClr val="54C3CF"/>
            </a:solidFill>
            <a:prstDash val="solid"/>
            <a:miter lim="1023"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8" name="Google Shape;498;p15"/>
          <p:cNvSpPr/>
          <p:nvPr/>
        </p:nvSpPr>
        <p:spPr>
          <a:xfrm>
            <a:off x="2904051" y="1799286"/>
            <a:ext cx="189897" cy="1212476"/>
          </a:xfrm>
          <a:custGeom>
            <a:avLst/>
            <a:gdLst/>
            <a:ahLst/>
            <a:cxnLst/>
            <a:rect l="l" t="t" r="r" b="b"/>
            <a:pathLst>
              <a:path w="3245" h="20719" extrusionOk="0">
                <a:moveTo>
                  <a:pt x="1" y="1"/>
                </a:moveTo>
                <a:lnTo>
                  <a:pt x="1" y="20718"/>
                </a:lnTo>
                <a:lnTo>
                  <a:pt x="3244" y="20718"/>
                </a:lnTo>
                <a:lnTo>
                  <a:pt x="3244" y="1702"/>
                </a:lnTo>
                <a:lnTo>
                  <a:pt x="1880" y="1702"/>
                </a:lnTo>
                <a:lnTo>
                  <a:pt x="1880" y="315"/>
                </a:lnTo>
                <a:cubicBezTo>
                  <a:pt x="1880" y="117"/>
                  <a:pt x="1756" y="3"/>
                  <a:pt x="1623" y="3"/>
                </a:cubicBezTo>
                <a:cubicBezTo>
                  <a:pt x="1490" y="3"/>
                  <a:pt x="1" y="1"/>
                  <a:pt x="1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9" name="Google Shape;499;p15"/>
          <p:cNvSpPr/>
          <p:nvPr/>
        </p:nvSpPr>
        <p:spPr>
          <a:xfrm>
            <a:off x="3275890" y="2421528"/>
            <a:ext cx="251929" cy="53663"/>
          </a:xfrm>
          <a:custGeom>
            <a:avLst/>
            <a:gdLst/>
            <a:ahLst/>
            <a:cxnLst/>
            <a:rect l="l" t="t" r="r" b="b"/>
            <a:pathLst>
              <a:path w="4305" h="917" extrusionOk="0">
                <a:moveTo>
                  <a:pt x="1" y="1"/>
                </a:moveTo>
                <a:lnTo>
                  <a:pt x="1" y="917"/>
                </a:lnTo>
                <a:lnTo>
                  <a:pt x="4304" y="917"/>
                </a:lnTo>
                <a:lnTo>
                  <a:pt x="4304" y="1"/>
                </a:lnTo>
                <a:close/>
              </a:path>
            </a:pathLst>
          </a:custGeom>
          <a:solidFill>
            <a:srgbClr val="2457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0" name="Google Shape;500;p15"/>
          <p:cNvSpPr/>
          <p:nvPr/>
        </p:nvSpPr>
        <p:spPr>
          <a:xfrm>
            <a:off x="3219652" y="2463311"/>
            <a:ext cx="364521" cy="548449"/>
          </a:xfrm>
          <a:custGeom>
            <a:avLst/>
            <a:gdLst/>
            <a:ahLst/>
            <a:cxnLst/>
            <a:rect l="l" t="t" r="r" b="b"/>
            <a:pathLst>
              <a:path w="6229" h="9372" extrusionOk="0">
                <a:moveTo>
                  <a:pt x="0" y="0"/>
                </a:moveTo>
                <a:lnTo>
                  <a:pt x="0" y="9371"/>
                </a:lnTo>
                <a:lnTo>
                  <a:pt x="6228" y="9371"/>
                </a:lnTo>
                <a:lnTo>
                  <a:pt x="6228" y="0"/>
                </a:lnTo>
                <a:close/>
              </a:path>
            </a:pathLst>
          </a:custGeom>
          <a:solidFill>
            <a:srgbClr val="2457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1" name="Google Shape;501;p15"/>
          <p:cNvSpPr/>
          <p:nvPr/>
        </p:nvSpPr>
        <p:spPr>
          <a:xfrm>
            <a:off x="3219652" y="2898699"/>
            <a:ext cx="364521" cy="113061"/>
          </a:xfrm>
          <a:custGeom>
            <a:avLst/>
            <a:gdLst/>
            <a:ahLst/>
            <a:cxnLst/>
            <a:rect l="l" t="t" r="r" b="b"/>
            <a:pathLst>
              <a:path w="6229" h="1932" extrusionOk="0">
                <a:moveTo>
                  <a:pt x="0" y="1"/>
                </a:moveTo>
                <a:lnTo>
                  <a:pt x="0" y="1931"/>
                </a:lnTo>
                <a:lnTo>
                  <a:pt x="6228" y="1931"/>
                </a:lnTo>
                <a:lnTo>
                  <a:pt x="6228" y="1"/>
                </a:lnTo>
                <a:close/>
              </a:path>
            </a:pathLst>
          </a:custGeom>
          <a:solidFill>
            <a:srgbClr val="2C6B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15"/>
          <p:cNvSpPr/>
          <p:nvPr/>
        </p:nvSpPr>
        <p:spPr>
          <a:xfrm>
            <a:off x="3232760" y="2493683"/>
            <a:ext cx="338363" cy="38799"/>
          </a:xfrm>
          <a:custGeom>
            <a:avLst/>
            <a:gdLst/>
            <a:ahLst/>
            <a:cxnLst/>
            <a:rect l="l" t="t" r="r" b="b"/>
            <a:pathLst>
              <a:path w="5782" h="663" extrusionOk="0">
                <a:moveTo>
                  <a:pt x="331" y="1"/>
                </a:moveTo>
                <a:cubicBezTo>
                  <a:pt x="148" y="1"/>
                  <a:pt x="0" y="149"/>
                  <a:pt x="0" y="332"/>
                </a:cubicBezTo>
                <a:cubicBezTo>
                  <a:pt x="0" y="514"/>
                  <a:pt x="148" y="663"/>
                  <a:pt x="331" y="663"/>
                </a:cubicBezTo>
                <a:lnTo>
                  <a:pt x="5450" y="663"/>
                </a:lnTo>
                <a:cubicBezTo>
                  <a:pt x="5633" y="663"/>
                  <a:pt x="5781" y="514"/>
                  <a:pt x="5781" y="332"/>
                </a:cubicBezTo>
                <a:cubicBezTo>
                  <a:pt x="5781" y="149"/>
                  <a:pt x="5633" y="1"/>
                  <a:pt x="54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3" name="Google Shape;503;p15"/>
          <p:cNvSpPr/>
          <p:nvPr/>
        </p:nvSpPr>
        <p:spPr>
          <a:xfrm>
            <a:off x="3232760" y="2549394"/>
            <a:ext cx="338363" cy="38799"/>
          </a:xfrm>
          <a:custGeom>
            <a:avLst/>
            <a:gdLst/>
            <a:ahLst/>
            <a:cxnLst/>
            <a:rect l="l" t="t" r="r" b="b"/>
            <a:pathLst>
              <a:path w="5782" h="663" extrusionOk="0">
                <a:moveTo>
                  <a:pt x="331" y="0"/>
                </a:moveTo>
                <a:cubicBezTo>
                  <a:pt x="148" y="0"/>
                  <a:pt x="0" y="149"/>
                  <a:pt x="0" y="332"/>
                </a:cubicBezTo>
                <a:cubicBezTo>
                  <a:pt x="0" y="514"/>
                  <a:pt x="148" y="662"/>
                  <a:pt x="331" y="662"/>
                </a:cubicBezTo>
                <a:lnTo>
                  <a:pt x="5450" y="662"/>
                </a:lnTo>
                <a:cubicBezTo>
                  <a:pt x="5633" y="662"/>
                  <a:pt x="5781" y="514"/>
                  <a:pt x="5781" y="332"/>
                </a:cubicBezTo>
                <a:cubicBezTo>
                  <a:pt x="5781" y="149"/>
                  <a:pt x="5633" y="0"/>
                  <a:pt x="545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4" name="Google Shape;504;p15"/>
          <p:cNvSpPr/>
          <p:nvPr/>
        </p:nvSpPr>
        <p:spPr>
          <a:xfrm>
            <a:off x="3232760" y="2605046"/>
            <a:ext cx="338363" cy="38799"/>
          </a:xfrm>
          <a:custGeom>
            <a:avLst/>
            <a:gdLst/>
            <a:ahLst/>
            <a:cxnLst/>
            <a:rect l="l" t="t" r="r" b="b"/>
            <a:pathLst>
              <a:path w="5782" h="663" extrusionOk="0">
                <a:moveTo>
                  <a:pt x="331" y="1"/>
                </a:moveTo>
                <a:cubicBezTo>
                  <a:pt x="148" y="1"/>
                  <a:pt x="0" y="149"/>
                  <a:pt x="0" y="332"/>
                </a:cubicBezTo>
                <a:cubicBezTo>
                  <a:pt x="0" y="515"/>
                  <a:pt x="148" y="663"/>
                  <a:pt x="331" y="663"/>
                </a:cubicBezTo>
                <a:lnTo>
                  <a:pt x="5450" y="663"/>
                </a:lnTo>
                <a:cubicBezTo>
                  <a:pt x="5633" y="663"/>
                  <a:pt x="5781" y="515"/>
                  <a:pt x="5781" y="332"/>
                </a:cubicBezTo>
                <a:cubicBezTo>
                  <a:pt x="5781" y="149"/>
                  <a:pt x="5633" y="1"/>
                  <a:pt x="54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5" name="Google Shape;505;p15"/>
          <p:cNvSpPr/>
          <p:nvPr/>
        </p:nvSpPr>
        <p:spPr>
          <a:xfrm>
            <a:off x="3232760" y="2660757"/>
            <a:ext cx="338363" cy="38799"/>
          </a:xfrm>
          <a:custGeom>
            <a:avLst/>
            <a:gdLst/>
            <a:ahLst/>
            <a:cxnLst/>
            <a:rect l="l" t="t" r="r" b="b"/>
            <a:pathLst>
              <a:path w="5782" h="663" extrusionOk="0">
                <a:moveTo>
                  <a:pt x="331" y="1"/>
                </a:moveTo>
                <a:cubicBezTo>
                  <a:pt x="148" y="1"/>
                  <a:pt x="0" y="149"/>
                  <a:pt x="0" y="332"/>
                </a:cubicBezTo>
                <a:cubicBezTo>
                  <a:pt x="0" y="514"/>
                  <a:pt x="148" y="663"/>
                  <a:pt x="331" y="663"/>
                </a:cubicBezTo>
                <a:lnTo>
                  <a:pt x="5450" y="663"/>
                </a:lnTo>
                <a:cubicBezTo>
                  <a:pt x="5633" y="663"/>
                  <a:pt x="5781" y="514"/>
                  <a:pt x="5781" y="332"/>
                </a:cubicBezTo>
                <a:cubicBezTo>
                  <a:pt x="5781" y="149"/>
                  <a:pt x="5633" y="1"/>
                  <a:pt x="54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6" name="Google Shape;506;p15"/>
          <p:cNvSpPr/>
          <p:nvPr/>
        </p:nvSpPr>
        <p:spPr>
          <a:xfrm>
            <a:off x="3232760" y="2716468"/>
            <a:ext cx="338363" cy="38799"/>
          </a:xfrm>
          <a:custGeom>
            <a:avLst/>
            <a:gdLst/>
            <a:ahLst/>
            <a:cxnLst/>
            <a:rect l="l" t="t" r="r" b="b"/>
            <a:pathLst>
              <a:path w="5782" h="663" extrusionOk="0">
                <a:moveTo>
                  <a:pt x="331" y="0"/>
                </a:moveTo>
                <a:cubicBezTo>
                  <a:pt x="148" y="0"/>
                  <a:pt x="0" y="148"/>
                  <a:pt x="0" y="332"/>
                </a:cubicBezTo>
                <a:cubicBezTo>
                  <a:pt x="0" y="514"/>
                  <a:pt x="148" y="662"/>
                  <a:pt x="331" y="662"/>
                </a:cubicBezTo>
                <a:lnTo>
                  <a:pt x="5450" y="662"/>
                </a:lnTo>
                <a:cubicBezTo>
                  <a:pt x="5633" y="662"/>
                  <a:pt x="5781" y="514"/>
                  <a:pt x="5781" y="332"/>
                </a:cubicBezTo>
                <a:cubicBezTo>
                  <a:pt x="5781" y="148"/>
                  <a:pt x="5633" y="0"/>
                  <a:pt x="545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7" name="Google Shape;507;p15"/>
          <p:cNvSpPr/>
          <p:nvPr/>
        </p:nvSpPr>
        <p:spPr>
          <a:xfrm>
            <a:off x="3232760" y="2772120"/>
            <a:ext cx="338363" cy="38799"/>
          </a:xfrm>
          <a:custGeom>
            <a:avLst/>
            <a:gdLst/>
            <a:ahLst/>
            <a:cxnLst/>
            <a:rect l="l" t="t" r="r" b="b"/>
            <a:pathLst>
              <a:path w="5782" h="663" extrusionOk="0">
                <a:moveTo>
                  <a:pt x="331" y="1"/>
                </a:moveTo>
                <a:cubicBezTo>
                  <a:pt x="148" y="1"/>
                  <a:pt x="0" y="149"/>
                  <a:pt x="0" y="332"/>
                </a:cubicBezTo>
                <a:cubicBezTo>
                  <a:pt x="0" y="514"/>
                  <a:pt x="148" y="663"/>
                  <a:pt x="331" y="663"/>
                </a:cubicBezTo>
                <a:lnTo>
                  <a:pt x="5450" y="663"/>
                </a:lnTo>
                <a:cubicBezTo>
                  <a:pt x="5633" y="663"/>
                  <a:pt x="5781" y="514"/>
                  <a:pt x="5781" y="332"/>
                </a:cubicBezTo>
                <a:cubicBezTo>
                  <a:pt x="5781" y="149"/>
                  <a:pt x="5633" y="1"/>
                  <a:pt x="5450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8" name="Google Shape;508;p15"/>
          <p:cNvSpPr/>
          <p:nvPr/>
        </p:nvSpPr>
        <p:spPr>
          <a:xfrm>
            <a:off x="3232760" y="2827831"/>
            <a:ext cx="338363" cy="38799"/>
          </a:xfrm>
          <a:custGeom>
            <a:avLst/>
            <a:gdLst/>
            <a:ahLst/>
            <a:cxnLst/>
            <a:rect l="l" t="t" r="r" b="b"/>
            <a:pathLst>
              <a:path w="5782" h="663" extrusionOk="0">
                <a:moveTo>
                  <a:pt x="331" y="0"/>
                </a:moveTo>
                <a:cubicBezTo>
                  <a:pt x="148" y="0"/>
                  <a:pt x="0" y="149"/>
                  <a:pt x="0" y="332"/>
                </a:cubicBezTo>
                <a:cubicBezTo>
                  <a:pt x="0" y="514"/>
                  <a:pt x="148" y="662"/>
                  <a:pt x="331" y="662"/>
                </a:cubicBezTo>
                <a:lnTo>
                  <a:pt x="5450" y="662"/>
                </a:lnTo>
                <a:cubicBezTo>
                  <a:pt x="5633" y="662"/>
                  <a:pt x="5781" y="514"/>
                  <a:pt x="5781" y="332"/>
                </a:cubicBezTo>
                <a:cubicBezTo>
                  <a:pt x="5781" y="149"/>
                  <a:pt x="5633" y="0"/>
                  <a:pt x="545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9" name="Google Shape;509;p15"/>
          <p:cNvSpPr/>
          <p:nvPr/>
        </p:nvSpPr>
        <p:spPr>
          <a:xfrm>
            <a:off x="3314045" y="2441015"/>
            <a:ext cx="175619" cy="462776"/>
          </a:xfrm>
          <a:custGeom>
            <a:avLst/>
            <a:gdLst/>
            <a:ahLst/>
            <a:cxnLst/>
            <a:rect l="l" t="t" r="r" b="b"/>
            <a:pathLst>
              <a:path w="3001" h="7908" extrusionOk="0">
                <a:moveTo>
                  <a:pt x="1" y="0"/>
                </a:moveTo>
                <a:lnTo>
                  <a:pt x="1" y="7908"/>
                </a:lnTo>
                <a:lnTo>
                  <a:pt x="3001" y="7908"/>
                </a:lnTo>
                <a:lnTo>
                  <a:pt x="3001" y="0"/>
                </a:lnTo>
                <a:close/>
              </a:path>
            </a:pathLst>
          </a:custGeom>
          <a:solidFill>
            <a:srgbClr val="2C6B8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0" name="Google Shape;510;p15"/>
          <p:cNvSpPr/>
          <p:nvPr/>
        </p:nvSpPr>
        <p:spPr>
          <a:xfrm>
            <a:off x="3309071" y="2435924"/>
            <a:ext cx="185567" cy="472900"/>
          </a:xfrm>
          <a:custGeom>
            <a:avLst/>
            <a:gdLst/>
            <a:ahLst/>
            <a:cxnLst/>
            <a:rect l="l" t="t" r="r" b="b"/>
            <a:pathLst>
              <a:path w="3171" h="8081" extrusionOk="0">
                <a:moveTo>
                  <a:pt x="2999" y="173"/>
                </a:moveTo>
                <a:lnTo>
                  <a:pt x="2999" y="7909"/>
                </a:lnTo>
                <a:lnTo>
                  <a:pt x="173" y="7909"/>
                </a:lnTo>
                <a:lnTo>
                  <a:pt x="173" y="173"/>
                </a:lnTo>
                <a:close/>
                <a:moveTo>
                  <a:pt x="1" y="0"/>
                </a:moveTo>
                <a:lnTo>
                  <a:pt x="1" y="173"/>
                </a:lnTo>
                <a:lnTo>
                  <a:pt x="1" y="7909"/>
                </a:lnTo>
                <a:lnTo>
                  <a:pt x="1" y="8081"/>
                </a:lnTo>
                <a:lnTo>
                  <a:pt x="3171" y="8081"/>
                </a:lnTo>
                <a:lnTo>
                  <a:pt x="3171" y="7909"/>
                </a:lnTo>
                <a:lnTo>
                  <a:pt x="3171" y="173"/>
                </a:lnTo>
                <a:lnTo>
                  <a:pt x="3171" y="0"/>
                </a:lnTo>
                <a:close/>
              </a:path>
            </a:pathLst>
          </a:custGeom>
          <a:solidFill>
            <a:srgbClr val="2457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1" name="Google Shape;511;p15"/>
          <p:cNvSpPr/>
          <p:nvPr/>
        </p:nvSpPr>
        <p:spPr>
          <a:xfrm>
            <a:off x="3319136" y="2478468"/>
            <a:ext cx="165378" cy="38974"/>
          </a:xfrm>
          <a:custGeom>
            <a:avLst/>
            <a:gdLst/>
            <a:ahLst/>
            <a:cxnLst/>
            <a:rect l="l" t="t" r="r" b="b"/>
            <a:pathLst>
              <a:path w="2826" h="666" extrusionOk="0">
                <a:moveTo>
                  <a:pt x="1" y="1"/>
                </a:moveTo>
                <a:lnTo>
                  <a:pt x="1" y="665"/>
                </a:lnTo>
                <a:lnTo>
                  <a:pt x="2826" y="665"/>
                </a:lnTo>
                <a:lnTo>
                  <a:pt x="282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2" name="Google Shape;512;p15"/>
          <p:cNvSpPr/>
          <p:nvPr/>
        </p:nvSpPr>
        <p:spPr>
          <a:xfrm>
            <a:off x="3319136" y="2534178"/>
            <a:ext cx="165378" cy="38916"/>
          </a:xfrm>
          <a:custGeom>
            <a:avLst/>
            <a:gdLst/>
            <a:ahLst/>
            <a:cxnLst/>
            <a:rect l="l" t="t" r="r" b="b"/>
            <a:pathLst>
              <a:path w="2826" h="665" extrusionOk="0">
                <a:moveTo>
                  <a:pt x="1" y="1"/>
                </a:moveTo>
                <a:lnTo>
                  <a:pt x="1" y="665"/>
                </a:lnTo>
                <a:lnTo>
                  <a:pt x="2826" y="665"/>
                </a:lnTo>
                <a:lnTo>
                  <a:pt x="282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3" name="Google Shape;513;p15"/>
          <p:cNvSpPr/>
          <p:nvPr/>
        </p:nvSpPr>
        <p:spPr>
          <a:xfrm>
            <a:off x="3319136" y="2589889"/>
            <a:ext cx="165378" cy="38916"/>
          </a:xfrm>
          <a:custGeom>
            <a:avLst/>
            <a:gdLst/>
            <a:ahLst/>
            <a:cxnLst/>
            <a:rect l="l" t="t" r="r" b="b"/>
            <a:pathLst>
              <a:path w="2826" h="665" extrusionOk="0">
                <a:moveTo>
                  <a:pt x="1" y="0"/>
                </a:moveTo>
                <a:lnTo>
                  <a:pt x="1" y="664"/>
                </a:lnTo>
                <a:lnTo>
                  <a:pt x="2826" y="664"/>
                </a:lnTo>
                <a:lnTo>
                  <a:pt x="282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4" name="Google Shape;514;p15"/>
          <p:cNvSpPr/>
          <p:nvPr/>
        </p:nvSpPr>
        <p:spPr>
          <a:xfrm>
            <a:off x="3319136" y="2645542"/>
            <a:ext cx="165378" cy="38916"/>
          </a:xfrm>
          <a:custGeom>
            <a:avLst/>
            <a:gdLst/>
            <a:ahLst/>
            <a:cxnLst/>
            <a:rect l="l" t="t" r="r" b="b"/>
            <a:pathLst>
              <a:path w="2826" h="665" extrusionOk="0">
                <a:moveTo>
                  <a:pt x="1" y="1"/>
                </a:moveTo>
                <a:lnTo>
                  <a:pt x="1" y="665"/>
                </a:lnTo>
                <a:lnTo>
                  <a:pt x="2826" y="665"/>
                </a:lnTo>
                <a:lnTo>
                  <a:pt x="282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15"/>
          <p:cNvSpPr/>
          <p:nvPr/>
        </p:nvSpPr>
        <p:spPr>
          <a:xfrm>
            <a:off x="3319136" y="2701253"/>
            <a:ext cx="165378" cy="38916"/>
          </a:xfrm>
          <a:custGeom>
            <a:avLst/>
            <a:gdLst/>
            <a:ahLst/>
            <a:cxnLst/>
            <a:rect l="l" t="t" r="r" b="b"/>
            <a:pathLst>
              <a:path w="2826" h="665" extrusionOk="0">
                <a:moveTo>
                  <a:pt x="1" y="0"/>
                </a:moveTo>
                <a:lnTo>
                  <a:pt x="1" y="664"/>
                </a:lnTo>
                <a:lnTo>
                  <a:pt x="2826" y="664"/>
                </a:lnTo>
                <a:lnTo>
                  <a:pt x="282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6" name="Google Shape;516;p15"/>
          <p:cNvSpPr/>
          <p:nvPr/>
        </p:nvSpPr>
        <p:spPr>
          <a:xfrm>
            <a:off x="3319136" y="2756905"/>
            <a:ext cx="165378" cy="38916"/>
          </a:xfrm>
          <a:custGeom>
            <a:avLst/>
            <a:gdLst/>
            <a:ahLst/>
            <a:cxnLst/>
            <a:rect l="l" t="t" r="r" b="b"/>
            <a:pathLst>
              <a:path w="2826" h="665" extrusionOk="0">
                <a:moveTo>
                  <a:pt x="1" y="1"/>
                </a:moveTo>
                <a:lnTo>
                  <a:pt x="1" y="665"/>
                </a:lnTo>
                <a:lnTo>
                  <a:pt x="2826" y="665"/>
                </a:lnTo>
                <a:lnTo>
                  <a:pt x="282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7" name="Google Shape;517;p15"/>
          <p:cNvSpPr/>
          <p:nvPr/>
        </p:nvSpPr>
        <p:spPr>
          <a:xfrm>
            <a:off x="3319136" y="2812616"/>
            <a:ext cx="165378" cy="38916"/>
          </a:xfrm>
          <a:custGeom>
            <a:avLst/>
            <a:gdLst/>
            <a:ahLst/>
            <a:cxnLst/>
            <a:rect l="l" t="t" r="r" b="b"/>
            <a:pathLst>
              <a:path w="2826" h="665" extrusionOk="0">
                <a:moveTo>
                  <a:pt x="1" y="0"/>
                </a:moveTo>
                <a:lnTo>
                  <a:pt x="1" y="664"/>
                </a:lnTo>
                <a:lnTo>
                  <a:pt x="2826" y="664"/>
                </a:lnTo>
                <a:lnTo>
                  <a:pt x="282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8" name="Google Shape;518;p15"/>
          <p:cNvSpPr/>
          <p:nvPr/>
        </p:nvSpPr>
        <p:spPr>
          <a:xfrm>
            <a:off x="3300585" y="2898699"/>
            <a:ext cx="202538" cy="113061"/>
          </a:xfrm>
          <a:custGeom>
            <a:avLst/>
            <a:gdLst/>
            <a:ahLst/>
            <a:cxnLst/>
            <a:rect l="l" t="t" r="r" b="b"/>
            <a:pathLst>
              <a:path w="3461" h="1932" extrusionOk="0">
                <a:moveTo>
                  <a:pt x="0" y="1"/>
                </a:moveTo>
                <a:lnTo>
                  <a:pt x="0" y="1931"/>
                </a:lnTo>
                <a:lnTo>
                  <a:pt x="3461" y="1931"/>
                </a:lnTo>
                <a:lnTo>
                  <a:pt x="3461" y="1"/>
                </a:lnTo>
                <a:close/>
              </a:path>
            </a:pathLst>
          </a:custGeom>
          <a:solidFill>
            <a:srgbClr val="3789B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9" name="Google Shape;519;p15"/>
          <p:cNvSpPr/>
          <p:nvPr/>
        </p:nvSpPr>
        <p:spPr>
          <a:xfrm>
            <a:off x="3364548" y="2950079"/>
            <a:ext cx="74730" cy="61680"/>
          </a:xfrm>
          <a:custGeom>
            <a:avLst/>
            <a:gdLst/>
            <a:ahLst/>
            <a:cxnLst/>
            <a:rect l="l" t="t" r="r" b="b"/>
            <a:pathLst>
              <a:path w="1277" h="1054" extrusionOk="0">
                <a:moveTo>
                  <a:pt x="0" y="1"/>
                </a:moveTo>
                <a:lnTo>
                  <a:pt x="0" y="1053"/>
                </a:lnTo>
                <a:lnTo>
                  <a:pt x="1276" y="1053"/>
                </a:lnTo>
                <a:lnTo>
                  <a:pt x="1276" y="1"/>
                </a:lnTo>
                <a:close/>
              </a:path>
            </a:pathLst>
          </a:custGeom>
          <a:solidFill>
            <a:srgbClr val="2457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15"/>
          <p:cNvSpPr/>
          <p:nvPr/>
        </p:nvSpPr>
        <p:spPr>
          <a:xfrm>
            <a:off x="3401884" y="2418309"/>
            <a:ext cx="182231" cy="593451"/>
          </a:xfrm>
          <a:custGeom>
            <a:avLst/>
            <a:gdLst/>
            <a:ahLst/>
            <a:cxnLst/>
            <a:rect l="l" t="t" r="r" b="b"/>
            <a:pathLst>
              <a:path w="3114" h="10141" extrusionOk="0">
                <a:moveTo>
                  <a:pt x="1" y="1"/>
                </a:moveTo>
                <a:lnTo>
                  <a:pt x="1" y="10140"/>
                </a:lnTo>
                <a:lnTo>
                  <a:pt x="3113" y="10140"/>
                </a:lnTo>
                <a:lnTo>
                  <a:pt x="3113" y="769"/>
                </a:lnTo>
                <a:lnTo>
                  <a:pt x="2134" y="769"/>
                </a:lnTo>
                <a:lnTo>
                  <a:pt x="2151" y="56"/>
                </a:lnTo>
                <a:lnTo>
                  <a:pt x="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15"/>
          <p:cNvSpPr/>
          <p:nvPr/>
        </p:nvSpPr>
        <p:spPr>
          <a:xfrm>
            <a:off x="4082300" y="2516857"/>
            <a:ext cx="192414" cy="132606"/>
          </a:xfrm>
          <a:custGeom>
            <a:avLst/>
            <a:gdLst/>
            <a:ahLst/>
            <a:cxnLst/>
            <a:rect l="l" t="t" r="r" b="b"/>
            <a:pathLst>
              <a:path w="3288" h="2266" extrusionOk="0">
                <a:moveTo>
                  <a:pt x="1644" y="1"/>
                </a:moveTo>
                <a:cubicBezTo>
                  <a:pt x="736" y="1"/>
                  <a:pt x="0" y="508"/>
                  <a:pt x="0" y="1132"/>
                </a:cubicBezTo>
                <a:cubicBezTo>
                  <a:pt x="0" y="1758"/>
                  <a:pt x="736" y="2265"/>
                  <a:pt x="1644" y="2265"/>
                </a:cubicBezTo>
                <a:cubicBezTo>
                  <a:pt x="2552" y="2265"/>
                  <a:pt x="3288" y="1758"/>
                  <a:pt x="3288" y="1132"/>
                </a:cubicBezTo>
                <a:cubicBezTo>
                  <a:pt x="3288" y="508"/>
                  <a:pt x="2552" y="1"/>
                  <a:pt x="1644" y="1"/>
                </a:cubicBezTo>
                <a:close/>
              </a:path>
            </a:pathLst>
          </a:custGeom>
          <a:solidFill>
            <a:srgbClr val="4C90C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15"/>
          <p:cNvSpPr/>
          <p:nvPr/>
        </p:nvSpPr>
        <p:spPr>
          <a:xfrm>
            <a:off x="3813984" y="2735019"/>
            <a:ext cx="460728" cy="278848"/>
          </a:xfrm>
          <a:custGeom>
            <a:avLst/>
            <a:gdLst/>
            <a:ahLst/>
            <a:cxnLst/>
            <a:rect l="l" t="t" r="r" b="b"/>
            <a:pathLst>
              <a:path w="7873" h="4765" extrusionOk="0">
                <a:moveTo>
                  <a:pt x="0" y="0"/>
                </a:moveTo>
                <a:lnTo>
                  <a:pt x="0" y="4764"/>
                </a:lnTo>
                <a:lnTo>
                  <a:pt x="7873" y="4764"/>
                </a:lnTo>
                <a:lnTo>
                  <a:pt x="78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3" name="Google Shape;523;p15"/>
          <p:cNvSpPr/>
          <p:nvPr/>
        </p:nvSpPr>
        <p:spPr>
          <a:xfrm>
            <a:off x="4082300" y="2583101"/>
            <a:ext cx="192414" cy="430766"/>
          </a:xfrm>
          <a:custGeom>
            <a:avLst/>
            <a:gdLst/>
            <a:ahLst/>
            <a:cxnLst/>
            <a:rect l="l" t="t" r="r" b="b"/>
            <a:pathLst>
              <a:path w="3288" h="7361" extrusionOk="0">
                <a:moveTo>
                  <a:pt x="0" y="0"/>
                </a:moveTo>
                <a:lnTo>
                  <a:pt x="0" y="7360"/>
                </a:lnTo>
                <a:lnTo>
                  <a:pt x="3288" y="7360"/>
                </a:lnTo>
                <a:lnTo>
                  <a:pt x="328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4" name="Google Shape;524;p15"/>
          <p:cNvSpPr/>
          <p:nvPr/>
        </p:nvSpPr>
        <p:spPr>
          <a:xfrm>
            <a:off x="4106352" y="2611425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0"/>
                </a:moveTo>
                <a:lnTo>
                  <a:pt x="0" y="565"/>
                </a:lnTo>
                <a:lnTo>
                  <a:pt x="565" y="565"/>
                </a:lnTo>
                <a:lnTo>
                  <a:pt x="56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5" name="Google Shape;525;p15"/>
          <p:cNvSpPr/>
          <p:nvPr/>
        </p:nvSpPr>
        <p:spPr>
          <a:xfrm>
            <a:off x="4161829" y="2611425"/>
            <a:ext cx="33181" cy="33122"/>
          </a:xfrm>
          <a:custGeom>
            <a:avLst/>
            <a:gdLst/>
            <a:ahLst/>
            <a:cxnLst/>
            <a:rect l="l" t="t" r="r" b="b"/>
            <a:pathLst>
              <a:path w="567" h="566" extrusionOk="0">
                <a:moveTo>
                  <a:pt x="1" y="0"/>
                </a:moveTo>
                <a:lnTo>
                  <a:pt x="1" y="565"/>
                </a:lnTo>
                <a:lnTo>
                  <a:pt x="567" y="565"/>
                </a:lnTo>
                <a:lnTo>
                  <a:pt x="56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6" name="Google Shape;526;p15"/>
          <p:cNvSpPr/>
          <p:nvPr/>
        </p:nvSpPr>
        <p:spPr>
          <a:xfrm>
            <a:off x="4217482" y="2611425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0"/>
                </a:moveTo>
                <a:lnTo>
                  <a:pt x="0" y="565"/>
                </a:lnTo>
                <a:lnTo>
                  <a:pt x="565" y="565"/>
                </a:lnTo>
                <a:lnTo>
                  <a:pt x="565" y="0"/>
                </a:ln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7" name="Google Shape;527;p15"/>
          <p:cNvSpPr/>
          <p:nvPr/>
        </p:nvSpPr>
        <p:spPr>
          <a:xfrm>
            <a:off x="4106352" y="2663800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1"/>
                </a:moveTo>
                <a:lnTo>
                  <a:pt x="0" y="566"/>
                </a:lnTo>
                <a:lnTo>
                  <a:pt x="565" y="566"/>
                </a:lnTo>
                <a:lnTo>
                  <a:pt x="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8" name="Google Shape;528;p15"/>
          <p:cNvSpPr/>
          <p:nvPr/>
        </p:nvSpPr>
        <p:spPr>
          <a:xfrm>
            <a:off x="4161829" y="2663800"/>
            <a:ext cx="33181" cy="33122"/>
          </a:xfrm>
          <a:custGeom>
            <a:avLst/>
            <a:gdLst/>
            <a:ahLst/>
            <a:cxnLst/>
            <a:rect l="l" t="t" r="r" b="b"/>
            <a:pathLst>
              <a:path w="567" h="566" extrusionOk="0">
                <a:moveTo>
                  <a:pt x="1" y="1"/>
                </a:moveTo>
                <a:lnTo>
                  <a:pt x="1" y="566"/>
                </a:lnTo>
                <a:lnTo>
                  <a:pt x="567" y="566"/>
                </a:lnTo>
                <a:lnTo>
                  <a:pt x="56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15"/>
          <p:cNvSpPr/>
          <p:nvPr/>
        </p:nvSpPr>
        <p:spPr>
          <a:xfrm>
            <a:off x="4217482" y="2663800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1"/>
                </a:moveTo>
                <a:lnTo>
                  <a:pt x="0" y="566"/>
                </a:lnTo>
                <a:lnTo>
                  <a:pt x="565" y="566"/>
                </a:lnTo>
                <a:lnTo>
                  <a:pt x="565" y="1"/>
                </a:ln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0" name="Google Shape;530;p15"/>
          <p:cNvSpPr/>
          <p:nvPr/>
        </p:nvSpPr>
        <p:spPr>
          <a:xfrm>
            <a:off x="4106352" y="2714186"/>
            <a:ext cx="33122" cy="33181"/>
          </a:xfrm>
          <a:custGeom>
            <a:avLst/>
            <a:gdLst/>
            <a:ahLst/>
            <a:cxnLst/>
            <a:rect l="l" t="t" r="r" b="b"/>
            <a:pathLst>
              <a:path w="566" h="567" extrusionOk="0">
                <a:moveTo>
                  <a:pt x="0" y="0"/>
                </a:moveTo>
                <a:lnTo>
                  <a:pt x="0" y="566"/>
                </a:lnTo>
                <a:lnTo>
                  <a:pt x="565" y="566"/>
                </a:lnTo>
                <a:lnTo>
                  <a:pt x="56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1" name="Google Shape;531;p15"/>
          <p:cNvSpPr/>
          <p:nvPr/>
        </p:nvSpPr>
        <p:spPr>
          <a:xfrm>
            <a:off x="4161829" y="2714186"/>
            <a:ext cx="33181" cy="33181"/>
          </a:xfrm>
          <a:custGeom>
            <a:avLst/>
            <a:gdLst/>
            <a:ahLst/>
            <a:cxnLst/>
            <a:rect l="l" t="t" r="r" b="b"/>
            <a:pathLst>
              <a:path w="567" h="567" extrusionOk="0">
                <a:moveTo>
                  <a:pt x="1" y="0"/>
                </a:moveTo>
                <a:lnTo>
                  <a:pt x="1" y="566"/>
                </a:lnTo>
                <a:lnTo>
                  <a:pt x="567" y="566"/>
                </a:lnTo>
                <a:lnTo>
                  <a:pt x="56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2" name="Google Shape;532;p15"/>
          <p:cNvSpPr/>
          <p:nvPr/>
        </p:nvSpPr>
        <p:spPr>
          <a:xfrm>
            <a:off x="4217482" y="2714186"/>
            <a:ext cx="33122" cy="33181"/>
          </a:xfrm>
          <a:custGeom>
            <a:avLst/>
            <a:gdLst/>
            <a:ahLst/>
            <a:cxnLst/>
            <a:rect l="l" t="t" r="r" b="b"/>
            <a:pathLst>
              <a:path w="566" h="567" extrusionOk="0">
                <a:moveTo>
                  <a:pt x="0" y="0"/>
                </a:moveTo>
                <a:lnTo>
                  <a:pt x="0" y="566"/>
                </a:lnTo>
                <a:lnTo>
                  <a:pt x="565" y="566"/>
                </a:lnTo>
                <a:lnTo>
                  <a:pt x="565" y="0"/>
                </a:ln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3" name="Google Shape;533;p15"/>
          <p:cNvSpPr/>
          <p:nvPr/>
        </p:nvSpPr>
        <p:spPr>
          <a:xfrm>
            <a:off x="4106352" y="2764630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1"/>
                </a:moveTo>
                <a:lnTo>
                  <a:pt x="0" y="566"/>
                </a:lnTo>
                <a:lnTo>
                  <a:pt x="565" y="566"/>
                </a:lnTo>
                <a:lnTo>
                  <a:pt x="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4" name="Google Shape;534;p15"/>
          <p:cNvSpPr/>
          <p:nvPr/>
        </p:nvSpPr>
        <p:spPr>
          <a:xfrm>
            <a:off x="4161829" y="2764630"/>
            <a:ext cx="33181" cy="33122"/>
          </a:xfrm>
          <a:custGeom>
            <a:avLst/>
            <a:gdLst/>
            <a:ahLst/>
            <a:cxnLst/>
            <a:rect l="l" t="t" r="r" b="b"/>
            <a:pathLst>
              <a:path w="567" h="566" extrusionOk="0">
                <a:moveTo>
                  <a:pt x="1" y="1"/>
                </a:moveTo>
                <a:lnTo>
                  <a:pt x="1" y="566"/>
                </a:lnTo>
                <a:lnTo>
                  <a:pt x="567" y="566"/>
                </a:lnTo>
                <a:lnTo>
                  <a:pt x="56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5" name="Google Shape;535;p15"/>
          <p:cNvSpPr/>
          <p:nvPr/>
        </p:nvSpPr>
        <p:spPr>
          <a:xfrm>
            <a:off x="3831599" y="2770774"/>
            <a:ext cx="236772" cy="20833"/>
          </a:xfrm>
          <a:custGeom>
            <a:avLst/>
            <a:gdLst/>
            <a:ahLst/>
            <a:cxnLst/>
            <a:rect l="l" t="t" r="r" b="b"/>
            <a:pathLst>
              <a:path w="4046" h="356" extrusionOk="0">
                <a:moveTo>
                  <a:pt x="0" y="0"/>
                </a:moveTo>
                <a:lnTo>
                  <a:pt x="0" y="355"/>
                </a:lnTo>
                <a:lnTo>
                  <a:pt x="4046" y="355"/>
                </a:lnTo>
                <a:lnTo>
                  <a:pt x="404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6" name="Google Shape;536;p15"/>
          <p:cNvSpPr/>
          <p:nvPr/>
        </p:nvSpPr>
        <p:spPr>
          <a:xfrm>
            <a:off x="3831599" y="2821219"/>
            <a:ext cx="236772" cy="20775"/>
          </a:xfrm>
          <a:custGeom>
            <a:avLst/>
            <a:gdLst/>
            <a:ahLst/>
            <a:cxnLst/>
            <a:rect l="l" t="t" r="r" b="b"/>
            <a:pathLst>
              <a:path w="4046" h="355" extrusionOk="0">
                <a:moveTo>
                  <a:pt x="0" y="1"/>
                </a:moveTo>
                <a:lnTo>
                  <a:pt x="0" y="355"/>
                </a:lnTo>
                <a:lnTo>
                  <a:pt x="4046" y="355"/>
                </a:lnTo>
                <a:lnTo>
                  <a:pt x="404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7" name="Google Shape;537;p15"/>
          <p:cNvSpPr/>
          <p:nvPr/>
        </p:nvSpPr>
        <p:spPr>
          <a:xfrm>
            <a:off x="3831599" y="2871604"/>
            <a:ext cx="236772" cy="20775"/>
          </a:xfrm>
          <a:custGeom>
            <a:avLst/>
            <a:gdLst/>
            <a:ahLst/>
            <a:cxnLst/>
            <a:rect l="l" t="t" r="r" b="b"/>
            <a:pathLst>
              <a:path w="4046" h="355" extrusionOk="0">
                <a:moveTo>
                  <a:pt x="0" y="0"/>
                </a:moveTo>
                <a:lnTo>
                  <a:pt x="0" y="354"/>
                </a:lnTo>
                <a:lnTo>
                  <a:pt x="4046" y="354"/>
                </a:lnTo>
                <a:lnTo>
                  <a:pt x="404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8" name="Google Shape;538;p15"/>
          <p:cNvSpPr/>
          <p:nvPr/>
        </p:nvSpPr>
        <p:spPr>
          <a:xfrm>
            <a:off x="3831599" y="2921990"/>
            <a:ext cx="236772" cy="20833"/>
          </a:xfrm>
          <a:custGeom>
            <a:avLst/>
            <a:gdLst/>
            <a:ahLst/>
            <a:cxnLst/>
            <a:rect l="l" t="t" r="r" b="b"/>
            <a:pathLst>
              <a:path w="4046" h="356" extrusionOk="0">
                <a:moveTo>
                  <a:pt x="0" y="1"/>
                </a:moveTo>
                <a:lnTo>
                  <a:pt x="0" y="356"/>
                </a:lnTo>
                <a:lnTo>
                  <a:pt x="4046" y="356"/>
                </a:lnTo>
                <a:lnTo>
                  <a:pt x="404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9" name="Google Shape;539;p15"/>
          <p:cNvSpPr/>
          <p:nvPr/>
        </p:nvSpPr>
        <p:spPr>
          <a:xfrm>
            <a:off x="4217482" y="2764630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1"/>
                </a:moveTo>
                <a:lnTo>
                  <a:pt x="0" y="566"/>
                </a:lnTo>
                <a:lnTo>
                  <a:pt x="565" y="566"/>
                </a:lnTo>
                <a:lnTo>
                  <a:pt x="565" y="1"/>
                </a:ln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0" name="Google Shape;540;p15"/>
          <p:cNvSpPr/>
          <p:nvPr/>
        </p:nvSpPr>
        <p:spPr>
          <a:xfrm>
            <a:off x="4106352" y="2815015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0"/>
                </a:moveTo>
                <a:lnTo>
                  <a:pt x="0" y="565"/>
                </a:lnTo>
                <a:lnTo>
                  <a:pt x="565" y="565"/>
                </a:lnTo>
                <a:lnTo>
                  <a:pt x="56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1" name="Google Shape;541;p15"/>
          <p:cNvSpPr/>
          <p:nvPr/>
        </p:nvSpPr>
        <p:spPr>
          <a:xfrm>
            <a:off x="4161829" y="2815015"/>
            <a:ext cx="33181" cy="33122"/>
          </a:xfrm>
          <a:custGeom>
            <a:avLst/>
            <a:gdLst/>
            <a:ahLst/>
            <a:cxnLst/>
            <a:rect l="l" t="t" r="r" b="b"/>
            <a:pathLst>
              <a:path w="567" h="566" extrusionOk="0">
                <a:moveTo>
                  <a:pt x="1" y="0"/>
                </a:moveTo>
                <a:lnTo>
                  <a:pt x="1" y="565"/>
                </a:lnTo>
                <a:lnTo>
                  <a:pt x="567" y="565"/>
                </a:lnTo>
                <a:lnTo>
                  <a:pt x="56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2" name="Google Shape;542;p15"/>
          <p:cNvSpPr/>
          <p:nvPr/>
        </p:nvSpPr>
        <p:spPr>
          <a:xfrm>
            <a:off x="4217482" y="2815015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0"/>
                </a:moveTo>
                <a:lnTo>
                  <a:pt x="0" y="565"/>
                </a:lnTo>
                <a:lnTo>
                  <a:pt x="565" y="565"/>
                </a:lnTo>
                <a:lnTo>
                  <a:pt x="565" y="0"/>
                </a:ln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3" name="Google Shape;543;p15"/>
          <p:cNvSpPr/>
          <p:nvPr/>
        </p:nvSpPr>
        <p:spPr>
          <a:xfrm>
            <a:off x="4106352" y="2865460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1"/>
                </a:moveTo>
                <a:lnTo>
                  <a:pt x="0" y="566"/>
                </a:lnTo>
                <a:lnTo>
                  <a:pt x="565" y="566"/>
                </a:lnTo>
                <a:lnTo>
                  <a:pt x="56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4" name="Google Shape;544;p15"/>
          <p:cNvSpPr/>
          <p:nvPr/>
        </p:nvSpPr>
        <p:spPr>
          <a:xfrm>
            <a:off x="4161829" y="2865460"/>
            <a:ext cx="33181" cy="33122"/>
          </a:xfrm>
          <a:custGeom>
            <a:avLst/>
            <a:gdLst/>
            <a:ahLst/>
            <a:cxnLst/>
            <a:rect l="l" t="t" r="r" b="b"/>
            <a:pathLst>
              <a:path w="567" h="566" extrusionOk="0">
                <a:moveTo>
                  <a:pt x="1" y="1"/>
                </a:moveTo>
                <a:lnTo>
                  <a:pt x="1" y="566"/>
                </a:lnTo>
                <a:lnTo>
                  <a:pt x="567" y="566"/>
                </a:lnTo>
                <a:lnTo>
                  <a:pt x="567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15"/>
          <p:cNvSpPr/>
          <p:nvPr/>
        </p:nvSpPr>
        <p:spPr>
          <a:xfrm>
            <a:off x="4217482" y="2865460"/>
            <a:ext cx="33122" cy="33122"/>
          </a:xfrm>
          <a:custGeom>
            <a:avLst/>
            <a:gdLst/>
            <a:ahLst/>
            <a:cxnLst/>
            <a:rect l="l" t="t" r="r" b="b"/>
            <a:pathLst>
              <a:path w="566" h="566" extrusionOk="0">
                <a:moveTo>
                  <a:pt x="0" y="1"/>
                </a:moveTo>
                <a:lnTo>
                  <a:pt x="0" y="566"/>
                </a:lnTo>
                <a:lnTo>
                  <a:pt x="565" y="566"/>
                </a:lnTo>
                <a:lnTo>
                  <a:pt x="565" y="1"/>
                </a:ln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6" name="Google Shape;546;p15"/>
          <p:cNvSpPr/>
          <p:nvPr/>
        </p:nvSpPr>
        <p:spPr>
          <a:xfrm>
            <a:off x="4106352" y="2915904"/>
            <a:ext cx="33122" cy="33181"/>
          </a:xfrm>
          <a:custGeom>
            <a:avLst/>
            <a:gdLst/>
            <a:ahLst/>
            <a:cxnLst/>
            <a:rect l="l" t="t" r="r" b="b"/>
            <a:pathLst>
              <a:path w="566" h="567" extrusionOk="0">
                <a:moveTo>
                  <a:pt x="0" y="0"/>
                </a:moveTo>
                <a:lnTo>
                  <a:pt x="0" y="566"/>
                </a:lnTo>
                <a:lnTo>
                  <a:pt x="565" y="566"/>
                </a:lnTo>
                <a:lnTo>
                  <a:pt x="56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7" name="Google Shape;547;p15"/>
          <p:cNvSpPr/>
          <p:nvPr/>
        </p:nvSpPr>
        <p:spPr>
          <a:xfrm>
            <a:off x="4161829" y="2915904"/>
            <a:ext cx="33181" cy="33181"/>
          </a:xfrm>
          <a:custGeom>
            <a:avLst/>
            <a:gdLst/>
            <a:ahLst/>
            <a:cxnLst/>
            <a:rect l="l" t="t" r="r" b="b"/>
            <a:pathLst>
              <a:path w="567" h="567" extrusionOk="0">
                <a:moveTo>
                  <a:pt x="1" y="0"/>
                </a:moveTo>
                <a:lnTo>
                  <a:pt x="1" y="566"/>
                </a:lnTo>
                <a:lnTo>
                  <a:pt x="567" y="566"/>
                </a:lnTo>
                <a:lnTo>
                  <a:pt x="56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8" name="Google Shape;548;p15"/>
          <p:cNvSpPr/>
          <p:nvPr/>
        </p:nvSpPr>
        <p:spPr>
          <a:xfrm>
            <a:off x="4217482" y="2915904"/>
            <a:ext cx="33122" cy="33181"/>
          </a:xfrm>
          <a:custGeom>
            <a:avLst/>
            <a:gdLst/>
            <a:ahLst/>
            <a:cxnLst/>
            <a:rect l="l" t="t" r="r" b="b"/>
            <a:pathLst>
              <a:path w="566" h="567" extrusionOk="0">
                <a:moveTo>
                  <a:pt x="0" y="0"/>
                </a:moveTo>
                <a:lnTo>
                  <a:pt x="0" y="566"/>
                </a:lnTo>
                <a:lnTo>
                  <a:pt x="565" y="566"/>
                </a:lnTo>
                <a:lnTo>
                  <a:pt x="565" y="0"/>
                </a:lnTo>
                <a:close/>
              </a:path>
            </a:pathLst>
          </a:custGeom>
          <a:solidFill>
            <a:srgbClr val="71E5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9" name="Google Shape;549;p15"/>
          <p:cNvSpPr/>
          <p:nvPr/>
        </p:nvSpPr>
        <p:spPr>
          <a:xfrm>
            <a:off x="3911362" y="2967050"/>
            <a:ext cx="64606" cy="46875"/>
          </a:xfrm>
          <a:custGeom>
            <a:avLst/>
            <a:gdLst/>
            <a:ahLst/>
            <a:cxnLst/>
            <a:rect l="l" t="t" r="r" b="b"/>
            <a:pathLst>
              <a:path w="1104" h="801" extrusionOk="0">
                <a:moveTo>
                  <a:pt x="1" y="0"/>
                </a:moveTo>
                <a:lnTo>
                  <a:pt x="1" y="800"/>
                </a:lnTo>
                <a:lnTo>
                  <a:pt x="1104" y="800"/>
                </a:lnTo>
                <a:lnTo>
                  <a:pt x="110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0" name="Google Shape;550;p15"/>
          <p:cNvSpPr/>
          <p:nvPr/>
        </p:nvSpPr>
        <p:spPr>
          <a:xfrm>
            <a:off x="4161829" y="2967050"/>
            <a:ext cx="33181" cy="46875"/>
          </a:xfrm>
          <a:custGeom>
            <a:avLst/>
            <a:gdLst/>
            <a:ahLst/>
            <a:cxnLst/>
            <a:rect l="l" t="t" r="r" b="b"/>
            <a:pathLst>
              <a:path w="567" h="801" extrusionOk="0">
                <a:moveTo>
                  <a:pt x="1" y="0"/>
                </a:moveTo>
                <a:lnTo>
                  <a:pt x="1" y="800"/>
                </a:lnTo>
                <a:lnTo>
                  <a:pt x="567" y="800"/>
                </a:lnTo>
                <a:lnTo>
                  <a:pt x="56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1" name="Google Shape;551;p15"/>
          <p:cNvSpPr/>
          <p:nvPr/>
        </p:nvSpPr>
        <p:spPr>
          <a:xfrm>
            <a:off x="4068372" y="2574791"/>
            <a:ext cx="216465" cy="17732"/>
          </a:xfrm>
          <a:custGeom>
            <a:avLst/>
            <a:gdLst/>
            <a:ahLst/>
            <a:cxnLst/>
            <a:rect l="l" t="t" r="r" b="b"/>
            <a:pathLst>
              <a:path w="3699" h="303" extrusionOk="0">
                <a:moveTo>
                  <a:pt x="3551" y="0"/>
                </a:moveTo>
                <a:cubicBezTo>
                  <a:pt x="3550" y="0"/>
                  <a:pt x="3548" y="0"/>
                  <a:pt x="3547" y="0"/>
                </a:cubicBezTo>
                <a:lnTo>
                  <a:pt x="151" y="0"/>
                </a:lnTo>
                <a:cubicBezTo>
                  <a:pt x="68" y="0"/>
                  <a:pt x="1" y="68"/>
                  <a:pt x="1" y="151"/>
                </a:cubicBezTo>
                <a:cubicBezTo>
                  <a:pt x="1" y="234"/>
                  <a:pt x="68" y="302"/>
                  <a:pt x="151" y="302"/>
                </a:cubicBezTo>
                <a:lnTo>
                  <a:pt x="3547" y="302"/>
                </a:lnTo>
                <a:cubicBezTo>
                  <a:pt x="3630" y="302"/>
                  <a:pt x="3699" y="234"/>
                  <a:pt x="3699" y="151"/>
                </a:cubicBezTo>
                <a:cubicBezTo>
                  <a:pt x="3699" y="68"/>
                  <a:pt x="3632" y="0"/>
                  <a:pt x="3551" y="0"/>
                </a:cubicBezTo>
                <a:close/>
              </a:path>
            </a:pathLst>
          </a:custGeom>
          <a:solidFill>
            <a:srgbClr val="0E3B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2" name="Google Shape;552;p15"/>
          <p:cNvSpPr/>
          <p:nvPr/>
        </p:nvSpPr>
        <p:spPr>
          <a:xfrm>
            <a:off x="4176693" y="2516857"/>
            <a:ext cx="108203" cy="497069"/>
          </a:xfrm>
          <a:custGeom>
            <a:avLst/>
            <a:gdLst/>
            <a:ahLst/>
            <a:cxnLst/>
            <a:rect l="l" t="t" r="r" b="b"/>
            <a:pathLst>
              <a:path w="1849" h="8494" extrusionOk="0">
                <a:moveTo>
                  <a:pt x="32" y="1"/>
                </a:moveTo>
                <a:cubicBezTo>
                  <a:pt x="21" y="1"/>
                  <a:pt x="11" y="3"/>
                  <a:pt x="1" y="3"/>
                </a:cubicBezTo>
                <a:lnTo>
                  <a:pt x="1" y="8493"/>
                </a:lnTo>
                <a:lnTo>
                  <a:pt x="1676" y="8493"/>
                </a:lnTo>
                <a:lnTo>
                  <a:pt x="1676" y="1293"/>
                </a:lnTo>
                <a:lnTo>
                  <a:pt x="1697" y="1293"/>
                </a:lnTo>
                <a:cubicBezTo>
                  <a:pt x="1781" y="1293"/>
                  <a:pt x="1849" y="1226"/>
                  <a:pt x="1849" y="1142"/>
                </a:cubicBezTo>
                <a:cubicBezTo>
                  <a:pt x="1848" y="1057"/>
                  <a:pt x="1779" y="988"/>
                  <a:pt x="1696" y="988"/>
                </a:cubicBezTo>
                <a:lnTo>
                  <a:pt x="1660" y="988"/>
                </a:lnTo>
                <a:cubicBezTo>
                  <a:pt x="1557" y="433"/>
                  <a:pt x="868" y="1"/>
                  <a:pt x="32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p15"/>
          <p:cNvSpPr/>
          <p:nvPr/>
        </p:nvSpPr>
        <p:spPr>
          <a:xfrm>
            <a:off x="4412296" y="2682526"/>
            <a:ext cx="121780" cy="15976"/>
          </a:xfrm>
          <a:custGeom>
            <a:avLst/>
            <a:gdLst/>
            <a:ahLst/>
            <a:cxnLst/>
            <a:rect l="l" t="t" r="r" b="b"/>
            <a:pathLst>
              <a:path w="2081" h="273" extrusionOk="0">
                <a:moveTo>
                  <a:pt x="1949" y="1"/>
                </a:moveTo>
                <a:cubicBezTo>
                  <a:pt x="1947" y="1"/>
                  <a:pt x="1946" y="1"/>
                  <a:pt x="1945" y="1"/>
                </a:cubicBezTo>
                <a:lnTo>
                  <a:pt x="136" y="1"/>
                </a:lnTo>
                <a:cubicBezTo>
                  <a:pt x="61" y="1"/>
                  <a:pt x="1" y="60"/>
                  <a:pt x="1" y="136"/>
                </a:cubicBezTo>
                <a:cubicBezTo>
                  <a:pt x="1" y="211"/>
                  <a:pt x="60" y="272"/>
                  <a:pt x="136" y="272"/>
                </a:cubicBezTo>
                <a:lnTo>
                  <a:pt x="1945" y="272"/>
                </a:lnTo>
                <a:cubicBezTo>
                  <a:pt x="2019" y="272"/>
                  <a:pt x="2080" y="212"/>
                  <a:pt x="2080" y="136"/>
                </a:cubicBezTo>
                <a:cubicBezTo>
                  <a:pt x="2080" y="62"/>
                  <a:pt x="2021" y="1"/>
                  <a:pt x="1949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4" name="Google Shape;554;p15"/>
          <p:cNvSpPr/>
          <p:nvPr/>
        </p:nvSpPr>
        <p:spPr>
          <a:xfrm>
            <a:off x="4392341" y="2693411"/>
            <a:ext cx="161983" cy="315774"/>
          </a:xfrm>
          <a:custGeom>
            <a:avLst/>
            <a:gdLst/>
            <a:ahLst/>
            <a:cxnLst/>
            <a:rect l="l" t="t" r="r" b="b"/>
            <a:pathLst>
              <a:path w="2768" h="5396" extrusionOk="0">
                <a:moveTo>
                  <a:pt x="0" y="0"/>
                </a:moveTo>
                <a:lnTo>
                  <a:pt x="0" y="5395"/>
                </a:lnTo>
                <a:lnTo>
                  <a:pt x="2768" y="5395"/>
                </a:lnTo>
                <a:lnTo>
                  <a:pt x="276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5" name="Google Shape;555;p15"/>
          <p:cNvSpPr/>
          <p:nvPr/>
        </p:nvSpPr>
        <p:spPr>
          <a:xfrm>
            <a:off x="4412179" y="2719862"/>
            <a:ext cx="20541" cy="20541"/>
          </a:xfrm>
          <a:custGeom>
            <a:avLst/>
            <a:gdLst/>
            <a:ahLst/>
            <a:cxnLst/>
            <a:rect l="l" t="t" r="r" b="b"/>
            <a:pathLst>
              <a:path w="351" h="351" extrusionOk="0">
                <a:moveTo>
                  <a:pt x="3" y="0"/>
                </a:moveTo>
                <a:cubicBezTo>
                  <a:pt x="1" y="0"/>
                  <a:pt x="1" y="2"/>
                  <a:pt x="1" y="2"/>
                </a:cubicBezTo>
                <a:lnTo>
                  <a:pt x="1" y="348"/>
                </a:lnTo>
                <a:cubicBezTo>
                  <a:pt x="1" y="350"/>
                  <a:pt x="3" y="350"/>
                  <a:pt x="3" y="350"/>
                </a:cubicBezTo>
                <a:lnTo>
                  <a:pt x="349" y="350"/>
                </a:lnTo>
                <a:lnTo>
                  <a:pt x="351" y="2"/>
                </a:lnTo>
                <a:cubicBezTo>
                  <a:pt x="351" y="0"/>
                  <a:pt x="349" y="0"/>
                  <a:pt x="34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6" name="Google Shape;556;p15"/>
          <p:cNvSpPr/>
          <p:nvPr/>
        </p:nvSpPr>
        <p:spPr>
          <a:xfrm>
            <a:off x="4446179" y="2719862"/>
            <a:ext cx="20423" cy="20541"/>
          </a:xfrm>
          <a:custGeom>
            <a:avLst/>
            <a:gdLst/>
            <a:ahLst/>
            <a:cxnLst/>
            <a:rect l="l" t="t" r="r" b="b"/>
            <a:pathLst>
              <a:path w="349" h="351" extrusionOk="0">
                <a:moveTo>
                  <a:pt x="1" y="0"/>
                </a:moveTo>
                <a:cubicBezTo>
                  <a:pt x="0" y="0"/>
                  <a:pt x="0" y="2"/>
                  <a:pt x="0" y="2"/>
                </a:cubicBezTo>
                <a:lnTo>
                  <a:pt x="0" y="348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0"/>
                  <a:pt x="348" y="0"/>
                  <a:pt x="3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7" name="Google Shape;557;p15"/>
          <p:cNvSpPr/>
          <p:nvPr/>
        </p:nvSpPr>
        <p:spPr>
          <a:xfrm>
            <a:off x="4480063" y="2719862"/>
            <a:ext cx="20482" cy="20541"/>
          </a:xfrm>
          <a:custGeom>
            <a:avLst/>
            <a:gdLst/>
            <a:ahLst/>
            <a:cxnLst/>
            <a:rect l="l" t="t" r="r" b="b"/>
            <a:pathLst>
              <a:path w="350" h="351" extrusionOk="0">
                <a:moveTo>
                  <a:pt x="1" y="0"/>
                </a:moveTo>
                <a:cubicBezTo>
                  <a:pt x="0" y="0"/>
                  <a:pt x="0" y="2"/>
                  <a:pt x="0" y="2"/>
                </a:cubicBezTo>
                <a:lnTo>
                  <a:pt x="0" y="348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0"/>
                  <a:pt x="348" y="0"/>
                  <a:pt x="3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8" name="Google Shape;558;p15"/>
          <p:cNvSpPr/>
          <p:nvPr/>
        </p:nvSpPr>
        <p:spPr>
          <a:xfrm>
            <a:off x="4513946" y="2719862"/>
            <a:ext cx="20482" cy="20541"/>
          </a:xfrm>
          <a:custGeom>
            <a:avLst/>
            <a:gdLst/>
            <a:ahLst/>
            <a:cxnLst/>
            <a:rect l="l" t="t" r="r" b="b"/>
            <a:pathLst>
              <a:path w="350" h="351" extrusionOk="0">
                <a:moveTo>
                  <a:pt x="1" y="0"/>
                </a:moveTo>
                <a:cubicBezTo>
                  <a:pt x="0" y="0"/>
                  <a:pt x="0" y="2"/>
                  <a:pt x="0" y="2"/>
                </a:cubicBezTo>
                <a:lnTo>
                  <a:pt x="0" y="348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0"/>
                  <a:pt x="348" y="0"/>
                  <a:pt x="3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9" name="Google Shape;559;p15"/>
          <p:cNvSpPr/>
          <p:nvPr/>
        </p:nvSpPr>
        <p:spPr>
          <a:xfrm>
            <a:off x="4412179" y="2754389"/>
            <a:ext cx="20541" cy="20482"/>
          </a:xfrm>
          <a:custGeom>
            <a:avLst/>
            <a:gdLst/>
            <a:ahLst/>
            <a:cxnLst/>
            <a:rect l="l" t="t" r="r" b="b"/>
            <a:pathLst>
              <a:path w="351" h="350" extrusionOk="0">
                <a:moveTo>
                  <a:pt x="3" y="1"/>
                </a:moveTo>
                <a:cubicBezTo>
                  <a:pt x="1" y="1"/>
                  <a:pt x="1" y="2"/>
                  <a:pt x="1" y="2"/>
                </a:cubicBezTo>
                <a:lnTo>
                  <a:pt x="1" y="349"/>
                </a:lnTo>
                <a:cubicBezTo>
                  <a:pt x="1" y="350"/>
                  <a:pt x="3" y="350"/>
                  <a:pt x="3" y="350"/>
                </a:cubicBezTo>
                <a:lnTo>
                  <a:pt x="349" y="350"/>
                </a:lnTo>
                <a:lnTo>
                  <a:pt x="351" y="2"/>
                </a:lnTo>
                <a:cubicBezTo>
                  <a:pt x="351" y="1"/>
                  <a:pt x="349" y="1"/>
                  <a:pt x="34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0" name="Google Shape;560;p15"/>
          <p:cNvSpPr/>
          <p:nvPr/>
        </p:nvSpPr>
        <p:spPr>
          <a:xfrm>
            <a:off x="4446179" y="2754389"/>
            <a:ext cx="20423" cy="20482"/>
          </a:xfrm>
          <a:custGeom>
            <a:avLst/>
            <a:gdLst/>
            <a:ahLst/>
            <a:cxnLst/>
            <a:rect l="l" t="t" r="r" b="b"/>
            <a:pathLst>
              <a:path w="349" h="350" extrusionOk="0">
                <a:moveTo>
                  <a:pt x="1" y="1"/>
                </a:moveTo>
                <a:cubicBezTo>
                  <a:pt x="0" y="1"/>
                  <a:pt x="0" y="2"/>
                  <a:pt x="0" y="2"/>
                </a:cubicBezTo>
                <a:lnTo>
                  <a:pt x="0" y="349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1"/>
                  <a:pt x="348" y="1"/>
                  <a:pt x="3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15"/>
          <p:cNvSpPr/>
          <p:nvPr/>
        </p:nvSpPr>
        <p:spPr>
          <a:xfrm>
            <a:off x="4480063" y="2754389"/>
            <a:ext cx="20482" cy="20482"/>
          </a:xfrm>
          <a:custGeom>
            <a:avLst/>
            <a:gdLst/>
            <a:ahLst/>
            <a:cxnLst/>
            <a:rect l="l" t="t" r="r" b="b"/>
            <a:pathLst>
              <a:path w="350" h="350" extrusionOk="0">
                <a:moveTo>
                  <a:pt x="1" y="1"/>
                </a:moveTo>
                <a:cubicBezTo>
                  <a:pt x="0" y="1"/>
                  <a:pt x="0" y="2"/>
                  <a:pt x="0" y="2"/>
                </a:cubicBezTo>
                <a:lnTo>
                  <a:pt x="0" y="349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1"/>
                  <a:pt x="348" y="1"/>
                  <a:pt x="3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2" name="Google Shape;562;p15"/>
          <p:cNvSpPr/>
          <p:nvPr/>
        </p:nvSpPr>
        <p:spPr>
          <a:xfrm>
            <a:off x="4513946" y="2754389"/>
            <a:ext cx="20482" cy="20482"/>
          </a:xfrm>
          <a:custGeom>
            <a:avLst/>
            <a:gdLst/>
            <a:ahLst/>
            <a:cxnLst/>
            <a:rect l="l" t="t" r="r" b="b"/>
            <a:pathLst>
              <a:path w="350" h="350" extrusionOk="0">
                <a:moveTo>
                  <a:pt x="1" y="1"/>
                </a:moveTo>
                <a:cubicBezTo>
                  <a:pt x="0" y="1"/>
                  <a:pt x="0" y="2"/>
                  <a:pt x="0" y="2"/>
                </a:cubicBezTo>
                <a:lnTo>
                  <a:pt x="0" y="349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1"/>
                  <a:pt x="348" y="1"/>
                  <a:pt x="3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3" name="Google Shape;563;p15"/>
          <p:cNvSpPr/>
          <p:nvPr/>
        </p:nvSpPr>
        <p:spPr>
          <a:xfrm>
            <a:off x="4412179" y="2788974"/>
            <a:ext cx="20541" cy="20482"/>
          </a:xfrm>
          <a:custGeom>
            <a:avLst/>
            <a:gdLst/>
            <a:ahLst/>
            <a:cxnLst/>
            <a:rect l="l" t="t" r="r" b="b"/>
            <a:pathLst>
              <a:path w="351" h="350" extrusionOk="0">
                <a:moveTo>
                  <a:pt x="3" y="0"/>
                </a:moveTo>
                <a:cubicBezTo>
                  <a:pt x="1" y="0"/>
                  <a:pt x="1" y="1"/>
                  <a:pt x="1" y="1"/>
                </a:cubicBezTo>
                <a:lnTo>
                  <a:pt x="1" y="348"/>
                </a:lnTo>
                <a:cubicBezTo>
                  <a:pt x="1" y="349"/>
                  <a:pt x="3" y="349"/>
                  <a:pt x="3" y="349"/>
                </a:cubicBezTo>
                <a:lnTo>
                  <a:pt x="349" y="349"/>
                </a:lnTo>
                <a:lnTo>
                  <a:pt x="351" y="1"/>
                </a:lnTo>
                <a:cubicBezTo>
                  <a:pt x="351" y="0"/>
                  <a:pt x="349" y="0"/>
                  <a:pt x="349" y="0"/>
                </a:cubicBezTo>
                <a:close/>
                <a:moveTo>
                  <a:pt x="350" y="349"/>
                </a:moveTo>
                <a:cubicBezTo>
                  <a:pt x="350" y="349"/>
                  <a:pt x="349" y="349"/>
                  <a:pt x="349" y="349"/>
                </a:cubicBezTo>
                <a:cubicBezTo>
                  <a:pt x="350" y="349"/>
                  <a:pt x="351" y="349"/>
                  <a:pt x="350" y="34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4" name="Google Shape;564;p15"/>
          <p:cNvSpPr/>
          <p:nvPr/>
        </p:nvSpPr>
        <p:spPr>
          <a:xfrm>
            <a:off x="4446179" y="2788974"/>
            <a:ext cx="20423" cy="20482"/>
          </a:xfrm>
          <a:custGeom>
            <a:avLst/>
            <a:gdLst/>
            <a:ahLst/>
            <a:cxnLst/>
            <a:rect l="l" t="t" r="r" b="b"/>
            <a:pathLst>
              <a:path w="349" h="350" extrusionOk="0">
                <a:moveTo>
                  <a:pt x="1" y="0"/>
                </a:moveTo>
                <a:cubicBezTo>
                  <a:pt x="0" y="0"/>
                  <a:pt x="0" y="1"/>
                  <a:pt x="0" y="1"/>
                </a:cubicBezTo>
                <a:lnTo>
                  <a:pt x="0" y="348"/>
                </a:lnTo>
                <a:cubicBezTo>
                  <a:pt x="0" y="349"/>
                  <a:pt x="1" y="349"/>
                  <a:pt x="1" y="349"/>
                </a:cubicBezTo>
                <a:lnTo>
                  <a:pt x="348" y="349"/>
                </a:lnTo>
                <a:lnTo>
                  <a:pt x="349" y="1"/>
                </a:lnTo>
                <a:cubicBezTo>
                  <a:pt x="349" y="0"/>
                  <a:pt x="348" y="0"/>
                  <a:pt x="348" y="0"/>
                </a:cubicBezTo>
                <a:close/>
                <a:moveTo>
                  <a:pt x="349" y="349"/>
                </a:moveTo>
                <a:lnTo>
                  <a:pt x="349" y="349"/>
                </a:lnTo>
                <a:cubicBezTo>
                  <a:pt x="348" y="349"/>
                  <a:pt x="348" y="349"/>
                  <a:pt x="348" y="349"/>
                </a:cubicBezTo>
                <a:cubicBezTo>
                  <a:pt x="349" y="349"/>
                  <a:pt x="349" y="349"/>
                  <a:pt x="349" y="34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5" name="Google Shape;565;p15"/>
          <p:cNvSpPr/>
          <p:nvPr/>
        </p:nvSpPr>
        <p:spPr>
          <a:xfrm>
            <a:off x="4480063" y="2788974"/>
            <a:ext cx="20482" cy="20482"/>
          </a:xfrm>
          <a:custGeom>
            <a:avLst/>
            <a:gdLst/>
            <a:ahLst/>
            <a:cxnLst/>
            <a:rect l="l" t="t" r="r" b="b"/>
            <a:pathLst>
              <a:path w="350" h="350" extrusionOk="0">
                <a:moveTo>
                  <a:pt x="1" y="0"/>
                </a:moveTo>
                <a:cubicBezTo>
                  <a:pt x="0" y="0"/>
                  <a:pt x="0" y="1"/>
                  <a:pt x="0" y="1"/>
                </a:cubicBezTo>
                <a:lnTo>
                  <a:pt x="0" y="348"/>
                </a:lnTo>
                <a:cubicBezTo>
                  <a:pt x="0" y="349"/>
                  <a:pt x="1" y="349"/>
                  <a:pt x="1" y="349"/>
                </a:cubicBezTo>
                <a:lnTo>
                  <a:pt x="348" y="349"/>
                </a:lnTo>
                <a:lnTo>
                  <a:pt x="349" y="1"/>
                </a:lnTo>
                <a:cubicBezTo>
                  <a:pt x="349" y="0"/>
                  <a:pt x="348" y="0"/>
                  <a:pt x="348" y="0"/>
                </a:cubicBezTo>
                <a:close/>
                <a:moveTo>
                  <a:pt x="349" y="349"/>
                </a:moveTo>
                <a:lnTo>
                  <a:pt x="349" y="349"/>
                </a:lnTo>
                <a:cubicBezTo>
                  <a:pt x="349" y="349"/>
                  <a:pt x="348" y="349"/>
                  <a:pt x="348" y="349"/>
                </a:cubicBezTo>
                <a:cubicBezTo>
                  <a:pt x="349" y="349"/>
                  <a:pt x="349" y="349"/>
                  <a:pt x="349" y="34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6" name="Google Shape;566;p15"/>
          <p:cNvSpPr/>
          <p:nvPr/>
        </p:nvSpPr>
        <p:spPr>
          <a:xfrm>
            <a:off x="4513946" y="2788974"/>
            <a:ext cx="20482" cy="20482"/>
          </a:xfrm>
          <a:custGeom>
            <a:avLst/>
            <a:gdLst/>
            <a:ahLst/>
            <a:cxnLst/>
            <a:rect l="l" t="t" r="r" b="b"/>
            <a:pathLst>
              <a:path w="350" h="350" extrusionOk="0">
                <a:moveTo>
                  <a:pt x="1" y="0"/>
                </a:moveTo>
                <a:cubicBezTo>
                  <a:pt x="0" y="0"/>
                  <a:pt x="0" y="1"/>
                  <a:pt x="0" y="1"/>
                </a:cubicBezTo>
                <a:lnTo>
                  <a:pt x="0" y="348"/>
                </a:lnTo>
                <a:cubicBezTo>
                  <a:pt x="0" y="349"/>
                  <a:pt x="1" y="349"/>
                  <a:pt x="1" y="349"/>
                </a:cubicBezTo>
                <a:lnTo>
                  <a:pt x="348" y="349"/>
                </a:lnTo>
                <a:lnTo>
                  <a:pt x="349" y="1"/>
                </a:lnTo>
                <a:cubicBezTo>
                  <a:pt x="349" y="0"/>
                  <a:pt x="348" y="0"/>
                  <a:pt x="348" y="0"/>
                </a:cubicBezTo>
                <a:close/>
                <a:moveTo>
                  <a:pt x="349" y="349"/>
                </a:moveTo>
                <a:lnTo>
                  <a:pt x="349" y="349"/>
                </a:lnTo>
                <a:cubicBezTo>
                  <a:pt x="349" y="349"/>
                  <a:pt x="349" y="349"/>
                  <a:pt x="348" y="349"/>
                </a:cubicBezTo>
                <a:cubicBezTo>
                  <a:pt x="349" y="349"/>
                  <a:pt x="349" y="349"/>
                  <a:pt x="349" y="349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7" name="Google Shape;567;p15"/>
          <p:cNvSpPr/>
          <p:nvPr/>
        </p:nvSpPr>
        <p:spPr>
          <a:xfrm>
            <a:off x="4412179" y="2823442"/>
            <a:ext cx="20541" cy="20541"/>
          </a:xfrm>
          <a:custGeom>
            <a:avLst/>
            <a:gdLst/>
            <a:ahLst/>
            <a:cxnLst/>
            <a:rect l="l" t="t" r="r" b="b"/>
            <a:pathLst>
              <a:path w="351" h="351" extrusionOk="0">
                <a:moveTo>
                  <a:pt x="3" y="1"/>
                </a:moveTo>
                <a:cubicBezTo>
                  <a:pt x="1" y="1"/>
                  <a:pt x="1" y="3"/>
                  <a:pt x="1" y="3"/>
                </a:cubicBezTo>
                <a:lnTo>
                  <a:pt x="1" y="348"/>
                </a:lnTo>
                <a:cubicBezTo>
                  <a:pt x="1" y="350"/>
                  <a:pt x="3" y="350"/>
                  <a:pt x="3" y="350"/>
                </a:cubicBezTo>
                <a:lnTo>
                  <a:pt x="349" y="350"/>
                </a:lnTo>
                <a:lnTo>
                  <a:pt x="351" y="3"/>
                </a:lnTo>
                <a:cubicBezTo>
                  <a:pt x="351" y="1"/>
                  <a:pt x="349" y="1"/>
                  <a:pt x="349" y="1"/>
                </a:cubicBezTo>
                <a:close/>
                <a:moveTo>
                  <a:pt x="350" y="350"/>
                </a:moveTo>
                <a:cubicBezTo>
                  <a:pt x="350" y="350"/>
                  <a:pt x="349" y="350"/>
                  <a:pt x="349" y="350"/>
                </a:cubicBezTo>
                <a:cubicBezTo>
                  <a:pt x="350" y="350"/>
                  <a:pt x="351" y="350"/>
                  <a:pt x="350" y="3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8" name="Google Shape;568;p15"/>
          <p:cNvSpPr/>
          <p:nvPr/>
        </p:nvSpPr>
        <p:spPr>
          <a:xfrm>
            <a:off x="4446179" y="2823442"/>
            <a:ext cx="20423" cy="20541"/>
          </a:xfrm>
          <a:custGeom>
            <a:avLst/>
            <a:gdLst/>
            <a:ahLst/>
            <a:cxnLst/>
            <a:rect l="l" t="t" r="r" b="b"/>
            <a:pathLst>
              <a:path w="349" h="351" extrusionOk="0">
                <a:moveTo>
                  <a:pt x="1" y="1"/>
                </a:moveTo>
                <a:cubicBezTo>
                  <a:pt x="0" y="1"/>
                  <a:pt x="0" y="3"/>
                  <a:pt x="0" y="3"/>
                </a:cubicBezTo>
                <a:lnTo>
                  <a:pt x="0" y="348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3"/>
                </a:lnTo>
                <a:cubicBezTo>
                  <a:pt x="349" y="1"/>
                  <a:pt x="348" y="1"/>
                  <a:pt x="348" y="1"/>
                </a:cubicBezTo>
                <a:close/>
                <a:moveTo>
                  <a:pt x="349" y="350"/>
                </a:moveTo>
                <a:lnTo>
                  <a:pt x="349" y="350"/>
                </a:lnTo>
                <a:cubicBezTo>
                  <a:pt x="348" y="350"/>
                  <a:pt x="348" y="350"/>
                  <a:pt x="348" y="350"/>
                </a:cubicBezTo>
                <a:cubicBezTo>
                  <a:pt x="349" y="350"/>
                  <a:pt x="349" y="350"/>
                  <a:pt x="349" y="3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9" name="Google Shape;569;p15"/>
          <p:cNvSpPr/>
          <p:nvPr/>
        </p:nvSpPr>
        <p:spPr>
          <a:xfrm>
            <a:off x="4480063" y="2823442"/>
            <a:ext cx="20482" cy="20541"/>
          </a:xfrm>
          <a:custGeom>
            <a:avLst/>
            <a:gdLst/>
            <a:ahLst/>
            <a:cxnLst/>
            <a:rect l="l" t="t" r="r" b="b"/>
            <a:pathLst>
              <a:path w="350" h="351" extrusionOk="0">
                <a:moveTo>
                  <a:pt x="1" y="1"/>
                </a:moveTo>
                <a:cubicBezTo>
                  <a:pt x="0" y="1"/>
                  <a:pt x="0" y="3"/>
                  <a:pt x="0" y="3"/>
                </a:cubicBezTo>
                <a:lnTo>
                  <a:pt x="0" y="348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3"/>
                </a:lnTo>
                <a:cubicBezTo>
                  <a:pt x="349" y="1"/>
                  <a:pt x="348" y="1"/>
                  <a:pt x="348" y="1"/>
                </a:cubicBezTo>
                <a:close/>
                <a:moveTo>
                  <a:pt x="349" y="350"/>
                </a:moveTo>
                <a:lnTo>
                  <a:pt x="349" y="350"/>
                </a:lnTo>
                <a:cubicBezTo>
                  <a:pt x="349" y="350"/>
                  <a:pt x="348" y="350"/>
                  <a:pt x="348" y="350"/>
                </a:cubicBezTo>
                <a:cubicBezTo>
                  <a:pt x="349" y="350"/>
                  <a:pt x="349" y="350"/>
                  <a:pt x="349" y="3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0" name="Google Shape;570;p15"/>
          <p:cNvSpPr/>
          <p:nvPr/>
        </p:nvSpPr>
        <p:spPr>
          <a:xfrm>
            <a:off x="4513946" y="2823442"/>
            <a:ext cx="20482" cy="20541"/>
          </a:xfrm>
          <a:custGeom>
            <a:avLst/>
            <a:gdLst/>
            <a:ahLst/>
            <a:cxnLst/>
            <a:rect l="l" t="t" r="r" b="b"/>
            <a:pathLst>
              <a:path w="350" h="351" extrusionOk="0">
                <a:moveTo>
                  <a:pt x="1" y="1"/>
                </a:moveTo>
                <a:cubicBezTo>
                  <a:pt x="0" y="1"/>
                  <a:pt x="0" y="3"/>
                  <a:pt x="0" y="3"/>
                </a:cubicBezTo>
                <a:lnTo>
                  <a:pt x="0" y="348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3"/>
                </a:lnTo>
                <a:cubicBezTo>
                  <a:pt x="349" y="1"/>
                  <a:pt x="348" y="1"/>
                  <a:pt x="348" y="1"/>
                </a:cubicBezTo>
                <a:close/>
                <a:moveTo>
                  <a:pt x="349" y="350"/>
                </a:moveTo>
                <a:lnTo>
                  <a:pt x="349" y="350"/>
                </a:lnTo>
                <a:cubicBezTo>
                  <a:pt x="349" y="350"/>
                  <a:pt x="349" y="350"/>
                  <a:pt x="348" y="350"/>
                </a:cubicBezTo>
                <a:cubicBezTo>
                  <a:pt x="349" y="350"/>
                  <a:pt x="349" y="350"/>
                  <a:pt x="349" y="3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1" name="Google Shape;571;p15"/>
          <p:cNvSpPr/>
          <p:nvPr/>
        </p:nvSpPr>
        <p:spPr>
          <a:xfrm>
            <a:off x="4412179" y="2857969"/>
            <a:ext cx="20541" cy="20482"/>
          </a:xfrm>
          <a:custGeom>
            <a:avLst/>
            <a:gdLst/>
            <a:ahLst/>
            <a:cxnLst/>
            <a:rect l="l" t="t" r="r" b="b"/>
            <a:pathLst>
              <a:path w="351" h="350" extrusionOk="0">
                <a:moveTo>
                  <a:pt x="3" y="1"/>
                </a:moveTo>
                <a:cubicBezTo>
                  <a:pt x="1" y="1"/>
                  <a:pt x="1" y="2"/>
                  <a:pt x="1" y="2"/>
                </a:cubicBezTo>
                <a:lnTo>
                  <a:pt x="1" y="349"/>
                </a:lnTo>
                <a:cubicBezTo>
                  <a:pt x="1" y="350"/>
                  <a:pt x="3" y="350"/>
                  <a:pt x="3" y="350"/>
                </a:cubicBezTo>
                <a:lnTo>
                  <a:pt x="349" y="350"/>
                </a:lnTo>
                <a:lnTo>
                  <a:pt x="351" y="2"/>
                </a:lnTo>
                <a:cubicBezTo>
                  <a:pt x="351" y="1"/>
                  <a:pt x="349" y="1"/>
                  <a:pt x="349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2" name="Google Shape;572;p15"/>
          <p:cNvSpPr/>
          <p:nvPr/>
        </p:nvSpPr>
        <p:spPr>
          <a:xfrm>
            <a:off x="4446179" y="2857969"/>
            <a:ext cx="20423" cy="20482"/>
          </a:xfrm>
          <a:custGeom>
            <a:avLst/>
            <a:gdLst/>
            <a:ahLst/>
            <a:cxnLst/>
            <a:rect l="l" t="t" r="r" b="b"/>
            <a:pathLst>
              <a:path w="349" h="350" extrusionOk="0">
                <a:moveTo>
                  <a:pt x="1" y="1"/>
                </a:moveTo>
                <a:cubicBezTo>
                  <a:pt x="0" y="1"/>
                  <a:pt x="0" y="2"/>
                  <a:pt x="0" y="2"/>
                </a:cubicBezTo>
                <a:lnTo>
                  <a:pt x="0" y="349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1"/>
                  <a:pt x="348" y="1"/>
                  <a:pt x="3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15"/>
          <p:cNvSpPr/>
          <p:nvPr/>
        </p:nvSpPr>
        <p:spPr>
          <a:xfrm>
            <a:off x="4480063" y="2857969"/>
            <a:ext cx="20482" cy="20482"/>
          </a:xfrm>
          <a:custGeom>
            <a:avLst/>
            <a:gdLst/>
            <a:ahLst/>
            <a:cxnLst/>
            <a:rect l="l" t="t" r="r" b="b"/>
            <a:pathLst>
              <a:path w="350" h="350" extrusionOk="0">
                <a:moveTo>
                  <a:pt x="1" y="1"/>
                </a:moveTo>
                <a:cubicBezTo>
                  <a:pt x="0" y="1"/>
                  <a:pt x="0" y="2"/>
                  <a:pt x="0" y="2"/>
                </a:cubicBezTo>
                <a:lnTo>
                  <a:pt x="0" y="349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1"/>
                  <a:pt x="348" y="1"/>
                  <a:pt x="3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15"/>
          <p:cNvSpPr/>
          <p:nvPr/>
        </p:nvSpPr>
        <p:spPr>
          <a:xfrm>
            <a:off x="4513946" y="2857969"/>
            <a:ext cx="20482" cy="20482"/>
          </a:xfrm>
          <a:custGeom>
            <a:avLst/>
            <a:gdLst/>
            <a:ahLst/>
            <a:cxnLst/>
            <a:rect l="l" t="t" r="r" b="b"/>
            <a:pathLst>
              <a:path w="350" h="350" extrusionOk="0">
                <a:moveTo>
                  <a:pt x="1" y="1"/>
                </a:moveTo>
                <a:cubicBezTo>
                  <a:pt x="0" y="1"/>
                  <a:pt x="0" y="2"/>
                  <a:pt x="0" y="2"/>
                </a:cubicBezTo>
                <a:lnTo>
                  <a:pt x="0" y="349"/>
                </a:lnTo>
                <a:cubicBezTo>
                  <a:pt x="0" y="350"/>
                  <a:pt x="1" y="350"/>
                  <a:pt x="1" y="350"/>
                </a:cubicBezTo>
                <a:lnTo>
                  <a:pt x="348" y="350"/>
                </a:lnTo>
                <a:lnTo>
                  <a:pt x="349" y="2"/>
                </a:lnTo>
                <a:cubicBezTo>
                  <a:pt x="349" y="1"/>
                  <a:pt x="348" y="1"/>
                  <a:pt x="348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5" name="Google Shape;575;p15"/>
          <p:cNvSpPr/>
          <p:nvPr/>
        </p:nvSpPr>
        <p:spPr>
          <a:xfrm>
            <a:off x="4412179" y="2892496"/>
            <a:ext cx="20541" cy="20482"/>
          </a:xfrm>
          <a:custGeom>
            <a:avLst/>
            <a:gdLst/>
            <a:ahLst/>
            <a:cxnLst/>
            <a:rect l="l" t="t" r="r" b="b"/>
            <a:pathLst>
              <a:path w="351" h="350" extrusionOk="0">
                <a:moveTo>
                  <a:pt x="3" y="0"/>
                </a:moveTo>
                <a:cubicBezTo>
                  <a:pt x="1" y="0"/>
                  <a:pt x="1" y="1"/>
                  <a:pt x="1" y="1"/>
                </a:cubicBezTo>
                <a:lnTo>
                  <a:pt x="1" y="348"/>
                </a:lnTo>
                <a:cubicBezTo>
                  <a:pt x="1" y="349"/>
                  <a:pt x="3" y="349"/>
                  <a:pt x="3" y="349"/>
                </a:cubicBezTo>
                <a:lnTo>
                  <a:pt x="349" y="349"/>
                </a:lnTo>
                <a:lnTo>
                  <a:pt x="351" y="1"/>
                </a:lnTo>
                <a:cubicBezTo>
                  <a:pt x="351" y="0"/>
                  <a:pt x="349" y="0"/>
                  <a:pt x="349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6" name="Google Shape;576;p15"/>
          <p:cNvSpPr/>
          <p:nvPr/>
        </p:nvSpPr>
        <p:spPr>
          <a:xfrm>
            <a:off x="4446179" y="2892496"/>
            <a:ext cx="20423" cy="20482"/>
          </a:xfrm>
          <a:custGeom>
            <a:avLst/>
            <a:gdLst/>
            <a:ahLst/>
            <a:cxnLst/>
            <a:rect l="l" t="t" r="r" b="b"/>
            <a:pathLst>
              <a:path w="349" h="350" extrusionOk="0">
                <a:moveTo>
                  <a:pt x="1" y="0"/>
                </a:moveTo>
                <a:cubicBezTo>
                  <a:pt x="0" y="0"/>
                  <a:pt x="0" y="1"/>
                  <a:pt x="0" y="1"/>
                </a:cubicBezTo>
                <a:lnTo>
                  <a:pt x="0" y="348"/>
                </a:lnTo>
                <a:cubicBezTo>
                  <a:pt x="0" y="349"/>
                  <a:pt x="1" y="349"/>
                  <a:pt x="1" y="349"/>
                </a:cubicBezTo>
                <a:lnTo>
                  <a:pt x="348" y="349"/>
                </a:lnTo>
                <a:lnTo>
                  <a:pt x="349" y="1"/>
                </a:lnTo>
                <a:cubicBezTo>
                  <a:pt x="349" y="0"/>
                  <a:pt x="348" y="0"/>
                  <a:pt x="3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p15"/>
          <p:cNvSpPr/>
          <p:nvPr/>
        </p:nvSpPr>
        <p:spPr>
          <a:xfrm>
            <a:off x="4480063" y="2892496"/>
            <a:ext cx="20482" cy="20482"/>
          </a:xfrm>
          <a:custGeom>
            <a:avLst/>
            <a:gdLst/>
            <a:ahLst/>
            <a:cxnLst/>
            <a:rect l="l" t="t" r="r" b="b"/>
            <a:pathLst>
              <a:path w="350" h="350" extrusionOk="0">
                <a:moveTo>
                  <a:pt x="1" y="0"/>
                </a:moveTo>
                <a:cubicBezTo>
                  <a:pt x="0" y="0"/>
                  <a:pt x="0" y="1"/>
                  <a:pt x="0" y="1"/>
                </a:cubicBezTo>
                <a:lnTo>
                  <a:pt x="0" y="348"/>
                </a:lnTo>
                <a:cubicBezTo>
                  <a:pt x="0" y="349"/>
                  <a:pt x="1" y="349"/>
                  <a:pt x="1" y="349"/>
                </a:cubicBezTo>
                <a:lnTo>
                  <a:pt x="348" y="349"/>
                </a:lnTo>
                <a:lnTo>
                  <a:pt x="349" y="1"/>
                </a:lnTo>
                <a:cubicBezTo>
                  <a:pt x="349" y="0"/>
                  <a:pt x="348" y="0"/>
                  <a:pt x="3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8" name="Google Shape;578;p15"/>
          <p:cNvSpPr/>
          <p:nvPr/>
        </p:nvSpPr>
        <p:spPr>
          <a:xfrm>
            <a:off x="4513946" y="2892496"/>
            <a:ext cx="20482" cy="20482"/>
          </a:xfrm>
          <a:custGeom>
            <a:avLst/>
            <a:gdLst/>
            <a:ahLst/>
            <a:cxnLst/>
            <a:rect l="l" t="t" r="r" b="b"/>
            <a:pathLst>
              <a:path w="350" h="350" extrusionOk="0">
                <a:moveTo>
                  <a:pt x="1" y="0"/>
                </a:moveTo>
                <a:cubicBezTo>
                  <a:pt x="0" y="0"/>
                  <a:pt x="0" y="1"/>
                  <a:pt x="0" y="1"/>
                </a:cubicBezTo>
                <a:lnTo>
                  <a:pt x="0" y="348"/>
                </a:lnTo>
                <a:cubicBezTo>
                  <a:pt x="0" y="349"/>
                  <a:pt x="1" y="349"/>
                  <a:pt x="1" y="349"/>
                </a:cubicBezTo>
                <a:lnTo>
                  <a:pt x="348" y="349"/>
                </a:lnTo>
                <a:lnTo>
                  <a:pt x="349" y="1"/>
                </a:lnTo>
                <a:cubicBezTo>
                  <a:pt x="349" y="0"/>
                  <a:pt x="348" y="0"/>
                  <a:pt x="348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9" name="Google Shape;579;p15"/>
          <p:cNvSpPr/>
          <p:nvPr/>
        </p:nvSpPr>
        <p:spPr>
          <a:xfrm>
            <a:off x="4412179" y="2927023"/>
            <a:ext cx="20541" cy="20541"/>
          </a:xfrm>
          <a:custGeom>
            <a:avLst/>
            <a:gdLst/>
            <a:ahLst/>
            <a:cxnLst/>
            <a:rect l="l" t="t" r="r" b="b"/>
            <a:pathLst>
              <a:path w="351" h="351" extrusionOk="0">
                <a:moveTo>
                  <a:pt x="3" y="1"/>
                </a:moveTo>
                <a:cubicBezTo>
                  <a:pt x="1" y="1"/>
                  <a:pt x="1" y="3"/>
                  <a:pt x="1" y="3"/>
                </a:cubicBezTo>
                <a:lnTo>
                  <a:pt x="1" y="349"/>
                </a:lnTo>
                <a:cubicBezTo>
                  <a:pt x="1" y="351"/>
                  <a:pt x="3" y="351"/>
                  <a:pt x="3" y="351"/>
                </a:cubicBezTo>
                <a:lnTo>
                  <a:pt x="349" y="351"/>
                </a:lnTo>
                <a:lnTo>
                  <a:pt x="351" y="3"/>
                </a:lnTo>
                <a:cubicBezTo>
                  <a:pt x="351" y="1"/>
                  <a:pt x="349" y="1"/>
                  <a:pt x="349" y="1"/>
                </a:cubicBezTo>
                <a:close/>
                <a:moveTo>
                  <a:pt x="350" y="350"/>
                </a:moveTo>
                <a:cubicBezTo>
                  <a:pt x="350" y="350"/>
                  <a:pt x="349" y="350"/>
                  <a:pt x="349" y="351"/>
                </a:cubicBezTo>
                <a:cubicBezTo>
                  <a:pt x="350" y="351"/>
                  <a:pt x="351" y="350"/>
                  <a:pt x="350" y="3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0" name="Google Shape;580;p15"/>
          <p:cNvSpPr/>
          <p:nvPr/>
        </p:nvSpPr>
        <p:spPr>
          <a:xfrm>
            <a:off x="4446179" y="2927023"/>
            <a:ext cx="20423" cy="20541"/>
          </a:xfrm>
          <a:custGeom>
            <a:avLst/>
            <a:gdLst/>
            <a:ahLst/>
            <a:cxnLst/>
            <a:rect l="l" t="t" r="r" b="b"/>
            <a:pathLst>
              <a:path w="349" h="351" extrusionOk="0">
                <a:moveTo>
                  <a:pt x="1" y="1"/>
                </a:moveTo>
                <a:cubicBezTo>
                  <a:pt x="0" y="1"/>
                  <a:pt x="0" y="3"/>
                  <a:pt x="0" y="3"/>
                </a:cubicBezTo>
                <a:lnTo>
                  <a:pt x="0" y="349"/>
                </a:lnTo>
                <a:cubicBezTo>
                  <a:pt x="0" y="351"/>
                  <a:pt x="1" y="351"/>
                  <a:pt x="1" y="351"/>
                </a:cubicBezTo>
                <a:lnTo>
                  <a:pt x="348" y="351"/>
                </a:lnTo>
                <a:lnTo>
                  <a:pt x="349" y="3"/>
                </a:lnTo>
                <a:cubicBezTo>
                  <a:pt x="349" y="1"/>
                  <a:pt x="348" y="1"/>
                  <a:pt x="348" y="1"/>
                </a:cubicBezTo>
                <a:close/>
                <a:moveTo>
                  <a:pt x="349" y="350"/>
                </a:moveTo>
                <a:lnTo>
                  <a:pt x="349" y="350"/>
                </a:lnTo>
                <a:cubicBezTo>
                  <a:pt x="348" y="350"/>
                  <a:pt x="348" y="350"/>
                  <a:pt x="348" y="351"/>
                </a:cubicBezTo>
                <a:cubicBezTo>
                  <a:pt x="349" y="351"/>
                  <a:pt x="349" y="350"/>
                  <a:pt x="349" y="3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1" name="Google Shape;581;p15"/>
          <p:cNvSpPr/>
          <p:nvPr/>
        </p:nvSpPr>
        <p:spPr>
          <a:xfrm>
            <a:off x="4480063" y="2927023"/>
            <a:ext cx="20482" cy="20541"/>
          </a:xfrm>
          <a:custGeom>
            <a:avLst/>
            <a:gdLst/>
            <a:ahLst/>
            <a:cxnLst/>
            <a:rect l="l" t="t" r="r" b="b"/>
            <a:pathLst>
              <a:path w="350" h="351" extrusionOk="0">
                <a:moveTo>
                  <a:pt x="1" y="1"/>
                </a:moveTo>
                <a:cubicBezTo>
                  <a:pt x="0" y="1"/>
                  <a:pt x="0" y="3"/>
                  <a:pt x="0" y="3"/>
                </a:cubicBezTo>
                <a:lnTo>
                  <a:pt x="0" y="349"/>
                </a:lnTo>
                <a:cubicBezTo>
                  <a:pt x="0" y="351"/>
                  <a:pt x="1" y="351"/>
                  <a:pt x="1" y="351"/>
                </a:cubicBezTo>
                <a:lnTo>
                  <a:pt x="348" y="351"/>
                </a:lnTo>
                <a:lnTo>
                  <a:pt x="349" y="3"/>
                </a:lnTo>
                <a:cubicBezTo>
                  <a:pt x="349" y="1"/>
                  <a:pt x="348" y="1"/>
                  <a:pt x="348" y="1"/>
                </a:cubicBezTo>
                <a:close/>
                <a:moveTo>
                  <a:pt x="349" y="350"/>
                </a:moveTo>
                <a:lnTo>
                  <a:pt x="349" y="350"/>
                </a:lnTo>
                <a:cubicBezTo>
                  <a:pt x="349" y="350"/>
                  <a:pt x="348" y="350"/>
                  <a:pt x="348" y="351"/>
                </a:cubicBezTo>
                <a:cubicBezTo>
                  <a:pt x="349" y="351"/>
                  <a:pt x="349" y="350"/>
                  <a:pt x="349" y="3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2" name="Google Shape;582;p15"/>
          <p:cNvSpPr/>
          <p:nvPr/>
        </p:nvSpPr>
        <p:spPr>
          <a:xfrm>
            <a:off x="4513946" y="2927023"/>
            <a:ext cx="20482" cy="20541"/>
          </a:xfrm>
          <a:custGeom>
            <a:avLst/>
            <a:gdLst/>
            <a:ahLst/>
            <a:cxnLst/>
            <a:rect l="l" t="t" r="r" b="b"/>
            <a:pathLst>
              <a:path w="350" h="351" extrusionOk="0">
                <a:moveTo>
                  <a:pt x="1" y="1"/>
                </a:moveTo>
                <a:cubicBezTo>
                  <a:pt x="0" y="1"/>
                  <a:pt x="0" y="3"/>
                  <a:pt x="0" y="3"/>
                </a:cubicBezTo>
                <a:lnTo>
                  <a:pt x="0" y="349"/>
                </a:lnTo>
                <a:cubicBezTo>
                  <a:pt x="0" y="351"/>
                  <a:pt x="1" y="351"/>
                  <a:pt x="1" y="351"/>
                </a:cubicBezTo>
                <a:lnTo>
                  <a:pt x="348" y="351"/>
                </a:lnTo>
                <a:lnTo>
                  <a:pt x="349" y="3"/>
                </a:lnTo>
                <a:cubicBezTo>
                  <a:pt x="349" y="1"/>
                  <a:pt x="348" y="1"/>
                  <a:pt x="348" y="1"/>
                </a:cubicBezTo>
                <a:close/>
                <a:moveTo>
                  <a:pt x="349" y="350"/>
                </a:moveTo>
                <a:lnTo>
                  <a:pt x="349" y="350"/>
                </a:lnTo>
                <a:cubicBezTo>
                  <a:pt x="349" y="350"/>
                  <a:pt x="349" y="350"/>
                  <a:pt x="348" y="351"/>
                </a:cubicBezTo>
                <a:cubicBezTo>
                  <a:pt x="349" y="351"/>
                  <a:pt x="349" y="350"/>
                  <a:pt x="349" y="35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3" name="Google Shape;583;p15"/>
          <p:cNvSpPr/>
          <p:nvPr/>
        </p:nvSpPr>
        <p:spPr>
          <a:xfrm>
            <a:off x="4446179" y="2976296"/>
            <a:ext cx="54365" cy="33005"/>
          </a:xfrm>
          <a:custGeom>
            <a:avLst/>
            <a:gdLst/>
            <a:ahLst/>
            <a:cxnLst/>
            <a:rect l="l" t="t" r="r" b="b"/>
            <a:pathLst>
              <a:path w="929" h="564" extrusionOk="0">
                <a:moveTo>
                  <a:pt x="0" y="1"/>
                </a:moveTo>
                <a:lnTo>
                  <a:pt x="0" y="563"/>
                </a:lnTo>
                <a:lnTo>
                  <a:pt x="928" y="563"/>
                </a:lnTo>
                <a:lnTo>
                  <a:pt x="92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4" name="Google Shape;584;p15"/>
          <p:cNvSpPr/>
          <p:nvPr/>
        </p:nvSpPr>
        <p:spPr>
          <a:xfrm>
            <a:off x="2150017" y="1097866"/>
            <a:ext cx="554184" cy="277209"/>
          </a:xfrm>
          <a:custGeom>
            <a:avLst/>
            <a:gdLst/>
            <a:ahLst/>
            <a:cxnLst/>
            <a:rect l="l" t="t" r="r" b="b"/>
            <a:pathLst>
              <a:path w="9470" h="4737" extrusionOk="0">
                <a:moveTo>
                  <a:pt x="4675" y="1"/>
                </a:moveTo>
                <a:cubicBezTo>
                  <a:pt x="3612" y="1"/>
                  <a:pt x="2549" y="757"/>
                  <a:pt x="2549" y="2271"/>
                </a:cubicBezTo>
                <a:cubicBezTo>
                  <a:pt x="2215" y="2134"/>
                  <a:pt x="1920" y="2074"/>
                  <a:pt x="1670" y="2074"/>
                </a:cubicBezTo>
                <a:cubicBezTo>
                  <a:pt x="0" y="2074"/>
                  <a:pt x="371" y="4737"/>
                  <a:pt x="4899" y="4737"/>
                </a:cubicBezTo>
                <a:cubicBezTo>
                  <a:pt x="9426" y="4737"/>
                  <a:pt x="9470" y="2074"/>
                  <a:pt x="7706" y="2074"/>
                </a:cubicBezTo>
                <a:cubicBezTo>
                  <a:pt x="7442" y="2074"/>
                  <a:pt x="7138" y="2134"/>
                  <a:pt x="6802" y="2271"/>
                </a:cubicBezTo>
                <a:cubicBezTo>
                  <a:pt x="6802" y="757"/>
                  <a:pt x="5739" y="1"/>
                  <a:pt x="4675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5" name="Google Shape;585;p15"/>
          <p:cNvSpPr/>
          <p:nvPr/>
        </p:nvSpPr>
        <p:spPr>
          <a:xfrm>
            <a:off x="3525011" y="1264472"/>
            <a:ext cx="624350" cy="277268"/>
          </a:xfrm>
          <a:custGeom>
            <a:avLst/>
            <a:gdLst/>
            <a:ahLst/>
            <a:cxnLst/>
            <a:rect l="l" t="t" r="r" b="b"/>
            <a:pathLst>
              <a:path w="10669" h="4738" extrusionOk="0">
                <a:moveTo>
                  <a:pt x="5241" y="1"/>
                </a:moveTo>
                <a:cubicBezTo>
                  <a:pt x="4178" y="1"/>
                  <a:pt x="3115" y="757"/>
                  <a:pt x="3115" y="2271"/>
                </a:cubicBezTo>
                <a:cubicBezTo>
                  <a:pt x="0" y="2271"/>
                  <a:pt x="260" y="4737"/>
                  <a:pt x="5464" y="4737"/>
                </a:cubicBezTo>
                <a:cubicBezTo>
                  <a:pt x="10668" y="4737"/>
                  <a:pt x="10034" y="2271"/>
                  <a:pt x="7367" y="2271"/>
                </a:cubicBezTo>
                <a:cubicBezTo>
                  <a:pt x="7367" y="757"/>
                  <a:pt x="6304" y="1"/>
                  <a:pt x="5241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6" name="Google Shape;586;p15"/>
          <p:cNvSpPr/>
          <p:nvPr/>
        </p:nvSpPr>
        <p:spPr>
          <a:xfrm>
            <a:off x="1164417" y="3008014"/>
            <a:ext cx="3479365" cy="43422"/>
          </a:xfrm>
          <a:custGeom>
            <a:avLst/>
            <a:gdLst/>
            <a:ahLst/>
            <a:cxnLst/>
            <a:rect l="l" t="t" r="r" b="b"/>
            <a:pathLst>
              <a:path w="59456" h="742" extrusionOk="0">
                <a:moveTo>
                  <a:pt x="372" y="0"/>
                </a:moveTo>
                <a:cubicBezTo>
                  <a:pt x="167" y="0"/>
                  <a:pt x="0" y="166"/>
                  <a:pt x="0" y="370"/>
                </a:cubicBezTo>
                <a:cubicBezTo>
                  <a:pt x="0" y="575"/>
                  <a:pt x="167" y="742"/>
                  <a:pt x="372" y="742"/>
                </a:cubicBezTo>
                <a:lnTo>
                  <a:pt x="59084" y="742"/>
                </a:lnTo>
                <a:cubicBezTo>
                  <a:pt x="59289" y="742"/>
                  <a:pt x="59456" y="575"/>
                  <a:pt x="59456" y="370"/>
                </a:cubicBezTo>
                <a:cubicBezTo>
                  <a:pt x="59456" y="166"/>
                  <a:pt x="59289" y="0"/>
                  <a:pt x="59084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7" name="Google Shape;587;p15"/>
          <p:cNvSpPr/>
          <p:nvPr/>
        </p:nvSpPr>
        <p:spPr>
          <a:xfrm>
            <a:off x="1020925" y="3088069"/>
            <a:ext cx="3735917" cy="63728"/>
          </a:xfrm>
          <a:custGeom>
            <a:avLst/>
            <a:gdLst/>
            <a:ahLst/>
            <a:cxnLst/>
            <a:rect l="l" t="t" r="r" b="b"/>
            <a:pathLst>
              <a:path w="63840" h="1089" extrusionOk="0">
                <a:moveTo>
                  <a:pt x="2" y="0"/>
                </a:moveTo>
                <a:cubicBezTo>
                  <a:pt x="1" y="602"/>
                  <a:pt x="488" y="1089"/>
                  <a:pt x="1089" y="1089"/>
                </a:cubicBezTo>
                <a:lnTo>
                  <a:pt x="62752" y="1089"/>
                </a:lnTo>
                <a:cubicBezTo>
                  <a:pt x="63352" y="1089"/>
                  <a:pt x="63839" y="602"/>
                  <a:pt x="63839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15"/>
          <p:cNvSpPr/>
          <p:nvPr/>
        </p:nvSpPr>
        <p:spPr>
          <a:xfrm>
            <a:off x="1020984" y="3024341"/>
            <a:ext cx="3735858" cy="63787"/>
          </a:xfrm>
          <a:custGeom>
            <a:avLst/>
            <a:gdLst/>
            <a:ahLst/>
            <a:cxnLst/>
            <a:rect l="l" t="t" r="r" b="b"/>
            <a:pathLst>
              <a:path w="63839" h="1090" extrusionOk="0">
                <a:moveTo>
                  <a:pt x="1089" y="0"/>
                </a:moveTo>
                <a:cubicBezTo>
                  <a:pt x="488" y="0"/>
                  <a:pt x="1" y="488"/>
                  <a:pt x="1" y="1089"/>
                </a:cubicBezTo>
                <a:lnTo>
                  <a:pt x="63838" y="1089"/>
                </a:lnTo>
                <a:cubicBezTo>
                  <a:pt x="63838" y="488"/>
                  <a:pt x="63351" y="0"/>
                  <a:pt x="62751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9" name="Google Shape;589;p15"/>
          <p:cNvSpPr/>
          <p:nvPr/>
        </p:nvSpPr>
        <p:spPr>
          <a:xfrm>
            <a:off x="1387965" y="1179443"/>
            <a:ext cx="69288" cy="68702"/>
          </a:xfrm>
          <a:custGeom>
            <a:avLst/>
            <a:gdLst/>
            <a:ahLst/>
            <a:cxnLst/>
            <a:rect l="l" t="t" r="r" b="b"/>
            <a:pathLst>
              <a:path w="1184" h="1174" extrusionOk="0">
                <a:moveTo>
                  <a:pt x="1" y="1"/>
                </a:moveTo>
                <a:lnTo>
                  <a:pt x="624" y="1173"/>
                </a:lnTo>
                <a:lnTo>
                  <a:pt x="1184" y="613"/>
                </a:lnTo>
                <a:lnTo>
                  <a:pt x="1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0" name="Google Shape;590;p15"/>
          <p:cNvSpPr/>
          <p:nvPr/>
        </p:nvSpPr>
        <p:spPr>
          <a:xfrm>
            <a:off x="1295503" y="1379815"/>
            <a:ext cx="74320" cy="46465"/>
          </a:xfrm>
          <a:custGeom>
            <a:avLst/>
            <a:gdLst/>
            <a:ahLst/>
            <a:cxnLst/>
            <a:rect l="l" t="t" r="r" b="b"/>
            <a:pathLst>
              <a:path w="1270" h="794" extrusionOk="0">
                <a:moveTo>
                  <a:pt x="1270" y="0"/>
                </a:moveTo>
                <a:lnTo>
                  <a:pt x="1" y="405"/>
                </a:lnTo>
                <a:lnTo>
                  <a:pt x="1270" y="793"/>
                </a:lnTo>
                <a:lnTo>
                  <a:pt x="127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1" name="Google Shape;591;p15"/>
          <p:cNvSpPr/>
          <p:nvPr/>
        </p:nvSpPr>
        <p:spPr>
          <a:xfrm>
            <a:off x="1388550" y="1557950"/>
            <a:ext cx="68702" cy="69288"/>
          </a:xfrm>
          <a:custGeom>
            <a:avLst/>
            <a:gdLst/>
            <a:ahLst/>
            <a:cxnLst/>
            <a:rect l="l" t="t" r="r" b="b"/>
            <a:pathLst>
              <a:path w="1174" h="1184" extrusionOk="0">
                <a:moveTo>
                  <a:pt x="614" y="0"/>
                </a:moveTo>
                <a:lnTo>
                  <a:pt x="1" y="1183"/>
                </a:lnTo>
                <a:lnTo>
                  <a:pt x="1174" y="562"/>
                </a:lnTo>
                <a:lnTo>
                  <a:pt x="614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2" name="Google Shape;592;p15"/>
          <p:cNvSpPr/>
          <p:nvPr/>
        </p:nvSpPr>
        <p:spPr>
          <a:xfrm>
            <a:off x="1767118" y="1557950"/>
            <a:ext cx="69229" cy="68761"/>
          </a:xfrm>
          <a:custGeom>
            <a:avLst/>
            <a:gdLst/>
            <a:ahLst/>
            <a:cxnLst/>
            <a:rect l="l" t="t" r="r" b="b"/>
            <a:pathLst>
              <a:path w="1183" h="1175" extrusionOk="0">
                <a:moveTo>
                  <a:pt x="561" y="0"/>
                </a:moveTo>
                <a:lnTo>
                  <a:pt x="1" y="562"/>
                </a:lnTo>
                <a:lnTo>
                  <a:pt x="1182" y="1174"/>
                </a:lnTo>
                <a:lnTo>
                  <a:pt x="561" y="0"/>
                </a:lnTo>
                <a:close/>
                <a:moveTo>
                  <a:pt x="1182" y="1174"/>
                </a:moveTo>
                <a:lnTo>
                  <a:pt x="1182" y="1174"/>
                </a:lnTo>
                <a:lnTo>
                  <a:pt x="1182" y="1174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3" name="Google Shape;593;p15"/>
          <p:cNvSpPr/>
          <p:nvPr/>
        </p:nvSpPr>
        <p:spPr>
          <a:xfrm>
            <a:off x="1854489" y="1379815"/>
            <a:ext cx="74320" cy="46465"/>
          </a:xfrm>
          <a:custGeom>
            <a:avLst/>
            <a:gdLst/>
            <a:ahLst/>
            <a:cxnLst/>
            <a:rect l="l" t="t" r="r" b="b"/>
            <a:pathLst>
              <a:path w="1270" h="794" extrusionOk="0">
                <a:moveTo>
                  <a:pt x="0" y="0"/>
                </a:moveTo>
                <a:lnTo>
                  <a:pt x="0" y="793"/>
                </a:lnTo>
                <a:lnTo>
                  <a:pt x="1269" y="389"/>
                </a:lnTo>
                <a:lnTo>
                  <a:pt x="0" y="0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15"/>
          <p:cNvSpPr/>
          <p:nvPr/>
        </p:nvSpPr>
        <p:spPr>
          <a:xfrm>
            <a:off x="1767118" y="1178858"/>
            <a:ext cx="68644" cy="69288"/>
          </a:xfrm>
          <a:custGeom>
            <a:avLst/>
            <a:gdLst/>
            <a:ahLst/>
            <a:cxnLst/>
            <a:rect l="l" t="t" r="r" b="b"/>
            <a:pathLst>
              <a:path w="1173" h="1184" extrusionOk="0">
                <a:moveTo>
                  <a:pt x="1172" y="1"/>
                </a:moveTo>
                <a:lnTo>
                  <a:pt x="1" y="623"/>
                </a:lnTo>
                <a:lnTo>
                  <a:pt x="561" y="1183"/>
                </a:lnTo>
                <a:lnTo>
                  <a:pt x="1172" y="1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5" name="Google Shape;595;p15"/>
          <p:cNvSpPr/>
          <p:nvPr/>
        </p:nvSpPr>
        <p:spPr>
          <a:xfrm>
            <a:off x="1398849" y="1189801"/>
            <a:ext cx="212896" cy="426552"/>
          </a:xfrm>
          <a:custGeom>
            <a:avLst/>
            <a:gdLst/>
            <a:ahLst/>
            <a:cxnLst/>
            <a:rect l="l" t="t" r="r" b="b"/>
            <a:pathLst>
              <a:path w="3638" h="7289" extrusionOk="0">
                <a:moveTo>
                  <a:pt x="3637" y="1"/>
                </a:moveTo>
                <a:cubicBezTo>
                  <a:pt x="1630" y="4"/>
                  <a:pt x="1" y="1634"/>
                  <a:pt x="1" y="3644"/>
                </a:cubicBezTo>
                <a:cubicBezTo>
                  <a:pt x="1" y="5655"/>
                  <a:pt x="1630" y="7284"/>
                  <a:pt x="3637" y="7288"/>
                </a:cubicBezTo>
                <a:lnTo>
                  <a:pt x="3637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6" name="Google Shape;596;p15"/>
          <p:cNvSpPr/>
          <p:nvPr/>
        </p:nvSpPr>
        <p:spPr>
          <a:xfrm>
            <a:off x="1611688" y="1189801"/>
            <a:ext cx="213774" cy="426552"/>
          </a:xfrm>
          <a:custGeom>
            <a:avLst/>
            <a:gdLst/>
            <a:ahLst/>
            <a:cxnLst/>
            <a:rect l="l" t="t" r="r" b="b"/>
            <a:pathLst>
              <a:path w="3653" h="7289" extrusionOk="0">
                <a:moveTo>
                  <a:pt x="0" y="1"/>
                </a:moveTo>
                <a:lnTo>
                  <a:pt x="0" y="7288"/>
                </a:lnTo>
                <a:lnTo>
                  <a:pt x="9" y="7288"/>
                </a:lnTo>
                <a:cubicBezTo>
                  <a:pt x="2021" y="7288"/>
                  <a:pt x="3652" y="5656"/>
                  <a:pt x="3652" y="3644"/>
                </a:cubicBezTo>
                <a:cubicBezTo>
                  <a:pt x="3652" y="1633"/>
                  <a:pt x="2020" y="1"/>
                  <a:pt x="9" y="1"/>
                </a:cubicBez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7" name="Google Shape;597;p15"/>
          <p:cNvSpPr/>
          <p:nvPr/>
        </p:nvSpPr>
        <p:spPr>
          <a:xfrm>
            <a:off x="1611746" y="1086396"/>
            <a:ext cx="23642" cy="74320"/>
          </a:xfrm>
          <a:custGeom>
            <a:avLst/>
            <a:gdLst/>
            <a:ahLst/>
            <a:cxnLst/>
            <a:rect l="l" t="t" r="r" b="b"/>
            <a:pathLst>
              <a:path w="404" h="1270" extrusionOk="0">
                <a:moveTo>
                  <a:pt x="0" y="1"/>
                </a:moveTo>
                <a:lnTo>
                  <a:pt x="0" y="1270"/>
                </a:lnTo>
                <a:lnTo>
                  <a:pt x="404" y="1270"/>
                </a:lnTo>
                <a:lnTo>
                  <a:pt x="0" y="1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8" name="Google Shape;598;p15"/>
          <p:cNvSpPr/>
          <p:nvPr/>
        </p:nvSpPr>
        <p:spPr>
          <a:xfrm>
            <a:off x="1588924" y="1086396"/>
            <a:ext cx="22881" cy="74320"/>
          </a:xfrm>
          <a:custGeom>
            <a:avLst/>
            <a:gdLst/>
            <a:ahLst/>
            <a:cxnLst/>
            <a:rect l="l" t="t" r="r" b="b"/>
            <a:pathLst>
              <a:path w="391" h="1270" extrusionOk="0">
                <a:moveTo>
                  <a:pt x="390" y="1"/>
                </a:moveTo>
                <a:lnTo>
                  <a:pt x="1" y="1270"/>
                </a:lnTo>
                <a:lnTo>
                  <a:pt x="390" y="1270"/>
                </a:lnTo>
                <a:lnTo>
                  <a:pt x="390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9" name="Google Shape;599;p15"/>
          <p:cNvSpPr/>
          <p:nvPr/>
        </p:nvSpPr>
        <p:spPr>
          <a:xfrm>
            <a:off x="1611746" y="1645378"/>
            <a:ext cx="23642" cy="74320"/>
          </a:xfrm>
          <a:custGeom>
            <a:avLst/>
            <a:gdLst/>
            <a:ahLst/>
            <a:cxnLst/>
            <a:rect l="l" t="t" r="r" b="b"/>
            <a:pathLst>
              <a:path w="404" h="1270" extrusionOk="0">
                <a:moveTo>
                  <a:pt x="0" y="0"/>
                </a:moveTo>
                <a:lnTo>
                  <a:pt x="0" y="1223"/>
                </a:lnTo>
                <a:lnTo>
                  <a:pt x="15" y="1269"/>
                </a:lnTo>
                <a:lnTo>
                  <a:pt x="404" y="0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15"/>
          <p:cNvSpPr/>
          <p:nvPr/>
        </p:nvSpPr>
        <p:spPr>
          <a:xfrm>
            <a:off x="1767118" y="1557950"/>
            <a:ext cx="69229" cy="68761"/>
          </a:xfrm>
          <a:custGeom>
            <a:avLst/>
            <a:gdLst/>
            <a:ahLst/>
            <a:cxnLst/>
            <a:rect l="l" t="t" r="r" b="b"/>
            <a:pathLst>
              <a:path w="1183" h="1175" extrusionOk="0">
                <a:moveTo>
                  <a:pt x="561" y="0"/>
                </a:moveTo>
                <a:lnTo>
                  <a:pt x="1" y="562"/>
                </a:lnTo>
                <a:lnTo>
                  <a:pt x="1182" y="1174"/>
                </a:lnTo>
                <a:lnTo>
                  <a:pt x="561" y="0"/>
                </a:lnTo>
                <a:close/>
                <a:moveTo>
                  <a:pt x="1182" y="1174"/>
                </a:moveTo>
                <a:lnTo>
                  <a:pt x="1182" y="1174"/>
                </a:lnTo>
                <a:lnTo>
                  <a:pt x="1182" y="1174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15"/>
          <p:cNvSpPr/>
          <p:nvPr/>
        </p:nvSpPr>
        <p:spPr>
          <a:xfrm>
            <a:off x="1854489" y="1379815"/>
            <a:ext cx="74320" cy="46465"/>
          </a:xfrm>
          <a:custGeom>
            <a:avLst/>
            <a:gdLst/>
            <a:ahLst/>
            <a:cxnLst/>
            <a:rect l="l" t="t" r="r" b="b"/>
            <a:pathLst>
              <a:path w="1270" h="794" extrusionOk="0">
                <a:moveTo>
                  <a:pt x="0" y="0"/>
                </a:moveTo>
                <a:lnTo>
                  <a:pt x="0" y="793"/>
                </a:lnTo>
                <a:lnTo>
                  <a:pt x="1269" y="389"/>
                </a:lnTo>
                <a:lnTo>
                  <a:pt x="0" y="0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15"/>
          <p:cNvSpPr/>
          <p:nvPr/>
        </p:nvSpPr>
        <p:spPr>
          <a:xfrm>
            <a:off x="1767118" y="1178858"/>
            <a:ext cx="68644" cy="69288"/>
          </a:xfrm>
          <a:custGeom>
            <a:avLst/>
            <a:gdLst/>
            <a:ahLst/>
            <a:cxnLst/>
            <a:rect l="l" t="t" r="r" b="b"/>
            <a:pathLst>
              <a:path w="1173" h="1184" extrusionOk="0">
                <a:moveTo>
                  <a:pt x="1172" y="1"/>
                </a:moveTo>
                <a:lnTo>
                  <a:pt x="1" y="623"/>
                </a:lnTo>
                <a:lnTo>
                  <a:pt x="561" y="1183"/>
                </a:lnTo>
                <a:lnTo>
                  <a:pt x="1172" y="1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3" name="Google Shape;603;p15"/>
          <p:cNvSpPr/>
          <p:nvPr/>
        </p:nvSpPr>
        <p:spPr>
          <a:xfrm>
            <a:off x="1611688" y="1189801"/>
            <a:ext cx="213774" cy="426552"/>
          </a:xfrm>
          <a:custGeom>
            <a:avLst/>
            <a:gdLst/>
            <a:ahLst/>
            <a:cxnLst/>
            <a:rect l="l" t="t" r="r" b="b"/>
            <a:pathLst>
              <a:path w="3653" h="7289" extrusionOk="0">
                <a:moveTo>
                  <a:pt x="0" y="1"/>
                </a:moveTo>
                <a:lnTo>
                  <a:pt x="0" y="7288"/>
                </a:lnTo>
                <a:lnTo>
                  <a:pt x="9" y="7288"/>
                </a:lnTo>
                <a:cubicBezTo>
                  <a:pt x="2021" y="7288"/>
                  <a:pt x="3652" y="5656"/>
                  <a:pt x="3652" y="3644"/>
                </a:cubicBezTo>
                <a:cubicBezTo>
                  <a:pt x="3652" y="1633"/>
                  <a:pt x="2020" y="1"/>
                  <a:pt x="9" y="1"/>
                </a:cubicBez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15"/>
          <p:cNvSpPr/>
          <p:nvPr/>
        </p:nvSpPr>
        <p:spPr>
          <a:xfrm>
            <a:off x="1611746" y="1086396"/>
            <a:ext cx="23642" cy="74320"/>
          </a:xfrm>
          <a:custGeom>
            <a:avLst/>
            <a:gdLst/>
            <a:ahLst/>
            <a:cxnLst/>
            <a:rect l="l" t="t" r="r" b="b"/>
            <a:pathLst>
              <a:path w="404" h="1270" extrusionOk="0">
                <a:moveTo>
                  <a:pt x="0" y="1"/>
                </a:moveTo>
                <a:lnTo>
                  <a:pt x="0" y="1270"/>
                </a:lnTo>
                <a:lnTo>
                  <a:pt x="404" y="1270"/>
                </a:lnTo>
                <a:lnTo>
                  <a:pt x="0" y="1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15"/>
          <p:cNvSpPr/>
          <p:nvPr/>
        </p:nvSpPr>
        <p:spPr>
          <a:xfrm>
            <a:off x="1611746" y="1645378"/>
            <a:ext cx="23642" cy="74320"/>
          </a:xfrm>
          <a:custGeom>
            <a:avLst/>
            <a:gdLst/>
            <a:ahLst/>
            <a:cxnLst/>
            <a:rect l="l" t="t" r="r" b="b"/>
            <a:pathLst>
              <a:path w="404" h="1270" extrusionOk="0">
                <a:moveTo>
                  <a:pt x="0" y="0"/>
                </a:moveTo>
                <a:lnTo>
                  <a:pt x="0" y="1223"/>
                </a:lnTo>
                <a:lnTo>
                  <a:pt x="15" y="1269"/>
                </a:lnTo>
                <a:lnTo>
                  <a:pt x="404" y="0"/>
                </a:lnTo>
                <a:close/>
              </a:path>
            </a:pathLst>
          </a:custGeom>
          <a:solidFill>
            <a:srgbClr val="FFDB0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15"/>
          <p:cNvSpPr/>
          <p:nvPr/>
        </p:nvSpPr>
        <p:spPr>
          <a:xfrm>
            <a:off x="1588924" y="1645378"/>
            <a:ext cx="22881" cy="71628"/>
          </a:xfrm>
          <a:custGeom>
            <a:avLst/>
            <a:gdLst/>
            <a:ahLst/>
            <a:cxnLst/>
            <a:rect l="l" t="t" r="r" b="b"/>
            <a:pathLst>
              <a:path w="391" h="1224" extrusionOk="0">
                <a:moveTo>
                  <a:pt x="1" y="0"/>
                </a:moveTo>
                <a:lnTo>
                  <a:pt x="390" y="1223"/>
                </a:lnTo>
                <a:lnTo>
                  <a:pt x="390" y="0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15"/>
          <p:cNvSpPr/>
          <p:nvPr/>
        </p:nvSpPr>
        <p:spPr>
          <a:xfrm>
            <a:off x="1767118" y="1557950"/>
            <a:ext cx="69229" cy="68761"/>
          </a:xfrm>
          <a:custGeom>
            <a:avLst/>
            <a:gdLst/>
            <a:ahLst/>
            <a:cxnLst/>
            <a:rect l="l" t="t" r="r" b="b"/>
            <a:pathLst>
              <a:path w="1183" h="1175" extrusionOk="0">
                <a:moveTo>
                  <a:pt x="561" y="0"/>
                </a:moveTo>
                <a:lnTo>
                  <a:pt x="1" y="562"/>
                </a:lnTo>
                <a:lnTo>
                  <a:pt x="1182" y="1174"/>
                </a:lnTo>
                <a:lnTo>
                  <a:pt x="561" y="0"/>
                </a:lnTo>
                <a:close/>
                <a:moveTo>
                  <a:pt x="1182" y="1174"/>
                </a:moveTo>
                <a:lnTo>
                  <a:pt x="1182" y="1174"/>
                </a:lnTo>
                <a:lnTo>
                  <a:pt x="1182" y="1174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15"/>
          <p:cNvSpPr/>
          <p:nvPr/>
        </p:nvSpPr>
        <p:spPr>
          <a:xfrm>
            <a:off x="1854489" y="1379815"/>
            <a:ext cx="74320" cy="46465"/>
          </a:xfrm>
          <a:custGeom>
            <a:avLst/>
            <a:gdLst/>
            <a:ahLst/>
            <a:cxnLst/>
            <a:rect l="l" t="t" r="r" b="b"/>
            <a:pathLst>
              <a:path w="1270" h="794" extrusionOk="0">
                <a:moveTo>
                  <a:pt x="0" y="0"/>
                </a:moveTo>
                <a:lnTo>
                  <a:pt x="0" y="793"/>
                </a:lnTo>
                <a:lnTo>
                  <a:pt x="1269" y="389"/>
                </a:lnTo>
                <a:lnTo>
                  <a:pt x="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15"/>
          <p:cNvSpPr/>
          <p:nvPr/>
        </p:nvSpPr>
        <p:spPr>
          <a:xfrm>
            <a:off x="1767118" y="1178858"/>
            <a:ext cx="68644" cy="69288"/>
          </a:xfrm>
          <a:custGeom>
            <a:avLst/>
            <a:gdLst/>
            <a:ahLst/>
            <a:cxnLst/>
            <a:rect l="l" t="t" r="r" b="b"/>
            <a:pathLst>
              <a:path w="1173" h="1184" extrusionOk="0">
                <a:moveTo>
                  <a:pt x="1172" y="1"/>
                </a:moveTo>
                <a:lnTo>
                  <a:pt x="1" y="623"/>
                </a:lnTo>
                <a:lnTo>
                  <a:pt x="561" y="1183"/>
                </a:lnTo>
                <a:lnTo>
                  <a:pt x="1172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0" name="Google Shape;610;p15"/>
          <p:cNvSpPr/>
          <p:nvPr/>
        </p:nvSpPr>
        <p:spPr>
          <a:xfrm>
            <a:off x="1611688" y="1189801"/>
            <a:ext cx="213774" cy="426552"/>
          </a:xfrm>
          <a:custGeom>
            <a:avLst/>
            <a:gdLst/>
            <a:ahLst/>
            <a:cxnLst/>
            <a:rect l="l" t="t" r="r" b="b"/>
            <a:pathLst>
              <a:path w="3653" h="7289" extrusionOk="0">
                <a:moveTo>
                  <a:pt x="0" y="1"/>
                </a:moveTo>
                <a:lnTo>
                  <a:pt x="0" y="7288"/>
                </a:lnTo>
                <a:lnTo>
                  <a:pt x="9" y="7288"/>
                </a:lnTo>
                <a:cubicBezTo>
                  <a:pt x="2021" y="7288"/>
                  <a:pt x="3652" y="5656"/>
                  <a:pt x="3652" y="3644"/>
                </a:cubicBezTo>
                <a:cubicBezTo>
                  <a:pt x="3652" y="1633"/>
                  <a:pt x="2020" y="1"/>
                  <a:pt x="9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1" name="Google Shape;611;p15"/>
          <p:cNvSpPr/>
          <p:nvPr/>
        </p:nvSpPr>
        <p:spPr>
          <a:xfrm>
            <a:off x="1611746" y="1086396"/>
            <a:ext cx="23642" cy="74320"/>
          </a:xfrm>
          <a:custGeom>
            <a:avLst/>
            <a:gdLst/>
            <a:ahLst/>
            <a:cxnLst/>
            <a:rect l="l" t="t" r="r" b="b"/>
            <a:pathLst>
              <a:path w="404" h="1270" extrusionOk="0">
                <a:moveTo>
                  <a:pt x="0" y="1"/>
                </a:moveTo>
                <a:lnTo>
                  <a:pt x="0" y="1270"/>
                </a:lnTo>
                <a:lnTo>
                  <a:pt x="404" y="1270"/>
                </a:lnTo>
                <a:lnTo>
                  <a:pt x="0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2" name="Google Shape;612;p15"/>
          <p:cNvSpPr/>
          <p:nvPr/>
        </p:nvSpPr>
        <p:spPr>
          <a:xfrm>
            <a:off x="1611746" y="1645378"/>
            <a:ext cx="23642" cy="74320"/>
          </a:xfrm>
          <a:custGeom>
            <a:avLst/>
            <a:gdLst/>
            <a:ahLst/>
            <a:cxnLst/>
            <a:rect l="l" t="t" r="r" b="b"/>
            <a:pathLst>
              <a:path w="404" h="1270" extrusionOk="0">
                <a:moveTo>
                  <a:pt x="0" y="0"/>
                </a:moveTo>
                <a:lnTo>
                  <a:pt x="0" y="1223"/>
                </a:lnTo>
                <a:lnTo>
                  <a:pt x="15" y="1269"/>
                </a:lnTo>
                <a:lnTo>
                  <a:pt x="404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9" name="Google Shape;3329;p28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 b="1" dirty="0">
                <a:latin typeface="Fira Sans"/>
                <a:ea typeface="Fira Sans"/>
                <a:cs typeface="Fira Sans"/>
                <a:sym typeface="Fira Sans"/>
              </a:rPr>
              <a:t>Les Villes Nouvelles En Afrique </a:t>
            </a:r>
            <a:endParaRPr sz="2800" b="1" dirty="0">
              <a:solidFill>
                <a:srgbClr val="000000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grpSp>
        <p:nvGrpSpPr>
          <p:cNvPr id="3330" name="Google Shape;3330;p28"/>
          <p:cNvGrpSpPr/>
          <p:nvPr/>
        </p:nvGrpSpPr>
        <p:grpSpPr>
          <a:xfrm>
            <a:off x="4263025" y="1412989"/>
            <a:ext cx="4091089" cy="1736136"/>
            <a:chOff x="2307225" y="2143239"/>
            <a:chExt cx="4091089" cy="1736136"/>
          </a:xfrm>
        </p:grpSpPr>
        <p:sp>
          <p:nvSpPr>
            <p:cNvPr id="3331" name="Google Shape;3331;p28"/>
            <p:cNvSpPr/>
            <p:nvPr/>
          </p:nvSpPr>
          <p:spPr>
            <a:xfrm>
              <a:off x="4797540" y="2557204"/>
              <a:ext cx="1215509" cy="1309810"/>
            </a:xfrm>
            <a:custGeom>
              <a:avLst/>
              <a:gdLst/>
              <a:ahLst/>
              <a:cxnLst/>
              <a:rect l="l" t="t" r="r" b="b"/>
              <a:pathLst>
                <a:path w="13083" h="14098" extrusionOk="0">
                  <a:moveTo>
                    <a:pt x="1880" y="57"/>
                  </a:moveTo>
                  <a:lnTo>
                    <a:pt x="1880" y="2385"/>
                  </a:lnTo>
                  <a:lnTo>
                    <a:pt x="2277" y="2385"/>
                  </a:lnTo>
                  <a:lnTo>
                    <a:pt x="2277" y="3922"/>
                  </a:lnTo>
                  <a:lnTo>
                    <a:pt x="3051" y="3922"/>
                  </a:lnTo>
                  <a:lnTo>
                    <a:pt x="3051" y="6408"/>
                  </a:lnTo>
                  <a:lnTo>
                    <a:pt x="3508" y="6408"/>
                  </a:lnTo>
                  <a:lnTo>
                    <a:pt x="3508" y="8459"/>
                  </a:lnTo>
                  <a:lnTo>
                    <a:pt x="3822" y="8459"/>
                  </a:lnTo>
                  <a:lnTo>
                    <a:pt x="3822" y="10151"/>
                  </a:lnTo>
                  <a:lnTo>
                    <a:pt x="5721" y="10151"/>
                  </a:lnTo>
                  <a:lnTo>
                    <a:pt x="5721" y="9584"/>
                  </a:lnTo>
                  <a:lnTo>
                    <a:pt x="8312" y="9584"/>
                  </a:lnTo>
                  <a:lnTo>
                    <a:pt x="8312" y="6898"/>
                  </a:lnTo>
                  <a:lnTo>
                    <a:pt x="8552" y="6898"/>
                  </a:lnTo>
                  <a:lnTo>
                    <a:pt x="8552" y="5680"/>
                  </a:lnTo>
                  <a:lnTo>
                    <a:pt x="8581" y="5680"/>
                  </a:lnTo>
                  <a:lnTo>
                    <a:pt x="8581" y="6898"/>
                  </a:lnTo>
                  <a:lnTo>
                    <a:pt x="8778" y="6898"/>
                  </a:lnTo>
                  <a:lnTo>
                    <a:pt x="8778" y="6154"/>
                  </a:lnTo>
                  <a:lnTo>
                    <a:pt x="8807" y="6154"/>
                  </a:lnTo>
                  <a:lnTo>
                    <a:pt x="8807" y="6898"/>
                  </a:lnTo>
                  <a:lnTo>
                    <a:pt x="9014" y="6898"/>
                  </a:lnTo>
                  <a:lnTo>
                    <a:pt x="9014" y="6708"/>
                  </a:lnTo>
                  <a:lnTo>
                    <a:pt x="9422" y="6708"/>
                  </a:lnTo>
                  <a:lnTo>
                    <a:pt x="9422" y="6898"/>
                  </a:lnTo>
                  <a:lnTo>
                    <a:pt x="10079" y="6898"/>
                  </a:lnTo>
                  <a:lnTo>
                    <a:pt x="10079" y="9261"/>
                  </a:lnTo>
                  <a:lnTo>
                    <a:pt x="12050" y="9261"/>
                  </a:lnTo>
                  <a:lnTo>
                    <a:pt x="12050" y="11660"/>
                  </a:lnTo>
                  <a:lnTo>
                    <a:pt x="13027" y="11660"/>
                  </a:lnTo>
                  <a:lnTo>
                    <a:pt x="13027" y="14018"/>
                  </a:lnTo>
                  <a:lnTo>
                    <a:pt x="4475" y="14018"/>
                  </a:lnTo>
                  <a:lnTo>
                    <a:pt x="4475" y="14039"/>
                  </a:lnTo>
                  <a:lnTo>
                    <a:pt x="60" y="14039"/>
                  </a:lnTo>
                  <a:lnTo>
                    <a:pt x="60" y="9441"/>
                  </a:lnTo>
                  <a:lnTo>
                    <a:pt x="527" y="9441"/>
                  </a:lnTo>
                  <a:lnTo>
                    <a:pt x="527" y="7385"/>
                  </a:lnTo>
                  <a:lnTo>
                    <a:pt x="973" y="7385"/>
                  </a:lnTo>
                  <a:lnTo>
                    <a:pt x="973" y="5181"/>
                  </a:lnTo>
                  <a:lnTo>
                    <a:pt x="1362" y="5181"/>
                  </a:lnTo>
                  <a:lnTo>
                    <a:pt x="1362" y="2385"/>
                  </a:lnTo>
                  <a:lnTo>
                    <a:pt x="1624" y="2385"/>
                  </a:lnTo>
                  <a:lnTo>
                    <a:pt x="1624" y="57"/>
                  </a:lnTo>
                  <a:close/>
                  <a:moveTo>
                    <a:pt x="1564" y="1"/>
                  </a:moveTo>
                  <a:lnTo>
                    <a:pt x="1564" y="2329"/>
                  </a:lnTo>
                  <a:lnTo>
                    <a:pt x="1302" y="2329"/>
                  </a:lnTo>
                  <a:lnTo>
                    <a:pt x="1302" y="5125"/>
                  </a:lnTo>
                  <a:lnTo>
                    <a:pt x="913" y="5125"/>
                  </a:lnTo>
                  <a:lnTo>
                    <a:pt x="913" y="7329"/>
                  </a:lnTo>
                  <a:lnTo>
                    <a:pt x="467" y="7329"/>
                  </a:lnTo>
                  <a:lnTo>
                    <a:pt x="467" y="9384"/>
                  </a:lnTo>
                  <a:lnTo>
                    <a:pt x="0" y="9384"/>
                  </a:lnTo>
                  <a:lnTo>
                    <a:pt x="0" y="14097"/>
                  </a:lnTo>
                  <a:lnTo>
                    <a:pt x="4530" y="14097"/>
                  </a:lnTo>
                  <a:lnTo>
                    <a:pt x="4530" y="14077"/>
                  </a:lnTo>
                  <a:lnTo>
                    <a:pt x="13083" y="14077"/>
                  </a:lnTo>
                  <a:lnTo>
                    <a:pt x="13083" y="11601"/>
                  </a:lnTo>
                  <a:lnTo>
                    <a:pt x="12106" y="11601"/>
                  </a:lnTo>
                  <a:lnTo>
                    <a:pt x="12106" y="9201"/>
                  </a:lnTo>
                  <a:lnTo>
                    <a:pt x="10133" y="9201"/>
                  </a:lnTo>
                  <a:lnTo>
                    <a:pt x="10133" y="6838"/>
                  </a:lnTo>
                  <a:lnTo>
                    <a:pt x="9477" y="6838"/>
                  </a:lnTo>
                  <a:lnTo>
                    <a:pt x="9477" y="6647"/>
                  </a:lnTo>
                  <a:lnTo>
                    <a:pt x="8951" y="6647"/>
                  </a:lnTo>
                  <a:lnTo>
                    <a:pt x="8951" y="6838"/>
                  </a:lnTo>
                  <a:lnTo>
                    <a:pt x="8862" y="6838"/>
                  </a:lnTo>
                  <a:lnTo>
                    <a:pt x="8862" y="6095"/>
                  </a:lnTo>
                  <a:lnTo>
                    <a:pt x="8718" y="6095"/>
                  </a:lnTo>
                  <a:lnTo>
                    <a:pt x="8718" y="6838"/>
                  </a:lnTo>
                  <a:lnTo>
                    <a:pt x="8637" y="6838"/>
                  </a:lnTo>
                  <a:lnTo>
                    <a:pt x="8637" y="5620"/>
                  </a:lnTo>
                  <a:lnTo>
                    <a:pt x="8493" y="5620"/>
                  </a:lnTo>
                  <a:lnTo>
                    <a:pt x="8493" y="6838"/>
                  </a:lnTo>
                  <a:lnTo>
                    <a:pt x="8252" y="6838"/>
                  </a:lnTo>
                  <a:lnTo>
                    <a:pt x="8252" y="9524"/>
                  </a:lnTo>
                  <a:lnTo>
                    <a:pt x="5660" y="9524"/>
                  </a:lnTo>
                  <a:lnTo>
                    <a:pt x="5660" y="10090"/>
                  </a:lnTo>
                  <a:lnTo>
                    <a:pt x="3879" y="10090"/>
                  </a:lnTo>
                  <a:lnTo>
                    <a:pt x="3879" y="8401"/>
                  </a:lnTo>
                  <a:lnTo>
                    <a:pt x="3566" y="8401"/>
                  </a:lnTo>
                  <a:lnTo>
                    <a:pt x="3566" y="6350"/>
                  </a:lnTo>
                  <a:lnTo>
                    <a:pt x="3109" y="6350"/>
                  </a:lnTo>
                  <a:lnTo>
                    <a:pt x="3109" y="3864"/>
                  </a:lnTo>
                  <a:lnTo>
                    <a:pt x="2334" y="3864"/>
                  </a:lnTo>
                  <a:lnTo>
                    <a:pt x="2334" y="2329"/>
                  </a:lnTo>
                  <a:lnTo>
                    <a:pt x="1937" y="2329"/>
                  </a:lnTo>
                  <a:lnTo>
                    <a:pt x="193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32" name="Google Shape;3332;p28"/>
            <p:cNvSpPr/>
            <p:nvPr/>
          </p:nvSpPr>
          <p:spPr>
            <a:xfrm>
              <a:off x="2692330" y="2870582"/>
              <a:ext cx="2068214" cy="997641"/>
            </a:xfrm>
            <a:custGeom>
              <a:avLst/>
              <a:gdLst/>
              <a:ahLst/>
              <a:cxnLst/>
              <a:rect l="l" t="t" r="r" b="b"/>
              <a:pathLst>
                <a:path w="22261" h="10738" extrusionOk="0">
                  <a:moveTo>
                    <a:pt x="15479" y="6016"/>
                  </a:moveTo>
                  <a:cubicBezTo>
                    <a:pt x="15667" y="6016"/>
                    <a:pt x="15819" y="6156"/>
                    <a:pt x="15819" y="6329"/>
                  </a:cubicBezTo>
                  <a:lnTo>
                    <a:pt x="15819" y="8846"/>
                  </a:lnTo>
                  <a:lnTo>
                    <a:pt x="15157" y="8846"/>
                  </a:lnTo>
                  <a:lnTo>
                    <a:pt x="15157" y="7622"/>
                  </a:lnTo>
                  <a:lnTo>
                    <a:pt x="15141" y="7622"/>
                  </a:lnTo>
                  <a:lnTo>
                    <a:pt x="15141" y="6329"/>
                  </a:lnTo>
                  <a:cubicBezTo>
                    <a:pt x="15141" y="6156"/>
                    <a:pt x="15293" y="6016"/>
                    <a:pt x="15479" y="6016"/>
                  </a:cubicBezTo>
                  <a:close/>
                  <a:moveTo>
                    <a:pt x="15478" y="5956"/>
                  </a:moveTo>
                  <a:cubicBezTo>
                    <a:pt x="15259" y="5956"/>
                    <a:pt x="15082" y="6123"/>
                    <a:pt x="15082" y="6329"/>
                  </a:cubicBezTo>
                  <a:lnTo>
                    <a:pt x="15082" y="7680"/>
                  </a:lnTo>
                  <a:lnTo>
                    <a:pt x="15099" y="7680"/>
                  </a:lnTo>
                  <a:lnTo>
                    <a:pt x="15099" y="8904"/>
                  </a:lnTo>
                  <a:lnTo>
                    <a:pt x="15875" y="8904"/>
                  </a:lnTo>
                  <a:lnTo>
                    <a:pt x="15875" y="6329"/>
                  </a:lnTo>
                  <a:cubicBezTo>
                    <a:pt x="15875" y="6124"/>
                    <a:pt x="15697" y="5956"/>
                    <a:pt x="15478" y="5956"/>
                  </a:cubicBezTo>
                  <a:close/>
                  <a:moveTo>
                    <a:pt x="4995" y="59"/>
                  </a:moveTo>
                  <a:lnTo>
                    <a:pt x="4995" y="1674"/>
                  </a:lnTo>
                  <a:lnTo>
                    <a:pt x="5237" y="1674"/>
                  </a:lnTo>
                  <a:lnTo>
                    <a:pt x="5237" y="688"/>
                  </a:lnTo>
                  <a:lnTo>
                    <a:pt x="5294" y="688"/>
                  </a:lnTo>
                  <a:lnTo>
                    <a:pt x="5294" y="1674"/>
                  </a:lnTo>
                  <a:lnTo>
                    <a:pt x="5549" y="1674"/>
                  </a:lnTo>
                  <a:lnTo>
                    <a:pt x="5549" y="1420"/>
                  </a:lnTo>
                  <a:lnTo>
                    <a:pt x="6111" y="1420"/>
                  </a:lnTo>
                  <a:lnTo>
                    <a:pt x="6111" y="1674"/>
                  </a:lnTo>
                  <a:lnTo>
                    <a:pt x="6982" y="1674"/>
                  </a:lnTo>
                  <a:lnTo>
                    <a:pt x="6982" y="5029"/>
                  </a:lnTo>
                  <a:lnTo>
                    <a:pt x="11067" y="5029"/>
                  </a:lnTo>
                  <a:lnTo>
                    <a:pt x="11067" y="7680"/>
                  </a:lnTo>
                  <a:lnTo>
                    <a:pt x="13484" y="7680"/>
                  </a:lnTo>
                  <a:lnTo>
                    <a:pt x="13484" y="7450"/>
                  </a:lnTo>
                  <a:lnTo>
                    <a:pt x="13540" y="7450"/>
                  </a:lnTo>
                  <a:lnTo>
                    <a:pt x="14174" y="4458"/>
                  </a:lnTo>
                  <a:lnTo>
                    <a:pt x="14494" y="4458"/>
                  </a:lnTo>
                  <a:lnTo>
                    <a:pt x="14838" y="2832"/>
                  </a:lnTo>
                  <a:lnTo>
                    <a:pt x="16119" y="2832"/>
                  </a:lnTo>
                  <a:lnTo>
                    <a:pt x="16464" y="4458"/>
                  </a:lnTo>
                  <a:lnTo>
                    <a:pt x="16784" y="4458"/>
                  </a:lnTo>
                  <a:lnTo>
                    <a:pt x="17417" y="7450"/>
                  </a:lnTo>
                  <a:lnTo>
                    <a:pt x="17473" y="7450"/>
                  </a:lnTo>
                  <a:lnTo>
                    <a:pt x="17473" y="7584"/>
                  </a:lnTo>
                  <a:lnTo>
                    <a:pt x="20459" y="7584"/>
                  </a:lnTo>
                  <a:lnTo>
                    <a:pt x="20459" y="5328"/>
                  </a:lnTo>
                  <a:lnTo>
                    <a:pt x="21567" y="4379"/>
                  </a:lnTo>
                  <a:lnTo>
                    <a:pt x="21567" y="3611"/>
                  </a:lnTo>
                  <a:lnTo>
                    <a:pt x="21611" y="3611"/>
                  </a:lnTo>
                  <a:lnTo>
                    <a:pt x="21611" y="7584"/>
                  </a:lnTo>
                  <a:lnTo>
                    <a:pt x="22197" y="7584"/>
                  </a:lnTo>
                  <a:lnTo>
                    <a:pt x="22197" y="7991"/>
                  </a:lnTo>
                  <a:lnTo>
                    <a:pt x="21867" y="7991"/>
                  </a:lnTo>
                  <a:lnTo>
                    <a:pt x="21867" y="10643"/>
                  </a:lnTo>
                  <a:lnTo>
                    <a:pt x="21611" y="10643"/>
                  </a:lnTo>
                  <a:lnTo>
                    <a:pt x="21611" y="10664"/>
                  </a:lnTo>
                  <a:lnTo>
                    <a:pt x="20457" y="10664"/>
                  </a:lnTo>
                  <a:lnTo>
                    <a:pt x="20457" y="10643"/>
                  </a:lnTo>
                  <a:lnTo>
                    <a:pt x="17471" y="10643"/>
                  </a:lnTo>
                  <a:lnTo>
                    <a:pt x="17471" y="10664"/>
                  </a:lnTo>
                  <a:lnTo>
                    <a:pt x="15875" y="10664"/>
                  </a:lnTo>
                  <a:lnTo>
                    <a:pt x="15875" y="10643"/>
                  </a:lnTo>
                  <a:lnTo>
                    <a:pt x="15080" y="10643"/>
                  </a:lnTo>
                  <a:lnTo>
                    <a:pt x="15080" y="10664"/>
                  </a:lnTo>
                  <a:lnTo>
                    <a:pt x="13483" y="10664"/>
                  </a:lnTo>
                  <a:lnTo>
                    <a:pt x="13483" y="10643"/>
                  </a:lnTo>
                  <a:lnTo>
                    <a:pt x="8375" y="10643"/>
                  </a:lnTo>
                  <a:lnTo>
                    <a:pt x="8375" y="10664"/>
                  </a:lnTo>
                  <a:lnTo>
                    <a:pt x="7324" y="10664"/>
                  </a:lnTo>
                  <a:lnTo>
                    <a:pt x="7324" y="10643"/>
                  </a:lnTo>
                  <a:lnTo>
                    <a:pt x="6771" y="10643"/>
                  </a:lnTo>
                  <a:lnTo>
                    <a:pt x="6771" y="10664"/>
                  </a:lnTo>
                  <a:lnTo>
                    <a:pt x="5718" y="10664"/>
                  </a:lnTo>
                  <a:lnTo>
                    <a:pt x="5718" y="10643"/>
                  </a:lnTo>
                  <a:lnTo>
                    <a:pt x="4527" y="10643"/>
                  </a:lnTo>
                  <a:lnTo>
                    <a:pt x="4518" y="10664"/>
                  </a:lnTo>
                  <a:lnTo>
                    <a:pt x="3592" y="10664"/>
                  </a:lnTo>
                  <a:lnTo>
                    <a:pt x="3592" y="10678"/>
                  </a:lnTo>
                  <a:lnTo>
                    <a:pt x="1020" y="10678"/>
                  </a:lnTo>
                  <a:lnTo>
                    <a:pt x="1020" y="10643"/>
                  </a:lnTo>
                  <a:lnTo>
                    <a:pt x="57" y="10643"/>
                  </a:lnTo>
                  <a:lnTo>
                    <a:pt x="57" y="8904"/>
                  </a:lnTo>
                  <a:lnTo>
                    <a:pt x="1020" y="8904"/>
                  </a:lnTo>
                  <a:lnTo>
                    <a:pt x="1020" y="6979"/>
                  </a:lnTo>
                  <a:lnTo>
                    <a:pt x="2940" y="6979"/>
                  </a:lnTo>
                  <a:lnTo>
                    <a:pt x="2940" y="2834"/>
                  </a:lnTo>
                  <a:lnTo>
                    <a:pt x="2970" y="2834"/>
                  </a:lnTo>
                  <a:lnTo>
                    <a:pt x="2970" y="3904"/>
                  </a:lnTo>
                  <a:lnTo>
                    <a:pt x="2986" y="3911"/>
                  </a:lnTo>
                  <a:cubicBezTo>
                    <a:pt x="3666" y="4242"/>
                    <a:pt x="4197" y="4692"/>
                    <a:pt x="4566" y="5244"/>
                  </a:cubicBezTo>
                  <a:lnTo>
                    <a:pt x="4620" y="5324"/>
                  </a:lnTo>
                  <a:lnTo>
                    <a:pt x="4620" y="1674"/>
                  </a:lnTo>
                  <a:lnTo>
                    <a:pt x="4939" y="1674"/>
                  </a:lnTo>
                  <a:lnTo>
                    <a:pt x="4939" y="59"/>
                  </a:lnTo>
                  <a:close/>
                  <a:moveTo>
                    <a:pt x="4882" y="0"/>
                  </a:moveTo>
                  <a:lnTo>
                    <a:pt x="4882" y="1616"/>
                  </a:lnTo>
                  <a:lnTo>
                    <a:pt x="4564" y="1616"/>
                  </a:lnTo>
                  <a:lnTo>
                    <a:pt x="4564" y="5134"/>
                  </a:lnTo>
                  <a:cubicBezTo>
                    <a:pt x="4196" y="4612"/>
                    <a:pt x="3680" y="4186"/>
                    <a:pt x="3031" y="3868"/>
                  </a:cubicBezTo>
                  <a:lnTo>
                    <a:pt x="3031" y="2775"/>
                  </a:lnTo>
                  <a:lnTo>
                    <a:pt x="2884" y="2775"/>
                  </a:lnTo>
                  <a:lnTo>
                    <a:pt x="2884" y="6921"/>
                  </a:lnTo>
                  <a:lnTo>
                    <a:pt x="964" y="6921"/>
                  </a:lnTo>
                  <a:lnTo>
                    <a:pt x="964" y="8846"/>
                  </a:lnTo>
                  <a:lnTo>
                    <a:pt x="1" y="8846"/>
                  </a:lnTo>
                  <a:lnTo>
                    <a:pt x="1" y="10703"/>
                  </a:lnTo>
                  <a:lnTo>
                    <a:pt x="964" y="10703"/>
                  </a:lnTo>
                  <a:lnTo>
                    <a:pt x="964" y="10738"/>
                  </a:lnTo>
                  <a:lnTo>
                    <a:pt x="3653" y="10738"/>
                  </a:lnTo>
                  <a:lnTo>
                    <a:pt x="3653" y="10723"/>
                  </a:lnTo>
                  <a:lnTo>
                    <a:pt x="4559" y="10723"/>
                  </a:lnTo>
                  <a:lnTo>
                    <a:pt x="4569" y="10703"/>
                  </a:lnTo>
                  <a:lnTo>
                    <a:pt x="5664" y="10703"/>
                  </a:lnTo>
                  <a:lnTo>
                    <a:pt x="5664" y="10723"/>
                  </a:lnTo>
                  <a:lnTo>
                    <a:pt x="6834" y="10723"/>
                  </a:lnTo>
                  <a:lnTo>
                    <a:pt x="6834" y="10703"/>
                  </a:lnTo>
                  <a:lnTo>
                    <a:pt x="7268" y="10703"/>
                  </a:lnTo>
                  <a:lnTo>
                    <a:pt x="7268" y="10723"/>
                  </a:lnTo>
                  <a:lnTo>
                    <a:pt x="8438" y="10723"/>
                  </a:lnTo>
                  <a:lnTo>
                    <a:pt x="8438" y="10703"/>
                  </a:lnTo>
                  <a:lnTo>
                    <a:pt x="13430" y="10703"/>
                  </a:lnTo>
                  <a:lnTo>
                    <a:pt x="13430" y="10723"/>
                  </a:lnTo>
                  <a:lnTo>
                    <a:pt x="15145" y="10723"/>
                  </a:lnTo>
                  <a:lnTo>
                    <a:pt x="15145" y="10703"/>
                  </a:lnTo>
                  <a:lnTo>
                    <a:pt x="15821" y="10703"/>
                  </a:lnTo>
                  <a:lnTo>
                    <a:pt x="15821" y="10723"/>
                  </a:lnTo>
                  <a:lnTo>
                    <a:pt x="17535" y="10723"/>
                  </a:lnTo>
                  <a:lnTo>
                    <a:pt x="17535" y="10703"/>
                  </a:lnTo>
                  <a:lnTo>
                    <a:pt x="20404" y="10703"/>
                  </a:lnTo>
                  <a:lnTo>
                    <a:pt x="20404" y="10723"/>
                  </a:lnTo>
                  <a:lnTo>
                    <a:pt x="21674" y="10723"/>
                  </a:lnTo>
                  <a:lnTo>
                    <a:pt x="21674" y="10703"/>
                  </a:lnTo>
                  <a:lnTo>
                    <a:pt x="21930" y="10703"/>
                  </a:lnTo>
                  <a:lnTo>
                    <a:pt x="21930" y="8050"/>
                  </a:lnTo>
                  <a:lnTo>
                    <a:pt x="22260" y="8050"/>
                  </a:lnTo>
                  <a:lnTo>
                    <a:pt x="22260" y="7526"/>
                  </a:lnTo>
                  <a:lnTo>
                    <a:pt x="21674" y="7526"/>
                  </a:lnTo>
                  <a:lnTo>
                    <a:pt x="21674" y="3552"/>
                  </a:lnTo>
                  <a:lnTo>
                    <a:pt x="21513" y="3552"/>
                  </a:lnTo>
                  <a:lnTo>
                    <a:pt x="21513" y="4353"/>
                  </a:lnTo>
                  <a:lnTo>
                    <a:pt x="20404" y="5301"/>
                  </a:lnTo>
                  <a:lnTo>
                    <a:pt x="20404" y="7526"/>
                  </a:lnTo>
                  <a:lnTo>
                    <a:pt x="17535" y="7526"/>
                  </a:lnTo>
                  <a:lnTo>
                    <a:pt x="17535" y="7392"/>
                  </a:lnTo>
                  <a:lnTo>
                    <a:pt x="17470" y="7392"/>
                  </a:lnTo>
                  <a:lnTo>
                    <a:pt x="16837" y="4400"/>
                  </a:lnTo>
                  <a:lnTo>
                    <a:pt x="16516" y="4400"/>
                  </a:lnTo>
                  <a:lnTo>
                    <a:pt x="16172" y="2774"/>
                  </a:lnTo>
                  <a:lnTo>
                    <a:pt x="14794" y="2774"/>
                  </a:lnTo>
                  <a:lnTo>
                    <a:pt x="14450" y="4400"/>
                  </a:lnTo>
                  <a:lnTo>
                    <a:pt x="14131" y="4400"/>
                  </a:lnTo>
                  <a:lnTo>
                    <a:pt x="13497" y="7392"/>
                  </a:lnTo>
                  <a:lnTo>
                    <a:pt x="13431" y="7392"/>
                  </a:lnTo>
                  <a:lnTo>
                    <a:pt x="13431" y="7622"/>
                  </a:lnTo>
                  <a:lnTo>
                    <a:pt x="11131" y="7622"/>
                  </a:lnTo>
                  <a:lnTo>
                    <a:pt x="11131" y="4970"/>
                  </a:lnTo>
                  <a:lnTo>
                    <a:pt x="7046" y="4970"/>
                  </a:lnTo>
                  <a:lnTo>
                    <a:pt x="7046" y="1616"/>
                  </a:lnTo>
                  <a:lnTo>
                    <a:pt x="6176" y="1616"/>
                  </a:lnTo>
                  <a:lnTo>
                    <a:pt x="6176" y="1362"/>
                  </a:lnTo>
                  <a:lnTo>
                    <a:pt x="5496" y="1362"/>
                  </a:lnTo>
                  <a:lnTo>
                    <a:pt x="5496" y="1616"/>
                  </a:lnTo>
                  <a:lnTo>
                    <a:pt x="5357" y="1616"/>
                  </a:lnTo>
                  <a:lnTo>
                    <a:pt x="5357" y="629"/>
                  </a:lnTo>
                  <a:lnTo>
                    <a:pt x="5183" y="629"/>
                  </a:lnTo>
                  <a:lnTo>
                    <a:pt x="5183" y="1616"/>
                  </a:lnTo>
                  <a:lnTo>
                    <a:pt x="5056" y="1616"/>
                  </a:lnTo>
                  <a:lnTo>
                    <a:pt x="50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33" name="Google Shape;3333;p28"/>
            <p:cNvGrpSpPr/>
            <p:nvPr/>
          </p:nvGrpSpPr>
          <p:grpSpPr>
            <a:xfrm>
              <a:off x="2889594" y="3357685"/>
              <a:ext cx="335109" cy="510421"/>
              <a:chOff x="2607712" y="3424555"/>
              <a:chExt cx="399701" cy="608804"/>
            </a:xfrm>
          </p:grpSpPr>
          <p:sp>
            <p:nvSpPr>
              <p:cNvPr id="3334" name="Google Shape;3334;p28"/>
              <p:cNvSpPr/>
              <p:nvPr/>
            </p:nvSpPr>
            <p:spPr>
              <a:xfrm>
                <a:off x="2607712" y="3424555"/>
                <a:ext cx="399701" cy="608804"/>
              </a:xfrm>
              <a:custGeom>
                <a:avLst/>
                <a:gdLst/>
                <a:ahLst/>
                <a:cxnLst/>
                <a:rect l="l" t="t" r="r" b="b"/>
                <a:pathLst>
                  <a:path w="3607" h="5494" extrusionOk="0">
                    <a:moveTo>
                      <a:pt x="3547" y="58"/>
                    </a:moveTo>
                    <a:lnTo>
                      <a:pt x="3547" y="5434"/>
                    </a:lnTo>
                    <a:lnTo>
                      <a:pt x="59" y="5434"/>
                    </a:lnTo>
                    <a:lnTo>
                      <a:pt x="59" y="58"/>
                    </a:lnTo>
                    <a:close/>
                    <a:moveTo>
                      <a:pt x="1" y="0"/>
                    </a:moveTo>
                    <a:lnTo>
                      <a:pt x="1" y="5494"/>
                    </a:lnTo>
                    <a:lnTo>
                      <a:pt x="3607" y="5494"/>
                    </a:lnTo>
                    <a:lnTo>
                      <a:pt x="360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5" name="Google Shape;3335;p28"/>
              <p:cNvSpPr/>
              <p:nvPr/>
            </p:nvSpPr>
            <p:spPr>
              <a:xfrm>
                <a:off x="2644391" y="3494809"/>
                <a:ext cx="77680" cy="50752"/>
              </a:xfrm>
              <a:custGeom>
                <a:avLst/>
                <a:gdLst/>
                <a:ahLst/>
                <a:cxnLst/>
                <a:rect l="l" t="t" r="r" b="b"/>
                <a:pathLst>
                  <a:path w="701" h="458" extrusionOk="0">
                    <a:moveTo>
                      <a:pt x="643" y="58"/>
                    </a:moveTo>
                    <a:lnTo>
                      <a:pt x="643" y="399"/>
                    </a:lnTo>
                    <a:lnTo>
                      <a:pt x="60" y="399"/>
                    </a:lnTo>
                    <a:lnTo>
                      <a:pt x="60" y="58"/>
                    </a:lnTo>
                    <a:close/>
                    <a:moveTo>
                      <a:pt x="0" y="0"/>
                    </a:moveTo>
                    <a:lnTo>
                      <a:pt x="0" y="458"/>
                    </a:lnTo>
                    <a:lnTo>
                      <a:pt x="700" y="458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6" name="Google Shape;3336;p28"/>
              <p:cNvSpPr/>
              <p:nvPr/>
            </p:nvSpPr>
            <p:spPr>
              <a:xfrm>
                <a:off x="2644391" y="3607505"/>
                <a:ext cx="77680" cy="50752"/>
              </a:xfrm>
              <a:custGeom>
                <a:avLst/>
                <a:gdLst/>
                <a:ahLst/>
                <a:cxnLst/>
                <a:rect l="l" t="t" r="r" b="b"/>
                <a:pathLst>
                  <a:path w="701" h="458" extrusionOk="0">
                    <a:moveTo>
                      <a:pt x="643" y="58"/>
                    </a:moveTo>
                    <a:lnTo>
                      <a:pt x="643" y="400"/>
                    </a:lnTo>
                    <a:lnTo>
                      <a:pt x="60" y="400"/>
                    </a:lnTo>
                    <a:lnTo>
                      <a:pt x="60" y="58"/>
                    </a:lnTo>
                    <a:close/>
                    <a:moveTo>
                      <a:pt x="0" y="0"/>
                    </a:moveTo>
                    <a:lnTo>
                      <a:pt x="0" y="458"/>
                    </a:lnTo>
                    <a:lnTo>
                      <a:pt x="700" y="458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7" name="Google Shape;3337;p28"/>
              <p:cNvSpPr/>
              <p:nvPr/>
            </p:nvSpPr>
            <p:spPr>
              <a:xfrm>
                <a:off x="2644391" y="3719978"/>
                <a:ext cx="77680" cy="50863"/>
              </a:xfrm>
              <a:custGeom>
                <a:avLst/>
                <a:gdLst/>
                <a:ahLst/>
                <a:cxnLst/>
                <a:rect l="l" t="t" r="r" b="b"/>
                <a:pathLst>
                  <a:path w="701" h="459" extrusionOk="0">
                    <a:moveTo>
                      <a:pt x="643" y="58"/>
                    </a:moveTo>
                    <a:lnTo>
                      <a:pt x="643" y="400"/>
                    </a:lnTo>
                    <a:lnTo>
                      <a:pt x="60" y="400"/>
                    </a:lnTo>
                    <a:lnTo>
                      <a:pt x="60" y="58"/>
                    </a:lnTo>
                    <a:close/>
                    <a:moveTo>
                      <a:pt x="0" y="0"/>
                    </a:moveTo>
                    <a:lnTo>
                      <a:pt x="0" y="459"/>
                    </a:lnTo>
                    <a:lnTo>
                      <a:pt x="700" y="459"/>
                    </a:lnTo>
                    <a:lnTo>
                      <a:pt x="70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8" name="Google Shape;3338;p28"/>
              <p:cNvSpPr/>
              <p:nvPr/>
            </p:nvSpPr>
            <p:spPr>
              <a:xfrm>
                <a:off x="2644391" y="3832674"/>
                <a:ext cx="77680" cy="50752"/>
              </a:xfrm>
              <a:custGeom>
                <a:avLst/>
                <a:gdLst/>
                <a:ahLst/>
                <a:cxnLst/>
                <a:rect l="l" t="t" r="r" b="b"/>
                <a:pathLst>
                  <a:path w="701" h="458" extrusionOk="0">
                    <a:moveTo>
                      <a:pt x="643" y="58"/>
                    </a:moveTo>
                    <a:lnTo>
                      <a:pt x="643" y="400"/>
                    </a:lnTo>
                    <a:lnTo>
                      <a:pt x="60" y="400"/>
                    </a:lnTo>
                    <a:lnTo>
                      <a:pt x="60" y="58"/>
                    </a:lnTo>
                    <a:close/>
                    <a:moveTo>
                      <a:pt x="0" y="1"/>
                    </a:moveTo>
                    <a:lnTo>
                      <a:pt x="0" y="458"/>
                    </a:lnTo>
                    <a:lnTo>
                      <a:pt x="700" y="458"/>
                    </a:lnTo>
                    <a:lnTo>
                      <a:pt x="70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39" name="Google Shape;3339;p28"/>
              <p:cNvSpPr/>
              <p:nvPr/>
            </p:nvSpPr>
            <p:spPr>
              <a:xfrm>
                <a:off x="2745342" y="3719978"/>
                <a:ext cx="215752" cy="50863"/>
              </a:xfrm>
              <a:custGeom>
                <a:avLst/>
                <a:gdLst/>
                <a:ahLst/>
                <a:cxnLst/>
                <a:rect l="l" t="t" r="r" b="b"/>
                <a:pathLst>
                  <a:path w="1947" h="459" extrusionOk="0">
                    <a:moveTo>
                      <a:pt x="1887" y="58"/>
                    </a:moveTo>
                    <a:lnTo>
                      <a:pt x="1887" y="400"/>
                    </a:lnTo>
                    <a:lnTo>
                      <a:pt x="59" y="400"/>
                    </a:lnTo>
                    <a:lnTo>
                      <a:pt x="59" y="58"/>
                    </a:lnTo>
                    <a:close/>
                    <a:moveTo>
                      <a:pt x="1" y="0"/>
                    </a:moveTo>
                    <a:lnTo>
                      <a:pt x="1" y="459"/>
                    </a:lnTo>
                    <a:lnTo>
                      <a:pt x="1946" y="459"/>
                    </a:lnTo>
                    <a:lnTo>
                      <a:pt x="194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40" name="Google Shape;3340;p28"/>
              <p:cNvSpPr/>
              <p:nvPr/>
            </p:nvSpPr>
            <p:spPr>
              <a:xfrm>
                <a:off x="2745342" y="3832674"/>
                <a:ext cx="215752" cy="50752"/>
              </a:xfrm>
              <a:custGeom>
                <a:avLst/>
                <a:gdLst/>
                <a:ahLst/>
                <a:cxnLst/>
                <a:rect l="l" t="t" r="r" b="b"/>
                <a:pathLst>
                  <a:path w="1947" h="458" extrusionOk="0">
                    <a:moveTo>
                      <a:pt x="1887" y="58"/>
                    </a:moveTo>
                    <a:lnTo>
                      <a:pt x="1887" y="400"/>
                    </a:lnTo>
                    <a:lnTo>
                      <a:pt x="59" y="400"/>
                    </a:lnTo>
                    <a:lnTo>
                      <a:pt x="59" y="58"/>
                    </a:lnTo>
                    <a:close/>
                    <a:moveTo>
                      <a:pt x="1" y="1"/>
                    </a:moveTo>
                    <a:lnTo>
                      <a:pt x="1" y="458"/>
                    </a:lnTo>
                    <a:lnTo>
                      <a:pt x="1946" y="458"/>
                    </a:lnTo>
                    <a:lnTo>
                      <a:pt x="194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41" name="Google Shape;3341;p28"/>
            <p:cNvSpPr/>
            <p:nvPr/>
          </p:nvSpPr>
          <p:spPr>
            <a:xfrm>
              <a:off x="4935880" y="3317562"/>
              <a:ext cx="265530" cy="549362"/>
            </a:xfrm>
            <a:custGeom>
              <a:avLst/>
              <a:gdLst/>
              <a:ahLst/>
              <a:cxnLst/>
              <a:rect l="l" t="t" r="r" b="b"/>
              <a:pathLst>
                <a:path w="2858" h="5913" extrusionOk="0">
                  <a:moveTo>
                    <a:pt x="1867" y="61"/>
                  </a:moveTo>
                  <a:lnTo>
                    <a:pt x="2105" y="1267"/>
                  </a:lnTo>
                  <a:lnTo>
                    <a:pt x="2326" y="1267"/>
                  </a:lnTo>
                  <a:lnTo>
                    <a:pt x="2764" y="3486"/>
                  </a:lnTo>
                  <a:lnTo>
                    <a:pt x="2799" y="3486"/>
                  </a:lnTo>
                  <a:lnTo>
                    <a:pt x="2799" y="5855"/>
                  </a:lnTo>
                  <a:lnTo>
                    <a:pt x="1717" y="5855"/>
                  </a:lnTo>
                  <a:lnTo>
                    <a:pt x="1717" y="2645"/>
                  </a:lnTo>
                  <a:cubicBezTo>
                    <a:pt x="1717" y="2490"/>
                    <a:pt x="1589" y="2362"/>
                    <a:pt x="1433" y="2362"/>
                  </a:cubicBezTo>
                  <a:cubicBezTo>
                    <a:pt x="1277" y="2362"/>
                    <a:pt x="1149" y="2490"/>
                    <a:pt x="1149" y="2645"/>
                  </a:cubicBezTo>
                  <a:lnTo>
                    <a:pt x="1149" y="5855"/>
                  </a:lnTo>
                  <a:lnTo>
                    <a:pt x="62" y="5855"/>
                  </a:lnTo>
                  <a:lnTo>
                    <a:pt x="62" y="3486"/>
                  </a:lnTo>
                  <a:lnTo>
                    <a:pt x="98" y="3486"/>
                  </a:lnTo>
                  <a:lnTo>
                    <a:pt x="537" y="1267"/>
                  </a:lnTo>
                  <a:lnTo>
                    <a:pt x="758" y="1267"/>
                  </a:lnTo>
                  <a:lnTo>
                    <a:pt x="995" y="61"/>
                  </a:lnTo>
                  <a:close/>
                  <a:moveTo>
                    <a:pt x="945" y="0"/>
                  </a:moveTo>
                  <a:lnTo>
                    <a:pt x="708" y="1207"/>
                  </a:lnTo>
                  <a:lnTo>
                    <a:pt x="487" y="1207"/>
                  </a:lnTo>
                  <a:lnTo>
                    <a:pt x="48" y="3426"/>
                  </a:lnTo>
                  <a:lnTo>
                    <a:pt x="1" y="3426"/>
                  </a:lnTo>
                  <a:lnTo>
                    <a:pt x="1" y="5912"/>
                  </a:lnTo>
                  <a:lnTo>
                    <a:pt x="1204" y="5912"/>
                  </a:lnTo>
                  <a:lnTo>
                    <a:pt x="1204" y="2644"/>
                  </a:lnTo>
                  <a:cubicBezTo>
                    <a:pt x="1204" y="2520"/>
                    <a:pt x="1306" y="2419"/>
                    <a:pt x="1429" y="2419"/>
                  </a:cubicBezTo>
                  <a:cubicBezTo>
                    <a:pt x="1553" y="2419"/>
                    <a:pt x="1654" y="2520"/>
                    <a:pt x="1654" y="2644"/>
                  </a:cubicBezTo>
                  <a:lnTo>
                    <a:pt x="1654" y="5912"/>
                  </a:lnTo>
                  <a:lnTo>
                    <a:pt x="2858" y="5912"/>
                  </a:lnTo>
                  <a:lnTo>
                    <a:pt x="2858" y="3426"/>
                  </a:lnTo>
                  <a:lnTo>
                    <a:pt x="2811" y="3426"/>
                  </a:lnTo>
                  <a:lnTo>
                    <a:pt x="2374" y="1207"/>
                  </a:lnTo>
                  <a:lnTo>
                    <a:pt x="2152" y="1207"/>
                  </a:lnTo>
                  <a:lnTo>
                    <a:pt x="1914" y="0"/>
                  </a:lnTo>
                  <a:close/>
                </a:path>
              </a:pathLst>
            </a:custGeom>
            <a:solidFill>
              <a:srgbClr val="E039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2" name="Google Shape;3342;p28"/>
            <p:cNvSpPr/>
            <p:nvPr/>
          </p:nvSpPr>
          <p:spPr>
            <a:xfrm>
              <a:off x="4963196" y="3651287"/>
              <a:ext cx="25642" cy="25642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1" y="1"/>
                  </a:moveTo>
                  <a:lnTo>
                    <a:pt x="1" y="276"/>
                  </a:lnTo>
                  <a:lnTo>
                    <a:pt x="276" y="276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3" name="Google Shape;3343;p28"/>
            <p:cNvSpPr/>
            <p:nvPr/>
          </p:nvSpPr>
          <p:spPr>
            <a:xfrm>
              <a:off x="4993298" y="3580491"/>
              <a:ext cx="25642" cy="25642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1" y="0"/>
                  </a:moveTo>
                  <a:lnTo>
                    <a:pt x="1" y="276"/>
                  </a:lnTo>
                  <a:lnTo>
                    <a:pt x="275" y="276"/>
                  </a:lnTo>
                  <a:lnTo>
                    <a:pt x="27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4" name="Google Shape;3344;p28"/>
            <p:cNvSpPr/>
            <p:nvPr/>
          </p:nvSpPr>
          <p:spPr>
            <a:xfrm>
              <a:off x="4996550" y="3712513"/>
              <a:ext cx="25642" cy="25642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1" y="1"/>
                  </a:moveTo>
                  <a:lnTo>
                    <a:pt x="1" y="276"/>
                  </a:lnTo>
                  <a:lnTo>
                    <a:pt x="276" y="276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5" name="Google Shape;3345;p28"/>
            <p:cNvSpPr/>
            <p:nvPr/>
          </p:nvSpPr>
          <p:spPr>
            <a:xfrm>
              <a:off x="5161462" y="3721246"/>
              <a:ext cx="25735" cy="25550"/>
            </a:xfrm>
            <a:custGeom>
              <a:avLst/>
              <a:gdLst/>
              <a:ahLst/>
              <a:cxnLst/>
              <a:rect l="l" t="t" r="r" b="b"/>
              <a:pathLst>
                <a:path w="277" h="275" extrusionOk="0">
                  <a:moveTo>
                    <a:pt x="1" y="1"/>
                  </a:moveTo>
                  <a:lnTo>
                    <a:pt x="1" y="275"/>
                  </a:lnTo>
                  <a:lnTo>
                    <a:pt x="276" y="275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6" name="Google Shape;3346;p28"/>
            <p:cNvSpPr/>
            <p:nvPr/>
          </p:nvSpPr>
          <p:spPr>
            <a:xfrm>
              <a:off x="5130895" y="3544071"/>
              <a:ext cx="25642" cy="25642"/>
            </a:xfrm>
            <a:custGeom>
              <a:avLst/>
              <a:gdLst/>
              <a:ahLst/>
              <a:cxnLst/>
              <a:rect l="l" t="t" r="r" b="b"/>
              <a:pathLst>
                <a:path w="276" h="276" extrusionOk="0">
                  <a:moveTo>
                    <a:pt x="0" y="0"/>
                  </a:moveTo>
                  <a:lnTo>
                    <a:pt x="0" y="276"/>
                  </a:lnTo>
                  <a:lnTo>
                    <a:pt x="276" y="276"/>
                  </a:lnTo>
                  <a:lnTo>
                    <a:pt x="2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47" name="Google Shape;3347;p28"/>
            <p:cNvSpPr/>
            <p:nvPr/>
          </p:nvSpPr>
          <p:spPr>
            <a:xfrm>
              <a:off x="5106646" y="3474576"/>
              <a:ext cx="25642" cy="25550"/>
            </a:xfrm>
            <a:custGeom>
              <a:avLst/>
              <a:gdLst/>
              <a:ahLst/>
              <a:cxnLst/>
              <a:rect l="l" t="t" r="r" b="b"/>
              <a:pathLst>
                <a:path w="276" h="275" extrusionOk="0">
                  <a:moveTo>
                    <a:pt x="1" y="1"/>
                  </a:moveTo>
                  <a:lnTo>
                    <a:pt x="1" y="275"/>
                  </a:lnTo>
                  <a:lnTo>
                    <a:pt x="276" y="275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48" name="Google Shape;3348;p28"/>
            <p:cNvGrpSpPr/>
            <p:nvPr/>
          </p:nvGrpSpPr>
          <p:grpSpPr>
            <a:xfrm>
              <a:off x="4935738" y="3317457"/>
              <a:ext cx="265523" cy="549348"/>
              <a:chOff x="5048247" y="3376574"/>
              <a:chExt cx="316702" cy="655234"/>
            </a:xfrm>
          </p:grpSpPr>
          <p:sp>
            <p:nvSpPr>
              <p:cNvPr id="3349" name="Google Shape;3349;p28"/>
              <p:cNvSpPr/>
              <p:nvPr/>
            </p:nvSpPr>
            <p:spPr>
              <a:xfrm>
                <a:off x="5048247" y="3376574"/>
                <a:ext cx="316702" cy="655234"/>
              </a:xfrm>
              <a:custGeom>
                <a:avLst/>
                <a:gdLst/>
                <a:ahLst/>
                <a:cxnLst/>
                <a:rect l="l" t="t" r="r" b="b"/>
                <a:pathLst>
                  <a:path w="2858" h="5913" extrusionOk="0">
                    <a:moveTo>
                      <a:pt x="1867" y="61"/>
                    </a:moveTo>
                    <a:lnTo>
                      <a:pt x="2105" y="1267"/>
                    </a:lnTo>
                    <a:lnTo>
                      <a:pt x="2326" y="1267"/>
                    </a:lnTo>
                    <a:lnTo>
                      <a:pt x="2764" y="3486"/>
                    </a:lnTo>
                    <a:lnTo>
                      <a:pt x="2799" y="3486"/>
                    </a:lnTo>
                    <a:lnTo>
                      <a:pt x="2799" y="5855"/>
                    </a:lnTo>
                    <a:lnTo>
                      <a:pt x="1717" y="5855"/>
                    </a:lnTo>
                    <a:lnTo>
                      <a:pt x="1717" y="2645"/>
                    </a:lnTo>
                    <a:cubicBezTo>
                      <a:pt x="1717" y="2490"/>
                      <a:pt x="1589" y="2362"/>
                      <a:pt x="1433" y="2362"/>
                    </a:cubicBezTo>
                    <a:cubicBezTo>
                      <a:pt x="1277" y="2362"/>
                      <a:pt x="1149" y="2490"/>
                      <a:pt x="1149" y="2645"/>
                    </a:cubicBezTo>
                    <a:lnTo>
                      <a:pt x="1149" y="5855"/>
                    </a:lnTo>
                    <a:lnTo>
                      <a:pt x="62" y="5855"/>
                    </a:lnTo>
                    <a:lnTo>
                      <a:pt x="62" y="3486"/>
                    </a:lnTo>
                    <a:lnTo>
                      <a:pt x="98" y="3486"/>
                    </a:lnTo>
                    <a:lnTo>
                      <a:pt x="537" y="1267"/>
                    </a:lnTo>
                    <a:lnTo>
                      <a:pt x="758" y="1267"/>
                    </a:lnTo>
                    <a:lnTo>
                      <a:pt x="995" y="61"/>
                    </a:lnTo>
                    <a:close/>
                    <a:moveTo>
                      <a:pt x="945" y="0"/>
                    </a:moveTo>
                    <a:lnTo>
                      <a:pt x="708" y="1207"/>
                    </a:lnTo>
                    <a:lnTo>
                      <a:pt x="487" y="1207"/>
                    </a:lnTo>
                    <a:lnTo>
                      <a:pt x="48" y="3426"/>
                    </a:lnTo>
                    <a:lnTo>
                      <a:pt x="1" y="3426"/>
                    </a:lnTo>
                    <a:lnTo>
                      <a:pt x="1" y="5912"/>
                    </a:lnTo>
                    <a:lnTo>
                      <a:pt x="1204" y="5912"/>
                    </a:lnTo>
                    <a:lnTo>
                      <a:pt x="1204" y="2644"/>
                    </a:lnTo>
                    <a:cubicBezTo>
                      <a:pt x="1204" y="2520"/>
                      <a:pt x="1306" y="2419"/>
                      <a:pt x="1429" y="2419"/>
                    </a:cubicBezTo>
                    <a:cubicBezTo>
                      <a:pt x="1553" y="2419"/>
                      <a:pt x="1654" y="2520"/>
                      <a:pt x="1654" y="2644"/>
                    </a:cubicBezTo>
                    <a:lnTo>
                      <a:pt x="1654" y="5912"/>
                    </a:lnTo>
                    <a:lnTo>
                      <a:pt x="2858" y="5912"/>
                    </a:lnTo>
                    <a:lnTo>
                      <a:pt x="2858" y="3426"/>
                    </a:lnTo>
                    <a:lnTo>
                      <a:pt x="2811" y="3426"/>
                    </a:lnTo>
                    <a:lnTo>
                      <a:pt x="2374" y="1207"/>
                    </a:lnTo>
                    <a:lnTo>
                      <a:pt x="2152" y="1207"/>
                    </a:lnTo>
                    <a:lnTo>
                      <a:pt x="191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0" name="Google Shape;3350;p28"/>
              <p:cNvSpPr/>
              <p:nvPr/>
            </p:nvSpPr>
            <p:spPr>
              <a:xfrm>
                <a:off x="5077613" y="3771284"/>
                <a:ext cx="37122" cy="37122"/>
              </a:xfrm>
              <a:custGeom>
                <a:avLst/>
                <a:gdLst/>
                <a:ahLst/>
                <a:cxnLst/>
                <a:rect l="l" t="t" r="r" b="b"/>
                <a:pathLst>
                  <a:path w="335" h="335" extrusionOk="0">
                    <a:moveTo>
                      <a:pt x="275" y="60"/>
                    </a:moveTo>
                    <a:lnTo>
                      <a:pt x="275" y="277"/>
                    </a:lnTo>
                    <a:lnTo>
                      <a:pt x="59" y="277"/>
                    </a:lnTo>
                    <a:lnTo>
                      <a:pt x="59" y="60"/>
                    </a:lnTo>
                    <a:close/>
                    <a:moveTo>
                      <a:pt x="1" y="1"/>
                    </a:moveTo>
                    <a:lnTo>
                      <a:pt x="1" y="335"/>
                    </a:lnTo>
                    <a:lnTo>
                      <a:pt x="335" y="335"/>
                    </a:ln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1" name="Google Shape;3351;p28"/>
              <p:cNvSpPr/>
              <p:nvPr/>
            </p:nvSpPr>
            <p:spPr>
              <a:xfrm>
                <a:off x="5113516" y="3686957"/>
                <a:ext cx="37011" cy="37122"/>
              </a:xfrm>
              <a:custGeom>
                <a:avLst/>
                <a:gdLst/>
                <a:ahLst/>
                <a:cxnLst/>
                <a:rect l="l" t="t" r="r" b="b"/>
                <a:pathLst>
                  <a:path w="334" h="335" extrusionOk="0">
                    <a:moveTo>
                      <a:pt x="276" y="59"/>
                    </a:moveTo>
                    <a:lnTo>
                      <a:pt x="276" y="276"/>
                    </a:lnTo>
                    <a:lnTo>
                      <a:pt x="59" y="276"/>
                    </a:lnTo>
                    <a:lnTo>
                      <a:pt x="59" y="59"/>
                    </a:lnTo>
                    <a:close/>
                    <a:moveTo>
                      <a:pt x="0" y="1"/>
                    </a:moveTo>
                    <a:lnTo>
                      <a:pt x="0" y="334"/>
                    </a:lnTo>
                    <a:lnTo>
                      <a:pt x="334" y="334"/>
                    </a:lnTo>
                    <a:lnTo>
                      <a:pt x="3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2" name="Google Shape;3352;p28"/>
              <p:cNvSpPr/>
              <p:nvPr/>
            </p:nvSpPr>
            <p:spPr>
              <a:xfrm>
                <a:off x="5117394" y="3844420"/>
                <a:ext cx="37011" cy="37122"/>
              </a:xfrm>
              <a:custGeom>
                <a:avLst/>
                <a:gdLst/>
                <a:ahLst/>
                <a:cxnLst/>
                <a:rect l="l" t="t" r="r" b="b"/>
                <a:pathLst>
                  <a:path w="334" h="335" extrusionOk="0">
                    <a:moveTo>
                      <a:pt x="276" y="59"/>
                    </a:moveTo>
                    <a:lnTo>
                      <a:pt x="276" y="275"/>
                    </a:lnTo>
                    <a:lnTo>
                      <a:pt x="59" y="275"/>
                    </a:lnTo>
                    <a:lnTo>
                      <a:pt x="59" y="59"/>
                    </a:lnTo>
                    <a:close/>
                    <a:moveTo>
                      <a:pt x="0" y="1"/>
                    </a:moveTo>
                    <a:lnTo>
                      <a:pt x="0" y="334"/>
                    </a:lnTo>
                    <a:lnTo>
                      <a:pt x="334" y="334"/>
                    </a:lnTo>
                    <a:lnTo>
                      <a:pt x="3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3" name="Google Shape;3353;p28"/>
              <p:cNvSpPr/>
              <p:nvPr/>
            </p:nvSpPr>
            <p:spPr>
              <a:xfrm>
                <a:off x="5314086" y="3854614"/>
                <a:ext cx="37011" cy="37122"/>
              </a:xfrm>
              <a:custGeom>
                <a:avLst/>
                <a:gdLst/>
                <a:ahLst/>
                <a:cxnLst/>
                <a:rect l="l" t="t" r="r" b="b"/>
                <a:pathLst>
                  <a:path w="334" h="335" extrusionOk="0">
                    <a:moveTo>
                      <a:pt x="277" y="59"/>
                    </a:moveTo>
                    <a:lnTo>
                      <a:pt x="277" y="275"/>
                    </a:lnTo>
                    <a:lnTo>
                      <a:pt x="60" y="275"/>
                    </a:lnTo>
                    <a:lnTo>
                      <a:pt x="60" y="59"/>
                    </a:lnTo>
                    <a:close/>
                    <a:moveTo>
                      <a:pt x="0" y="0"/>
                    </a:moveTo>
                    <a:lnTo>
                      <a:pt x="0" y="335"/>
                    </a:lnTo>
                    <a:lnTo>
                      <a:pt x="334" y="335"/>
                    </a:lnTo>
                    <a:lnTo>
                      <a:pt x="334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4" name="Google Shape;3354;p28"/>
              <p:cNvSpPr/>
              <p:nvPr/>
            </p:nvSpPr>
            <p:spPr>
              <a:xfrm>
                <a:off x="5277518" y="3643408"/>
                <a:ext cx="37233" cy="37122"/>
              </a:xfrm>
              <a:custGeom>
                <a:avLst/>
                <a:gdLst/>
                <a:ahLst/>
                <a:cxnLst/>
                <a:rect l="l" t="t" r="r" b="b"/>
                <a:pathLst>
                  <a:path w="336" h="335" extrusionOk="0">
                    <a:moveTo>
                      <a:pt x="276" y="60"/>
                    </a:moveTo>
                    <a:lnTo>
                      <a:pt x="276" y="276"/>
                    </a:lnTo>
                    <a:lnTo>
                      <a:pt x="60" y="276"/>
                    </a:lnTo>
                    <a:lnTo>
                      <a:pt x="60" y="60"/>
                    </a:lnTo>
                    <a:close/>
                    <a:moveTo>
                      <a:pt x="1" y="1"/>
                    </a:moveTo>
                    <a:lnTo>
                      <a:pt x="1" y="334"/>
                    </a:lnTo>
                    <a:lnTo>
                      <a:pt x="335" y="334"/>
                    </a:ln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55" name="Google Shape;3355;p28"/>
              <p:cNvSpPr/>
              <p:nvPr/>
            </p:nvSpPr>
            <p:spPr>
              <a:xfrm>
                <a:off x="5248596" y="3560521"/>
                <a:ext cx="37233" cy="37122"/>
              </a:xfrm>
              <a:custGeom>
                <a:avLst/>
                <a:gdLst/>
                <a:ahLst/>
                <a:cxnLst/>
                <a:rect l="l" t="t" r="r" b="b"/>
                <a:pathLst>
                  <a:path w="336" h="335" extrusionOk="0">
                    <a:moveTo>
                      <a:pt x="276" y="59"/>
                    </a:moveTo>
                    <a:lnTo>
                      <a:pt x="276" y="276"/>
                    </a:lnTo>
                    <a:lnTo>
                      <a:pt x="60" y="276"/>
                    </a:lnTo>
                    <a:lnTo>
                      <a:pt x="60" y="59"/>
                    </a:lnTo>
                    <a:close/>
                    <a:moveTo>
                      <a:pt x="1" y="1"/>
                    </a:moveTo>
                    <a:lnTo>
                      <a:pt x="1" y="334"/>
                    </a:lnTo>
                    <a:lnTo>
                      <a:pt x="335" y="334"/>
                    </a:lnTo>
                    <a:lnTo>
                      <a:pt x="33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56" name="Google Shape;3356;p28"/>
            <p:cNvSpPr/>
            <p:nvPr/>
          </p:nvSpPr>
          <p:spPr>
            <a:xfrm>
              <a:off x="4975552" y="3494737"/>
              <a:ext cx="954439" cy="370236"/>
            </a:xfrm>
            <a:custGeom>
              <a:avLst/>
              <a:gdLst/>
              <a:ahLst/>
              <a:cxnLst/>
              <a:rect l="l" t="t" r="r" b="b"/>
              <a:pathLst>
                <a:path w="10273" h="3985" extrusionOk="0">
                  <a:moveTo>
                    <a:pt x="5081" y="58"/>
                  </a:moveTo>
                  <a:lnTo>
                    <a:pt x="5081" y="1893"/>
                  </a:lnTo>
                  <a:lnTo>
                    <a:pt x="7683" y="1893"/>
                  </a:lnTo>
                  <a:lnTo>
                    <a:pt x="7683" y="2741"/>
                  </a:lnTo>
                  <a:lnTo>
                    <a:pt x="10214" y="2741"/>
                  </a:lnTo>
                  <a:lnTo>
                    <a:pt x="10214" y="3925"/>
                  </a:lnTo>
                  <a:lnTo>
                    <a:pt x="59" y="3925"/>
                  </a:lnTo>
                  <a:lnTo>
                    <a:pt x="59" y="2968"/>
                  </a:lnTo>
                  <a:lnTo>
                    <a:pt x="1321" y="2968"/>
                  </a:lnTo>
                  <a:lnTo>
                    <a:pt x="1321" y="2078"/>
                  </a:lnTo>
                  <a:lnTo>
                    <a:pt x="2051" y="2078"/>
                  </a:lnTo>
                  <a:lnTo>
                    <a:pt x="2051" y="58"/>
                  </a:lnTo>
                  <a:close/>
                  <a:moveTo>
                    <a:pt x="1994" y="0"/>
                  </a:moveTo>
                  <a:lnTo>
                    <a:pt x="1994" y="2020"/>
                  </a:lnTo>
                  <a:lnTo>
                    <a:pt x="1263" y="2020"/>
                  </a:lnTo>
                  <a:lnTo>
                    <a:pt x="1263" y="2910"/>
                  </a:lnTo>
                  <a:lnTo>
                    <a:pt x="1" y="2910"/>
                  </a:lnTo>
                  <a:lnTo>
                    <a:pt x="1" y="3985"/>
                  </a:lnTo>
                  <a:lnTo>
                    <a:pt x="10272" y="3985"/>
                  </a:lnTo>
                  <a:lnTo>
                    <a:pt x="10272" y="2681"/>
                  </a:lnTo>
                  <a:lnTo>
                    <a:pt x="7741" y="2681"/>
                  </a:lnTo>
                  <a:lnTo>
                    <a:pt x="7741" y="1835"/>
                  </a:lnTo>
                  <a:lnTo>
                    <a:pt x="5140" y="1835"/>
                  </a:lnTo>
                  <a:lnTo>
                    <a:pt x="5140" y="0"/>
                  </a:lnTo>
                  <a:close/>
                </a:path>
              </a:pathLst>
            </a:custGeom>
            <a:solidFill>
              <a:srgbClr val="FFB60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7" name="Google Shape;3357;p28"/>
            <p:cNvSpPr/>
            <p:nvPr/>
          </p:nvSpPr>
          <p:spPr>
            <a:xfrm>
              <a:off x="5209867" y="3532457"/>
              <a:ext cx="25642" cy="147444"/>
            </a:xfrm>
            <a:custGeom>
              <a:avLst/>
              <a:gdLst/>
              <a:ahLst/>
              <a:cxnLst/>
              <a:rect l="l" t="t" r="r" b="b"/>
              <a:pathLst>
                <a:path w="276" h="1587" extrusionOk="0">
                  <a:moveTo>
                    <a:pt x="1" y="1"/>
                  </a:moveTo>
                  <a:lnTo>
                    <a:pt x="1" y="1587"/>
                  </a:lnTo>
                  <a:lnTo>
                    <a:pt x="276" y="1587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8" name="Google Shape;3358;p28"/>
            <p:cNvSpPr/>
            <p:nvPr/>
          </p:nvSpPr>
          <p:spPr>
            <a:xfrm>
              <a:off x="5266913" y="3532457"/>
              <a:ext cx="25642" cy="147444"/>
            </a:xfrm>
            <a:custGeom>
              <a:avLst/>
              <a:gdLst/>
              <a:ahLst/>
              <a:cxnLst/>
              <a:rect l="l" t="t" r="r" b="b"/>
              <a:pathLst>
                <a:path w="276" h="1587" extrusionOk="0">
                  <a:moveTo>
                    <a:pt x="1" y="1"/>
                  </a:moveTo>
                  <a:lnTo>
                    <a:pt x="1" y="1587"/>
                  </a:lnTo>
                  <a:lnTo>
                    <a:pt x="276" y="1587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59" name="Google Shape;3359;p28"/>
            <p:cNvSpPr/>
            <p:nvPr/>
          </p:nvSpPr>
          <p:spPr>
            <a:xfrm>
              <a:off x="5323959" y="3532457"/>
              <a:ext cx="25642" cy="147444"/>
            </a:xfrm>
            <a:custGeom>
              <a:avLst/>
              <a:gdLst/>
              <a:ahLst/>
              <a:cxnLst/>
              <a:rect l="l" t="t" r="r" b="b"/>
              <a:pathLst>
                <a:path w="276" h="1587" extrusionOk="0">
                  <a:moveTo>
                    <a:pt x="1" y="1"/>
                  </a:moveTo>
                  <a:lnTo>
                    <a:pt x="1" y="1587"/>
                  </a:lnTo>
                  <a:lnTo>
                    <a:pt x="276" y="1587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0" name="Google Shape;3360;p28"/>
            <p:cNvSpPr/>
            <p:nvPr/>
          </p:nvSpPr>
          <p:spPr>
            <a:xfrm>
              <a:off x="5380911" y="3532457"/>
              <a:ext cx="25642" cy="147444"/>
            </a:xfrm>
            <a:custGeom>
              <a:avLst/>
              <a:gdLst/>
              <a:ahLst/>
              <a:cxnLst/>
              <a:rect l="l" t="t" r="r" b="b"/>
              <a:pathLst>
                <a:path w="276" h="1587" extrusionOk="0">
                  <a:moveTo>
                    <a:pt x="0" y="1"/>
                  </a:moveTo>
                  <a:lnTo>
                    <a:pt x="0" y="1587"/>
                  </a:lnTo>
                  <a:lnTo>
                    <a:pt x="276" y="1587"/>
                  </a:lnTo>
                  <a:lnTo>
                    <a:pt x="27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61" name="Google Shape;3361;p28"/>
            <p:cNvGrpSpPr/>
            <p:nvPr/>
          </p:nvGrpSpPr>
          <p:grpSpPr>
            <a:xfrm>
              <a:off x="4975409" y="3494626"/>
              <a:ext cx="954415" cy="370227"/>
              <a:chOff x="5095564" y="3587891"/>
              <a:chExt cx="1138377" cy="441588"/>
            </a:xfrm>
          </p:grpSpPr>
          <p:sp>
            <p:nvSpPr>
              <p:cNvPr id="3362" name="Google Shape;3362;p28"/>
              <p:cNvSpPr/>
              <p:nvPr/>
            </p:nvSpPr>
            <p:spPr>
              <a:xfrm>
                <a:off x="5095564" y="3587891"/>
                <a:ext cx="1138377" cy="441588"/>
              </a:xfrm>
              <a:custGeom>
                <a:avLst/>
                <a:gdLst/>
                <a:ahLst/>
                <a:cxnLst/>
                <a:rect l="l" t="t" r="r" b="b"/>
                <a:pathLst>
                  <a:path w="10273" h="3985" extrusionOk="0">
                    <a:moveTo>
                      <a:pt x="5081" y="58"/>
                    </a:moveTo>
                    <a:lnTo>
                      <a:pt x="5081" y="1893"/>
                    </a:lnTo>
                    <a:lnTo>
                      <a:pt x="7683" y="1893"/>
                    </a:lnTo>
                    <a:lnTo>
                      <a:pt x="7683" y="2741"/>
                    </a:lnTo>
                    <a:lnTo>
                      <a:pt x="10214" y="2741"/>
                    </a:lnTo>
                    <a:lnTo>
                      <a:pt x="10214" y="3925"/>
                    </a:lnTo>
                    <a:lnTo>
                      <a:pt x="59" y="3925"/>
                    </a:lnTo>
                    <a:lnTo>
                      <a:pt x="59" y="2968"/>
                    </a:lnTo>
                    <a:lnTo>
                      <a:pt x="1321" y="2968"/>
                    </a:lnTo>
                    <a:lnTo>
                      <a:pt x="1321" y="2078"/>
                    </a:lnTo>
                    <a:lnTo>
                      <a:pt x="2051" y="2078"/>
                    </a:lnTo>
                    <a:lnTo>
                      <a:pt x="2051" y="58"/>
                    </a:lnTo>
                    <a:close/>
                    <a:moveTo>
                      <a:pt x="1994" y="0"/>
                    </a:moveTo>
                    <a:lnTo>
                      <a:pt x="1994" y="2020"/>
                    </a:lnTo>
                    <a:lnTo>
                      <a:pt x="1263" y="2020"/>
                    </a:lnTo>
                    <a:lnTo>
                      <a:pt x="1263" y="2910"/>
                    </a:lnTo>
                    <a:lnTo>
                      <a:pt x="1" y="2910"/>
                    </a:lnTo>
                    <a:lnTo>
                      <a:pt x="1" y="3985"/>
                    </a:lnTo>
                    <a:lnTo>
                      <a:pt x="10272" y="3985"/>
                    </a:lnTo>
                    <a:lnTo>
                      <a:pt x="10272" y="2681"/>
                    </a:lnTo>
                    <a:lnTo>
                      <a:pt x="7741" y="2681"/>
                    </a:lnTo>
                    <a:lnTo>
                      <a:pt x="7741" y="1835"/>
                    </a:lnTo>
                    <a:lnTo>
                      <a:pt x="5140" y="1835"/>
                    </a:lnTo>
                    <a:lnTo>
                      <a:pt x="514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3" name="Google Shape;3363;p28"/>
              <p:cNvSpPr/>
              <p:nvPr/>
            </p:nvSpPr>
            <p:spPr>
              <a:xfrm>
                <a:off x="5371709" y="3629778"/>
                <a:ext cx="37122" cy="182176"/>
              </a:xfrm>
              <a:custGeom>
                <a:avLst/>
                <a:gdLst/>
                <a:ahLst/>
                <a:cxnLst/>
                <a:rect l="l" t="t" r="r" b="b"/>
                <a:pathLst>
                  <a:path w="335" h="1644" extrusionOk="0">
                    <a:moveTo>
                      <a:pt x="276" y="57"/>
                    </a:moveTo>
                    <a:lnTo>
                      <a:pt x="276" y="1585"/>
                    </a:lnTo>
                    <a:lnTo>
                      <a:pt x="60" y="1585"/>
                    </a:lnTo>
                    <a:lnTo>
                      <a:pt x="60" y="57"/>
                    </a:lnTo>
                    <a:close/>
                    <a:moveTo>
                      <a:pt x="0" y="0"/>
                    </a:moveTo>
                    <a:lnTo>
                      <a:pt x="0" y="1643"/>
                    </a:lnTo>
                    <a:lnTo>
                      <a:pt x="335" y="1643"/>
                    </a:lnTo>
                    <a:lnTo>
                      <a:pt x="3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4" name="Google Shape;3364;p28"/>
              <p:cNvSpPr/>
              <p:nvPr/>
            </p:nvSpPr>
            <p:spPr>
              <a:xfrm>
                <a:off x="5439637" y="3629778"/>
                <a:ext cx="37233" cy="182176"/>
              </a:xfrm>
              <a:custGeom>
                <a:avLst/>
                <a:gdLst/>
                <a:ahLst/>
                <a:cxnLst/>
                <a:rect l="l" t="t" r="r" b="b"/>
                <a:pathLst>
                  <a:path w="336" h="1644" extrusionOk="0">
                    <a:moveTo>
                      <a:pt x="277" y="57"/>
                    </a:moveTo>
                    <a:lnTo>
                      <a:pt x="277" y="1585"/>
                    </a:lnTo>
                    <a:lnTo>
                      <a:pt x="61" y="1585"/>
                    </a:lnTo>
                    <a:lnTo>
                      <a:pt x="61" y="57"/>
                    </a:lnTo>
                    <a:close/>
                    <a:moveTo>
                      <a:pt x="1" y="0"/>
                    </a:moveTo>
                    <a:lnTo>
                      <a:pt x="1" y="1643"/>
                    </a:lnTo>
                    <a:lnTo>
                      <a:pt x="336" y="1643"/>
                    </a:lnTo>
                    <a:lnTo>
                      <a:pt x="336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5" name="Google Shape;3365;p28"/>
              <p:cNvSpPr/>
              <p:nvPr/>
            </p:nvSpPr>
            <p:spPr>
              <a:xfrm>
                <a:off x="5507676" y="3629778"/>
                <a:ext cx="37233" cy="182176"/>
              </a:xfrm>
              <a:custGeom>
                <a:avLst/>
                <a:gdLst/>
                <a:ahLst/>
                <a:cxnLst/>
                <a:rect l="l" t="t" r="r" b="b"/>
                <a:pathLst>
                  <a:path w="336" h="1644" extrusionOk="0">
                    <a:moveTo>
                      <a:pt x="276" y="57"/>
                    </a:moveTo>
                    <a:lnTo>
                      <a:pt x="276" y="1585"/>
                    </a:lnTo>
                    <a:lnTo>
                      <a:pt x="60" y="1585"/>
                    </a:lnTo>
                    <a:lnTo>
                      <a:pt x="60" y="57"/>
                    </a:lnTo>
                    <a:close/>
                    <a:moveTo>
                      <a:pt x="1" y="0"/>
                    </a:moveTo>
                    <a:lnTo>
                      <a:pt x="1" y="1643"/>
                    </a:lnTo>
                    <a:lnTo>
                      <a:pt x="335" y="1643"/>
                    </a:lnTo>
                    <a:lnTo>
                      <a:pt x="3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66" name="Google Shape;3366;p28"/>
              <p:cNvSpPr/>
              <p:nvPr/>
            </p:nvSpPr>
            <p:spPr>
              <a:xfrm>
                <a:off x="5575715" y="3629778"/>
                <a:ext cx="37233" cy="182176"/>
              </a:xfrm>
              <a:custGeom>
                <a:avLst/>
                <a:gdLst/>
                <a:ahLst/>
                <a:cxnLst/>
                <a:rect l="l" t="t" r="r" b="b"/>
                <a:pathLst>
                  <a:path w="336" h="1644" extrusionOk="0">
                    <a:moveTo>
                      <a:pt x="276" y="57"/>
                    </a:moveTo>
                    <a:lnTo>
                      <a:pt x="276" y="1585"/>
                    </a:lnTo>
                    <a:lnTo>
                      <a:pt x="60" y="1585"/>
                    </a:lnTo>
                    <a:lnTo>
                      <a:pt x="60" y="57"/>
                    </a:lnTo>
                    <a:close/>
                    <a:moveTo>
                      <a:pt x="1" y="0"/>
                    </a:moveTo>
                    <a:lnTo>
                      <a:pt x="1" y="1643"/>
                    </a:lnTo>
                    <a:lnTo>
                      <a:pt x="335" y="1643"/>
                    </a:lnTo>
                    <a:lnTo>
                      <a:pt x="3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367" name="Google Shape;3367;p28"/>
            <p:cNvSpPr/>
            <p:nvPr/>
          </p:nvSpPr>
          <p:spPr>
            <a:xfrm>
              <a:off x="3971027" y="3535988"/>
              <a:ext cx="25271" cy="145772"/>
            </a:xfrm>
            <a:custGeom>
              <a:avLst/>
              <a:gdLst/>
              <a:ahLst/>
              <a:cxnLst/>
              <a:rect l="l" t="t" r="r" b="b"/>
              <a:pathLst>
                <a:path w="272" h="1569" extrusionOk="0">
                  <a:moveTo>
                    <a:pt x="1" y="1"/>
                  </a:moveTo>
                  <a:lnTo>
                    <a:pt x="1" y="1568"/>
                  </a:lnTo>
                  <a:lnTo>
                    <a:pt x="272" y="1568"/>
                  </a:lnTo>
                  <a:lnTo>
                    <a:pt x="27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8" name="Google Shape;3368;p28"/>
            <p:cNvSpPr/>
            <p:nvPr/>
          </p:nvSpPr>
          <p:spPr>
            <a:xfrm>
              <a:off x="3335720" y="3701643"/>
              <a:ext cx="12728" cy="73025"/>
            </a:xfrm>
            <a:custGeom>
              <a:avLst/>
              <a:gdLst/>
              <a:ahLst/>
              <a:cxnLst/>
              <a:rect l="l" t="t" r="r" b="b"/>
              <a:pathLst>
                <a:path w="137" h="786" extrusionOk="0">
                  <a:moveTo>
                    <a:pt x="1" y="1"/>
                  </a:moveTo>
                  <a:lnTo>
                    <a:pt x="1" y="786"/>
                  </a:lnTo>
                  <a:lnTo>
                    <a:pt x="137" y="786"/>
                  </a:lnTo>
                  <a:lnTo>
                    <a:pt x="13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69" name="Google Shape;3369;p28"/>
            <p:cNvSpPr/>
            <p:nvPr/>
          </p:nvSpPr>
          <p:spPr>
            <a:xfrm>
              <a:off x="3364057" y="3701643"/>
              <a:ext cx="12635" cy="73025"/>
            </a:xfrm>
            <a:custGeom>
              <a:avLst/>
              <a:gdLst/>
              <a:ahLst/>
              <a:cxnLst/>
              <a:rect l="l" t="t" r="r" b="b"/>
              <a:pathLst>
                <a:path w="136" h="786" extrusionOk="0">
                  <a:moveTo>
                    <a:pt x="1" y="1"/>
                  </a:moveTo>
                  <a:lnTo>
                    <a:pt x="1" y="786"/>
                  </a:lnTo>
                  <a:lnTo>
                    <a:pt x="136" y="786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0" name="Google Shape;3370;p28"/>
            <p:cNvSpPr/>
            <p:nvPr/>
          </p:nvSpPr>
          <p:spPr>
            <a:xfrm>
              <a:off x="3392209" y="3701643"/>
              <a:ext cx="12635" cy="73025"/>
            </a:xfrm>
            <a:custGeom>
              <a:avLst/>
              <a:gdLst/>
              <a:ahLst/>
              <a:cxnLst/>
              <a:rect l="l" t="t" r="r" b="b"/>
              <a:pathLst>
                <a:path w="136" h="786" extrusionOk="0">
                  <a:moveTo>
                    <a:pt x="0" y="1"/>
                  </a:moveTo>
                  <a:lnTo>
                    <a:pt x="0" y="786"/>
                  </a:lnTo>
                  <a:lnTo>
                    <a:pt x="135" y="786"/>
                  </a:lnTo>
                  <a:lnTo>
                    <a:pt x="1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1" name="Google Shape;3371;p28"/>
            <p:cNvSpPr/>
            <p:nvPr/>
          </p:nvSpPr>
          <p:spPr>
            <a:xfrm>
              <a:off x="3420360" y="3701643"/>
              <a:ext cx="12728" cy="73025"/>
            </a:xfrm>
            <a:custGeom>
              <a:avLst/>
              <a:gdLst/>
              <a:ahLst/>
              <a:cxnLst/>
              <a:rect l="l" t="t" r="r" b="b"/>
              <a:pathLst>
                <a:path w="137" h="786" extrusionOk="0">
                  <a:moveTo>
                    <a:pt x="0" y="1"/>
                  </a:moveTo>
                  <a:lnTo>
                    <a:pt x="0" y="786"/>
                  </a:lnTo>
                  <a:lnTo>
                    <a:pt x="136" y="786"/>
                  </a:lnTo>
                  <a:lnTo>
                    <a:pt x="1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2" name="Google Shape;3372;p28"/>
            <p:cNvSpPr/>
            <p:nvPr/>
          </p:nvSpPr>
          <p:spPr>
            <a:xfrm>
              <a:off x="3212803" y="3306413"/>
              <a:ext cx="85196" cy="109631"/>
            </a:xfrm>
            <a:custGeom>
              <a:avLst/>
              <a:gdLst/>
              <a:ahLst/>
              <a:cxnLst/>
              <a:rect l="l" t="t" r="r" b="b"/>
              <a:pathLst>
                <a:path w="917" h="1180" extrusionOk="0">
                  <a:moveTo>
                    <a:pt x="1" y="1"/>
                  </a:moveTo>
                  <a:lnTo>
                    <a:pt x="1" y="1179"/>
                  </a:lnTo>
                  <a:lnTo>
                    <a:pt x="916" y="1179"/>
                  </a:lnTo>
                  <a:cubicBezTo>
                    <a:pt x="709" y="716"/>
                    <a:pt x="403" y="322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3" name="Google Shape;3373;p28"/>
            <p:cNvSpPr/>
            <p:nvPr/>
          </p:nvSpPr>
          <p:spPr>
            <a:xfrm>
              <a:off x="3212710" y="3441501"/>
              <a:ext cx="98389" cy="9198"/>
            </a:xfrm>
            <a:custGeom>
              <a:avLst/>
              <a:gdLst/>
              <a:ahLst/>
              <a:cxnLst/>
              <a:rect l="l" t="t" r="r" b="b"/>
              <a:pathLst>
                <a:path w="1059" h="99" extrusionOk="0">
                  <a:moveTo>
                    <a:pt x="1" y="0"/>
                  </a:moveTo>
                  <a:lnTo>
                    <a:pt x="1" y="99"/>
                  </a:lnTo>
                  <a:lnTo>
                    <a:pt x="1059" y="99"/>
                  </a:lnTo>
                  <a:cubicBezTo>
                    <a:pt x="1048" y="66"/>
                    <a:pt x="1037" y="32"/>
                    <a:pt x="10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4" name="Google Shape;3374;p28"/>
            <p:cNvSpPr/>
            <p:nvPr/>
          </p:nvSpPr>
          <p:spPr>
            <a:xfrm>
              <a:off x="3212895" y="3469094"/>
              <a:ext cx="105729" cy="9198"/>
            </a:xfrm>
            <a:custGeom>
              <a:avLst/>
              <a:gdLst/>
              <a:ahLst/>
              <a:cxnLst/>
              <a:rect l="l" t="t" r="r" b="b"/>
              <a:pathLst>
                <a:path w="1138" h="99" extrusionOk="0">
                  <a:moveTo>
                    <a:pt x="1" y="0"/>
                  </a:moveTo>
                  <a:lnTo>
                    <a:pt x="1" y="98"/>
                  </a:lnTo>
                  <a:lnTo>
                    <a:pt x="1137" y="98"/>
                  </a:lnTo>
                  <a:cubicBezTo>
                    <a:pt x="1130" y="66"/>
                    <a:pt x="1122" y="32"/>
                    <a:pt x="111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5" name="Google Shape;3375;p28"/>
            <p:cNvSpPr/>
            <p:nvPr/>
          </p:nvSpPr>
          <p:spPr>
            <a:xfrm>
              <a:off x="3212803" y="3496595"/>
              <a:ext cx="110932" cy="9291"/>
            </a:xfrm>
            <a:custGeom>
              <a:avLst/>
              <a:gdLst/>
              <a:ahLst/>
              <a:cxnLst/>
              <a:rect l="l" t="t" r="r" b="b"/>
              <a:pathLst>
                <a:path w="1194" h="100" extrusionOk="0">
                  <a:moveTo>
                    <a:pt x="1" y="1"/>
                  </a:moveTo>
                  <a:lnTo>
                    <a:pt x="1" y="99"/>
                  </a:lnTo>
                  <a:lnTo>
                    <a:pt x="1194" y="99"/>
                  </a:lnTo>
                  <a:cubicBezTo>
                    <a:pt x="1189" y="66"/>
                    <a:pt x="1183" y="33"/>
                    <a:pt x="11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6" name="Google Shape;3376;p28"/>
            <p:cNvSpPr/>
            <p:nvPr/>
          </p:nvSpPr>
          <p:spPr>
            <a:xfrm>
              <a:off x="3212895" y="3524189"/>
              <a:ext cx="114183" cy="9198"/>
            </a:xfrm>
            <a:custGeom>
              <a:avLst/>
              <a:gdLst/>
              <a:ahLst/>
              <a:cxnLst/>
              <a:rect l="l" t="t" r="r" b="b"/>
              <a:pathLst>
                <a:path w="1229" h="99" extrusionOk="0">
                  <a:moveTo>
                    <a:pt x="1" y="1"/>
                  </a:moveTo>
                  <a:lnTo>
                    <a:pt x="1" y="99"/>
                  </a:lnTo>
                  <a:lnTo>
                    <a:pt x="1228" y="99"/>
                  </a:lnTo>
                  <a:cubicBezTo>
                    <a:pt x="1225" y="66"/>
                    <a:pt x="1222" y="32"/>
                    <a:pt x="12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7" name="Google Shape;3377;p28"/>
            <p:cNvSpPr/>
            <p:nvPr/>
          </p:nvSpPr>
          <p:spPr>
            <a:xfrm>
              <a:off x="3212803" y="3551689"/>
              <a:ext cx="115670" cy="9198"/>
            </a:xfrm>
            <a:custGeom>
              <a:avLst/>
              <a:gdLst/>
              <a:ahLst/>
              <a:cxnLst/>
              <a:rect l="l" t="t" r="r" b="b"/>
              <a:pathLst>
                <a:path w="1245" h="99" extrusionOk="0">
                  <a:moveTo>
                    <a:pt x="1" y="0"/>
                  </a:moveTo>
                  <a:lnTo>
                    <a:pt x="1" y="99"/>
                  </a:lnTo>
                  <a:lnTo>
                    <a:pt x="1245" y="99"/>
                  </a:lnTo>
                  <a:cubicBezTo>
                    <a:pt x="1245" y="66"/>
                    <a:pt x="1244" y="33"/>
                    <a:pt x="12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8" name="Google Shape;3378;p28"/>
            <p:cNvSpPr/>
            <p:nvPr/>
          </p:nvSpPr>
          <p:spPr>
            <a:xfrm>
              <a:off x="3212895" y="3579283"/>
              <a:ext cx="115949" cy="9198"/>
            </a:xfrm>
            <a:custGeom>
              <a:avLst/>
              <a:gdLst/>
              <a:ahLst/>
              <a:cxnLst/>
              <a:rect l="l" t="t" r="r" b="b"/>
              <a:pathLst>
                <a:path w="1248" h="99" extrusionOk="0">
                  <a:moveTo>
                    <a:pt x="1" y="0"/>
                  </a:moveTo>
                  <a:lnTo>
                    <a:pt x="1" y="98"/>
                  </a:lnTo>
                  <a:lnTo>
                    <a:pt x="1246" y="98"/>
                  </a:lnTo>
                  <a:cubicBezTo>
                    <a:pt x="1246" y="66"/>
                    <a:pt x="1248" y="32"/>
                    <a:pt x="124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79" name="Google Shape;3379;p28"/>
            <p:cNvSpPr/>
            <p:nvPr/>
          </p:nvSpPr>
          <p:spPr>
            <a:xfrm>
              <a:off x="3212803" y="3606784"/>
              <a:ext cx="115112" cy="9291"/>
            </a:xfrm>
            <a:custGeom>
              <a:avLst/>
              <a:gdLst/>
              <a:ahLst/>
              <a:cxnLst/>
              <a:rect l="l" t="t" r="r" b="b"/>
              <a:pathLst>
                <a:path w="1239" h="100" extrusionOk="0">
                  <a:moveTo>
                    <a:pt x="1" y="1"/>
                  </a:moveTo>
                  <a:lnTo>
                    <a:pt x="1" y="99"/>
                  </a:lnTo>
                  <a:lnTo>
                    <a:pt x="1232" y="99"/>
                  </a:lnTo>
                  <a:cubicBezTo>
                    <a:pt x="1235" y="68"/>
                    <a:pt x="1237" y="38"/>
                    <a:pt x="1239" y="6"/>
                  </a:cubicBezTo>
                  <a:lnTo>
                    <a:pt x="123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0" name="Google Shape;3380;p28"/>
            <p:cNvSpPr/>
            <p:nvPr/>
          </p:nvSpPr>
          <p:spPr>
            <a:xfrm>
              <a:off x="3212895" y="3634377"/>
              <a:ext cx="112883" cy="9198"/>
            </a:xfrm>
            <a:custGeom>
              <a:avLst/>
              <a:gdLst/>
              <a:ahLst/>
              <a:cxnLst/>
              <a:rect l="l" t="t" r="r" b="b"/>
              <a:pathLst>
                <a:path w="1215" h="99" extrusionOk="0">
                  <a:moveTo>
                    <a:pt x="1" y="1"/>
                  </a:moveTo>
                  <a:lnTo>
                    <a:pt x="1" y="99"/>
                  </a:lnTo>
                  <a:lnTo>
                    <a:pt x="1204" y="99"/>
                  </a:lnTo>
                  <a:cubicBezTo>
                    <a:pt x="1208" y="67"/>
                    <a:pt x="1210" y="33"/>
                    <a:pt x="12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1" name="Google Shape;3381;p28"/>
            <p:cNvSpPr/>
            <p:nvPr/>
          </p:nvSpPr>
          <p:spPr>
            <a:xfrm>
              <a:off x="3212710" y="3661971"/>
              <a:ext cx="109724" cy="9198"/>
            </a:xfrm>
            <a:custGeom>
              <a:avLst/>
              <a:gdLst/>
              <a:ahLst/>
              <a:cxnLst/>
              <a:rect l="l" t="t" r="r" b="b"/>
              <a:pathLst>
                <a:path w="1181" h="99" extrusionOk="0">
                  <a:moveTo>
                    <a:pt x="1" y="0"/>
                  </a:moveTo>
                  <a:lnTo>
                    <a:pt x="1" y="98"/>
                  </a:lnTo>
                  <a:lnTo>
                    <a:pt x="1165" y="98"/>
                  </a:lnTo>
                  <a:cubicBezTo>
                    <a:pt x="1170" y="67"/>
                    <a:pt x="1175" y="33"/>
                    <a:pt x="1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2" name="Google Shape;3382;p28"/>
            <p:cNvSpPr/>
            <p:nvPr/>
          </p:nvSpPr>
          <p:spPr>
            <a:xfrm>
              <a:off x="3212895" y="3716972"/>
              <a:ext cx="99411" cy="9198"/>
            </a:xfrm>
            <a:custGeom>
              <a:avLst/>
              <a:gdLst/>
              <a:ahLst/>
              <a:cxnLst/>
              <a:rect l="l" t="t" r="r" b="b"/>
              <a:pathLst>
                <a:path w="1070" h="99" extrusionOk="0">
                  <a:moveTo>
                    <a:pt x="1" y="1"/>
                  </a:moveTo>
                  <a:lnTo>
                    <a:pt x="1" y="99"/>
                  </a:lnTo>
                  <a:lnTo>
                    <a:pt x="1047" y="99"/>
                  </a:lnTo>
                  <a:cubicBezTo>
                    <a:pt x="1055" y="67"/>
                    <a:pt x="1062" y="33"/>
                    <a:pt x="10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3" name="Google Shape;3383;p28"/>
            <p:cNvSpPr/>
            <p:nvPr/>
          </p:nvSpPr>
          <p:spPr>
            <a:xfrm>
              <a:off x="3212710" y="3744566"/>
              <a:ext cx="93093" cy="9198"/>
            </a:xfrm>
            <a:custGeom>
              <a:avLst/>
              <a:gdLst/>
              <a:ahLst/>
              <a:cxnLst/>
              <a:rect l="l" t="t" r="r" b="b"/>
              <a:pathLst>
                <a:path w="1002" h="99" extrusionOk="0">
                  <a:moveTo>
                    <a:pt x="1" y="0"/>
                  </a:moveTo>
                  <a:lnTo>
                    <a:pt x="1" y="99"/>
                  </a:lnTo>
                  <a:lnTo>
                    <a:pt x="975" y="99"/>
                  </a:lnTo>
                  <a:cubicBezTo>
                    <a:pt x="985" y="67"/>
                    <a:pt x="994" y="33"/>
                    <a:pt x="10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4" name="Google Shape;3384;p28"/>
            <p:cNvSpPr/>
            <p:nvPr/>
          </p:nvSpPr>
          <p:spPr>
            <a:xfrm>
              <a:off x="3212895" y="3772160"/>
              <a:ext cx="85289" cy="9198"/>
            </a:xfrm>
            <a:custGeom>
              <a:avLst/>
              <a:gdLst/>
              <a:ahLst/>
              <a:cxnLst/>
              <a:rect l="l" t="t" r="r" b="b"/>
              <a:pathLst>
                <a:path w="918" h="99" extrusionOk="0">
                  <a:moveTo>
                    <a:pt x="1" y="0"/>
                  </a:moveTo>
                  <a:lnTo>
                    <a:pt x="1" y="98"/>
                  </a:lnTo>
                  <a:lnTo>
                    <a:pt x="888" y="98"/>
                  </a:lnTo>
                  <a:cubicBezTo>
                    <a:pt x="897" y="67"/>
                    <a:pt x="907" y="33"/>
                    <a:pt x="9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85" name="Google Shape;3385;p28"/>
            <p:cNvSpPr/>
            <p:nvPr/>
          </p:nvSpPr>
          <p:spPr>
            <a:xfrm>
              <a:off x="3212803" y="3799660"/>
              <a:ext cx="76742" cy="9291"/>
            </a:xfrm>
            <a:custGeom>
              <a:avLst/>
              <a:gdLst/>
              <a:ahLst/>
              <a:cxnLst/>
              <a:rect l="l" t="t" r="r" b="b"/>
              <a:pathLst>
                <a:path w="826" h="100" extrusionOk="0">
                  <a:moveTo>
                    <a:pt x="1" y="1"/>
                  </a:moveTo>
                  <a:lnTo>
                    <a:pt x="1" y="99"/>
                  </a:lnTo>
                  <a:lnTo>
                    <a:pt x="792" y="99"/>
                  </a:lnTo>
                  <a:cubicBezTo>
                    <a:pt x="802" y="68"/>
                    <a:pt x="814" y="35"/>
                    <a:pt x="8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86" name="Google Shape;3386;p28"/>
            <p:cNvGrpSpPr/>
            <p:nvPr/>
          </p:nvGrpSpPr>
          <p:grpSpPr>
            <a:xfrm>
              <a:off x="3167102" y="3129512"/>
              <a:ext cx="213961" cy="738596"/>
              <a:chOff x="2938709" y="3152402"/>
              <a:chExt cx="255201" cy="880959"/>
            </a:xfrm>
          </p:grpSpPr>
          <p:sp>
            <p:nvSpPr>
              <p:cNvPr id="3387" name="Google Shape;3387;p28"/>
              <p:cNvSpPr/>
              <p:nvPr/>
            </p:nvSpPr>
            <p:spPr>
              <a:xfrm>
                <a:off x="2938709" y="3152402"/>
                <a:ext cx="255201" cy="880959"/>
              </a:xfrm>
              <a:custGeom>
                <a:avLst/>
                <a:gdLst/>
                <a:ahLst/>
                <a:cxnLst/>
                <a:rect l="l" t="t" r="r" b="b"/>
                <a:pathLst>
                  <a:path w="2303" h="7950" extrusionOk="0">
                    <a:moveTo>
                      <a:pt x="83" y="61"/>
                    </a:moveTo>
                    <a:lnTo>
                      <a:pt x="83" y="1130"/>
                    </a:lnTo>
                    <a:lnTo>
                      <a:pt x="99" y="1137"/>
                    </a:lnTo>
                    <a:cubicBezTo>
                      <a:pt x="1956" y="2108"/>
                      <a:pt x="2243" y="3895"/>
                      <a:pt x="2157" y="5223"/>
                    </a:cubicBezTo>
                    <a:cubicBezTo>
                      <a:pt x="2070" y="6571"/>
                      <a:pt x="1593" y="7736"/>
                      <a:pt x="1526" y="7890"/>
                    </a:cubicBezTo>
                    <a:lnTo>
                      <a:pt x="60" y="7890"/>
                    </a:lnTo>
                    <a:lnTo>
                      <a:pt x="60" y="61"/>
                    </a:lnTo>
                    <a:close/>
                    <a:moveTo>
                      <a:pt x="1" y="0"/>
                    </a:moveTo>
                    <a:lnTo>
                      <a:pt x="1" y="7950"/>
                    </a:lnTo>
                    <a:lnTo>
                      <a:pt x="1564" y="7950"/>
                    </a:lnTo>
                    <a:lnTo>
                      <a:pt x="1571" y="7931"/>
                    </a:lnTo>
                    <a:cubicBezTo>
                      <a:pt x="1577" y="7919"/>
                      <a:pt x="2122" y="6681"/>
                      <a:pt x="2216" y="5226"/>
                    </a:cubicBezTo>
                    <a:cubicBezTo>
                      <a:pt x="2303" y="3884"/>
                      <a:pt x="2012" y="2080"/>
                      <a:pt x="141" y="1092"/>
                    </a:cubicBezTo>
                    <a:lnTo>
                      <a:pt x="14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8" name="Google Shape;3388;p28"/>
              <p:cNvSpPr/>
              <p:nvPr/>
            </p:nvSpPr>
            <p:spPr>
              <a:xfrm>
                <a:off x="2989905" y="3356517"/>
                <a:ext cx="109926" cy="140732"/>
              </a:xfrm>
              <a:custGeom>
                <a:avLst/>
                <a:gdLst/>
                <a:ahLst/>
                <a:cxnLst/>
                <a:rect l="l" t="t" r="r" b="b"/>
                <a:pathLst>
                  <a:path w="992" h="1270" extrusionOk="0">
                    <a:moveTo>
                      <a:pt x="58" y="123"/>
                    </a:moveTo>
                    <a:cubicBezTo>
                      <a:pt x="422" y="422"/>
                      <a:pt x="705" y="788"/>
                      <a:pt x="900" y="1212"/>
                    </a:cubicBezTo>
                    <a:lnTo>
                      <a:pt x="58" y="1212"/>
                    </a:lnTo>
                    <a:lnTo>
                      <a:pt x="58" y="123"/>
                    </a:lnTo>
                    <a:close/>
                    <a:moveTo>
                      <a:pt x="1" y="0"/>
                    </a:moveTo>
                    <a:lnTo>
                      <a:pt x="1" y="1270"/>
                    </a:lnTo>
                    <a:lnTo>
                      <a:pt x="991" y="1270"/>
                    </a:lnTo>
                    <a:lnTo>
                      <a:pt x="973" y="1229"/>
                    </a:lnTo>
                    <a:cubicBezTo>
                      <a:pt x="764" y="762"/>
                      <a:pt x="454" y="360"/>
                      <a:pt x="48" y="38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89" name="Google Shape;3389;p28"/>
              <p:cNvSpPr/>
              <p:nvPr/>
            </p:nvSpPr>
            <p:spPr>
              <a:xfrm>
                <a:off x="2989794" y="3521072"/>
                <a:ext cx="124997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1128" h="159" extrusionOk="0">
                    <a:moveTo>
                      <a:pt x="1033" y="60"/>
                    </a:moveTo>
                    <a:cubicBezTo>
                      <a:pt x="1038" y="72"/>
                      <a:pt x="1044" y="86"/>
                      <a:pt x="1047" y="100"/>
                    </a:cubicBezTo>
                    <a:lnTo>
                      <a:pt x="58" y="100"/>
                    </a:lnTo>
                    <a:lnTo>
                      <a:pt x="58" y="60"/>
                    </a:lnTo>
                    <a:close/>
                    <a:moveTo>
                      <a:pt x="1" y="1"/>
                    </a:moveTo>
                    <a:lnTo>
                      <a:pt x="1" y="158"/>
                    </a:lnTo>
                    <a:lnTo>
                      <a:pt x="1127" y="158"/>
                    </a:lnTo>
                    <a:lnTo>
                      <a:pt x="1115" y="121"/>
                    </a:lnTo>
                    <a:cubicBezTo>
                      <a:pt x="1104" y="87"/>
                      <a:pt x="1093" y="54"/>
                      <a:pt x="1081" y="20"/>
                    </a:cubicBezTo>
                    <a:lnTo>
                      <a:pt x="10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0" name="Google Shape;3390;p28"/>
              <p:cNvSpPr/>
              <p:nvPr/>
            </p:nvSpPr>
            <p:spPr>
              <a:xfrm>
                <a:off x="2989794" y="3553983"/>
                <a:ext cx="133529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1205" h="159" extrusionOk="0">
                    <a:moveTo>
                      <a:pt x="1120" y="60"/>
                    </a:moveTo>
                    <a:cubicBezTo>
                      <a:pt x="1123" y="72"/>
                      <a:pt x="1127" y="86"/>
                      <a:pt x="1131" y="100"/>
                    </a:cubicBezTo>
                    <a:lnTo>
                      <a:pt x="58" y="100"/>
                    </a:lnTo>
                    <a:lnTo>
                      <a:pt x="58" y="60"/>
                    </a:lnTo>
                    <a:close/>
                    <a:moveTo>
                      <a:pt x="1" y="1"/>
                    </a:moveTo>
                    <a:lnTo>
                      <a:pt x="1" y="158"/>
                    </a:lnTo>
                    <a:lnTo>
                      <a:pt x="1204" y="158"/>
                    </a:lnTo>
                    <a:lnTo>
                      <a:pt x="1197" y="122"/>
                    </a:lnTo>
                    <a:cubicBezTo>
                      <a:pt x="1189" y="90"/>
                      <a:pt x="1182" y="56"/>
                      <a:pt x="1173" y="23"/>
                    </a:cubicBezTo>
                    <a:lnTo>
                      <a:pt x="116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1" name="Google Shape;3391;p28"/>
              <p:cNvSpPr/>
              <p:nvPr/>
            </p:nvSpPr>
            <p:spPr>
              <a:xfrm>
                <a:off x="2989794" y="3586894"/>
                <a:ext cx="139513" cy="17508"/>
              </a:xfrm>
              <a:custGeom>
                <a:avLst/>
                <a:gdLst/>
                <a:ahLst/>
                <a:cxnLst/>
                <a:rect l="l" t="t" r="r" b="b"/>
                <a:pathLst>
                  <a:path w="1259" h="158" extrusionOk="0">
                    <a:moveTo>
                      <a:pt x="1183" y="60"/>
                    </a:moveTo>
                    <a:cubicBezTo>
                      <a:pt x="1185" y="72"/>
                      <a:pt x="1186" y="86"/>
                      <a:pt x="1189" y="100"/>
                    </a:cubicBezTo>
                    <a:lnTo>
                      <a:pt x="59" y="100"/>
                    </a:lnTo>
                    <a:lnTo>
                      <a:pt x="59" y="60"/>
                    </a:lnTo>
                    <a:close/>
                    <a:moveTo>
                      <a:pt x="1" y="0"/>
                    </a:moveTo>
                    <a:lnTo>
                      <a:pt x="1" y="158"/>
                    </a:lnTo>
                    <a:lnTo>
                      <a:pt x="1258" y="158"/>
                    </a:lnTo>
                    <a:lnTo>
                      <a:pt x="1251" y="125"/>
                    </a:lnTo>
                    <a:cubicBezTo>
                      <a:pt x="1246" y="91"/>
                      <a:pt x="1241" y="59"/>
                      <a:pt x="1235" y="25"/>
                    </a:cubicBezTo>
                    <a:lnTo>
                      <a:pt x="123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2" name="Google Shape;3392;p28"/>
              <p:cNvSpPr/>
              <p:nvPr/>
            </p:nvSpPr>
            <p:spPr>
              <a:xfrm>
                <a:off x="2989905" y="3619694"/>
                <a:ext cx="143059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1291" h="159" extrusionOk="0">
                    <a:moveTo>
                      <a:pt x="1222" y="60"/>
                    </a:moveTo>
                    <a:cubicBezTo>
                      <a:pt x="1223" y="73"/>
                      <a:pt x="1224" y="86"/>
                      <a:pt x="1225" y="100"/>
                    </a:cubicBezTo>
                    <a:lnTo>
                      <a:pt x="58" y="100"/>
                    </a:lnTo>
                    <a:lnTo>
                      <a:pt x="58" y="60"/>
                    </a:lnTo>
                    <a:close/>
                    <a:moveTo>
                      <a:pt x="1" y="1"/>
                    </a:moveTo>
                    <a:lnTo>
                      <a:pt x="1" y="159"/>
                    </a:lnTo>
                    <a:lnTo>
                      <a:pt x="1290" y="159"/>
                    </a:lnTo>
                    <a:lnTo>
                      <a:pt x="1288" y="127"/>
                    </a:lnTo>
                    <a:cubicBezTo>
                      <a:pt x="1284" y="93"/>
                      <a:pt x="1281" y="60"/>
                      <a:pt x="1278" y="27"/>
                    </a:cubicBezTo>
                    <a:lnTo>
                      <a:pt x="12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3" name="Google Shape;3393;p28"/>
              <p:cNvSpPr/>
              <p:nvPr/>
            </p:nvSpPr>
            <p:spPr>
              <a:xfrm>
                <a:off x="2989905" y="3652494"/>
                <a:ext cx="144610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1305" h="159" extrusionOk="0">
                    <a:moveTo>
                      <a:pt x="1243" y="61"/>
                    </a:moveTo>
                    <a:cubicBezTo>
                      <a:pt x="1243" y="73"/>
                      <a:pt x="1244" y="88"/>
                      <a:pt x="1244" y="101"/>
                    </a:cubicBezTo>
                    <a:lnTo>
                      <a:pt x="58" y="101"/>
                    </a:lnTo>
                    <a:lnTo>
                      <a:pt x="58" y="61"/>
                    </a:lnTo>
                    <a:close/>
                    <a:moveTo>
                      <a:pt x="1" y="1"/>
                    </a:moveTo>
                    <a:lnTo>
                      <a:pt x="1" y="158"/>
                    </a:lnTo>
                    <a:lnTo>
                      <a:pt x="1305" y="158"/>
                    </a:lnTo>
                    <a:lnTo>
                      <a:pt x="1305" y="129"/>
                    </a:lnTo>
                    <a:lnTo>
                      <a:pt x="1300" y="29"/>
                    </a:lnTo>
                    <a:lnTo>
                      <a:pt x="129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4" name="Google Shape;3394;p28"/>
              <p:cNvSpPr/>
              <p:nvPr/>
            </p:nvSpPr>
            <p:spPr>
              <a:xfrm>
                <a:off x="2989794" y="3685405"/>
                <a:ext cx="144832" cy="17508"/>
              </a:xfrm>
              <a:custGeom>
                <a:avLst/>
                <a:gdLst/>
                <a:ahLst/>
                <a:cxnLst/>
                <a:rect l="l" t="t" r="r" b="b"/>
                <a:pathLst>
                  <a:path w="1307" h="158" extrusionOk="0">
                    <a:moveTo>
                      <a:pt x="1248" y="60"/>
                    </a:moveTo>
                    <a:cubicBezTo>
                      <a:pt x="1246" y="72"/>
                      <a:pt x="1246" y="85"/>
                      <a:pt x="1246" y="99"/>
                    </a:cubicBezTo>
                    <a:lnTo>
                      <a:pt x="59" y="99"/>
                    </a:lnTo>
                    <a:lnTo>
                      <a:pt x="59" y="60"/>
                    </a:lnTo>
                    <a:close/>
                    <a:moveTo>
                      <a:pt x="1" y="0"/>
                    </a:moveTo>
                    <a:lnTo>
                      <a:pt x="1" y="158"/>
                    </a:lnTo>
                    <a:lnTo>
                      <a:pt x="1305" y="158"/>
                    </a:lnTo>
                    <a:lnTo>
                      <a:pt x="1306" y="129"/>
                    </a:lnTo>
                    <a:cubicBezTo>
                      <a:pt x="1306" y="97"/>
                      <a:pt x="1307" y="65"/>
                      <a:pt x="1307" y="32"/>
                    </a:cubicBezTo>
                    <a:lnTo>
                      <a:pt x="1277" y="30"/>
                    </a:lnTo>
                    <a:lnTo>
                      <a:pt x="1307" y="30"/>
                    </a:lnTo>
                    <a:lnTo>
                      <a:pt x="130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5" name="Google Shape;3395;p28"/>
              <p:cNvSpPr/>
              <p:nvPr/>
            </p:nvSpPr>
            <p:spPr>
              <a:xfrm>
                <a:off x="2989905" y="3718316"/>
                <a:ext cx="144721" cy="17508"/>
              </a:xfrm>
              <a:custGeom>
                <a:avLst/>
                <a:gdLst/>
                <a:ahLst/>
                <a:cxnLst/>
                <a:rect l="l" t="t" r="r" b="b"/>
                <a:pathLst>
                  <a:path w="1306" h="158" extrusionOk="0">
                    <a:moveTo>
                      <a:pt x="1237" y="59"/>
                    </a:moveTo>
                    <a:cubicBezTo>
                      <a:pt x="1235" y="72"/>
                      <a:pt x="1235" y="86"/>
                      <a:pt x="1234" y="98"/>
                    </a:cubicBezTo>
                    <a:lnTo>
                      <a:pt x="58" y="98"/>
                    </a:lnTo>
                    <a:lnTo>
                      <a:pt x="58" y="59"/>
                    </a:lnTo>
                    <a:close/>
                    <a:moveTo>
                      <a:pt x="1" y="0"/>
                    </a:moveTo>
                    <a:lnTo>
                      <a:pt x="1" y="158"/>
                    </a:lnTo>
                    <a:lnTo>
                      <a:pt x="1289" y="158"/>
                    </a:lnTo>
                    <a:lnTo>
                      <a:pt x="1290" y="129"/>
                    </a:lnTo>
                    <a:cubicBezTo>
                      <a:pt x="1293" y="98"/>
                      <a:pt x="1295" y="68"/>
                      <a:pt x="1296" y="35"/>
                    </a:cubicBezTo>
                    <a:lnTo>
                      <a:pt x="130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6" name="Google Shape;3396;p28"/>
              <p:cNvSpPr/>
              <p:nvPr/>
            </p:nvSpPr>
            <p:spPr>
              <a:xfrm>
                <a:off x="2989905" y="3751116"/>
                <a:ext cx="141618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1278" h="159" extrusionOk="0">
                    <a:moveTo>
                      <a:pt x="1210" y="60"/>
                    </a:moveTo>
                    <a:cubicBezTo>
                      <a:pt x="1209" y="72"/>
                      <a:pt x="1208" y="87"/>
                      <a:pt x="1207" y="99"/>
                    </a:cubicBezTo>
                    <a:lnTo>
                      <a:pt x="58" y="99"/>
                    </a:lnTo>
                    <a:lnTo>
                      <a:pt x="58" y="60"/>
                    </a:lnTo>
                    <a:close/>
                    <a:moveTo>
                      <a:pt x="1" y="1"/>
                    </a:moveTo>
                    <a:lnTo>
                      <a:pt x="1" y="158"/>
                    </a:lnTo>
                    <a:lnTo>
                      <a:pt x="1260" y="158"/>
                    </a:lnTo>
                    <a:lnTo>
                      <a:pt x="1265" y="133"/>
                    </a:lnTo>
                    <a:cubicBezTo>
                      <a:pt x="1269" y="99"/>
                      <a:pt x="1271" y="66"/>
                      <a:pt x="1275" y="33"/>
                    </a:cubicBezTo>
                    <a:lnTo>
                      <a:pt x="127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7" name="Google Shape;3397;p28"/>
              <p:cNvSpPr/>
              <p:nvPr/>
            </p:nvSpPr>
            <p:spPr>
              <a:xfrm>
                <a:off x="2989905" y="3784027"/>
                <a:ext cx="137851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1244" h="159" extrusionOk="0">
                    <a:moveTo>
                      <a:pt x="1174" y="60"/>
                    </a:moveTo>
                    <a:cubicBezTo>
                      <a:pt x="1172" y="72"/>
                      <a:pt x="1170" y="87"/>
                      <a:pt x="1167" y="99"/>
                    </a:cubicBezTo>
                    <a:lnTo>
                      <a:pt x="58" y="99"/>
                    </a:lnTo>
                    <a:lnTo>
                      <a:pt x="58" y="60"/>
                    </a:lnTo>
                    <a:close/>
                    <a:moveTo>
                      <a:pt x="1" y="1"/>
                    </a:moveTo>
                    <a:lnTo>
                      <a:pt x="1" y="158"/>
                    </a:lnTo>
                    <a:lnTo>
                      <a:pt x="1219" y="158"/>
                    </a:lnTo>
                    <a:lnTo>
                      <a:pt x="1223" y="134"/>
                    </a:lnTo>
                    <a:lnTo>
                      <a:pt x="1238" y="34"/>
                    </a:lnTo>
                    <a:lnTo>
                      <a:pt x="124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8" name="Google Shape;3398;p28"/>
              <p:cNvSpPr/>
              <p:nvPr/>
            </p:nvSpPr>
            <p:spPr>
              <a:xfrm>
                <a:off x="2989794" y="3849739"/>
                <a:ext cx="125994" cy="17508"/>
              </a:xfrm>
              <a:custGeom>
                <a:avLst/>
                <a:gdLst/>
                <a:ahLst/>
                <a:cxnLst/>
                <a:rect l="l" t="t" r="r" b="b"/>
                <a:pathLst>
                  <a:path w="1137" h="158" extrusionOk="0">
                    <a:moveTo>
                      <a:pt x="1064" y="60"/>
                    </a:moveTo>
                    <a:lnTo>
                      <a:pt x="1055" y="99"/>
                    </a:lnTo>
                    <a:lnTo>
                      <a:pt x="59" y="99"/>
                    </a:lnTo>
                    <a:lnTo>
                      <a:pt x="59" y="60"/>
                    </a:lnTo>
                    <a:close/>
                    <a:moveTo>
                      <a:pt x="1" y="0"/>
                    </a:moveTo>
                    <a:lnTo>
                      <a:pt x="1" y="158"/>
                    </a:lnTo>
                    <a:lnTo>
                      <a:pt x="1102" y="158"/>
                    </a:lnTo>
                    <a:lnTo>
                      <a:pt x="113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399" name="Google Shape;3399;p28"/>
              <p:cNvSpPr/>
              <p:nvPr/>
            </p:nvSpPr>
            <p:spPr>
              <a:xfrm>
                <a:off x="2989905" y="3882539"/>
                <a:ext cx="118459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1069" h="159" extrusionOk="0">
                    <a:moveTo>
                      <a:pt x="991" y="59"/>
                    </a:moveTo>
                    <a:cubicBezTo>
                      <a:pt x="988" y="72"/>
                      <a:pt x="984" y="87"/>
                      <a:pt x="981" y="99"/>
                    </a:cubicBezTo>
                    <a:lnTo>
                      <a:pt x="58" y="99"/>
                    </a:lnTo>
                    <a:lnTo>
                      <a:pt x="58" y="59"/>
                    </a:lnTo>
                    <a:close/>
                    <a:moveTo>
                      <a:pt x="1" y="1"/>
                    </a:moveTo>
                    <a:lnTo>
                      <a:pt x="1" y="158"/>
                    </a:lnTo>
                    <a:lnTo>
                      <a:pt x="1025" y="158"/>
                    </a:lnTo>
                    <a:lnTo>
                      <a:pt x="1031" y="136"/>
                    </a:lnTo>
                    <a:cubicBezTo>
                      <a:pt x="1043" y="104"/>
                      <a:pt x="1050" y="71"/>
                      <a:pt x="1059" y="37"/>
                    </a:cubicBezTo>
                    <a:lnTo>
                      <a:pt x="106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0" name="Google Shape;3400;p28"/>
              <p:cNvSpPr/>
              <p:nvPr/>
            </p:nvSpPr>
            <p:spPr>
              <a:xfrm>
                <a:off x="2989905" y="3915450"/>
                <a:ext cx="109483" cy="17619"/>
              </a:xfrm>
              <a:custGeom>
                <a:avLst/>
                <a:gdLst/>
                <a:ahLst/>
                <a:cxnLst/>
                <a:rect l="l" t="t" r="r" b="b"/>
                <a:pathLst>
                  <a:path w="988" h="159" extrusionOk="0">
                    <a:moveTo>
                      <a:pt x="907" y="59"/>
                    </a:moveTo>
                    <a:lnTo>
                      <a:pt x="895" y="99"/>
                    </a:lnTo>
                    <a:lnTo>
                      <a:pt x="57" y="99"/>
                    </a:lnTo>
                    <a:lnTo>
                      <a:pt x="57" y="59"/>
                    </a:lnTo>
                    <a:close/>
                    <a:moveTo>
                      <a:pt x="1" y="0"/>
                    </a:moveTo>
                    <a:lnTo>
                      <a:pt x="1" y="158"/>
                    </a:lnTo>
                    <a:lnTo>
                      <a:pt x="940" y="158"/>
                    </a:lnTo>
                    <a:lnTo>
                      <a:pt x="98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01" name="Google Shape;3401;p28"/>
              <p:cNvSpPr/>
              <p:nvPr/>
            </p:nvSpPr>
            <p:spPr>
              <a:xfrm>
                <a:off x="2989794" y="3948361"/>
                <a:ext cx="99399" cy="17508"/>
              </a:xfrm>
              <a:custGeom>
                <a:avLst/>
                <a:gdLst/>
                <a:ahLst/>
                <a:cxnLst/>
                <a:rect l="l" t="t" r="r" b="b"/>
                <a:pathLst>
                  <a:path w="897" h="158" extrusionOk="0">
                    <a:moveTo>
                      <a:pt x="814" y="59"/>
                    </a:moveTo>
                    <a:cubicBezTo>
                      <a:pt x="809" y="73"/>
                      <a:pt x="805" y="86"/>
                      <a:pt x="800" y="98"/>
                    </a:cubicBezTo>
                    <a:lnTo>
                      <a:pt x="59" y="98"/>
                    </a:lnTo>
                    <a:lnTo>
                      <a:pt x="59" y="59"/>
                    </a:lnTo>
                    <a:close/>
                    <a:moveTo>
                      <a:pt x="1" y="0"/>
                    </a:moveTo>
                    <a:lnTo>
                      <a:pt x="1" y="158"/>
                    </a:lnTo>
                    <a:lnTo>
                      <a:pt x="842" y="158"/>
                    </a:lnTo>
                    <a:lnTo>
                      <a:pt x="849" y="138"/>
                    </a:lnTo>
                    <a:cubicBezTo>
                      <a:pt x="857" y="112"/>
                      <a:pt x="868" y="84"/>
                      <a:pt x="877" y="56"/>
                    </a:cubicBezTo>
                    <a:lnTo>
                      <a:pt x="89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402" name="Google Shape;3402;p28"/>
            <p:cNvSpPr/>
            <p:nvPr/>
          </p:nvSpPr>
          <p:spPr>
            <a:xfrm>
              <a:off x="3615839" y="2491890"/>
              <a:ext cx="223257" cy="1376332"/>
            </a:xfrm>
            <a:custGeom>
              <a:avLst/>
              <a:gdLst/>
              <a:ahLst/>
              <a:cxnLst/>
              <a:rect l="l" t="t" r="r" b="b"/>
              <a:pathLst>
                <a:path w="2403" h="14814" extrusionOk="0">
                  <a:moveTo>
                    <a:pt x="2345" y="60"/>
                  </a:moveTo>
                  <a:lnTo>
                    <a:pt x="2345" y="14754"/>
                  </a:lnTo>
                  <a:lnTo>
                    <a:pt x="59" y="14754"/>
                  </a:lnTo>
                  <a:lnTo>
                    <a:pt x="59" y="3640"/>
                  </a:lnTo>
                  <a:lnTo>
                    <a:pt x="2204" y="1671"/>
                  </a:lnTo>
                  <a:lnTo>
                    <a:pt x="2204" y="60"/>
                  </a:lnTo>
                  <a:close/>
                  <a:moveTo>
                    <a:pt x="2146" y="1"/>
                  </a:moveTo>
                  <a:lnTo>
                    <a:pt x="2146" y="1645"/>
                  </a:lnTo>
                  <a:lnTo>
                    <a:pt x="1" y="3615"/>
                  </a:lnTo>
                  <a:lnTo>
                    <a:pt x="1" y="14814"/>
                  </a:lnTo>
                  <a:lnTo>
                    <a:pt x="2402" y="14814"/>
                  </a:lnTo>
                  <a:lnTo>
                    <a:pt x="2402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3" name="Google Shape;3403;p28"/>
            <p:cNvSpPr/>
            <p:nvPr/>
          </p:nvSpPr>
          <p:spPr>
            <a:xfrm>
              <a:off x="3663222" y="2934038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1"/>
                  </a:moveTo>
                  <a:lnTo>
                    <a:pt x="1467" y="1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4" name="Google Shape;3404;p28"/>
            <p:cNvSpPr/>
            <p:nvPr/>
          </p:nvSpPr>
          <p:spPr>
            <a:xfrm>
              <a:off x="3663222" y="2966742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1"/>
                  </a:moveTo>
                  <a:lnTo>
                    <a:pt x="1467" y="1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5" name="Google Shape;3405;p28"/>
            <p:cNvSpPr/>
            <p:nvPr/>
          </p:nvSpPr>
          <p:spPr>
            <a:xfrm>
              <a:off x="3663222" y="2999445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1"/>
                  </a:moveTo>
                  <a:lnTo>
                    <a:pt x="1467" y="1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6" name="Google Shape;3406;p28"/>
            <p:cNvSpPr/>
            <p:nvPr/>
          </p:nvSpPr>
          <p:spPr>
            <a:xfrm>
              <a:off x="3663222" y="3032149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1"/>
                  </a:moveTo>
                  <a:lnTo>
                    <a:pt x="1467" y="1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7" name="Google Shape;3407;p28"/>
            <p:cNvSpPr/>
            <p:nvPr/>
          </p:nvSpPr>
          <p:spPr>
            <a:xfrm>
              <a:off x="3663222" y="3064760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1"/>
                  </a:moveTo>
                  <a:lnTo>
                    <a:pt x="1467" y="1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8" name="Google Shape;3408;p28"/>
            <p:cNvSpPr/>
            <p:nvPr/>
          </p:nvSpPr>
          <p:spPr>
            <a:xfrm>
              <a:off x="3663222" y="3097463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1"/>
                  </a:moveTo>
                  <a:lnTo>
                    <a:pt x="1467" y="1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09" name="Google Shape;3409;p28"/>
            <p:cNvSpPr/>
            <p:nvPr/>
          </p:nvSpPr>
          <p:spPr>
            <a:xfrm>
              <a:off x="3663222" y="3130167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1"/>
                  </a:moveTo>
                  <a:lnTo>
                    <a:pt x="1467" y="1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0" name="Google Shape;3410;p28"/>
            <p:cNvSpPr/>
            <p:nvPr/>
          </p:nvSpPr>
          <p:spPr>
            <a:xfrm>
              <a:off x="3663222" y="3162870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1"/>
                  </a:moveTo>
                  <a:lnTo>
                    <a:pt x="1467" y="1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1" name="Google Shape;3411;p28"/>
            <p:cNvSpPr/>
            <p:nvPr/>
          </p:nvSpPr>
          <p:spPr>
            <a:xfrm>
              <a:off x="3663222" y="3195481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2" name="Google Shape;3412;p28"/>
            <p:cNvSpPr/>
            <p:nvPr/>
          </p:nvSpPr>
          <p:spPr>
            <a:xfrm>
              <a:off x="3663222" y="3228184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3" name="Google Shape;3413;p28"/>
            <p:cNvSpPr/>
            <p:nvPr/>
          </p:nvSpPr>
          <p:spPr>
            <a:xfrm>
              <a:off x="3663222" y="3260888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4" name="Google Shape;3414;p28"/>
            <p:cNvSpPr/>
            <p:nvPr/>
          </p:nvSpPr>
          <p:spPr>
            <a:xfrm>
              <a:off x="3663222" y="3293592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5" name="Google Shape;3415;p28"/>
            <p:cNvSpPr/>
            <p:nvPr/>
          </p:nvSpPr>
          <p:spPr>
            <a:xfrm>
              <a:off x="3663222" y="3326202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6" name="Google Shape;3416;p28"/>
            <p:cNvSpPr/>
            <p:nvPr/>
          </p:nvSpPr>
          <p:spPr>
            <a:xfrm>
              <a:off x="3663222" y="3358906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7" name="Google Shape;3417;p28"/>
            <p:cNvSpPr/>
            <p:nvPr/>
          </p:nvSpPr>
          <p:spPr>
            <a:xfrm>
              <a:off x="3663222" y="3391609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8" name="Google Shape;3418;p28"/>
            <p:cNvSpPr/>
            <p:nvPr/>
          </p:nvSpPr>
          <p:spPr>
            <a:xfrm>
              <a:off x="3663222" y="3424406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19" name="Google Shape;3419;p28"/>
            <p:cNvSpPr/>
            <p:nvPr/>
          </p:nvSpPr>
          <p:spPr>
            <a:xfrm>
              <a:off x="3663222" y="3457109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0" name="Google Shape;3420;p28"/>
            <p:cNvSpPr/>
            <p:nvPr/>
          </p:nvSpPr>
          <p:spPr>
            <a:xfrm>
              <a:off x="3663222" y="3489720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1" name="Google Shape;3421;p28"/>
            <p:cNvSpPr/>
            <p:nvPr/>
          </p:nvSpPr>
          <p:spPr>
            <a:xfrm>
              <a:off x="3663222" y="3522423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2" name="Google Shape;3422;p28"/>
            <p:cNvSpPr/>
            <p:nvPr/>
          </p:nvSpPr>
          <p:spPr>
            <a:xfrm>
              <a:off x="3663222" y="3555127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3" name="Google Shape;3423;p28"/>
            <p:cNvSpPr/>
            <p:nvPr/>
          </p:nvSpPr>
          <p:spPr>
            <a:xfrm>
              <a:off x="3663222" y="3587830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4" name="Google Shape;3424;p28"/>
            <p:cNvSpPr/>
            <p:nvPr/>
          </p:nvSpPr>
          <p:spPr>
            <a:xfrm>
              <a:off x="3663222" y="3620441"/>
              <a:ext cx="136295" cy="93"/>
            </a:xfrm>
            <a:custGeom>
              <a:avLst/>
              <a:gdLst/>
              <a:ahLst/>
              <a:cxnLst/>
              <a:rect l="l" t="t" r="r" b="b"/>
              <a:pathLst>
                <a:path w="1467" h="1" fill="none" extrusionOk="0">
                  <a:moveTo>
                    <a:pt x="1" y="0"/>
                  </a:moveTo>
                  <a:lnTo>
                    <a:pt x="1467" y="0"/>
                  </a:lnTo>
                </a:path>
              </a:pathLst>
            </a:custGeom>
            <a:noFill/>
            <a:ln w="25" cap="flat" cmpd="sng">
              <a:solidFill>
                <a:srgbClr val="821F7A"/>
              </a:solidFill>
              <a:prstDash val="solid"/>
              <a:miter lim="1023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5" name="Google Shape;3425;p28"/>
            <p:cNvSpPr/>
            <p:nvPr/>
          </p:nvSpPr>
          <p:spPr>
            <a:xfrm>
              <a:off x="4338944" y="2143300"/>
              <a:ext cx="516287" cy="1723713"/>
            </a:xfrm>
            <a:custGeom>
              <a:avLst/>
              <a:gdLst/>
              <a:ahLst/>
              <a:cxnLst/>
              <a:rect l="l" t="t" r="r" b="b"/>
              <a:pathLst>
                <a:path w="5557" h="18553" extrusionOk="0">
                  <a:moveTo>
                    <a:pt x="2310" y="59"/>
                  </a:moveTo>
                  <a:lnTo>
                    <a:pt x="2310" y="3126"/>
                  </a:lnTo>
                  <a:lnTo>
                    <a:pt x="2798" y="3126"/>
                  </a:lnTo>
                  <a:lnTo>
                    <a:pt x="2798" y="5148"/>
                  </a:lnTo>
                  <a:lnTo>
                    <a:pt x="3750" y="5148"/>
                  </a:lnTo>
                  <a:lnTo>
                    <a:pt x="3750" y="8424"/>
                  </a:lnTo>
                  <a:lnTo>
                    <a:pt x="4312" y="8424"/>
                  </a:lnTo>
                  <a:lnTo>
                    <a:pt x="4312" y="11127"/>
                  </a:lnTo>
                  <a:lnTo>
                    <a:pt x="4697" y="11127"/>
                  </a:lnTo>
                  <a:lnTo>
                    <a:pt x="4697" y="14365"/>
                  </a:lnTo>
                  <a:lnTo>
                    <a:pt x="5499" y="14365"/>
                  </a:lnTo>
                  <a:lnTo>
                    <a:pt x="5499" y="18494"/>
                  </a:lnTo>
                  <a:lnTo>
                    <a:pt x="59" y="18494"/>
                  </a:lnTo>
                  <a:lnTo>
                    <a:pt x="59" y="12421"/>
                  </a:lnTo>
                  <a:lnTo>
                    <a:pt x="634" y="12421"/>
                  </a:lnTo>
                  <a:lnTo>
                    <a:pt x="634" y="9713"/>
                  </a:lnTo>
                  <a:lnTo>
                    <a:pt x="1180" y="9713"/>
                  </a:lnTo>
                  <a:lnTo>
                    <a:pt x="1180" y="6810"/>
                  </a:lnTo>
                  <a:lnTo>
                    <a:pt x="1659" y="6810"/>
                  </a:lnTo>
                  <a:lnTo>
                    <a:pt x="1659" y="3126"/>
                  </a:lnTo>
                  <a:lnTo>
                    <a:pt x="1981" y="3126"/>
                  </a:lnTo>
                  <a:lnTo>
                    <a:pt x="1981" y="59"/>
                  </a:lnTo>
                  <a:close/>
                  <a:moveTo>
                    <a:pt x="1923" y="1"/>
                  </a:moveTo>
                  <a:lnTo>
                    <a:pt x="1923" y="3066"/>
                  </a:lnTo>
                  <a:lnTo>
                    <a:pt x="1601" y="3066"/>
                  </a:lnTo>
                  <a:lnTo>
                    <a:pt x="1601" y="6751"/>
                  </a:lnTo>
                  <a:lnTo>
                    <a:pt x="1122" y="6751"/>
                  </a:lnTo>
                  <a:lnTo>
                    <a:pt x="1122" y="9655"/>
                  </a:lnTo>
                  <a:lnTo>
                    <a:pt x="574" y="9655"/>
                  </a:lnTo>
                  <a:lnTo>
                    <a:pt x="574" y="12362"/>
                  </a:lnTo>
                  <a:lnTo>
                    <a:pt x="0" y="12362"/>
                  </a:lnTo>
                  <a:lnTo>
                    <a:pt x="0" y="18552"/>
                  </a:lnTo>
                  <a:lnTo>
                    <a:pt x="5556" y="18552"/>
                  </a:lnTo>
                  <a:lnTo>
                    <a:pt x="5556" y="14306"/>
                  </a:lnTo>
                  <a:lnTo>
                    <a:pt x="4754" y="14306"/>
                  </a:lnTo>
                  <a:lnTo>
                    <a:pt x="4754" y="11068"/>
                  </a:lnTo>
                  <a:lnTo>
                    <a:pt x="4369" y="11068"/>
                  </a:lnTo>
                  <a:lnTo>
                    <a:pt x="4369" y="8365"/>
                  </a:lnTo>
                  <a:lnTo>
                    <a:pt x="3808" y="8365"/>
                  </a:lnTo>
                  <a:lnTo>
                    <a:pt x="3808" y="5090"/>
                  </a:lnTo>
                  <a:lnTo>
                    <a:pt x="2855" y="5090"/>
                  </a:lnTo>
                  <a:lnTo>
                    <a:pt x="2855" y="3066"/>
                  </a:lnTo>
                  <a:lnTo>
                    <a:pt x="2368" y="3066"/>
                  </a:lnTo>
                  <a:lnTo>
                    <a:pt x="2368" y="1"/>
                  </a:lnTo>
                  <a:close/>
                </a:path>
              </a:pathLst>
            </a:custGeom>
            <a:solidFill>
              <a:srgbClr val="821F7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6" name="Google Shape;3426;p28"/>
            <p:cNvSpPr/>
            <p:nvPr/>
          </p:nvSpPr>
          <p:spPr>
            <a:xfrm>
              <a:off x="4424792" y="3067361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7" name="Google Shape;3427;p28"/>
            <p:cNvSpPr/>
            <p:nvPr/>
          </p:nvSpPr>
          <p:spPr>
            <a:xfrm>
              <a:off x="4424792" y="3096070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8" name="Google Shape;3428;p28"/>
            <p:cNvSpPr/>
            <p:nvPr/>
          </p:nvSpPr>
          <p:spPr>
            <a:xfrm>
              <a:off x="4424792" y="3124871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29" name="Google Shape;3429;p28"/>
            <p:cNvSpPr/>
            <p:nvPr/>
          </p:nvSpPr>
          <p:spPr>
            <a:xfrm>
              <a:off x="4424792" y="3153580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0" name="Google Shape;3430;p28"/>
            <p:cNvSpPr/>
            <p:nvPr/>
          </p:nvSpPr>
          <p:spPr>
            <a:xfrm>
              <a:off x="4424792" y="3182381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1" name="Google Shape;3431;p28"/>
            <p:cNvSpPr/>
            <p:nvPr/>
          </p:nvSpPr>
          <p:spPr>
            <a:xfrm>
              <a:off x="4424792" y="3210997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2" name="Google Shape;3432;p28"/>
            <p:cNvSpPr/>
            <p:nvPr/>
          </p:nvSpPr>
          <p:spPr>
            <a:xfrm>
              <a:off x="4424792" y="3239798"/>
              <a:ext cx="79808" cy="10870"/>
            </a:xfrm>
            <a:custGeom>
              <a:avLst/>
              <a:gdLst/>
              <a:ahLst/>
              <a:cxnLst/>
              <a:rect l="l" t="t" r="r" b="b"/>
              <a:pathLst>
                <a:path w="859" h="117" extrusionOk="0">
                  <a:moveTo>
                    <a:pt x="0" y="0"/>
                  </a:moveTo>
                  <a:lnTo>
                    <a:pt x="0" y="117"/>
                  </a:lnTo>
                  <a:lnTo>
                    <a:pt x="859" y="117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3" name="Google Shape;3433;p28"/>
            <p:cNvSpPr/>
            <p:nvPr/>
          </p:nvSpPr>
          <p:spPr>
            <a:xfrm>
              <a:off x="4662080" y="3195667"/>
              <a:ext cx="79715" cy="11056"/>
            </a:xfrm>
            <a:custGeom>
              <a:avLst/>
              <a:gdLst/>
              <a:ahLst/>
              <a:cxnLst/>
              <a:rect l="l" t="t" r="r" b="b"/>
              <a:pathLst>
                <a:path w="85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4" name="Google Shape;3434;p28"/>
            <p:cNvSpPr/>
            <p:nvPr/>
          </p:nvSpPr>
          <p:spPr>
            <a:xfrm>
              <a:off x="4662080" y="3224375"/>
              <a:ext cx="79715" cy="11056"/>
            </a:xfrm>
            <a:custGeom>
              <a:avLst/>
              <a:gdLst/>
              <a:ahLst/>
              <a:cxnLst/>
              <a:rect l="l" t="t" r="r" b="b"/>
              <a:pathLst>
                <a:path w="85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5" name="Google Shape;3435;p28"/>
            <p:cNvSpPr/>
            <p:nvPr/>
          </p:nvSpPr>
          <p:spPr>
            <a:xfrm>
              <a:off x="4662080" y="3253177"/>
              <a:ext cx="79715" cy="11056"/>
            </a:xfrm>
            <a:custGeom>
              <a:avLst/>
              <a:gdLst/>
              <a:ahLst/>
              <a:cxnLst/>
              <a:rect l="l" t="t" r="r" b="b"/>
              <a:pathLst>
                <a:path w="85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6" name="Google Shape;3436;p28"/>
            <p:cNvSpPr/>
            <p:nvPr/>
          </p:nvSpPr>
          <p:spPr>
            <a:xfrm>
              <a:off x="4662080" y="3281885"/>
              <a:ext cx="79715" cy="11056"/>
            </a:xfrm>
            <a:custGeom>
              <a:avLst/>
              <a:gdLst/>
              <a:ahLst/>
              <a:cxnLst/>
              <a:rect l="l" t="t" r="r" b="b"/>
              <a:pathLst>
                <a:path w="85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7" name="Google Shape;3437;p28"/>
            <p:cNvSpPr/>
            <p:nvPr/>
          </p:nvSpPr>
          <p:spPr>
            <a:xfrm>
              <a:off x="4662080" y="3310687"/>
              <a:ext cx="79715" cy="11056"/>
            </a:xfrm>
            <a:custGeom>
              <a:avLst/>
              <a:gdLst/>
              <a:ahLst/>
              <a:cxnLst/>
              <a:rect l="l" t="t" r="r" b="b"/>
              <a:pathLst>
                <a:path w="85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8" name="Google Shape;3438;p28"/>
            <p:cNvSpPr/>
            <p:nvPr/>
          </p:nvSpPr>
          <p:spPr>
            <a:xfrm>
              <a:off x="4662080" y="3339302"/>
              <a:ext cx="79715" cy="11056"/>
            </a:xfrm>
            <a:custGeom>
              <a:avLst/>
              <a:gdLst/>
              <a:ahLst/>
              <a:cxnLst/>
              <a:rect l="l" t="t" r="r" b="b"/>
              <a:pathLst>
                <a:path w="858" h="119" extrusionOk="0">
                  <a:moveTo>
                    <a:pt x="0" y="1"/>
                  </a:moveTo>
                  <a:lnTo>
                    <a:pt x="0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39" name="Google Shape;3439;p28"/>
            <p:cNvSpPr/>
            <p:nvPr/>
          </p:nvSpPr>
          <p:spPr>
            <a:xfrm>
              <a:off x="4662080" y="3368104"/>
              <a:ext cx="79715" cy="10963"/>
            </a:xfrm>
            <a:custGeom>
              <a:avLst/>
              <a:gdLst/>
              <a:ahLst/>
              <a:cxnLst/>
              <a:rect l="l" t="t" r="r" b="b"/>
              <a:pathLst>
                <a:path w="858" h="118" extrusionOk="0">
                  <a:moveTo>
                    <a:pt x="0" y="1"/>
                  </a:moveTo>
                  <a:lnTo>
                    <a:pt x="0" y="117"/>
                  </a:lnTo>
                  <a:lnTo>
                    <a:pt x="858" y="117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0" name="Google Shape;3440;p28"/>
            <p:cNvSpPr/>
            <p:nvPr/>
          </p:nvSpPr>
          <p:spPr>
            <a:xfrm>
              <a:off x="4369697" y="3314960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1" name="Google Shape;3441;p28"/>
            <p:cNvSpPr/>
            <p:nvPr/>
          </p:nvSpPr>
          <p:spPr>
            <a:xfrm>
              <a:off x="4369697" y="3343669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2" name="Google Shape;3442;p28"/>
            <p:cNvSpPr/>
            <p:nvPr/>
          </p:nvSpPr>
          <p:spPr>
            <a:xfrm>
              <a:off x="4369697" y="3372377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3" name="Google Shape;3443;p28"/>
            <p:cNvSpPr/>
            <p:nvPr/>
          </p:nvSpPr>
          <p:spPr>
            <a:xfrm>
              <a:off x="4369697" y="3401086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4" name="Google Shape;3444;p28"/>
            <p:cNvSpPr/>
            <p:nvPr/>
          </p:nvSpPr>
          <p:spPr>
            <a:xfrm>
              <a:off x="4369697" y="3429887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1" y="1"/>
                  </a:moveTo>
                  <a:lnTo>
                    <a:pt x="1" y="117"/>
                  </a:lnTo>
                  <a:lnTo>
                    <a:pt x="858" y="117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5" name="Google Shape;3445;p28"/>
            <p:cNvSpPr/>
            <p:nvPr/>
          </p:nvSpPr>
          <p:spPr>
            <a:xfrm>
              <a:off x="4369697" y="3458596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6" name="Google Shape;3446;p28"/>
            <p:cNvSpPr/>
            <p:nvPr/>
          </p:nvSpPr>
          <p:spPr>
            <a:xfrm>
              <a:off x="4369697" y="3487304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8" y="118"/>
                  </a:lnTo>
                  <a:lnTo>
                    <a:pt x="85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7" name="Google Shape;3447;p28"/>
            <p:cNvSpPr/>
            <p:nvPr/>
          </p:nvSpPr>
          <p:spPr>
            <a:xfrm>
              <a:off x="4749413" y="3496409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1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8" name="Google Shape;3448;p28"/>
            <p:cNvSpPr/>
            <p:nvPr/>
          </p:nvSpPr>
          <p:spPr>
            <a:xfrm>
              <a:off x="4749413" y="3525118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0" y="1"/>
                  </a:moveTo>
                  <a:lnTo>
                    <a:pt x="0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49" name="Google Shape;3449;p28"/>
            <p:cNvSpPr/>
            <p:nvPr/>
          </p:nvSpPr>
          <p:spPr>
            <a:xfrm>
              <a:off x="4749413" y="3553826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0" y="1"/>
                  </a:moveTo>
                  <a:lnTo>
                    <a:pt x="0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0" name="Google Shape;3450;p28"/>
            <p:cNvSpPr/>
            <p:nvPr/>
          </p:nvSpPr>
          <p:spPr>
            <a:xfrm>
              <a:off x="4749413" y="3582535"/>
              <a:ext cx="79808" cy="11056"/>
            </a:xfrm>
            <a:custGeom>
              <a:avLst/>
              <a:gdLst/>
              <a:ahLst/>
              <a:cxnLst/>
              <a:rect l="l" t="t" r="r" b="b"/>
              <a:pathLst>
                <a:path w="859" h="119" extrusionOk="0">
                  <a:moveTo>
                    <a:pt x="0" y="1"/>
                  </a:moveTo>
                  <a:lnTo>
                    <a:pt x="0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1" name="Google Shape;3451;p28"/>
            <p:cNvSpPr/>
            <p:nvPr/>
          </p:nvSpPr>
          <p:spPr>
            <a:xfrm>
              <a:off x="4636623" y="2939055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2" name="Google Shape;3452;p28"/>
            <p:cNvSpPr/>
            <p:nvPr/>
          </p:nvSpPr>
          <p:spPr>
            <a:xfrm>
              <a:off x="4636623" y="2967671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3" name="Google Shape;3453;p28"/>
            <p:cNvSpPr/>
            <p:nvPr/>
          </p:nvSpPr>
          <p:spPr>
            <a:xfrm>
              <a:off x="4636623" y="2996472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4" name="Google Shape;3454;p28"/>
            <p:cNvSpPr/>
            <p:nvPr/>
          </p:nvSpPr>
          <p:spPr>
            <a:xfrm>
              <a:off x="4636623" y="3025181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5" name="Google Shape;3455;p28"/>
            <p:cNvSpPr/>
            <p:nvPr/>
          </p:nvSpPr>
          <p:spPr>
            <a:xfrm>
              <a:off x="4636623" y="3053982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6" name="Google Shape;3456;p28"/>
            <p:cNvSpPr/>
            <p:nvPr/>
          </p:nvSpPr>
          <p:spPr>
            <a:xfrm>
              <a:off x="4636623" y="3082691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7" name="Google Shape;3457;p28"/>
            <p:cNvSpPr/>
            <p:nvPr/>
          </p:nvSpPr>
          <p:spPr>
            <a:xfrm>
              <a:off x="4636623" y="3111399"/>
              <a:ext cx="79900" cy="10963"/>
            </a:xfrm>
            <a:custGeom>
              <a:avLst/>
              <a:gdLst/>
              <a:ahLst/>
              <a:cxnLst/>
              <a:rect l="l" t="t" r="r" b="b"/>
              <a:pathLst>
                <a:path w="860" h="118" extrusionOk="0">
                  <a:moveTo>
                    <a:pt x="1" y="1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8" name="Google Shape;3458;p28"/>
            <p:cNvSpPr/>
            <p:nvPr/>
          </p:nvSpPr>
          <p:spPr>
            <a:xfrm>
              <a:off x="4464556" y="2795141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59" name="Google Shape;3459;p28"/>
            <p:cNvSpPr/>
            <p:nvPr/>
          </p:nvSpPr>
          <p:spPr>
            <a:xfrm>
              <a:off x="4464556" y="2823943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0" name="Google Shape;3460;p28"/>
            <p:cNvSpPr/>
            <p:nvPr/>
          </p:nvSpPr>
          <p:spPr>
            <a:xfrm>
              <a:off x="4464556" y="2852558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1" name="Google Shape;3461;p28"/>
            <p:cNvSpPr/>
            <p:nvPr/>
          </p:nvSpPr>
          <p:spPr>
            <a:xfrm>
              <a:off x="4464556" y="2881267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2" name="Google Shape;3462;p28"/>
            <p:cNvSpPr/>
            <p:nvPr/>
          </p:nvSpPr>
          <p:spPr>
            <a:xfrm>
              <a:off x="4464556" y="2910068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3" name="Google Shape;3463;p28"/>
            <p:cNvSpPr/>
            <p:nvPr/>
          </p:nvSpPr>
          <p:spPr>
            <a:xfrm>
              <a:off x="4464556" y="2938777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4" name="Google Shape;3464;p28"/>
            <p:cNvSpPr/>
            <p:nvPr/>
          </p:nvSpPr>
          <p:spPr>
            <a:xfrm>
              <a:off x="4464556" y="2967578"/>
              <a:ext cx="79900" cy="11056"/>
            </a:xfrm>
            <a:custGeom>
              <a:avLst/>
              <a:gdLst/>
              <a:ahLst/>
              <a:cxnLst/>
              <a:rect l="l" t="t" r="r" b="b"/>
              <a:pathLst>
                <a:path w="860" h="119" extrusionOk="0">
                  <a:moveTo>
                    <a:pt x="1" y="1"/>
                  </a:moveTo>
                  <a:lnTo>
                    <a:pt x="1" y="119"/>
                  </a:lnTo>
                  <a:lnTo>
                    <a:pt x="859" y="119"/>
                  </a:lnTo>
                  <a:lnTo>
                    <a:pt x="8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5" name="Google Shape;3465;p28"/>
            <p:cNvSpPr/>
            <p:nvPr/>
          </p:nvSpPr>
          <p:spPr>
            <a:xfrm>
              <a:off x="4596765" y="2637012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6" name="Google Shape;3466;p28"/>
            <p:cNvSpPr/>
            <p:nvPr/>
          </p:nvSpPr>
          <p:spPr>
            <a:xfrm>
              <a:off x="4596765" y="2665814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7" name="Google Shape;3467;p28"/>
            <p:cNvSpPr/>
            <p:nvPr/>
          </p:nvSpPr>
          <p:spPr>
            <a:xfrm>
              <a:off x="4596765" y="2694615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8" name="Google Shape;3468;p28"/>
            <p:cNvSpPr/>
            <p:nvPr/>
          </p:nvSpPr>
          <p:spPr>
            <a:xfrm>
              <a:off x="4596765" y="2723231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69" name="Google Shape;3469;p28"/>
            <p:cNvSpPr/>
            <p:nvPr/>
          </p:nvSpPr>
          <p:spPr>
            <a:xfrm>
              <a:off x="4596765" y="2751939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0" name="Google Shape;3470;p28"/>
            <p:cNvSpPr/>
            <p:nvPr/>
          </p:nvSpPr>
          <p:spPr>
            <a:xfrm>
              <a:off x="4596765" y="2780741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1" name="Google Shape;3471;p28"/>
            <p:cNvSpPr/>
            <p:nvPr/>
          </p:nvSpPr>
          <p:spPr>
            <a:xfrm>
              <a:off x="4596765" y="2809449"/>
              <a:ext cx="79808" cy="10963"/>
            </a:xfrm>
            <a:custGeom>
              <a:avLst/>
              <a:gdLst/>
              <a:ahLst/>
              <a:cxnLst/>
              <a:rect l="l" t="t" r="r" b="b"/>
              <a:pathLst>
                <a:path w="859" h="118" extrusionOk="0">
                  <a:moveTo>
                    <a:pt x="0" y="0"/>
                  </a:moveTo>
                  <a:lnTo>
                    <a:pt x="0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2" name="Google Shape;3472;p28"/>
            <p:cNvSpPr/>
            <p:nvPr/>
          </p:nvSpPr>
          <p:spPr>
            <a:xfrm>
              <a:off x="4504507" y="2440419"/>
              <a:ext cx="79900" cy="10963"/>
            </a:xfrm>
            <a:custGeom>
              <a:avLst/>
              <a:gdLst/>
              <a:ahLst/>
              <a:cxnLst/>
              <a:rect l="l" t="t" r="r" b="b"/>
              <a:pathLst>
                <a:path w="860" h="118" extrusionOk="0">
                  <a:moveTo>
                    <a:pt x="1" y="0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3" name="Google Shape;3473;p28"/>
            <p:cNvSpPr/>
            <p:nvPr/>
          </p:nvSpPr>
          <p:spPr>
            <a:xfrm>
              <a:off x="4504507" y="2469128"/>
              <a:ext cx="79900" cy="10963"/>
            </a:xfrm>
            <a:custGeom>
              <a:avLst/>
              <a:gdLst/>
              <a:ahLst/>
              <a:cxnLst/>
              <a:rect l="l" t="t" r="r" b="b"/>
              <a:pathLst>
                <a:path w="860" h="118" extrusionOk="0">
                  <a:moveTo>
                    <a:pt x="1" y="0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4" name="Google Shape;3474;p28"/>
            <p:cNvSpPr/>
            <p:nvPr/>
          </p:nvSpPr>
          <p:spPr>
            <a:xfrm>
              <a:off x="4504507" y="2497836"/>
              <a:ext cx="79900" cy="10963"/>
            </a:xfrm>
            <a:custGeom>
              <a:avLst/>
              <a:gdLst/>
              <a:ahLst/>
              <a:cxnLst/>
              <a:rect l="l" t="t" r="r" b="b"/>
              <a:pathLst>
                <a:path w="860" h="118" extrusionOk="0">
                  <a:moveTo>
                    <a:pt x="1" y="0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5" name="Google Shape;3475;p28"/>
            <p:cNvSpPr/>
            <p:nvPr/>
          </p:nvSpPr>
          <p:spPr>
            <a:xfrm>
              <a:off x="4504507" y="2526545"/>
              <a:ext cx="79900" cy="10963"/>
            </a:xfrm>
            <a:custGeom>
              <a:avLst/>
              <a:gdLst/>
              <a:ahLst/>
              <a:cxnLst/>
              <a:rect l="l" t="t" r="r" b="b"/>
              <a:pathLst>
                <a:path w="860" h="118" extrusionOk="0">
                  <a:moveTo>
                    <a:pt x="1" y="0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6" name="Google Shape;3476;p28"/>
            <p:cNvSpPr/>
            <p:nvPr/>
          </p:nvSpPr>
          <p:spPr>
            <a:xfrm>
              <a:off x="4504507" y="2555346"/>
              <a:ext cx="79900" cy="10870"/>
            </a:xfrm>
            <a:custGeom>
              <a:avLst/>
              <a:gdLst/>
              <a:ahLst/>
              <a:cxnLst/>
              <a:rect l="l" t="t" r="r" b="b"/>
              <a:pathLst>
                <a:path w="860" h="117" extrusionOk="0">
                  <a:moveTo>
                    <a:pt x="1" y="0"/>
                  </a:moveTo>
                  <a:lnTo>
                    <a:pt x="1" y="117"/>
                  </a:lnTo>
                  <a:lnTo>
                    <a:pt x="859" y="117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7" name="Google Shape;3477;p28"/>
            <p:cNvSpPr/>
            <p:nvPr/>
          </p:nvSpPr>
          <p:spPr>
            <a:xfrm>
              <a:off x="4504507" y="2584055"/>
              <a:ext cx="79900" cy="10963"/>
            </a:xfrm>
            <a:custGeom>
              <a:avLst/>
              <a:gdLst/>
              <a:ahLst/>
              <a:cxnLst/>
              <a:rect l="l" t="t" r="r" b="b"/>
              <a:pathLst>
                <a:path w="860" h="118" extrusionOk="0">
                  <a:moveTo>
                    <a:pt x="1" y="0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78" name="Google Shape;3478;p28"/>
            <p:cNvSpPr/>
            <p:nvPr/>
          </p:nvSpPr>
          <p:spPr>
            <a:xfrm>
              <a:off x="4504507" y="2612763"/>
              <a:ext cx="79900" cy="10963"/>
            </a:xfrm>
            <a:custGeom>
              <a:avLst/>
              <a:gdLst/>
              <a:ahLst/>
              <a:cxnLst/>
              <a:rect l="l" t="t" r="r" b="b"/>
              <a:pathLst>
                <a:path w="860" h="118" extrusionOk="0">
                  <a:moveTo>
                    <a:pt x="1" y="0"/>
                  </a:moveTo>
                  <a:lnTo>
                    <a:pt x="1" y="118"/>
                  </a:lnTo>
                  <a:lnTo>
                    <a:pt x="859" y="118"/>
                  </a:lnTo>
                  <a:lnTo>
                    <a:pt x="85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479" name="Google Shape;3479;p28"/>
            <p:cNvGrpSpPr/>
            <p:nvPr/>
          </p:nvGrpSpPr>
          <p:grpSpPr>
            <a:xfrm>
              <a:off x="4338822" y="2143239"/>
              <a:ext cx="516274" cy="1723670"/>
              <a:chOff x="4336277" y="1976027"/>
              <a:chExt cx="615785" cy="2055904"/>
            </a:xfrm>
          </p:grpSpPr>
          <p:sp>
            <p:nvSpPr>
              <p:cNvPr id="3480" name="Google Shape;3480;p28"/>
              <p:cNvSpPr/>
              <p:nvPr/>
            </p:nvSpPr>
            <p:spPr>
              <a:xfrm>
                <a:off x="4336277" y="1976027"/>
                <a:ext cx="615785" cy="2055904"/>
              </a:xfrm>
              <a:custGeom>
                <a:avLst/>
                <a:gdLst/>
                <a:ahLst/>
                <a:cxnLst/>
                <a:rect l="l" t="t" r="r" b="b"/>
                <a:pathLst>
                  <a:path w="5557" h="18553" extrusionOk="0">
                    <a:moveTo>
                      <a:pt x="2310" y="59"/>
                    </a:moveTo>
                    <a:lnTo>
                      <a:pt x="2310" y="3126"/>
                    </a:lnTo>
                    <a:lnTo>
                      <a:pt x="2798" y="3126"/>
                    </a:lnTo>
                    <a:lnTo>
                      <a:pt x="2798" y="5148"/>
                    </a:lnTo>
                    <a:lnTo>
                      <a:pt x="3750" y="5148"/>
                    </a:lnTo>
                    <a:lnTo>
                      <a:pt x="3750" y="8424"/>
                    </a:lnTo>
                    <a:lnTo>
                      <a:pt x="4312" y="8424"/>
                    </a:lnTo>
                    <a:lnTo>
                      <a:pt x="4312" y="11127"/>
                    </a:lnTo>
                    <a:lnTo>
                      <a:pt x="4697" y="11127"/>
                    </a:lnTo>
                    <a:lnTo>
                      <a:pt x="4697" y="14365"/>
                    </a:lnTo>
                    <a:lnTo>
                      <a:pt x="5499" y="14365"/>
                    </a:lnTo>
                    <a:lnTo>
                      <a:pt x="5499" y="18494"/>
                    </a:lnTo>
                    <a:lnTo>
                      <a:pt x="59" y="18494"/>
                    </a:lnTo>
                    <a:lnTo>
                      <a:pt x="59" y="12421"/>
                    </a:lnTo>
                    <a:lnTo>
                      <a:pt x="634" y="12421"/>
                    </a:lnTo>
                    <a:lnTo>
                      <a:pt x="634" y="9713"/>
                    </a:lnTo>
                    <a:lnTo>
                      <a:pt x="1180" y="9713"/>
                    </a:lnTo>
                    <a:lnTo>
                      <a:pt x="1180" y="6810"/>
                    </a:lnTo>
                    <a:lnTo>
                      <a:pt x="1659" y="6810"/>
                    </a:lnTo>
                    <a:lnTo>
                      <a:pt x="1659" y="3126"/>
                    </a:lnTo>
                    <a:lnTo>
                      <a:pt x="1981" y="3126"/>
                    </a:lnTo>
                    <a:lnTo>
                      <a:pt x="1981" y="59"/>
                    </a:lnTo>
                    <a:close/>
                    <a:moveTo>
                      <a:pt x="1923" y="1"/>
                    </a:moveTo>
                    <a:lnTo>
                      <a:pt x="1923" y="3066"/>
                    </a:lnTo>
                    <a:lnTo>
                      <a:pt x="1601" y="3066"/>
                    </a:lnTo>
                    <a:lnTo>
                      <a:pt x="1601" y="6751"/>
                    </a:lnTo>
                    <a:lnTo>
                      <a:pt x="1122" y="6751"/>
                    </a:lnTo>
                    <a:lnTo>
                      <a:pt x="1122" y="9655"/>
                    </a:lnTo>
                    <a:lnTo>
                      <a:pt x="574" y="9655"/>
                    </a:lnTo>
                    <a:lnTo>
                      <a:pt x="574" y="12362"/>
                    </a:lnTo>
                    <a:lnTo>
                      <a:pt x="0" y="12362"/>
                    </a:lnTo>
                    <a:lnTo>
                      <a:pt x="0" y="18552"/>
                    </a:lnTo>
                    <a:lnTo>
                      <a:pt x="5556" y="18552"/>
                    </a:lnTo>
                    <a:lnTo>
                      <a:pt x="5556" y="14306"/>
                    </a:lnTo>
                    <a:lnTo>
                      <a:pt x="4754" y="14306"/>
                    </a:lnTo>
                    <a:lnTo>
                      <a:pt x="4754" y="11068"/>
                    </a:lnTo>
                    <a:lnTo>
                      <a:pt x="4369" y="11068"/>
                    </a:lnTo>
                    <a:lnTo>
                      <a:pt x="4369" y="8365"/>
                    </a:lnTo>
                    <a:lnTo>
                      <a:pt x="3808" y="8365"/>
                    </a:lnTo>
                    <a:lnTo>
                      <a:pt x="3808" y="5090"/>
                    </a:lnTo>
                    <a:lnTo>
                      <a:pt x="2855" y="5090"/>
                    </a:lnTo>
                    <a:lnTo>
                      <a:pt x="2855" y="3066"/>
                    </a:lnTo>
                    <a:lnTo>
                      <a:pt x="2368" y="3066"/>
                    </a:lnTo>
                    <a:lnTo>
                      <a:pt x="236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1" name="Google Shape;3481;p28"/>
              <p:cNvSpPr/>
              <p:nvPr/>
            </p:nvSpPr>
            <p:spPr>
              <a:xfrm>
                <a:off x="4438668" y="3081372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2" name="Google Shape;3482;p28"/>
              <p:cNvSpPr/>
              <p:nvPr/>
            </p:nvSpPr>
            <p:spPr>
              <a:xfrm>
                <a:off x="4438668" y="3115613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3" name="Google Shape;3483;p28"/>
              <p:cNvSpPr/>
              <p:nvPr/>
            </p:nvSpPr>
            <p:spPr>
              <a:xfrm>
                <a:off x="4438668" y="3149964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4" name="Google Shape;3484;p28"/>
              <p:cNvSpPr/>
              <p:nvPr/>
            </p:nvSpPr>
            <p:spPr>
              <a:xfrm>
                <a:off x="4438668" y="3184205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5" name="Google Shape;3485;p28"/>
              <p:cNvSpPr/>
              <p:nvPr/>
            </p:nvSpPr>
            <p:spPr>
              <a:xfrm>
                <a:off x="4438668" y="3218556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6" name="Google Shape;3486;p28"/>
              <p:cNvSpPr/>
              <p:nvPr/>
            </p:nvSpPr>
            <p:spPr>
              <a:xfrm>
                <a:off x="4438668" y="3252686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7" name="Google Shape;3487;p28"/>
              <p:cNvSpPr/>
              <p:nvPr/>
            </p:nvSpPr>
            <p:spPr>
              <a:xfrm>
                <a:off x="4438668" y="3286927"/>
                <a:ext cx="95188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1" extrusionOk="0">
                    <a:moveTo>
                      <a:pt x="0" y="1"/>
                    </a:moveTo>
                    <a:lnTo>
                      <a:pt x="0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8" name="Google Shape;3488;p28"/>
              <p:cNvSpPr/>
              <p:nvPr/>
            </p:nvSpPr>
            <p:spPr>
              <a:xfrm>
                <a:off x="4721683" y="3234513"/>
                <a:ext cx="95077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59" extrusionOk="0">
                    <a:moveTo>
                      <a:pt x="0" y="0"/>
                    </a:moveTo>
                    <a:lnTo>
                      <a:pt x="0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89" name="Google Shape;3489;p28"/>
              <p:cNvSpPr/>
              <p:nvPr/>
            </p:nvSpPr>
            <p:spPr>
              <a:xfrm>
                <a:off x="4721683" y="3268754"/>
                <a:ext cx="95077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59" extrusionOk="0">
                    <a:moveTo>
                      <a:pt x="0" y="0"/>
                    </a:moveTo>
                    <a:lnTo>
                      <a:pt x="0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0" name="Google Shape;3490;p28"/>
              <p:cNvSpPr/>
              <p:nvPr/>
            </p:nvSpPr>
            <p:spPr>
              <a:xfrm>
                <a:off x="4721683" y="3303106"/>
                <a:ext cx="95077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59" extrusionOk="0">
                    <a:moveTo>
                      <a:pt x="0" y="0"/>
                    </a:moveTo>
                    <a:lnTo>
                      <a:pt x="0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1" name="Google Shape;3491;p28"/>
              <p:cNvSpPr/>
              <p:nvPr/>
            </p:nvSpPr>
            <p:spPr>
              <a:xfrm>
                <a:off x="4721683" y="3337346"/>
                <a:ext cx="95077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59" extrusionOk="0">
                    <a:moveTo>
                      <a:pt x="0" y="0"/>
                    </a:moveTo>
                    <a:lnTo>
                      <a:pt x="0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2" name="Google Shape;3492;p28"/>
              <p:cNvSpPr/>
              <p:nvPr/>
            </p:nvSpPr>
            <p:spPr>
              <a:xfrm>
                <a:off x="4721683" y="3371476"/>
                <a:ext cx="95077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8" h="60" extrusionOk="0">
                    <a:moveTo>
                      <a:pt x="0" y="0"/>
                    </a:moveTo>
                    <a:lnTo>
                      <a:pt x="0" y="60"/>
                    </a:lnTo>
                    <a:lnTo>
                      <a:pt x="858" y="60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3" name="Google Shape;3493;p28"/>
              <p:cNvSpPr/>
              <p:nvPr/>
            </p:nvSpPr>
            <p:spPr>
              <a:xfrm>
                <a:off x="4721683" y="3405828"/>
                <a:ext cx="95077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8" h="59" extrusionOk="0">
                    <a:moveTo>
                      <a:pt x="0" y="0"/>
                    </a:moveTo>
                    <a:lnTo>
                      <a:pt x="0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4" name="Google Shape;3494;p28"/>
              <p:cNvSpPr/>
              <p:nvPr/>
            </p:nvSpPr>
            <p:spPr>
              <a:xfrm>
                <a:off x="4721683" y="3440069"/>
                <a:ext cx="95077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8" h="60" extrusionOk="0">
                    <a:moveTo>
                      <a:pt x="0" y="0"/>
                    </a:moveTo>
                    <a:lnTo>
                      <a:pt x="0" y="60"/>
                    </a:lnTo>
                    <a:lnTo>
                      <a:pt x="858" y="60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5" name="Google Shape;3495;p28"/>
              <p:cNvSpPr/>
              <p:nvPr/>
            </p:nvSpPr>
            <p:spPr>
              <a:xfrm>
                <a:off x="4372956" y="3376795"/>
                <a:ext cx="95188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59" extrusionOk="0">
                    <a:moveTo>
                      <a:pt x="1" y="0"/>
                    </a:moveTo>
                    <a:lnTo>
                      <a:pt x="1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6" name="Google Shape;3496;p28"/>
              <p:cNvSpPr/>
              <p:nvPr/>
            </p:nvSpPr>
            <p:spPr>
              <a:xfrm>
                <a:off x="4372956" y="3411036"/>
                <a:ext cx="95188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59" extrusionOk="0">
                    <a:moveTo>
                      <a:pt x="1" y="0"/>
                    </a:moveTo>
                    <a:lnTo>
                      <a:pt x="1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7" name="Google Shape;3497;p28"/>
              <p:cNvSpPr/>
              <p:nvPr/>
            </p:nvSpPr>
            <p:spPr>
              <a:xfrm>
                <a:off x="4372956" y="3445166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1" y="0"/>
                    </a:moveTo>
                    <a:lnTo>
                      <a:pt x="1" y="60"/>
                    </a:lnTo>
                    <a:lnTo>
                      <a:pt x="858" y="60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8" name="Google Shape;3498;p28"/>
              <p:cNvSpPr/>
              <p:nvPr/>
            </p:nvSpPr>
            <p:spPr>
              <a:xfrm>
                <a:off x="4372956" y="3479517"/>
                <a:ext cx="95188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59" extrusionOk="0">
                    <a:moveTo>
                      <a:pt x="1" y="0"/>
                    </a:moveTo>
                    <a:lnTo>
                      <a:pt x="1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499" name="Google Shape;3499;p28"/>
              <p:cNvSpPr/>
              <p:nvPr/>
            </p:nvSpPr>
            <p:spPr>
              <a:xfrm>
                <a:off x="4372956" y="3513758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1" y="0"/>
                    </a:moveTo>
                    <a:lnTo>
                      <a:pt x="1" y="60"/>
                    </a:lnTo>
                    <a:lnTo>
                      <a:pt x="858" y="60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0" name="Google Shape;3500;p28"/>
              <p:cNvSpPr/>
              <p:nvPr/>
            </p:nvSpPr>
            <p:spPr>
              <a:xfrm>
                <a:off x="4372956" y="3548110"/>
                <a:ext cx="95188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59" extrusionOk="0">
                    <a:moveTo>
                      <a:pt x="1" y="0"/>
                    </a:moveTo>
                    <a:lnTo>
                      <a:pt x="1" y="59"/>
                    </a:lnTo>
                    <a:lnTo>
                      <a:pt x="858" y="59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1" name="Google Shape;3501;p28"/>
              <p:cNvSpPr/>
              <p:nvPr/>
            </p:nvSpPr>
            <p:spPr>
              <a:xfrm>
                <a:off x="4372956" y="3582351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1" y="0"/>
                    </a:moveTo>
                    <a:lnTo>
                      <a:pt x="1" y="60"/>
                    </a:lnTo>
                    <a:lnTo>
                      <a:pt x="858" y="60"/>
                    </a:lnTo>
                    <a:lnTo>
                      <a:pt x="858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2" name="Google Shape;3502;p28"/>
              <p:cNvSpPr/>
              <p:nvPr/>
            </p:nvSpPr>
            <p:spPr>
              <a:xfrm>
                <a:off x="4825847" y="3593099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3" name="Google Shape;3503;p28"/>
              <p:cNvSpPr/>
              <p:nvPr/>
            </p:nvSpPr>
            <p:spPr>
              <a:xfrm>
                <a:off x="4825847" y="3627451"/>
                <a:ext cx="95188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59" h="59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4" name="Google Shape;3504;p28"/>
              <p:cNvSpPr/>
              <p:nvPr/>
            </p:nvSpPr>
            <p:spPr>
              <a:xfrm>
                <a:off x="4825847" y="3661692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5" name="Google Shape;3505;p28"/>
              <p:cNvSpPr/>
              <p:nvPr/>
            </p:nvSpPr>
            <p:spPr>
              <a:xfrm>
                <a:off x="4825847" y="3695822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6" name="Google Shape;3506;p28"/>
              <p:cNvSpPr/>
              <p:nvPr/>
            </p:nvSpPr>
            <p:spPr>
              <a:xfrm>
                <a:off x="4691320" y="2928452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7" name="Google Shape;3507;p28"/>
              <p:cNvSpPr/>
              <p:nvPr/>
            </p:nvSpPr>
            <p:spPr>
              <a:xfrm>
                <a:off x="4691320" y="2962582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8" name="Google Shape;3508;p28"/>
              <p:cNvSpPr/>
              <p:nvPr/>
            </p:nvSpPr>
            <p:spPr>
              <a:xfrm>
                <a:off x="4691320" y="2996933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09" name="Google Shape;3509;p28"/>
              <p:cNvSpPr/>
              <p:nvPr/>
            </p:nvSpPr>
            <p:spPr>
              <a:xfrm>
                <a:off x="4691320" y="3031174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0" name="Google Shape;3510;p28"/>
              <p:cNvSpPr/>
              <p:nvPr/>
            </p:nvSpPr>
            <p:spPr>
              <a:xfrm>
                <a:off x="4691320" y="3065526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1" name="Google Shape;3511;p28"/>
              <p:cNvSpPr/>
              <p:nvPr/>
            </p:nvSpPr>
            <p:spPr>
              <a:xfrm>
                <a:off x="4691320" y="3099656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2" name="Google Shape;3512;p28"/>
              <p:cNvSpPr/>
              <p:nvPr/>
            </p:nvSpPr>
            <p:spPr>
              <a:xfrm>
                <a:off x="4691320" y="3133896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3" name="Google Shape;3513;p28"/>
              <p:cNvSpPr/>
              <p:nvPr/>
            </p:nvSpPr>
            <p:spPr>
              <a:xfrm>
                <a:off x="4486095" y="2756805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0"/>
                    </a:moveTo>
                    <a:lnTo>
                      <a:pt x="1" y="60"/>
                    </a:lnTo>
                    <a:lnTo>
                      <a:pt x="859" y="60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4" name="Google Shape;3514;p28"/>
              <p:cNvSpPr/>
              <p:nvPr/>
            </p:nvSpPr>
            <p:spPr>
              <a:xfrm>
                <a:off x="4486095" y="2791046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0"/>
                    </a:moveTo>
                    <a:lnTo>
                      <a:pt x="1" y="60"/>
                    </a:lnTo>
                    <a:lnTo>
                      <a:pt x="859" y="60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5" name="Google Shape;3515;p28"/>
              <p:cNvSpPr/>
              <p:nvPr/>
            </p:nvSpPr>
            <p:spPr>
              <a:xfrm>
                <a:off x="4486095" y="2825286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0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6" name="Google Shape;3516;p28"/>
              <p:cNvSpPr/>
              <p:nvPr/>
            </p:nvSpPr>
            <p:spPr>
              <a:xfrm>
                <a:off x="4486095" y="2859527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7" name="Google Shape;3517;p28"/>
              <p:cNvSpPr/>
              <p:nvPr/>
            </p:nvSpPr>
            <p:spPr>
              <a:xfrm>
                <a:off x="4486095" y="2893879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8" name="Google Shape;3518;p28"/>
              <p:cNvSpPr/>
              <p:nvPr/>
            </p:nvSpPr>
            <p:spPr>
              <a:xfrm>
                <a:off x="4486095" y="2928120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19" name="Google Shape;3519;p28"/>
              <p:cNvSpPr/>
              <p:nvPr/>
            </p:nvSpPr>
            <p:spPr>
              <a:xfrm>
                <a:off x="4486095" y="2962360"/>
                <a:ext cx="95299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0" h="59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0" name="Google Shape;3520;p28"/>
              <p:cNvSpPr/>
              <p:nvPr/>
            </p:nvSpPr>
            <p:spPr>
              <a:xfrm>
                <a:off x="4643782" y="2568093"/>
                <a:ext cx="95188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1" extrusionOk="0">
                    <a:moveTo>
                      <a:pt x="0" y="1"/>
                    </a:moveTo>
                    <a:lnTo>
                      <a:pt x="0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1" name="Google Shape;3521;p28"/>
              <p:cNvSpPr/>
              <p:nvPr/>
            </p:nvSpPr>
            <p:spPr>
              <a:xfrm>
                <a:off x="4643782" y="2602445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2" name="Google Shape;3522;p28"/>
              <p:cNvSpPr/>
              <p:nvPr/>
            </p:nvSpPr>
            <p:spPr>
              <a:xfrm>
                <a:off x="4643782" y="2636685"/>
                <a:ext cx="95188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1" extrusionOk="0">
                    <a:moveTo>
                      <a:pt x="0" y="1"/>
                    </a:moveTo>
                    <a:lnTo>
                      <a:pt x="0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3" name="Google Shape;3523;p28"/>
              <p:cNvSpPr/>
              <p:nvPr/>
            </p:nvSpPr>
            <p:spPr>
              <a:xfrm>
                <a:off x="4643782" y="2670926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4" name="Google Shape;3524;p28"/>
              <p:cNvSpPr/>
              <p:nvPr/>
            </p:nvSpPr>
            <p:spPr>
              <a:xfrm>
                <a:off x="4643782" y="2705167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5" name="Google Shape;3525;p28"/>
              <p:cNvSpPr/>
              <p:nvPr/>
            </p:nvSpPr>
            <p:spPr>
              <a:xfrm>
                <a:off x="4643782" y="2739518"/>
                <a:ext cx="9518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6" name="Google Shape;3526;p28"/>
              <p:cNvSpPr/>
              <p:nvPr/>
            </p:nvSpPr>
            <p:spPr>
              <a:xfrm>
                <a:off x="4643782" y="2773759"/>
                <a:ext cx="95188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61" extrusionOk="0">
                    <a:moveTo>
                      <a:pt x="0" y="1"/>
                    </a:moveTo>
                    <a:lnTo>
                      <a:pt x="0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7" name="Google Shape;3527;p28"/>
              <p:cNvSpPr/>
              <p:nvPr/>
            </p:nvSpPr>
            <p:spPr>
              <a:xfrm>
                <a:off x="4533745" y="2333616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8" name="Google Shape;3528;p28"/>
              <p:cNvSpPr/>
              <p:nvPr/>
            </p:nvSpPr>
            <p:spPr>
              <a:xfrm>
                <a:off x="4533745" y="2367857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29" name="Google Shape;3529;p28"/>
              <p:cNvSpPr/>
              <p:nvPr/>
            </p:nvSpPr>
            <p:spPr>
              <a:xfrm>
                <a:off x="4533745" y="2401987"/>
                <a:ext cx="95299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1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0" name="Google Shape;3530;p28"/>
              <p:cNvSpPr/>
              <p:nvPr/>
            </p:nvSpPr>
            <p:spPr>
              <a:xfrm>
                <a:off x="4533745" y="2436338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1" name="Google Shape;3531;p28"/>
              <p:cNvSpPr/>
              <p:nvPr/>
            </p:nvSpPr>
            <p:spPr>
              <a:xfrm>
                <a:off x="4533745" y="2470579"/>
                <a:ext cx="95299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1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2" name="Google Shape;3532;p28"/>
              <p:cNvSpPr/>
              <p:nvPr/>
            </p:nvSpPr>
            <p:spPr>
              <a:xfrm>
                <a:off x="4533745" y="2504930"/>
                <a:ext cx="952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0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859" y="59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33" name="Google Shape;3533;p28"/>
              <p:cNvSpPr/>
              <p:nvPr/>
            </p:nvSpPr>
            <p:spPr>
              <a:xfrm>
                <a:off x="4533745" y="2539060"/>
                <a:ext cx="95299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860" h="61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859" y="60"/>
                    </a:lnTo>
                    <a:lnTo>
                      <a:pt x="859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34" name="Google Shape;3534;p28"/>
            <p:cNvSpPr/>
            <p:nvPr/>
          </p:nvSpPr>
          <p:spPr>
            <a:xfrm>
              <a:off x="4163719" y="3639580"/>
              <a:ext cx="582344" cy="227438"/>
            </a:xfrm>
            <a:custGeom>
              <a:avLst/>
              <a:gdLst/>
              <a:ahLst/>
              <a:cxnLst/>
              <a:rect l="l" t="t" r="r" b="b"/>
              <a:pathLst>
                <a:path w="6268" h="2448" extrusionOk="0">
                  <a:moveTo>
                    <a:pt x="4999" y="61"/>
                  </a:moveTo>
                  <a:lnTo>
                    <a:pt x="4999" y="1289"/>
                  </a:lnTo>
                  <a:lnTo>
                    <a:pt x="5443" y="1289"/>
                  </a:lnTo>
                  <a:lnTo>
                    <a:pt x="5443" y="1829"/>
                  </a:lnTo>
                  <a:lnTo>
                    <a:pt x="6210" y="1829"/>
                  </a:lnTo>
                  <a:lnTo>
                    <a:pt x="6210" y="2389"/>
                  </a:lnTo>
                  <a:lnTo>
                    <a:pt x="61" y="2389"/>
                  </a:lnTo>
                  <a:lnTo>
                    <a:pt x="61" y="1691"/>
                  </a:lnTo>
                  <a:lnTo>
                    <a:pt x="1600" y="1691"/>
                  </a:lnTo>
                  <a:lnTo>
                    <a:pt x="1600" y="1176"/>
                  </a:lnTo>
                  <a:lnTo>
                    <a:pt x="3181" y="1176"/>
                  </a:lnTo>
                  <a:lnTo>
                    <a:pt x="3181" y="61"/>
                  </a:lnTo>
                  <a:close/>
                  <a:moveTo>
                    <a:pt x="3120" y="1"/>
                  </a:moveTo>
                  <a:lnTo>
                    <a:pt x="3120" y="1116"/>
                  </a:lnTo>
                  <a:lnTo>
                    <a:pt x="1539" y="1116"/>
                  </a:lnTo>
                  <a:lnTo>
                    <a:pt x="1539" y="1632"/>
                  </a:lnTo>
                  <a:lnTo>
                    <a:pt x="1" y="1632"/>
                  </a:lnTo>
                  <a:lnTo>
                    <a:pt x="1" y="2447"/>
                  </a:lnTo>
                  <a:lnTo>
                    <a:pt x="6268" y="2447"/>
                  </a:lnTo>
                  <a:lnTo>
                    <a:pt x="6268" y="1770"/>
                  </a:lnTo>
                  <a:lnTo>
                    <a:pt x="5500" y="1770"/>
                  </a:lnTo>
                  <a:lnTo>
                    <a:pt x="5500" y="1229"/>
                  </a:lnTo>
                  <a:lnTo>
                    <a:pt x="5057" y="1229"/>
                  </a:lnTo>
                  <a:lnTo>
                    <a:pt x="5057" y="1"/>
                  </a:lnTo>
                  <a:close/>
                </a:path>
              </a:pathLst>
            </a:custGeom>
            <a:solidFill>
              <a:srgbClr val="0CBBEA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5" name="Google Shape;3535;p28"/>
            <p:cNvSpPr/>
            <p:nvPr/>
          </p:nvSpPr>
          <p:spPr>
            <a:xfrm>
              <a:off x="4587103" y="3663643"/>
              <a:ext cx="15701" cy="89749"/>
            </a:xfrm>
            <a:custGeom>
              <a:avLst/>
              <a:gdLst/>
              <a:ahLst/>
              <a:cxnLst/>
              <a:rect l="l" t="t" r="r" b="b"/>
              <a:pathLst>
                <a:path w="169" h="966" extrusionOk="0">
                  <a:moveTo>
                    <a:pt x="1" y="1"/>
                  </a:moveTo>
                  <a:lnTo>
                    <a:pt x="1" y="966"/>
                  </a:lnTo>
                  <a:lnTo>
                    <a:pt x="169" y="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6" name="Google Shape;3536;p28"/>
            <p:cNvSpPr/>
            <p:nvPr/>
          </p:nvSpPr>
          <p:spPr>
            <a:xfrm>
              <a:off x="4552448" y="3663643"/>
              <a:ext cx="15701" cy="89749"/>
            </a:xfrm>
            <a:custGeom>
              <a:avLst/>
              <a:gdLst/>
              <a:ahLst/>
              <a:cxnLst/>
              <a:rect l="l" t="t" r="r" b="b"/>
              <a:pathLst>
                <a:path w="169" h="966" extrusionOk="0">
                  <a:moveTo>
                    <a:pt x="0" y="1"/>
                  </a:moveTo>
                  <a:lnTo>
                    <a:pt x="0" y="966"/>
                  </a:lnTo>
                  <a:lnTo>
                    <a:pt x="168" y="966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7" name="Google Shape;3537;p28"/>
            <p:cNvSpPr/>
            <p:nvPr/>
          </p:nvSpPr>
          <p:spPr>
            <a:xfrm>
              <a:off x="4517793" y="3663643"/>
              <a:ext cx="15701" cy="89749"/>
            </a:xfrm>
            <a:custGeom>
              <a:avLst/>
              <a:gdLst/>
              <a:ahLst/>
              <a:cxnLst/>
              <a:rect l="l" t="t" r="r" b="b"/>
              <a:pathLst>
                <a:path w="169" h="966" extrusionOk="0">
                  <a:moveTo>
                    <a:pt x="1" y="1"/>
                  </a:moveTo>
                  <a:lnTo>
                    <a:pt x="1" y="966"/>
                  </a:lnTo>
                  <a:lnTo>
                    <a:pt x="169" y="966"/>
                  </a:lnTo>
                  <a:lnTo>
                    <a:pt x="16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8" name="Google Shape;3538;p28"/>
            <p:cNvSpPr/>
            <p:nvPr/>
          </p:nvSpPr>
          <p:spPr>
            <a:xfrm>
              <a:off x="4483138" y="3663643"/>
              <a:ext cx="15701" cy="89749"/>
            </a:xfrm>
            <a:custGeom>
              <a:avLst/>
              <a:gdLst/>
              <a:ahLst/>
              <a:cxnLst/>
              <a:rect l="l" t="t" r="r" b="b"/>
              <a:pathLst>
                <a:path w="169" h="966" extrusionOk="0">
                  <a:moveTo>
                    <a:pt x="0" y="1"/>
                  </a:moveTo>
                  <a:lnTo>
                    <a:pt x="0" y="966"/>
                  </a:lnTo>
                  <a:lnTo>
                    <a:pt x="168" y="966"/>
                  </a:lnTo>
                  <a:lnTo>
                    <a:pt x="1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39" name="Google Shape;3539;p28"/>
            <p:cNvSpPr/>
            <p:nvPr/>
          </p:nvSpPr>
          <p:spPr>
            <a:xfrm>
              <a:off x="4163719" y="3639580"/>
              <a:ext cx="582344" cy="227438"/>
            </a:xfrm>
            <a:custGeom>
              <a:avLst/>
              <a:gdLst/>
              <a:ahLst/>
              <a:cxnLst/>
              <a:rect l="l" t="t" r="r" b="b"/>
              <a:pathLst>
                <a:path w="6268" h="2448" extrusionOk="0">
                  <a:moveTo>
                    <a:pt x="4999" y="61"/>
                  </a:moveTo>
                  <a:lnTo>
                    <a:pt x="4999" y="1289"/>
                  </a:lnTo>
                  <a:lnTo>
                    <a:pt x="5443" y="1289"/>
                  </a:lnTo>
                  <a:lnTo>
                    <a:pt x="5443" y="1829"/>
                  </a:lnTo>
                  <a:lnTo>
                    <a:pt x="6210" y="1829"/>
                  </a:lnTo>
                  <a:lnTo>
                    <a:pt x="6210" y="2389"/>
                  </a:lnTo>
                  <a:lnTo>
                    <a:pt x="61" y="2389"/>
                  </a:lnTo>
                  <a:lnTo>
                    <a:pt x="61" y="1691"/>
                  </a:lnTo>
                  <a:lnTo>
                    <a:pt x="1600" y="1691"/>
                  </a:lnTo>
                  <a:lnTo>
                    <a:pt x="1600" y="1176"/>
                  </a:lnTo>
                  <a:lnTo>
                    <a:pt x="3181" y="1176"/>
                  </a:lnTo>
                  <a:lnTo>
                    <a:pt x="3181" y="61"/>
                  </a:lnTo>
                  <a:close/>
                  <a:moveTo>
                    <a:pt x="3120" y="1"/>
                  </a:moveTo>
                  <a:lnTo>
                    <a:pt x="3120" y="1116"/>
                  </a:lnTo>
                  <a:lnTo>
                    <a:pt x="1539" y="1116"/>
                  </a:lnTo>
                  <a:lnTo>
                    <a:pt x="1539" y="1632"/>
                  </a:lnTo>
                  <a:lnTo>
                    <a:pt x="1" y="1632"/>
                  </a:lnTo>
                  <a:lnTo>
                    <a:pt x="1" y="2447"/>
                  </a:lnTo>
                  <a:lnTo>
                    <a:pt x="6268" y="2447"/>
                  </a:lnTo>
                  <a:lnTo>
                    <a:pt x="6268" y="1770"/>
                  </a:lnTo>
                  <a:lnTo>
                    <a:pt x="5500" y="1770"/>
                  </a:lnTo>
                  <a:lnTo>
                    <a:pt x="5500" y="1229"/>
                  </a:lnTo>
                  <a:lnTo>
                    <a:pt x="5057" y="1229"/>
                  </a:lnTo>
                  <a:lnTo>
                    <a:pt x="5057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0" name="Google Shape;3540;p28"/>
            <p:cNvSpPr/>
            <p:nvPr/>
          </p:nvSpPr>
          <p:spPr>
            <a:xfrm>
              <a:off x="4584594" y="3660856"/>
              <a:ext cx="20997" cy="95230"/>
            </a:xfrm>
            <a:custGeom>
              <a:avLst/>
              <a:gdLst/>
              <a:ahLst/>
              <a:cxnLst/>
              <a:rect l="l" t="t" r="r" b="b"/>
              <a:pathLst>
                <a:path w="226" h="1025" extrusionOk="0">
                  <a:moveTo>
                    <a:pt x="166" y="59"/>
                  </a:moveTo>
                  <a:lnTo>
                    <a:pt x="166" y="965"/>
                  </a:lnTo>
                  <a:lnTo>
                    <a:pt x="58" y="965"/>
                  </a:lnTo>
                  <a:lnTo>
                    <a:pt x="58" y="59"/>
                  </a:lnTo>
                  <a:close/>
                  <a:moveTo>
                    <a:pt x="0" y="1"/>
                  </a:moveTo>
                  <a:lnTo>
                    <a:pt x="0" y="1024"/>
                  </a:lnTo>
                  <a:lnTo>
                    <a:pt x="225" y="102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1" name="Google Shape;3541;p28"/>
            <p:cNvSpPr/>
            <p:nvPr/>
          </p:nvSpPr>
          <p:spPr>
            <a:xfrm>
              <a:off x="4549846" y="3660856"/>
              <a:ext cx="20997" cy="95230"/>
            </a:xfrm>
            <a:custGeom>
              <a:avLst/>
              <a:gdLst/>
              <a:ahLst/>
              <a:cxnLst/>
              <a:rect l="l" t="t" r="r" b="b"/>
              <a:pathLst>
                <a:path w="226" h="1025" extrusionOk="0">
                  <a:moveTo>
                    <a:pt x="167" y="59"/>
                  </a:moveTo>
                  <a:lnTo>
                    <a:pt x="167" y="965"/>
                  </a:lnTo>
                  <a:lnTo>
                    <a:pt x="58" y="965"/>
                  </a:lnTo>
                  <a:lnTo>
                    <a:pt x="58" y="59"/>
                  </a:lnTo>
                  <a:close/>
                  <a:moveTo>
                    <a:pt x="1" y="1"/>
                  </a:moveTo>
                  <a:lnTo>
                    <a:pt x="1" y="1024"/>
                  </a:lnTo>
                  <a:lnTo>
                    <a:pt x="226" y="102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2" name="Google Shape;3542;p28"/>
            <p:cNvSpPr/>
            <p:nvPr/>
          </p:nvSpPr>
          <p:spPr>
            <a:xfrm>
              <a:off x="4515192" y="3660856"/>
              <a:ext cx="20997" cy="95230"/>
            </a:xfrm>
            <a:custGeom>
              <a:avLst/>
              <a:gdLst/>
              <a:ahLst/>
              <a:cxnLst/>
              <a:rect l="l" t="t" r="r" b="b"/>
              <a:pathLst>
                <a:path w="226" h="1025" extrusionOk="0">
                  <a:moveTo>
                    <a:pt x="167" y="59"/>
                  </a:moveTo>
                  <a:lnTo>
                    <a:pt x="167" y="965"/>
                  </a:lnTo>
                  <a:lnTo>
                    <a:pt x="59" y="965"/>
                  </a:lnTo>
                  <a:lnTo>
                    <a:pt x="59" y="59"/>
                  </a:lnTo>
                  <a:close/>
                  <a:moveTo>
                    <a:pt x="0" y="1"/>
                  </a:moveTo>
                  <a:lnTo>
                    <a:pt x="0" y="1024"/>
                  </a:lnTo>
                  <a:lnTo>
                    <a:pt x="225" y="1024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3" name="Google Shape;3543;p28"/>
            <p:cNvSpPr/>
            <p:nvPr/>
          </p:nvSpPr>
          <p:spPr>
            <a:xfrm>
              <a:off x="4480444" y="3660856"/>
              <a:ext cx="20997" cy="95230"/>
            </a:xfrm>
            <a:custGeom>
              <a:avLst/>
              <a:gdLst/>
              <a:ahLst/>
              <a:cxnLst/>
              <a:rect l="l" t="t" r="r" b="b"/>
              <a:pathLst>
                <a:path w="226" h="1025" extrusionOk="0">
                  <a:moveTo>
                    <a:pt x="168" y="59"/>
                  </a:moveTo>
                  <a:lnTo>
                    <a:pt x="168" y="965"/>
                  </a:lnTo>
                  <a:lnTo>
                    <a:pt x="59" y="965"/>
                  </a:lnTo>
                  <a:lnTo>
                    <a:pt x="59" y="59"/>
                  </a:lnTo>
                  <a:close/>
                  <a:moveTo>
                    <a:pt x="1" y="1"/>
                  </a:moveTo>
                  <a:lnTo>
                    <a:pt x="1" y="1024"/>
                  </a:lnTo>
                  <a:lnTo>
                    <a:pt x="226" y="1024"/>
                  </a:lnTo>
                  <a:lnTo>
                    <a:pt x="22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4" name="Google Shape;3544;p28"/>
            <p:cNvSpPr/>
            <p:nvPr/>
          </p:nvSpPr>
          <p:spPr>
            <a:xfrm>
              <a:off x="5529658" y="3256243"/>
              <a:ext cx="103313" cy="10963"/>
            </a:xfrm>
            <a:custGeom>
              <a:avLst/>
              <a:gdLst/>
              <a:ahLst/>
              <a:cxnLst/>
              <a:rect l="l" t="t" r="r" b="b"/>
              <a:pathLst>
                <a:path w="1112" h="118" extrusionOk="0">
                  <a:moveTo>
                    <a:pt x="1" y="0"/>
                  </a:moveTo>
                  <a:lnTo>
                    <a:pt x="1" y="118"/>
                  </a:lnTo>
                  <a:lnTo>
                    <a:pt x="1112" y="118"/>
                  </a:lnTo>
                  <a:lnTo>
                    <a:pt x="111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5" name="Google Shape;3545;p28"/>
            <p:cNvSpPr/>
            <p:nvPr/>
          </p:nvSpPr>
          <p:spPr>
            <a:xfrm>
              <a:off x="5531887" y="3279841"/>
              <a:ext cx="101269" cy="10963"/>
            </a:xfrm>
            <a:custGeom>
              <a:avLst/>
              <a:gdLst/>
              <a:ahLst/>
              <a:cxnLst/>
              <a:rect l="l" t="t" r="r" b="b"/>
              <a:pathLst>
                <a:path w="1090" h="118" extrusionOk="0">
                  <a:moveTo>
                    <a:pt x="0" y="0"/>
                  </a:moveTo>
                  <a:lnTo>
                    <a:pt x="0" y="118"/>
                  </a:lnTo>
                  <a:lnTo>
                    <a:pt x="1090" y="118"/>
                  </a:lnTo>
                  <a:lnTo>
                    <a:pt x="10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6" name="Google Shape;3546;p28"/>
            <p:cNvSpPr/>
            <p:nvPr/>
          </p:nvSpPr>
          <p:spPr>
            <a:xfrm>
              <a:off x="5533838" y="3303254"/>
              <a:ext cx="99132" cy="11056"/>
            </a:xfrm>
            <a:custGeom>
              <a:avLst/>
              <a:gdLst/>
              <a:ahLst/>
              <a:cxnLst/>
              <a:rect l="l" t="t" r="r" b="b"/>
              <a:pathLst>
                <a:path w="1067" h="119" extrusionOk="0">
                  <a:moveTo>
                    <a:pt x="1" y="1"/>
                  </a:moveTo>
                  <a:lnTo>
                    <a:pt x="1" y="118"/>
                  </a:lnTo>
                  <a:lnTo>
                    <a:pt x="1067" y="118"/>
                  </a:lnTo>
                  <a:lnTo>
                    <a:pt x="106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7" name="Google Shape;3547;p28"/>
            <p:cNvSpPr/>
            <p:nvPr/>
          </p:nvSpPr>
          <p:spPr>
            <a:xfrm>
              <a:off x="5535975" y="3326853"/>
              <a:ext cx="97181" cy="11056"/>
            </a:xfrm>
            <a:custGeom>
              <a:avLst/>
              <a:gdLst/>
              <a:ahLst/>
              <a:cxnLst/>
              <a:rect l="l" t="t" r="r" b="b"/>
              <a:pathLst>
                <a:path w="1046" h="119" extrusionOk="0">
                  <a:moveTo>
                    <a:pt x="0" y="1"/>
                  </a:moveTo>
                  <a:lnTo>
                    <a:pt x="0" y="118"/>
                  </a:lnTo>
                  <a:lnTo>
                    <a:pt x="1046" y="118"/>
                  </a:lnTo>
                  <a:lnTo>
                    <a:pt x="104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8" name="Google Shape;3548;p28"/>
            <p:cNvSpPr/>
            <p:nvPr/>
          </p:nvSpPr>
          <p:spPr>
            <a:xfrm>
              <a:off x="5538019" y="3350358"/>
              <a:ext cx="95137" cy="10963"/>
            </a:xfrm>
            <a:custGeom>
              <a:avLst/>
              <a:gdLst/>
              <a:ahLst/>
              <a:cxnLst/>
              <a:rect l="l" t="t" r="r" b="b"/>
              <a:pathLst>
                <a:path w="1024" h="118" extrusionOk="0">
                  <a:moveTo>
                    <a:pt x="1" y="0"/>
                  </a:moveTo>
                  <a:lnTo>
                    <a:pt x="1" y="118"/>
                  </a:lnTo>
                  <a:lnTo>
                    <a:pt x="1024" y="118"/>
                  </a:lnTo>
                  <a:lnTo>
                    <a:pt x="10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49" name="Google Shape;3549;p28"/>
            <p:cNvSpPr/>
            <p:nvPr/>
          </p:nvSpPr>
          <p:spPr>
            <a:xfrm>
              <a:off x="5540063" y="3373864"/>
              <a:ext cx="92907" cy="11056"/>
            </a:xfrm>
            <a:custGeom>
              <a:avLst/>
              <a:gdLst/>
              <a:ahLst/>
              <a:cxnLst/>
              <a:rect l="l" t="t" r="r" b="b"/>
              <a:pathLst>
                <a:path w="1000" h="119" extrusionOk="0">
                  <a:moveTo>
                    <a:pt x="0" y="1"/>
                  </a:moveTo>
                  <a:lnTo>
                    <a:pt x="0" y="119"/>
                  </a:lnTo>
                  <a:lnTo>
                    <a:pt x="1000" y="119"/>
                  </a:lnTo>
                  <a:lnTo>
                    <a:pt x="100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0" name="Google Shape;3550;p28"/>
            <p:cNvSpPr/>
            <p:nvPr/>
          </p:nvSpPr>
          <p:spPr>
            <a:xfrm>
              <a:off x="5542107" y="3397370"/>
              <a:ext cx="91049" cy="11056"/>
            </a:xfrm>
            <a:custGeom>
              <a:avLst/>
              <a:gdLst/>
              <a:ahLst/>
              <a:cxnLst/>
              <a:rect l="l" t="t" r="r" b="b"/>
              <a:pathLst>
                <a:path w="980" h="119" extrusionOk="0">
                  <a:moveTo>
                    <a:pt x="1" y="1"/>
                  </a:moveTo>
                  <a:lnTo>
                    <a:pt x="1" y="118"/>
                  </a:lnTo>
                  <a:lnTo>
                    <a:pt x="980" y="118"/>
                  </a:lnTo>
                  <a:lnTo>
                    <a:pt x="98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1" name="Google Shape;3551;p28"/>
            <p:cNvSpPr/>
            <p:nvPr/>
          </p:nvSpPr>
          <p:spPr>
            <a:xfrm>
              <a:off x="5544151" y="3420968"/>
              <a:ext cx="88912" cy="11056"/>
            </a:xfrm>
            <a:custGeom>
              <a:avLst/>
              <a:gdLst/>
              <a:ahLst/>
              <a:cxnLst/>
              <a:rect l="l" t="t" r="r" b="b"/>
              <a:pathLst>
                <a:path w="957" h="119" extrusionOk="0">
                  <a:moveTo>
                    <a:pt x="0" y="0"/>
                  </a:moveTo>
                  <a:lnTo>
                    <a:pt x="0" y="118"/>
                  </a:lnTo>
                  <a:lnTo>
                    <a:pt x="957" y="118"/>
                  </a:lnTo>
                  <a:lnTo>
                    <a:pt x="95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2" name="Google Shape;3552;p28"/>
            <p:cNvSpPr/>
            <p:nvPr/>
          </p:nvSpPr>
          <p:spPr>
            <a:xfrm>
              <a:off x="5546195" y="3444474"/>
              <a:ext cx="86776" cy="10963"/>
            </a:xfrm>
            <a:custGeom>
              <a:avLst/>
              <a:gdLst/>
              <a:ahLst/>
              <a:cxnLst/>
              <a:rect l="l" t="t" r="r" b="b"/>
              <a:pathLst>
                <a:path w="934" h="118" extrusionOk="0">
                  <a:moveTo>
                    <a:pt x="1" y="0"/>
                  </a:moveTo>
                  <a:lnTo>
                    <a:pt x="1" y="118"/>
                  </a:lnTo>
                  <a:lnTo>
                    <a:pt x="934" y="118"/>
                  </a:lnTo>
                  <a:lnTo>
                    <a:pt x="9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3" name="Google Shape;3553;p28"/>
            <p:cNvSpPr/>
            <p:nvPr/>
          </p:nvSpPr>
          <p:spPr>
            <a:xfrm>
              <a:off x="5548332" y="3468072"/>
              <a:ext cx="84732" cy="11056"/>
            </a:xfrm>
            <a:custGeom>
              <a:avLst/>
              <a:gdLst/>
              <a:ahLst/>
              <a:cxnLst/>
              <a:rect l="l" t="t" r="r" b="b"/>
              <a:pathLst>
                <a:path w="912" h="119" extrusionOk="0">
                  <a:moveTo>
                    <a:pt x="0" y="1"/>
                  </a:moveTo>
                  <a:lnTo>
                    <a:pt x="0" y="119"/>
                  </a:lnTo>
                  <a:lnTo>
                    <a:pt x="912" y="119"/>
                  </a:lnTo>
                  <a:lnTo>
                    <a:pt x="9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4" name="Google Shape;3554;p28"/>
            <p:cNvSpPr/>
            <p:nvPr/>
          </p:nvSpPr>
          <p:spPr>
            <a:xfrm>
              <a:off x="5550283" y="3491671"/>
              <a:ext cx="82688" cy="10963"/>
            </a:xfrm>
            <a:custGeom>
              <a:avLst/>
              <a:gdLst/>
              <a:ahLst/>
              <a:cxnLst/>
              <a:rect l="l" t="t" r="r" b="b"/>
              <a:pathLst>
                <a:path w="890" h="118" extrusionOk="0">
                  <a:moveTo>
                    <a:pt x="1" y="1"/>
                  </a:moveTo>
                  <a:lnTo>
                    <a:pt x="1" y="117"/>
                  </a:lnTo>
                  <a:lnTo>
                    <a:pt x="890" y="117"/>
                  </a:lnTo>
                  <a:lnTo>
                    <a:pt x="89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5" name="Google Shape;3555;p28"/>
            <p:cNvSpPr/>
            <p:nvPr/>
          </p:nvSpPr>
          <p:spPr>
            <a:xfrm>
              <a:off x="5552513" y="3515177"/>
              <a:ext cx="80551" cy="11056"/>
            </a:xfrm>
            <a:custGeom>
              <a:avLst/>
              <a:gdLst/>
              <a:ahLst/>
              <a:cxnLst/>
              <a:rect l="l" t="t" r="r" b="b"/>
              <a:pathLst>
                <a:path w="867" h="119" extrusionOk="0">
                  <a:moveTo>
                    <a:pt x="0" y="0"/>
                  </a:moveTo>
                  <a:lnTo>
                    <a:pt x="0" y="118"/>
                  </a:lnTo>
                  <a:lnTo>
                    <a:pt x="867" y="118"/>
                  </a:lnTo>
                  <a:lnTo>
                    <a:pt x="8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6" name="Google Shape;3556;p28"/>
            <p:cNvSpPr/>
            <p:nvPr/>
          </p:nvSpPr>
          <p:spPr>
            <a:xfrm>
              <a:off x="5554464" y="3538775"/>
              <a:ext cx="78600" cy="10963"/>
            </a:xfrm>
            <a:custGeom>
              <a:avLst/>
              <a:gdLst/>
              <a:ahLst/>
              <a:cxnLst/>
              <a:rect l="l" t="t" r="r" b="b"/>
              <a:pathLst>
                <a:path w="846" h="118" extrusionOk="0">
                  <a:moveTo>
                    <a:pt x="1" y="0"/>
                  </a:moveTo>
                  <a:lnTo>
                    <a:pt x="1" y="118"/>
                  </a:lnTo>
                  <a:lnTo>
                    <a:pt x="846" y="118"/>
                  </a:lnTo>
                  <a:lnTo>
                    <a:pt x="84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7" name="Google Shape;3557;p28"/>
            <p:cNvSpPr/>
            <p:nvPr/>
          </p:nvSpPr>
          <p:spPr>
            <a:xfrm>
              <a:off x="5556601" y="3562188"/>
              <a:ext cx="76370" cy="11056"/>
            </a:xfrm>
            <a:custGeom>
              <a:avLst/>
              <a:gdLst/>
              <a:ahLst/>
              <a:cxnLst/>
              <a:rect l="l" t="t" r="r" b="b"/>
              <a:pathLst>
                <a:path w="822" h="119" extrusionOk="0">
                  <a:moveTo>
                    <a:pt x="0" y="1"/>
                  </a:moveTo>
                  <a:lnTo>
                    <a:pt x="0" y="119"/>
                  </a:lnTo>
                  <a:lnTo>
                    <a:pt x="822" y="119"/>
                  </a:lnTo>
                  <a:lnTo>
                    <a:pt x="82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8" name="Google Shape;3558;p28"/>
            <p:cNvSpPr/>
            <p:nvPr/>
          </p:nvSpPr>
          <p:spPr>
            <a:xfrm>
              <a:off x="5558645" y="3585787"/>
              <a:ext cx="74419" cy="11056"/>
            </a:xfrm>
            <a:custGeom>
              <a:avLst/>
              <a:gdLst/>
              <a:ahLst/>
              <a:cxnLst/>
              <a:rect l="l" t="t" r="r" b="b"/>
              <a:pathLst>
                <a:path w="801" h="119" extrusionOk="0">
                  <a:moveTo>
                    <a:pt x="1" y="1"/>
                  </a:moveTo>
                  <a:lnTo>
                    <a:pt x="1" y="118"/>
                  </a:lnTo>
                  <a:lnTo>
                    <a:pt x="801" y="118"/>
                  </a:lnTo>
                  <a:lnTo>
                    <a:pt x="80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59" name="Google Shape;3559;p28"/>
            <p:cNvSpPr/>
            <p:nvPr/>
          </p:nvSpPr>
          <p:spPr>
            <a:xfrm>
              <a:off x="5560689" y="3609292"/>
              <a:ext cx="72468" cy="11056"/>
            </a:xfrm>
            <a:custGeom>
              <a:avLst/>
              <a:gdLst/>
              <a:ahLst/>
              <a:cxnLst/>
              <a:rect l="l" t="t" r="r" b="b"/>
              <a:pathLst>
                <a:path w="780" h="119" extrusionOk="0">
                  <a:moveTo>
                    <a:pt x="0" y="0"/>
                  </a:moveTo>
                  <a:lnTo>
                    <a:pt x="0" y="118"/>
                  </a:lnTo>
                  <a:lnTo>
                    <a:pt x="780" y="118"/>
                  </a:lnTo>
                  <a:lnTo>
                    <a:pt x="78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0" name="Google Shape;3560;p28"/>
            <p:cNvSpPr/>
            <p:nvPr/>
          </p:nvSpPr>
          <p:spPr>
            <a:xfrm>
              <a:off x="5562826" y="3632798"/>
              <a:ext cx="70238" cy="10963"/>
            </a:xfrm>
            <a:custGeom>
              <a:avLst/>
              <a:gdLst/>
              <a:ahLst/>
              <a:cxnLst/>
              <a:rect l="l" t="t" r="r" b="b"/>
              <a:pathLst>
                <a:path w="756" h="118" extrusionOk="0">
                  <a:moveTo>
                    <a:pt x="1" y="0"/>
                  </a:moveTo>
                  <a:lnTo>
                    <a:pt x="1" y="118"/>
                  </a:lnTo>
                  <a:lnTo>
                    <a:pt x="756" y="118"/>
                  </a:lnTo>
                  <a:lnTo>
                    <a:pt x="75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1" name="Google Shape;3561;p28"/>
            <p:cNvSpPr/>
            <p:nvPr/>
          </p:nvSpPr>
          <p:spPr>
            <a:xfrm>
              <a:off x="5564870" y="3656304"/>
              <a:ext cx="68287" cy="11056"/>
            </a:xfrm>
            <a:custGeom>
              <a:avLst/>
              <a:gdLst/>
              <a:ahLst/>
              <a:cxnLst/>
              <a:rect l="l" t="t" r="r" b="b"/>
              <a:pathLst>
                <a:path w="735" h="119" extrusionOk="0">
                  <a:moveTo>
                    <a:pt x="0" y="1"/>
                  </a:moveTo>
                  <a:lnTo>
                    <a:pt x="0" y="119"/>
                  </a:lnTo>
                  <a:lnTo>
                    <a:pt x="735" y="119"/>
                  </a:lnTo>
                  <a:lnTo>
                    <a:pt x="73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2" name="Google Shape;3562;p28"/>
            <p:cNvSpPr/>
            <p:nvPr/>
          </p:nvSpPr>
          <p:spPr>
            <a:xfrm>
              <a:off x="5566821" y="3679809"/>
              <a:ext cx="66150" cy="11056"/>
            </a:xfrm>
            <a:custGeom>
              <a:avLst/>
              <a:gdLst/>
              <a:ahLst/>
              <a:cxnLst/>
              <a:rect l="l" t="t" r="r" b="b"/>
              <a:pathLst>
                <a:path w="712" h="119" extrusionOk="0">
                  <a:moveTo>
                    <a:pt x="1" y="1"/>
                  </a:moveTo>
                  <a:lnTo>
                    <a:pt x="1" y="118"/>
                  </a:lnTo>
                  <a:lnTo>
                    <a:pt x="712" y="118"/>
                  </a:lnTo>
                  <a:lnTo>
                    <a:pt x="71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3" name="Google Shape;3563;p28"/>
            <p:cNvSpPr/>
            <p:nvPr/>
          </p:nvSpPr>
          <p:spPr>
            <a:xfrm>
              <a:off x="5569051" y="3703408"/>
              <a:ext cx="64106" cy="11056"/>
            </a:xfrm>
            <a:custGeom>
              <a:avLst/>
              <a:gdLst/>
              <a:ahLst/>
              <a:cxnLst/>
              <a:rect l="l" t="t" r="r" b="b"/>
              <a:pathLst>
                <a:path w="690" h="119" extrusionOk="0">
                  <a:moveTo>
                    <a:pt x="0" y="0"/>
                  </a:moveTo>
                  <a:lnTo>
                    <a:pt x="0" y="118"/>
                  </a:lnTo>
                  <a:lnTo>
                    <a:pt x="690" y="118"/>
                  </a:lnTo>
                  <a:lnTo>
                    <a:pt x="69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4" name="Google Shape;3564;p28"/>
            <p:cNvSpPr/>
            <p:nvPr/>
          </p:nvSpPr>
          <p:spPr>
            <a:xfrm>
              <a:off x="5571002" y="3727099"/>
              <a:ext cx="62155" cy="10963"/>
            </a:xfrm>
            <a:custGeom>
              <a:avLst/>
              <a:gdLst/>
              <a:ahLst/>
              <a:cxnLst/>
              <a:rect l="l" t="t" r="r" b="b"/>
              <a:pathLst>
                <a:path w="669" h="118" extrusionOk="0">
                  <a:moveTo>
                    <a:pt x="1" y="0"/>
                  </a:moveTo>
                  <a:lnTo>
                    <a:pt x="1" y="118"/>
                  </a:lnTo>
                  <a:lnTo>
                    <a:pt x="669" y="118"/>
                  </a:lnTo>
                  <a:lnTo>
                    <a:pt x="66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5" name="Google Shape;3565;p28"/>
            <p:cNvSpPr/>
            <p:nvPr/>
          </p:nvSpPr>
          <p:spPr>
            <a:xfrm>
              <a:off x="5573046" y="3750512"/>
              <a:ext cx="59925" cy="11056"/>
            </a:xfrm>
            <a:custGeom>
              <a:avLst/>
              <a:gdLst/>
              <a:ahLst/>
              <a:cxnLst/>
              <a:rect l="l" t="t" r="r" b="b"/>
              <a:pathLst>
                <a:path w="645" h="119" extrusionOk="0">
                  <a:moveTo>
                    <a:pt x="0" y="1"/>
                  </a:moveTo>
                  <a:lnTo>
                    <a:pt x="0" y="119"/>
                  </a:lnTo>
                  <a:lnTo>
                    <a:pt x="645" y="119"/>
                  </a:lnTo>
                  <a:lnTo>
                    <a:pt x="64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566" name="Google Shape;3566;p28"/>
            <p:cNvGrpSpPr/>
            <p:nvPr/>
          </p:nvGrpSpPr>
          <p:grpSpPr>
            <a:xfrm>
              <a:off x="5490104" y="3113997"/>
              <a:ext cx="163699" cy="750860"/>
              <a:chOff x="5709466" y="3133896"/>
              <a:chExt cx="195252" cy="895587"/>
            </a:xfrm>
          </p:grpSpPr>
          <p:sp>
            <p:nvSpPr>
              <p:cNvPr id="3567" name="Google Shape;3567;p28"/>
              <p:cNvSpPr/>
              <p:nvPr/>
            </p:nvSpPr>
            <p:spPr>
              <a:xfrm>
                <a:off x="5709466" y="3133896"/>
                <a:ext cx="195252" cy="895587"/>
              </a:xfrm>
              <a:custGeom>
                <a:avLst/>
                <a:gdLst/>
                <a:ahLst/>
                <a:cxnLst/>
                <a:rect l="l" t="t" r="r" b="b"/>
                <a:pathLst>
                  <a:path w="1762" h="8082" extrusionOk="0">
                    <a:moveTo>
                      <a:pt x="306" y="60"/>
                    </a:moveTo>
                    <a:lnTo>
                      <a:pt x="306" y="1278"/>
                    </a:lnTo>
                    <a:lnTo>
                      <a:pt x="494" y="1278"/>
                    </a:lnTo>
                    <a:lnTo>
                      <a:pt x="494" y="535"/>
                    </a:lnTo>
                    <a:lnTo>
                      <a:pt x="516" y="535"/>
                    </a:lnTo>
                    <a:lnTo>
                      <a:pt x="516" y="1278"/>
                    </a:lnTo>
                    <a:lnTo>
                      <a:pt x="712" y="1278"/>
                    </a:lnTo>
                    <a:lnTo>
                      <a:pt x="712" y="1087"/>
                    </a:lnTo>
                    <a:lnTo>
                      <a:pt x="1090" y="1087"/>
                    </a:lnTo>
                    <a:lnTo>
                      <a:pt x="1090" y="1278"/>
                    </a:lnTo>
                    <a:lnTo>
                      <a:pt x="1702" y="1278"/>
                    </a:lnTo>
                    <a:lnTo>
                      <a:pt x="1702" y="8022"/>
                    </a:lnTo>
                    <a:lnTo>
                      <a:pt x="61" y="8022"/>
                    </a:lnTo>
                    <a:lnTo>
                      <a:pt x="61" y="1278"/>
                    </a:lnTo>
                    <a:lnTo>
                      <a:pt x="284" y="1278"/>
                    </a:lnTo>
                    <a:lnTo>
                      <a:pt x="284" y="60"/>
                    </a:lnTo>
                    <a:close/>
                    <a:moveTo>
                      <a:pt x="224" y="1"/>
                    </a:moveTo>
                    <a:lnTo>
                      <a:pt x="224" y="1218"/>
                    </a:lnTo>
                    <a:lnTo>
                      <a:pt x="0" y="1218"/>
                    </a:lnTo>
                    <a:lnTo>
                      <a:pt x="0" y="8082"/>
                    </a:lnTo>
                    <a:lnTo>
                      <a:pt x="1761" y="8082"/>
                    </a:lnTo>
                    <a:lnTo>
                      <a:pt x="1761" y="1218"/>
                    </a:lnTo>
                    <a:lnTo>
                      <a:pt x="1150" y="1218"/>
                    </a:lnTo>
                    <a:lnTo>
                      <a:pt x="1150" y="1028"/>
                    </a:lnTo>
                    <a:lnTo>
                      <a:pt x="655" y="1028"/>
                    </a:lnTo>
                    <a:lnTo>
                      <a:pt x="655" y="1218"/>
                    </a:lnTo>
                    <a:lnTo>
                      <a:pt x="574" y="1218"/>
                    </a:lnTo>
                    <a:lnTo>
                      <a:pt x="574" y="475"/>
                    </a:lnTo>
                    <a:lnTo>
                      <a:pt x="435" y="475"/>
                    </a:lnTo>
                    <a:lnTo>
                      <a:pt x="435" y="1218"/>
                    </a:lnTo>
                    <a:lnTo>
                      <a:pt x="363" y="1218"/>
                    </a:lnTo>
                    <a:lnTo>
                      <a:pt x="36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8" name="Google Shape;3568;p28"/>
              <p:cNvSpPr/>
              <p:nvPr/>
            </p:nvSpPr>
            <p:spPr>
              <a:xfrm>
                <a:off x="5756450" y="3306652"/>
                <a:ext cx="123224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1112" h="61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1112" y="60"/>
                    </a:lnTo>
                    <a:lnTo>
                      <a:pt x="11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69" name="Google Shape;3569;p28"/>
              <p:cNvSpPr/>
              <p:nvPr/>
            </p:nvSpPr>
            <p:spPr>
              <a:xfrm>
                <a:off x="5759110" y="3334798"/>
                <a:ext cx="120786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60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1090" y="59"/>
                    </a:lnTo>
                    <a:lnTo>
                      <a:pt x="109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0" name="Google Shape;3570;p28"/>
              <p:cNvSpPr/>
              <p:nvPr/>
            </p:nvSpPr>
            <p:spPr>
              <a:xfrm>
                <a:off x="5761437" y="3362833"/>
                <a:ext cx="118237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1067" h="59" extrusionOk="0">
                    <a:moveTo>
                      <a:pt x="1" y="0"/>
                    </a:moveTo>
                    <a:lnTo>
                      <a:pt x="1" y="59"/>
                    </a:lnTo>
                    <a:lnTo>
                      <a:pt x="1067" y="59"/>
                    </a:lnTo>
                    <a:lnTo>
                      <a:pt x="10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1" name="Google Shape;3571;p28"/>
              <p:cNvSpPr/>
              <p:nvPr/>
            </p:nvSpPr>
            <p:spPr>
              <a:xfrm>
                <a:off x="5763985" y="3390979"/>
                <a:ext cx="115910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1046" h="59" extrusionOk="0">
                    <a:moveTo>
                      <a:pt x="0" y="0"/>
                    </a:moveTo>
                    <a:lnTo>
                      <a:pt x="0" y="59"/>
                    </a:lnTo>
                    <a:lnTo>
                      <a:pt x="1046" y="59"/>
                    </a:lnTo>
                    <a:lnTo>
                      <a:pt x="104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2" name="Google Shape;3572;p28"/>
              <p:cNvSpPr/>
              <p:nvPr/>
            </p:nvSpPr>
            <p:spPr>
              <a:xfrm>
                <a:off x="5766423" y="3418904"/>
                <a:ext cx="113472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1024" h="60" extrusionOk="0">
                    <a:moveTo>
                      <a:pt x="1" y="1"/>
                    </a:moveTo>
                    <a:lnTo>
                      <a:pt x="1" y="59"/>
                    </a:lnTo>
                    <a:lnTo>
                      <a:pt x="1024" y="59"/>
                    </a:lnTo>
                    <a:lnTo>
                      <a:pt x="10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3" name="Google Shape;3573;p28"/>
              <p:cNvSpPr/>
              <p:nvPr/>
            </p:nvSpPr>
            <p:spPr>
              <a:xfrm>
                <a:off x="5768861" y="3447050"/>
                <a:ext cx="110813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1000" h="59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1000" y="59"/>
                    </a:lnTo>
                    <a:lnTo>
                      <a:pt x="100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4" name="Google Shape;3574;p28"/>
              <p:cNvSpPr/>
              <p:nvPr/>
            </p:nvSpPr>
            <p:spPr>
              <a:xfrm>
                <a:off x="5771299" y="3475085"/>
                <a:ext cx="108596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980" h="59" extrusionOk="0">
                    <a:moveTo>
                      <a:pt x="1" y="0"/>
                    </a:moveTo>
                    <a:lnTo>
                      <a:pt x="1" y="59"/>
                    </a:lnTo>
                    <a:lnTo>
                      <a:pt x="980" y="59"/>
                    </a:lnTo>
                    <a:lnTo>
                      <a:pt x="98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5" name="Google Shape;3575;p28"/>
              <p:cNvSpPr/>
              <p:nvPr/>
            </p:nvSpPr>
            <p:spPr>
              <a:xfrm>
                <a:off x="5773737" y="3503120"/>
                <a:ext cx="106048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957" h="60" extrusionOk="0">
                    <a:moveTo>
                      <a:pt x="0" y="0"/>
                    </a:moveTo>
                    <a:lnTo>
                      <a:pt x="0" y="59"/>
                    </a:lnTo>
                    <a:lnTo>
                      <a:pt x="957" y="59"/>
                    </a:lnTo>
                    <a:lnTo>
                      <a:pt x="95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6" name="Google Shape;3576;p28"/>
              <p:cNvSpPr/>
              <p:nvPr/>
            </p:nvSpPr>
            <p:spPr>
              <a:xfrm>
                <a:off x="5776175" y="3531156"/>
                <a:ext cx="103499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934" h="61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934" y="60"/>
                    </a:lnTo>
                    <a:lnTo>
                      <a:pt x="93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7" name="Google Shape;3577;p28"/>
              <p:cNvSpPr/>
              <p:nvPr/>
            </p:nvSpPr>
            <p:spPr>
              <a:xfrm>
                <a:off x="5778723" y="3559413"/>
                <a:ext cx="101061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912" h="59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912" y="59"/>
                    </a:lnTo>
                    <a:lnTo>
                      <a:pt x="91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8" name="Google Shape;3578;p28"/>
              <p:cNvSpPr/>
              <p:nvPr/>
            </p:nvSpPr>
            <p:spPr>
              <a:xfrm>
                <a:off x="5781050" y="3587448"/>
                <a:ext cx="98623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90" h="60" extrusionOk="0">
                    <a:moveTo>
                      <a:pt x="1" y="0"/>
                    </a:moveTo>
                    <a:lnTo>
                      <a:pt x="1" y="60"/>
                    </a:lnTo>
                    <a:lnTo>
                      <a:pt x="890" y="60"/>
                    </a:lnTo>
                    <a:lnTo>
                      <a:pt x="89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79" name="Google Shape;3579;p28"/>
              <p:cNvSpPr/>
              <p:nvPr/>
            </p:nvSpPr>
            <p:spPr>
              <a:xfrm>
                <a:off x="5783710" y="3615594"/>
                <a:ext cx="96074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67" h="59" extrusionOk="0">
                    <a:moveTo>
                      <a:pt x="0" y="0"/>
                    </a:moveTo>
                    <a:lnTo>
                      <a:pt x="0" y="58"/>
                    </a:lnTo>
                    <a:lnTo>
                      <a:pt x="867" y="58"/>
                    </a:lnTo>
                    <a:lnTo>
                      <a:pt x="86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0" name="Google Shape;3580;p28"/>
              <p:cNvSpPr/>
              <p:nvPr/>
            </p:nvSpPr>
            <p:spPr>
              <a:xfrm>
                <a:off x="5786037" y="3643518"/>
                <a:ext cx="93747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846" h="61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846" y="60"/>
                    </a:lnTo>
                    <a:lnTo>
                      <a:pt x="84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1" name="Google Shape;3581;p28"/>
              <p:cNvSpPr/>
              <p:nvPr/>
            </p:nvSpPr>
            <p:spPr>
              <a:xfrm>
                <a:off x="5788586" y="3671665"/>
                <a:ext cx="91088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822" h="59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822" y="59"/>
                    </a:lnTo>
                    <a:lnTo>
                      <a:pt x="82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2" name="Google Shape;3582;p28"/>
              <p:cNvSpPr/>
              <p:nvPr/>
            </p:nvSpPr>
            <p:spPr>
              <a:xfrm>
                <a:off x="5791024" y="3699700"/>
                <a:ext cx="88761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801" h="60" extrusionOk="0">
                    <a:moveTo>
                      <a:pt x="1" y="0"/>
                    </a:moveTo>
                    <a:lnTo>
                      <a:pt x="1" y="60"/>
                    </a:lnTo>
                    <a:lnTo>
                      <a:pt x="801" y="60"/>
                    </a:lnTo>
                    <a:lnTo>
                      <a:pt x="801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3" name="Google Shape;3583;p28"/>
              <p:cNvSpPr/>
              <p:nvPr/>
            </p:nvSpPr>
            <p:spPr>
              <a:xfrm>
                <a:off x="5793461" y="3727846"/>
                <a:ext cx="86434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780" h="59" extrusionOk="0">
                    <a:moveTo>
                      <a:pt x="0" y="0"/>
                    </a:moveTo>
                    <a:lnTo>
                      <a:pt x="0" y="58"/>
                    </a:lnTo>
                    <a:lnTo>
                      <a:pt x="780" y="58"/>
                    </a:lnTo>
                    <a:lnTo>
                      <a:pt x="78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4" name="Google Shape;3584;p28"/>
              <p:cNvSpPr/>
              <p:nvPr/>
            </p:nvSpPr>
            <p:spPr>
              <a:xfrm>
                <a:off x="5796010" y="3755771"/>
                <a:ext cx="83774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756" h="61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756" y="60"/>
                    </a:lnTo>
                    <a:lnTo>
                      <a:pt x="756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5" name="Google Shape;3585;p28"/>
              <p:cNvSpPr/>
              <p:nvPr/>
            </p:nvSpPr>
            <p:spPr>
              <a:xfrm>
                <a:off x="5798448" y="3783917"/>
                <a:ext cx="81447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735" h="59" extrusionOk="0">
                    <a:moveTo>
                      <a:pt x="0" y="1"/>
                    </a:moveTo>
                    <a:lnTo>
                      <a:pt x="0" y="59"/>
                    </a:lnTo>
                    <a:lnTo>
                      <a:pt x="735" y="59"/>
                    </a:lnTo>
                    <a:lnTo>
                      <a:pt x="73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6" name="Google Shape;3586;p28"/>
              <p:cNvSpPr/>
              <p:nvPr/>
            </p:nvSpPr>
            <p:spPr>
              <a:xfrm>
                <a:off x="5800775" y="3811952"/>
                <a:ext cx="78899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712" h="60" extrusionOk="0">
                    <a:moveTo>
                      <a:pt x="1" y="0"/>
                    </a:moveTo>
                    <a:lnTo>
                      <a:pt x="1" y="60"/>
                    </a:lnTo>
                    <a:lnTo>
                      <a:pt x="712" y="60"/>
                    </a:lnTo>
                    <a:lnTo>
                      <a:pt x="712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7" name="Google Shape;3587;p28"/>
              <p:cNvSpPr/>
              <p:nvPr/>
            </p:nvSpPr>
            <p:spPr>
              <a:xfrm>
                <a:off x="5803435" y="3840098"/>
                <a:ext cx="76461" cy="6538"/>
              </a:xfrm>
              <a:custGeom>
                <a:avLst/>
                <a:gdLst/>
                <a:ahLst/>
                <a:cxnLst/>
                <a:rect l="l" t="t" r="r" b="b"/>
                <a:pathLst>
                  <a:path w="690" h="59" extrusionOk="0">
                    <a:moveTo>
                      <a:pt x="0" y="0"/>
                    </a:moveTo>
                    <a:lnTo>
                      <a:pt x="0" y="58"/>
                    </a:lnTo>
                    <a:lnTo>
                      <a:pt x="690" y="58"/>
                    </a:lnTo>
                    <a:lnTo>
                      <a:pt x="69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8" name="Google Shape;3588;p28"/>
              <p:cNvSpPr/>
              <p:nvPr/>
            </p:nvSpPr>
            <p:spPr>
              <a:xfrm>
                <a:off x="5805762" y="3868133"/>
                <a:ext cx="74134" cy="6760"/>
              </a:xfrm>
              <a:custGeom>
                <a:avLst/>
                <a:gdLst/>
                <a:ahLst/>
                <a:cxnLst/>
                <a:rect l="l" t="t" r="r" b="b"/>
                <a:pathLst>
                  <a:path w="669" h="61" extrusionOk="0">
                    <a:moveTo>
                      <a:pt x="1" y="1"/>
                    </a:moveTo>
                    <a:lnTo>
                      <a:pt x="1" y="60"/>
                    </a:lnTo>
                    <a:lnTo>
                      <a:pt x="669" y="60"/>
                    </a:lnTo>
                    <a:lnTo>
                      <a:pt x="669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89" name="Google Shape;3589;p28"/>
              <p:cNvSpPr/>
              <p:nvPr/>
            </p:nvSpPr>
            <p:spPr>
              <a:xfrm>
                <a:off x="5808199" y="3896279"/>
                <a:ext cx="71474" cy="6649"/>
              </a:xfrm>
              <a:custGeom>
                <a:avLst/>
                <a:gdLst/>
                <a:ahLst/>
                <a:cxnLst/>
                <a:rect l="l" t="t" r="r" b="b"/>
                <a:pathLst>
                  <a:path w="645" h="60" extrusionOk="0">
                    <a:moveTo>
                      <a:pt x="0" y="1"/>
                    </a:moveTo>
                    <a:lnTo>
                      <a:pt x="0" y="60"/>
                    </a:lnTo>
                    <a:lnTo>
                      <a:pt x="645" y="60"/>
                    </a:lnTo>
                    <a:lnTo>
                      <a:pt x="64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590" name="Google Shape;3590;p28"/>
            <p:cNvSpPr/>
            <p:nvPr/>
          </p:nvSpPr>
          <p:spPr>
            <a:xfrm>
              <a:off x="3801098" y="3697740"/>
              <a:ext cx="22577" cy="32889"/>
            </a:xfrm>
            <a:custGeom>
              <a:avLst/>
              <a:gdLst/>
              <a:ahLst/>
              <a:cxnLst/>
              <a:rect l="l" t="t" r="r" b="b"/>
              <a:pathLst>
                <a:path w="243" h="354" extrusionOk="0">
                  <a:moveTo>
                    <a:pt x="183" y="60"/>
                  </a:moveTo>
                  <a:lnTo>
                    <a:pt x="183" y="296"/>
                  </a:lnTo>
                  <a:lnTo>
                    <a:pt x="59" y="296"/>
                  </a:lnTo>
                  <a:lnTo>
                    <a:pt x="59" y="60"/>
                  </a:lnTo>
                  <a:close/>
                  <a:moveTo>
                    <a:pt x="2" y="1"/>
                  </a:moveTo>
                  <a:cubicBezTo>
                    <a:pt x="0" y="1"/>
                    <a:pt x="0" y="1"/>
                    <a:pt x="0" y="3"/>
                  </a:cubicBezTo>
                  <a:lnTo>
                    <a:pt x="0" y="353"/>
                  </a:lnTo>
                  <a:cubicBezTo>
                    <a:pt x="0" y="353"/>
                    <a:pt x="0" y="354"/>
                    <a:pt x="2" y="354"/>
                  </a:cubicBezTo>
                  <a:lnTo>
                    <a:pt x="241" y="354"/>
                  </a:lnTo>
                  <a:cubicBezTo>
                    <a:pt x="243" y="354"/>
                    <a:pt x="243" y="354"/>
                    <a:pt x="243" y="353"/>
                  </a:cubicBezTo>
                  <a:lnTo>
                    <a:pt x="243" y="3"/>
                  </a:lnTo>
                  <a:cubicBezTo>
                    <a:pt x="243" y="1"/>
                    <a:pt x="243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1" name="Google Shape;3591;p28"/>
            <p:cNvSpPr/>
            <p:nvPr/>
          </p:nvSpPr>
          <p:spPr>
            <a:xfrm>
              <a:off x="3845322" y="3697740"/>
              <a:ext cx="22669" cy="32889"/>
            </a:xfrm>
            <a:custGeom>
              <a:avLst/>
              <a:gdLst/>
              <a:ahLst/>
              <a:cxnLst/>
              <a:rect l="l" t="t" r="r" b="b"/>
              <a:pathLst>
                <a:path w="244" h="354" extrusionOk="0">
                  <a:moveTo>
                    <a:pt x="183" y="60"/>
                  </a:moveTo>
                  <a:lnTo>
                    <a:pt x="183" y="296"/>
                  </a:lnTo>
                  <a:lnTo>
                    <a:pt x="59" y="296"/>
                  </a:lnTo>
                  <a:lnTo>
                    <a:pt x="59" y="60"/>
                  </a:lnTo>
                  <a:close/>
                  <a:moveTo>
                    <a:pt x="3" y="1"/>
                  </a:moveTo>
                  <a:cubicBezTo>
                    <a:pt x="1" y="1"/>
                    <a:pt x="1" y="1"/>
                    <a:pt x="1" y="3"/>
                  </a:cubicBezTo>
                  <a:lnTo>
                    <a:pt x="1" y="353"/>
                  </a:lnTo>
                  <a:cubicBezTo>
                    <a:pt x="1" y="353"/>
                    <a:pt x="1" y="354"/>
                    <a:pt x="3" y="354"/>
                  </a:cubicBezTo>
                  <a:lnTo>
                    <a:pt x="242" y="354"/>
                  </a:lnTo>
                  <a:cubicBezTo>
                    <a:pt x="242" y="354"/>
                    <a:pt x="243" y="354"/>
                    <a:pt x="243" y="353"/>
                  </a:cubicBezTo>
                  <a:lnTo>
                    <a:pt x="243" y="3"/>
                  </a:lnTo>
                  <a:cubicBezTo>
                    <a:pt x="243" y="1"/>
                    <a:pt x="243" y="1"/>
                    <a:pt x="2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2" name="Google Shape;3592;p28"/>
            <p:cNvSpPr/>
            <p:nvPr/>
          </p:nvSpPr>
          <p:spPr>
            <a:xfrm>
              <a:off x="3889640" y="3697740"/>
              <a:ext cx="22577" cy="32889"/>
            </a:xfrm>
            <a:custGeom>
              <a:avLst/>
              <a:gdLst/>
              <a:ahLst/>
              <a:cxnLst/>
              <a:rect l="l" t="t" r="r" b="b"/>
              <a:pathLst>
                <a:path w="243" h="354" extrusionOk="0">
                  <a:moveTo>
                    <a:pt x="183" y="60"/>
                  </a:moveTo>
                  <a:lnTo>
                    <a:pt x="183" y="296"/>
                  </a:lnTo>
                  <a:lnTo>
                    <a:pt x="59" y="296"/>
                  </a:lnTo>
                  <a:lnTo>
                    <a:pt x="59" y="60"/>
                  </a:lnTo>
                  <a:close/>
                  <a:moveTo>
                    <a:pt x="2" y="1"/>
                  </a:moveTo>
                  <a:cubicBezTo>
                    <a:pt x="1" y="1"/>
                    <a:pt x="1" y="1"/>
                    <a:pt x="1" y="3"/>
                  </a:cubicBezTo>
                  <a:lnTo>
                    <a:pt x="1" y="353"/>
                  </a:lnTo>
                  <a:cubicBezTo>
                    <a:pt x="1" y="353"/>
                    <a:pt x="1" y="354"/>
                    <a:pt x="2" y="354"/>
                  </a:cubicBezTo>
                  <a:lnTo>
                    <a:pt x="241" y="354"/>
                  </a:lnTo>
                  <a:cubicBezTo>
                    <a:pt x="242" y="354"/>
                    <a:pt x="242" y="354"/>
                    <a:pt x="242" y="353"/>
                  </a:cubicBezTo>
                  <a:lnTo>
                    <a:pt x="242" y="3"/>
                  </a:lnTo>
                  <a:cubicBezTo>
                    <a:pt x="242" y="1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3" name="Google Shape;3593;p28"/>
            <p:cNvSpPr/>
            <p:nvPr/>
          </p:nvSpPr>
          <p:spPr>
            <a:xfrm>
              <a:off x="3933957" y="3697740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182" y="60"/>
                  </a:moveTo>
                  <a:lnTo>
                    <a:pt x="182" y="296"/>
                  </a:lnTo>
                  <a:lnTo>
                    <a:pt x="58" y="296"/>
                  </a:lnTo>
                  <a:lnTo>
                    <a:pt x="58" y="60"/>
                  </a:lnTo>
                  <a:close/>
                  <a:moveTo>
                    <a:pt x="2" y="1"/>
                  </a:moveTo>
                  <a:cubicBezTo>
                    <a:pt x="1" y="1"/>
                    <a:pt x="1" y="1"/>
                    <a:pt x="1" y="3"/>
                  </a:cubicBezTo>
                  <a:lnTo>
                    <a:pt x="1" y="353"/>
                  </a:lnTo>
                  <a:cubicBezTo>
                    <a:pt x="1" y="353"/>
                    <a:pt x="1" y="354"/>
                    <a:pt x="2" y="354"/>
                  </a:cubicBezTo>
                  <a:lnTo>
                    <a:pt x="241" y="354"/>
                  </a:lnTo>
                  <a:cubicBezTo>
                    <a:pt x="241" y="354"/>
                    <a:pt x="242" y="354"/>
                    <a:pt x="242" y="353"/>
                  </a:cubicBezTo>
                  <a:lnTo>
                    <a:pt x="242" y="3"/>
                  </a:lnTo>
                  <a:cubicBezTo>
                    <a:pt x="242" y="1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4" name="Google Shape;3594;p28"/>
            <p:cNvSpPr/>
            <p:nvPr/>
          </p:nvSpPr>
          <p:spPr>
            <a:xfrm>
              <a:off x="3978181" y="3697740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183" y="60"/>
                  </a:moveTo>
                  <a:lnTo>
                    <a:pt x="183" y="296"/>
                  </a:lnTo>
                  <a:lnTo>
                    <a:pt x="59" y="296"/>
                  </a:lnTo>
                  <a:lnTo>
                    <a:pt x="59" y="60"/>
                  </a:lnTo>
                  <a:close/>
                  <a:moveTo>
                    <a:pt x="1" y="1"/>
                  </a:moveTo>
                  <a:cubicBezTo>
                    <a:pt x="0" y="1"/>
                    <a:pt x="0" y="1"/>
                    <a:pt x="0" y="3"/>
                  </a:cubicBezTo>
                  <a:lnTo>
                    <a:pt x="0" y="353"/>
                  </a:lnTo>
                  <a:cubicBezTo>
                    <a:pt x="0" y="353"/>
                    <a:pt x="0" y="354"/>
                    <a:pt x="1" y="354"/>
                  </a:cubicBezTo>
                  <a:lnTo>
                    <a:pt x="241" y="354"/>
                  </a:lnTo>
                  <a:cubicBezTo>
                    <a:pt x="242" y="354"/>
                    <a:pt x="242" y="354"/>
                    <a:pt x="242" y="353"/>
                  </a:cubicBezTo>
                  <a:lnTo>
                    <a:pt x="242" y="3"/>
                  </a:lnTo>
                  <a:cubicBezTo>
                    <a:pt x="242" y="1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5" name="Google Shape;3595;p28"/>
            <p:cNvSpPr/>
            <p:nvPr/>
          </p:nvSpPr>
          <p:spPr>
            <a:xfrm>
              <a:off x="4022499" y="3697740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182" y="60"/>
                  </a:moveTo>
                  <a:lnTo>
                    <a:pt x="182" y="296"/>
                  </a:lnTo>
                  <a:lnTo>
                    <a:pt x="57" y="296"/>
                  </a:lnTo>
                  <a:lnTo>
                    <a:pt x="57" y="60"/>
                  </a:lnTo>
                  <a:close/>
                  <a:moveTo>
                    <a:pt x="1" y="1"/>
                  </a:moveTo>
                  <a:cubicBezTo>
                    <a:pt x="0" y="1"/>
                    <a:pt x="0" y="1"/>
                    <a:pt x="0" y="3"/>
                  </a:cubicBezTo>
                  <a:lnTo>
                    <a:pt x="0" y="353"/>
                  </a:lnTo>
                  <a:cubicBezTo>
                    <a:pt x="0" y="353"/>
                    <a:pt x="0" y="354"/>
                    <a:pt x="1" y="354"/>
                  </a:cubicBezTo>
                  <a:lnTo>
                    <a:pt x="241" y="354"/>
                  </a:lnTo>
                  <a:cubicBezTo>
                    <a:pt x="241" y="354"/>
                    <a:pt x="242" y="354"/>
                    <a:pt x="242" y="353"/>
                  </a:cubicBezTo>
                  <a:lnTo>
                    <a:pt x="242" y="3"/>
                  </a:lnTo>
                  <a:cubicBezTo>
                    <a:pt x="242" y="1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6" name="Google Shape;3596;p28"/>
            <p:cNvSpPr/>
            <p:nvPr/>
          </p:nvSpPr>
          <p:spPr>
            <a:xfrm>
              <a:off x="3801098" y="3738062"/>
              <a:ext cx="22577" cy="32889"/>
            </a:xfrm>
            <a:custGeom>
              <a:avLst/>
              <a:gdLst/>
              <a:ahLst/>
              <a:cxnLst/>
              <a:rect l="l" t="t" r="r" b="b"/>
              <a:pathLst>
                <a:path w="243" h="354" extrusionOk="0">
                  <a:moveTo>
                    <a:pt x="183" y="60"/>
                  </a:moveTo>
                  <a:lnTo>
                    <a:pt x="183" y="296"/>
                  </a:lnTo>
                  <a:lnTo>
                    <a:pt x="59" y="296"/>
                  </a:lnTo>
                  <a:lnTo>
                    <a:pt x="59" y="60"/>
                  </a:lnTo>
                  <a:close/>
                  <a:moveTo>
                    <a:pt x="2" y="1"/>
                  </a:moveTo>
                  <a:cubicBezTo>
                    <a:pt x="0" y="1"/>
                    <a:pt x="0" y="1"/>
                    <a:pt x="0" y="2"/>
                  </a:cubicBezTo>
                  <a:lnTo>
                    <a:pt x="0" y="353"/>
                  </a:lnTo>
                  <a:cubicBezTo>
                    <a:pt x="0" y="354"/>
                    <a:pt x="0" y="354"/>
                    <a:pt x="2" y="354"/>
                  </a:cubicBezTo>
                  <a:lnTo>
                    <a:pt x="241" y="354"/>
                  </a:lnTo>
                  <a:cubicBezTo>
                    <a:pt x="243" y="354"/>
                    <a:pt x="243" y="353"/>
                    <a:pt x="243" y="353"/>
                  </a:cubicBezTo>
                  <a:lnTo>
                    <a:pt x="243" y="2"/>
                  </a:lnTo>
                  <a:cubicBezTo>
                    <a:pt x="243" y="2"/>
                    <a:pt x="243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7" name="Google Shape;3597;p28"/>
            <p:cNvSpPr/>
            <p:nvPr/>
          </p:nvSpPr>
          <p:spPr>
            <a:xfrm>
              <a:off x="3845322" y="3738062"/>
              <a:ext cx="22669" cy="32889"/>
            </a:xfrm>
            <a:custGeom>
              <a:avLst/>
              <a:gdLst/>
              <a:ahLst/>
              <a:cxnLst/>
              <a:rect l="l" t="t" r="r" b="b"/>
              <a:pathLst>
                <a:path w="244" h="354" extrusionOk="0">
                  <a:moveTo>
                    <a:pt x="183" y="60"/>
                  </a:moveTo>
                  <a:lnTo>
                    <a:pt x="183" y="296"/>
                  </a:lnTo>
                  <a:lnTo>
                    <a:pt x="59" y="296"/>
                  </a:lnTo>
                  <a:lnTo>
                    <a:pt x="59" y="60"/>
                  </a:lnTo>
                  <a:close/>
                  <a:moveTo>
                    <a:pt x="3" y="1"/>
                  </a:moveTo>
                  <a:cubicBezTo>
                    <a:pt x="1" y="1"/>
                    <a:pt x="1" y="1"/>
                    <a:pt x="1" y="2"/>
                  </a:cubicBezTo>
                  <a:lnTo>
                    <a:pt x="1" y="353"/>
                  </a:lnTo>
                  <a:cubicBezTo>
                    <a:pt x="1" y="354"/>
                    <a:pt x="1" y="354"/>
                    <a:pt x="3" y="354"/>
                  </a:cubicBezTo>
                  <a:lnTo>
                    <a:pt x="242" y="354"/>
                  </a:lnTo>
                  <a:lnTo>
                    <a:pt x="243" y="353"/>
                  </a:lnTo>
                  <a:lnTo>
                    <a:pt x="243" y="2"/>
                  </a:lnTo>
                  <a:cubicBezTo>
                    <a:pt x="243" y="2"/>
                    <a:pt x="243" y="1"/>
                    <a:pt x="2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8" name="Google Shape;3598;p28"/>
            <p:cNvSpPr/>
            <p:nvPr/>
          </p:nvSpPr>
          <p:spPr>
            <a:xfrm>
              <a:off x="3889640" y="3738062"/>
              <a:ext cx="22577" cy="32889"/>
            </a:xfrm>
            <a:custGeom>
              <a:avLst/>
              <a:gdLst/>
              <a:ahLst/>
              <a:cxnLst/>
              <a:rect l="l" t="t" r="r" b="b"/>
              <a:pathLst>
                <a:path w="243" h="354" extrusionOk="0">
                  <a:moveTo>
                    <a:pt x="183" y="60"/>
                  </a:moveTo>
                  <a:lnTo>
                    <a:pt x="183" y="296"/>
                  </a:lnTo>
                  <a:lnTo>
                    <a:pt x="59" y="296"/>
                  </a:lnTo>
                  <a:lnTo>
                    <a:pt x="59" y="60"/>
                  </a:lnTo>
                  <a:close/>
                  <a:moveTo>
                    <a:pt x="2" y="1"/>
                  </a:moveTo>
                  <a:cubicBezTo>
                    <a:pt x="1" y="1"/>
                    <a:pt x="1" y="1"/>
                    <a:pt x="1" y="2"/>
                  </a:cubicBezTo>
                  <a:lnTo>
                    <a:pt x="1" y="353"/>
                  </a:lnTo>
                  <a:cubicBezTo>
                    <a:pt x="1" y="354"/>
                    <a:pt x="1" y="354"/>
                    <a:pt x="2" y="354"/>
                  </a:cubicBezTo>
                  <a:lnTo>
                    <a:pt x="241" y="354"/>
                  </a:lnTo>
                  <a:cubicBezTo>
                    <a:pt x="242" y="354"/>
                    <a:pt x="242" y="353"/>
                    <a:pt x="242" y="353"/>
                  </a:cubicBezTo>
                  <a:lnTo>
                    <a:pt x="242" y="2"/>
                  </a:lnTo>
                  <a:cubicBezTo>
                    <a:pt x="242" y="2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9" name="Google Shape;3599;p28"/>
            <p:cNvSpPr/>
            <p:nvPr/>
          </p:nvSpPr>
          <p:spPr>
            <a:xfrm>
              <a:off x="3933957" y="3738062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182" y="60"/>
                  </a:moveTo>
                  <a:lnTo>
                    <a:pt x="182" y="296"/>
                  </a:lnTo>
                  <a:lnTo>
                    <a:pt x="58" y="296"/>
                  </a:lnTo>
                  <a:lnTo>
                    <a:pt x="58" y="60"/>
                  </a:lnTo>
                  <a:close/>
                  <a:moveTo>
                    <a:pt x="2" y="1"/>
                  </a:moveTo>
                  <a:cubicBezTo>
                    <a:pt x="1" y="1"/>
                    <a:pt x="1" y="1"/>
                    <a:pt x="1" y="2"/>
                  </a:cubicBezTo>
                  <a:lnTo>
                    <a:pt x="1" y="353"/>
                  </a:lnTo>
                  <a:cubicBezTo>
                    <a:pt x="1" y="354"/>
                    <a:pt x="1" y="354"/>
                    <a:pt x="2" y="354"/>
                  </a:cubicBezTo>
                  <a:lnTo>
                    <a:pt x="241" y="354"/>
                  </a:lnTo>
                  <a:lnTo>
                    <a:pt x="242" y="353"/>
                  </a:lnTo>
                  <a:lnTo>
                    <a:pt x="242" y="2"/>
                  </a:lnTo>
                  <a:cubicBezTo>
                    <a:pt x="242" y="2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0" name="Google Shape;3600;p28"/>
            <p:cNvSpPr/>
            <p:nvPr/>
          </p:nvSpPr>
          <p:spPr>
            <a:xfrm>
              <a:off x="3978181" y="3738062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183" y="60"/>
                  </a:moveTo>
                  <a:lnTo>
                    <a:pt x="183" y="296"/>
                  </a:lnTo>
                  <a:lnTo>
                    <a:pt x="59" y="296"/>
                  </a:lnTo>
                  <a:lnTo>
                    <a:pt x="59" y="60"/>
                  </a:lnTo>
                  <a:close/>
                  <a:moveTo>
                    <a:pt x="1" y="1"/>
                  </a:moveTo>
                  <a:cubicBezTo>
                    <a:pt x="0" y="1"/>
                    <a:pt x="0" y="1"/>
                    <a:pt x="0" y="2"/>
                  </a:cubicBezTo>
                  <a:lnTo>
                    <a:pt x="0" y="353"/>
                  </a:lnTo>
                  <a:cubicBezTo>
                    <a:pt x="0" y="354"/>
                    <a:pt x="0" y="354"/>
                    <a:pt x="1" y="354"/>
                  </a:cubicBezTo>
                  <a:lnTo>
                    <a:pt x="241" y="354"/>
                  </a:lnTo>
                  <a:cubicBezTo>
                    <a:pt x="242" y="354"/>
                    <a:pt x="242" y="353"/>
                    <a:pt x="242" y="353"/>
                  </a:cubicBezTo>
                  <a:lnTo>
                    <a:pt x="242" y="2"/>
                  </a:lnTo>
                  <a:cubicBezTo>
                    <a:pt x="242" y="2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1" name="Google Shape;3601;p28"/>
            <p:cNvSpPr/>
            <p:nvPr/>
          </p:nvSpPr>
          <p:spPr>
            <a:xfrm>
              <a:off x="4022499" y="3738062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182" y="60"/>
                  </a:moveTo>
                  <a:lnTo>
                    <a:pt x="182" y="296"/>
                  </a:lnTo>
                  <a:lnTo>
                    <a:pt x="57" y="296"/>
                  </a:lnTo>
                  <a:lnTo>
                    <a:pt x="57" y="60"/>
                  </a:lnTo>
                  <a:close/>
                  <a:moveTo>
                    <a:pt x="1" y="1"/>
                  </a:moveTo>
                  <a:cubicBezTo>
                    <a:pt x="0" y="1"/>
                    <a:pt x="0" y="1"/>
                    <a:pt x="0" y="2"/>
                  </a:cubicBezTo>
                  <a:lnTo>
                    <a:pt x="0" y="353"/>
                  </a:lnTo>
                  <a:cubicBezTo>
                    <a:pt x="0" y="354"/>
                    <a:pt x="0" y="354"/>
                    <a:pt x="1" y="354"/>
                  </a:cubicBezTo>
                  <a:lnTo>
                    <a:pt x="241" y="354"/>
                  </a:lnTo>
                  <a:lnTo>
                    <a:pt x="242" y="353"/>
                  </a:lnTo>
                  <a:lnTo>
                    <a:pt x="242" y="2"/>
                  </a:lnTo>
                  <a:cubicBezTo>
                    <a:pt x="242" y="2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2" name="Google Shape;3602;p28"/>
            <p:cNvSpPr/>
            <p:nvPr/>
          </p:nvSpPr>
          <p:spPr>
            <a:xfrm>
              <a:off x="3801098" y="3778384"/>
              <a:ext cx="22577" cy="32889"/>
            </a:xfrm>
            <a:custGeom>
              <a:avLst/>
              <a:gdLst/>
              <a:ahLst/>
              <a:cxnLst/>
              <a:rect l="l" t="t" r="r" b="b"/>
              <a:pathLst>
                <a:path w="243" h="354" extrusionOk="0">
                  <a:moveTo>
                    <a:pt x="183" y="59"/>
                  </a:moveTo>
                  <a:lnTo>
                    <a:pt x="183" y="294"/>
                  </a:lnTo>
                  <a:lnTo>
                    <a:pt x="59" y="294"/>
                  </a:lnTo>
                  <a:lnTo>
                    <a:pt x="59" y="59"/>
                  </a:lnTo>
                  <a:close/>
                  <a:moveTo>
                    <a:pt x="2" y="1"/>
                  </a:moveTo>
                  <a:cubicBezTo>
                    <a:pt x="0" y="1"/>
                    <a:pt x="0" y="1"/>
                    <a:pt x="0" y="2"/>
                  </a:cubicBezTo>
                  <a:lnTo>
                    <a:pt x="0" y="352"/>
                  </a:lnTo>
                  <a:cubicBezTo>
                    <a:pt x="0" y="352"/>
                    <a:pt x="0" y="354"/>
                    <a:pt x="2" y="354"/>
                  </a:cubicBezTo>
                  <a:lnTo>
                    <a:pt x="241" y="354"/>
                  </a:lnTo>
                  <a:cubicBezTo>
                    <a:pt x="243" y="354"/>
                    <a:pt x="243" y="353"/>
                    <a:pt x="243" y="352"/>
                  </a:cubicBezTo>
                  <a:lnTo>
                    <a:pt x="243" y="2"/>
                  </a:lnTo>
                  <a:cubicBezTo>
                    <a:pt x="243" y="1"/>
                    <a:pt x="243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3" name="Google Shape;3603;p28"/>
            <p:cNvSpPr/>
            <p:nvPr/>
          </p:nvSpPr>
          <p:spPr>
            <a:xfrm>
              <a:off x="3845322" y="3778384"/>
              <a:ext cx="22669" cy="32889"/>
            </a:xfrm>
            <a:custGeom>
              <a:avLst/>
              <a:gdLst/>
              <a:ahLst/>
              <a:cxnLst/>
              <a:rect l="l" t="t" r="r" b="b"/>
              <a:pathLst>
                <a:path w="244" h="354" extrusionOk="0">
                  <a:moveTo>
                    <a:pt x="183" y="59"/>
                  </a:moveTo>
                  <a:lnTo>
                    <a:pt x="183" y="294"/>
                  </a:lnTo>
                  <a:lnTo>
                    <a:pt x="59" y="294"/>
                  </a:lnTo>
                  <a:lnTo>
                    <a:pt x="59" y="59"/>
                  </a:lnTo>
                  <a:close/>
                  <a:moveTo>
                    <a:pt x="3" y="1"/>
                  </a:moveTo>
                  <a:cubicBezTo>
                    <a:pt x="1" y="1"/>
                    <a:pt x="1" y="1"/>
                    <a:pt x="1" y="2"/>
                  </a:cubicBezTo>
                  <a:lnTo>
                    <a:pt x="1" y="352"/>
                  </a:lnTo>
                  <a:cubicBezTo>
                    <a:pt x="1" y="352"/>
                    <a:pt x="1" y="354"/>
                    <a:pt x="3" y="354"/>
                  </a:cubicBezTo>
                  <a:lnTo>
                    <a:pt x="242" y="354"/>
                  </a:lnTo>
                  <a:lnTo>
                    <a:pt x="243" y="352"/>
                  </a:lnTo>
                  <a:lnTo>
                    <a:pt x="243" y="2"/>
                  </a:lnTo>
                  <a:cubicBezTo>
                    <a:pt x="243" y="1"/>
                    <a:pt x="243" y="1"/>
                    <a:pt x="2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4" name="Google Shape;3604;p28"/>
            <p:cNvSpPr/>
            <p:nvPr/>
          </p:nvSpPr>
          <p:spPr>
            <a:xfrm>
              <a:off x="3889640" y="3778384"/>
              <a:ext cx="22577" cy="32889"/>
            </a:xfrm>
            <a:custGeom>
              <a:avLst/>
              <a:gdLst/>
              <a:ahLst/>
              <a:cxnLst/>
              <a:rect l="l" t="t" r="r" b="b"/>
              <a:pathLst>
                <a:path w="243" h="354" extrusionOk="0">
                  <a:moveTo>
                    <a:pt x="183" y="59"/>
                  </a:moveTo>
                  <a:lnTo>
                    <a:pt x="183" y="294"/>
                  </a:lnTo>
                  <a:lnTo>
                    <a:pt x="59" y="294"/>
                  </a:lnTo>
                  <a:lnTo>
                    <a:pt x="59" y="59"/>
                  </a:lnTo>
                  <a:close/>
                  <a:moveTo>
                    <a:pt x="2" y="1"/>
                  </a:moveTo>
                  <a:cubicBezTo>
                    <a:pt x="1" y="1"/>
                    <a:pt x="1" y="1"/>
                    <a:pt x="1" y="2"/>
                  </a:cubicBezTo>
                  <a:lnTo>
                    <a:pt x="1" y="352"/>
                  </a:lnTo>
                  <a:cubicBezTo>
                    <a:pt x="1" y="352"/>
                    <a:pt x="1" y="354"/>
                    <a:pt x="2" y="354"/>
                  </a:cubicBezTo>
                  <a:lnTo>
                    <a:pt x="241" y="354"/>
                  </a:lnTo>
                  <a:cubicBezTo>
                    <a:pt x="242" y="354"/>
                    <a:pt x="242" y="353"/>
                    <a:pt x="242" y="352"/>
                  </a:cubicBezTo>
                  <a:lnTo>
                    <a:pt x="242" y="2"/>
                  </a:lnTo>
                  <a:cubicBezTo>
                    <a:pt x="242" y="1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5" name="Google Shape;3605;p28"/>
            <p:cNvSpPr/>
            <p:nvPr/>
          </p:nvSpPr>
          <p:spPr>
            <a:xfrm>
              <a:off x="3933957" y="3778384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58" y="58"/>
                  </a:moveTo>
                  <a:cubicBezTo>
                    <a:pt x="58" y="58"/>
                    <a:pt x="58" y="58"/>
                    <a:pt x="58" y="59"/>
                  </a:cubicBezTo>
                  <a:lnTo>
                    <a:pt x="182" y="59"/>
                  </a:lnTo>
                  <a:lnTo>
                    <a:pt x="182" y="294"/>
                  </a:lnTo>
                  <a:lnTo>
                    <a:pt x="58" y="294"/>
                  </a:lnTo>
                  <a:lnTo>
                    <a:pt x="58" y="59"/>
                  </a:lnTo>
                  <a:cubicBezTo>
                    <a:pt x="58" y="58"/>
                    <a:pt x="58" y="58"/>
                    <a:pt x="58" y="58"/>
                  </a:cubicBezTo>
                  <a:close/>
                  <a:moveTo>
                    <a:pt x="2" y="1"/>
                  </a:moveTo>
                  <a:cubicBezTo>
                    <a:pt x="1" y="1"/>
                    <a:pt x="1" y="1"/>
                    <a:pt x="1" y="2"/>
                  </a:cubicBezTo>
                  <a:lnTo>
                    <a:pt x="1" y="352"/>
                  </a:lnTo>
                  <a:cubicBezTo>
                    <a:pt x="1" y="352"/>
                    <a:pt x="1" y="354"/>
                    <a:pt x="2" y="354"/>
                  </a:cubicBezTo>
                  <a:lnTo>
                    <a:pt x="241" y="354"/>
                  </a:lnTo>
                  <a:lnTo>
                    <a:pt x="242" y="352"/>
                  </a:lnTo>
                  <a:lnTo>
                    <a:pt x="242" y="2"/>
                  </a:lnTo>
                  <a:cubicBezTo>
                    <a:pt x="242" y="1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6" name="Google Shape;3606;p28"/>
            <p:cNvSpPr/>
            <p:nvPr/>
          </p:nvSpPr>
          <p:spPr>
            <a:xfrm>
              <a:off x="3978181" y="3778384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183" y="59"/>
                  </a:moveTo>
                  <a:lnTo>
                    <a:pt x="183" y="294"/>
                  </a:lnTo>
                  <a:lnTo>
                    <a:pt x="59" y="294"/>
                  </a:lnTo>
                  <a:lnTo>
                    <a:pt x="59" y="59"/>
                  </a:lnTo>
                  <a:close/>
                  <a:moveTo>
                    <a:pt x="1" y="1"/>
                  </a:moveTo>
                  <a:cubicBezTo>
                    <a:pt x="0" y="1"/>
                    <a:pt x="0" y="1"/>
                    <a:pt x="0" y="2"/>
                  </a:cubicBezTo>
                  <a:lnTo>
                    <a:pt x="0" y="352"/>
                  </a:lnTo>
                  <a:cubicBezTo>
                    <a:pt x="0" y="352"/>
                    <a:pt x="0" y="354"/>
                    <a:pt x="1" y="354"/>
                  </a:cubicBezTo>
                  <a:lnTo>
                    <a:pt x="241" y="354"/>
                  </a:lnTo>
                  <a:cubicBezTo>
                    <a:pt x="242" y="354"/>
                    <a:pt x="242" y="353"/>
                    <a:pt x="242" y="352"/>
                  </a:cubicBezTo>
                  <a:lnTo>
                    <a:pt x="242" y="2"/>
                  </a:lnTo>
                  <a:cubicBezTo>
                    <a:pt x="242" y="1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7" name="Google Shape;3607;p28"/>
            <p:cNvSpPr/>
            <p:nvPr/>
          </p:nvSpPr>
          <p:spPr>
            <a:xfrm>
              <a:off x="4022499" y="3778384"/>
              <a:ext cx="22484" cy="32889"/>
            </a:xfrm>
            <a:custGeom>
              <a:avLst/>
              <a:gdLst/>
              <a:ahLst/>
              <a:cxnLst/>
              <a:rect l="l" t="t" r="r" b="b"/>
              <a:pathLst>
                <a:path w="242" h="354" extrusionOk="0">
                  <a:moveTo>
                    <a:pt x="58" y="58"/>
                  </a:moveTo>
                  <a:cubicBezTo>
                    <a:pt x="58" y="58"/>
                    <a:pt x="58" y="58"/>
                    <a:pt x="57" y="59"/>
                  </a:cubicBezTo>
                  <a:lnTo>
                    <a:pt x="182" y="59"/>
                  </a:lnTo>
                  <a:lnTo>
                    <a:pt x="182" y="294"/>
                  </a:lnTo>
                  <a:lnTo>
                    <a:pt x="57" y="294"/>
                  </a:lnTo>
                  <a:lnTo>
                    <a:pt x="57" y="59"/>
                  </a:lnTo>
                  <a:cubicBezTo>
                    <a:pt x="57" y="58"/>
                    <a:pt x="58" y="58"/>
                    <a:pt x="58" y="58"/>
                  </a:cubicBezTo>
                  <a:close/>
                  <a:moveTo>
                    <a:pt x="1" y="1"/>
                  </a:moveTo>
                  <a:cubicBezTo>
                    <a:pt x="0" y="1"/>
                    <a:pt x="0" y="1"/>
                    <a:pt x="0" y="2"/>
                  </a:cubicBezTo>
                  <a:lnTo>
                    <a:pt x="0" y="352"/>
                  </a:lnTo>
                  <a:cubicBezTo>
                    <a:pt x="0" y="352"/>
                    <a:pt x="0" y="354"/>
                    <a:pt x="1" y="354"/>
                  </a:cubicBezTo>
                  <a:lnTo>
                    <a:pt x="241" y="354"/>
                  </a:lnTo>
                  <a:lnTo>
                    <a:pt x="242" y="352"/>
                  </a:lnTo>
                  <a:lnTo>
                    <a:pt x="242" y="2"/>
                  </a:lnTo>
                  <a:cubicBezTo>
                    <a:pt x="242" y="1"/>
                    <a:pt x="242" y="1"/>
                    <a:pt x="24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08" name="Google Shape;3608;p28"/>
            <p:cNvGrpSpPr/>
            <p:nvPr/>
          </p:nvGrpSpPr>
          <p:grpSpPr>
            <a:xfrm>
              <a:off x="3753705" y="3657766"/>
              <a:ext cx="347280" cy="210337"/>
              <a:chOff x="3638380" y="3782476"/>
              <a:chExt cx="414217" cy="250879"/>
            </a:xfrm>
          </p:grpSpPr>
          <p:sp>
            <p:nvSpPr>
              <p:cNvPr id="3609" name="Google Shape;3609;p28"/>
              <p:cNvSpPr/>
              <p:nvPr/>
            </p:nvSpPr>
            <p:spPr>
              <a:xfrm>
                <a:off x="3638380" y="3782476"/>
                <a:ext cx="414217" cy="250879"/>
              </a:xfrm>
              <a:custGeom>
                <a:avLst/>
                <a:gdLst/>
                <a:ahLst/>
                <a:cxnLst/>
                <a:rect l="l" t="t" r="r" b="b"/>
                <a:pathLst>
                  <a:path w="3738" h="2264" extrusionOk="0">
                    <a:moveTo>
                      <a:pt x="3676" y="60"/>
                    </a:moveTo>
                    <a:lnTo>
                      <a:pt x="3676" y="330"/>
                    </a:lnTo>
                    <a:lnTo>
                      <a:pt x="3459" y="330"/>
                    </a:lnTo>
                    <a:lnTo>
                      <a:pt x="3459" y="2204"/>
                    </a:lnTo>
                    <a:lnTo>
                      <a:pt x="233" y="2204"/>
                    </a:lnTo>
                    <a:lnTo>
                      <a:pt x="233" y="330"/>
                    </a:lnTo>
                    <a:lnTo>
                      <a:pt x="57" y="330"/>
                    </a:lnTo>
                    <a:lnTo>
                      <a:pt x="57" y="60"/>
                    </a:lnTo>
                    <a:close/>
                    <a:moveTo>
                      <a:pt x="1" y="0"/>
                    </a:moveTo>
                    <a:lnTo>
                      <a:pt x="1" y="388"/>
                    </a:lnTo>
                    <a:lnTo>
                      <a:pt x="177" y="388"/>
                    </a:lnTo>
                    <a:lnTo>
                      <a:pt x="177" y="2264"/>
                    </a:lnTo>
                    <a:lnTo>
                      <a:pt x="3520" y="2264"/>
                    </a:lnTo>
                    <a:lnTo>
                      <a:pt x="3520" y="388"/>
                    </a:lnTo>
                    <a:lnTo>
                      <a:pt x="3737" y="388"/>
                    </a:lnTo>
                    <a:lnTo>
                      <a:pt x="3737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0" name="Google Shape;3610;p28"/>
              <p:cNvSpPr/>
              <p:nvPr/>
            </p:nvSpPr>
            <p:spPr>
              <a:xfrm>
                <a:off x="3694783" y="3830014"/>
                <a:ext cx="2692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54" extrusionOk="0">
                    <a:moveTo>
                      <a:pt x="183" y="60"/>
                    </a:moveTo>
                    <a:lnTo>
                      <a:pt x="183" y="296"/>
                    </a:lnTo>
                    <a:lnTo>
                      <a:pt x="59" y="296"/>
                    </a:lnTo>
                    <a:lnTo>
                      <a:pt x="59" y="60"/>
                    </a:lnTo>
                    <a:close/>
                    <a:moveTo>
                      <a:pt x="2" y="1"/>
                    </a:moveTo>
                    <a:cubicBezTo>
                      <a:pt x="0" y="1"/>
                      <a:pt x="0" y="1"/>
                      <a:pt x="0" y="3"/>
                    </a:cubicBezTo>
                    <a:lnTo>
                      <a:pt x="0" y="353"/>
                    </a:lnTo>
                    <a:cubicBezTo>
                      <a:pt x="0" y="353"/>
                      <a:pt x="0" y="354"/>
                      <a:pt x="2" y="354"/>
                    </a:cubicBezTo>
                    <a:lnTo>
                      <a:pt x="241" y="354"/>
                    </a:lnTo>
                    <a:cubicBezTo>
                      <a:pt x="243" y="354"/>
                      <a:pt x="243" y="354"/>
                      <a:pt x="243" y="353"/>
                    </a:cubicBezTo>
                    <a:lnTo>
                      <a:pt x="243" y="3"/>
                    </a:lnTo>
                    <a:cubicBezTo>
                      <a:pt x="243" y="1"/>
                      <a:pt x="243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1" name="Google Shape;3611;p28"/>
              <p:cNvSpPr/>
              <p:nvPr/>
            </p:nvSpPr>
            <p:spPr>
              <a:xfrm>
                <a:off x="3747530" y="3830014"/>
                <a:ext cx="27038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54" extrusionOk="0">
                    <a:moveTo>
                      <a:pt x="183" y="60"/>
                    </a:moveTo>
                    <a:lnTo>
                      <a:pt x="183" y="296"/>
                    </a:lnTo>
                    <a:lnTo>
                      <a:pt x="59" y="296"/>
                    </a:lnTo>
                    <a:lnTo>
                      <a:pt x="59" y="60"/>
                    </a:lnTo>
                    <a:close/>
                    <a:moveTo>
                      <a:pt x="3" y="1"/>
                    </a:moveTo>
                    <a:cubicBezTo>
                      <a:pt x="1" y="1"/>
                      <a:pt x="1" y="1"/>
                      <a:pt x="1" y="3"/>
                    </a:cubicBezTo>
                    <a:lnTo>
                      <a:pt x="1" y="353"/>
                    </a:lnTo>
                    <a:cubicBezTo>
                      <a:pt x="1" y="353"/>
                      <a:pt x="1" y="354"/>
                      <a:pt x="3" y="354"/>
                    </a:cubicBezTo>
                    <a:lnTo>
                      <a:pt x="242" y="354"/>
                    </a:lnTo>
                    <a:cubicBezTo>
                      <a:pt x="242" y="354"/>
                      <a:pt x="243" y="354"/>
                      <a:pt x="243" y="353"/>
                    </a:cubicBezTo>
                    <a:lnTo>
                      <a:pt x="243" y="3"/>
                    </a:lnTo>
                    <a:cubicBezTo>
                      <a:pt x="243" y="1"/>
                      <a:pt x="243" y="1"/>
                      <a:pt x="2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2" name="Google Shape;3612;p28"/>
              <p:cNvSpPr/>
              <p:nvPr/>
            </p:nvSpPr>
            <p:spPr>
              <a:xfrm>
                <a:off x="3800388" y="3830014"/>
                <a:ext cx="2692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54" extrusionOk="0">
                    <a:moveTo>
                      <a:pt x="183" y="60"/>
                    </a:moveTo>
                    <a:lnTo>
                      <a:pt x="183" y="296"/>
                    </a:lnTo>
                    <a:lnTo>
                      <a:pt x="59" y="296"/>
                    </a:lnTo>
                    <a:lnTo>
                      <a:pt x="59" y="60"/>
                    </a:lnTo>
                    <a:close/>
                    <a:moveTo>
                      <a:pt x="2" y="1"/>
                    </a:moveTo>
                    <a:cubicBezTo>
                      <a:pt x="1" y="1"/>
                      <a:pt x="1" y="1"/>
                      <a:pt x="1" y="3"/>
                    </a:cubicBezTo>
                    <a:lnTo>
                      <a:pt x="1" y="353"/>
                    </a:lnTo>
                    <a:cubicBezTo>
                      <a:pt x="1" y="353"/>
                      <a:pt x="1" y="354"/>
                      <a:pt x="2" y="354"/>
                    </a:cubicBezTo>
                    <a:lnTo>
                      <a:pt x="241" y="354"/>
                    </a:lnTo>
                    <a:cubicBezTo>
                      <a:pt x="242" y="354"/>
                      <a:pt x="242" y="354"/>
                      <a:pt x="242" y="353"/>
                    </a:cubicBezTo>
                    <a:lnTo>
                      <a:pt x="242" y="3"/>
                    </a:lnTo>
                    <a:cubicBezTo>
                      <a:pt x="242" y="1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3" name="Google Shape;3613;p28"/>
              <p:cNvSpPr/>
              <p:nvPr/>
            </p:nvSpPr>
            <p:spPr>
              <a:xfrm>
                <a:off x="3853245" y="3830014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182" y="60"/>
                    </a:moveTo>
                    <a:lnTo>
                      <a:pt x="182" y="296"/>
                    </a:lnTo>
                    <a:lnTo>
                      <a:pt x="58" y="296"/>
                    </a:lnTo>
                    <a:lnTo>
                      <a:pt x="58" y="60"/>
                    </a:lnTo>
                    <a:close/>
                    <a:moveTo>
                      <a:pt x="2" y="1"/>
                    </a:moveTo>
                    <a:cubicBezTo>
                      <a:pt x="1" y="1"/>
                      <a:pt x="1" y="1"/>
                      <a:pt x="1" y="3"/>
                    </a:cubicBezTo>
                    <a:lnTo>
                      <a:pt x="1" y="353"/>
                    </a:lnTo>
                    <a:cubicBezTo>
                      <a:pt x="1" y="353"/>
                      <a:pt x="1" y="354"/>
                      <a:pt x="2" y="354"/>
                    </a:cubicBezTo>
                    <a:lnTo>
                      <a:pt x="241" y="354"/>
                    </a:lnTo>
                    <a:cubicBezTo>
                      <a:pt x="241" y="354"/>
                      <a:pt x="242" y="354"/>
                      <a:pt x="242" y="353"/>
                    </a:cubicBezTo>
                    <a:lnTo>
                      <a:pt x="242" y="3"/>
                    </a:lnTo>
                    <a:cubicBezTo>
                      <a:pt x="242" y="1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4" name="Google Shape;3614;p28"/>
              <p:cNvSpPr/>
              <p:nvPr/>
            </p:nvSpPr>
            <p:spPr>
              <a:xfrm>
                <a:off x="3905992" y="3830014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183" y="60"/>
                    </a:moveTo>
                    <a:lnTo>
                      <a:pt x="183" y="296"/>
                    </a:lnTo>
                    <a:lnTo>
                      <a:pt x="59" y="296"/>
                    </a:lnTo>
                    <a:lnTo>
                      <a:pt x="59" y="60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3"/>
                    </a:cubicBezTo>
                    <a:lnTo>
                      <a:pt x="0" y="353"/>
                    </a:lnTo>
                    <a:cubicBezTo>
                      <a:pt x="0" y="353"/>
                      <a:pt x="0" y="354"/>
                      <a:pt x="1" y="354"/>
                    </a:cubicBezTo>
                    <a:lnTo>
                      <a:pt x="241" y="354"/>
                    </a:lnTo>
                    <a:cubicBezTo>
                      <a:pt x="242" y="354"/>
                      <a:pt x="242" y="354"/>
                      <a:pt x="242" y="353"/>
                    </a:cubicBezTo>
                    <a:lnTo>
                      <a:pt x="242" y="3"/>
                    </a:lnTo>
                    <a:cubicBezTo>
                      <a:pt x="242" y="1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5" name="Google Shape;3615;p28"/>
              <p:cNvSpPr/>
              <p:nvPr/>
            </p:nvSpPr>
            <p:spPr>
              <a:xfrm>
                <a:off x="3958849" y="3830014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182" y="60"/>
                    </a:moveTo>
                    <a:lnTo>
                      <a:pt x="182" y="296"/>
                    </a:lnTo>
                    <a:lnTo>
                      <a:pt x="57" y="296"/>
                    </a:lnTo>
                    <a:lnTo>
                      <a:pt x="57" y="60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3"/>
                    </a:cubicBezTo>
                    <a:lnTo>
                      <a:pt x="0" y="353"/>
                    </a:lnTo>
                    <a:cubicBezTo>
                      <a:pt x="0" y="353"/>
                      <a:pt x="0" y="354"/>
                      <a:pt x="1" y="354"/>
                    </a:cubicBezTo>
                    <a:lnTo>
                      <a:pt x="241" y="354"/>
                    </a:lnTo>
                    <a:cubicBezTo>
                      <a:pt x="241" y="354"/>
                      <a:pt x="242" y="354"/>
                      <a:pt x="242" y="353"/>
                    </a:cubicBezTo>
                    <a:lnTo>
                      <a:pt x="242" y="3"/>
                    </a:lnTo>
                    <a:cubicBezTo>
                      <a:pt x="242" y="1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6" name="Google Shape;3616;p28"/>
              <p:cNvSpPr/>
              <p:nvPr/>
            </p:nvSpPr>
            <p:spPr>
              <a:xfrm>
                <a:off x="3694783" y="3878106"/>
                <a:ext cx="2692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54" extrusionOk="0">
                    <a:moveTo>
                      <a:pt x="183" y="60"/>
                    </a:moveTo>
                    <a:lnTo>
                      <a:pt x="183" y="296"/>
                    </a:lnTo>
                    <a:lnTo>
                      <a:pt x="59" y="296"/>
                    </a:lnTo>
                    <a:lnTo>
                      <a:pt x="59" y="60"/>
                    </a:lnTo>
                    <a:close/>
                    <a:moveTo>
                      <a:pt x="2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53"/>
                    </a:lnTo>
                    <a:cubicBezTo>
                      <a:pt x="0" y="354"/>
                      <a:pt x="0" y="354"/>
                      <a:pt x="2" y="354"/>
                    </a:cubicBezTo>
                    <a:lnTo>
                      <a:pt x="241" y="354"/>
                    </a:lnTo>
                    <a:cubicBezTo>
                      <a:pt x="243" y="354"/>
                      <a:pt x="243" y="353"/>
                      <a:pt x="243" y="353"/>
                    </a:cubicBezTo>
                    <a:lnTo>
                      <a:pt x="243" y="2"/>
                    </a:lnTo>
                    <a:cubicBezTo>
                      <a:pt x="243" y="2"/>
                      <a:pt x="243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7" name="Google Shape;3617;p28"/>
              <p:cNvSpPr/>
              <p:nvPr/>
            </p:nvSpPr>
            <p:spPr>
              <a:xfrm>
                <a:off x="3747530" y="3878106"/>
                <a:ext cx="27038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54" extrusionOk="0">
                    <a:moveTo>
                      <a:pt x="183" y="60"/>
                    </a:moveTo>
                    <a:lnTo>
                      <a:pt x="183" y="296"/>
                    </a:lnTo>
                    <a:lnTo>
                      <a:pt x="59" y="296"/>
                    </a:lnTo>
                    <a:lnTo>
                      <a:pt x="59" y="60"/>
                    </a:lnTo>
                    <a:close/>
                    <a:moveTo>
                      <a:pt x="3" y="1"/>
                    </a:moveTo>
                    <a:cubicBezTo>
                      <a:pt x="1" y="1"/>
                      <a:pt x="1" y="1"/>
                      <a:pt x="1" y="2"/>
                    </a:cubicBezTo>
                    <a:lnTo>
                      <a:pt x="1" y="353"/>
                    </a:lnTo>
                    <a:cubicBezTo>
                      <a:pt x="1" y="354"/>
                      <a:pt x="1" y="354"/>
                      <a:pt x="3" y="354"/>
                    </a:cubicBezTo>
                    <a:lnTo>
                      <a:pt x="242" y="354"/>
                    </a:lnTo>
                    <a:lnTo>
                      <a:pt x="243" y="353"/>
                    </a:lnTo>
                    <a:lnTo>
                      <a:pt x="243" y="2"/>
                    </a:lnTo>
                    <a:cubicBezTo>
                      <a:pt x="243" y="2"/>
                      <a:pt x="243" y="1"/>
                      <a:pt x="2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8" name="Google Shape;3618;p28"/>
              <p:cNvSpPr/>
              <p:nvPr/>
            </p:nvSpPr>
            <p:spPr>
              <a:xfrm>
                <a:off x="3800388" y="3878106"/>
                <a:ext cx="2692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54" extrusionOk="0">
                    <a:moveTo>
                      <a:pt x="183" y="60"/>
                    </a:moveTo>
                    <a:lnTo>
                      <a:pt x="183" y="296"/>
                    </a:lnTo>
                    <a:lnTo>
                      <a:pt x="59" y="296"/>
                    </a:lnTo>
                    <a:lnTo>
                      <a:pt x="59" y="60"/>
                    </a:lnTo>
                    <a:close/>
                    <a:moveTo>
                      <a:pt x="2" y="1"/>
                    </a:moveTo>
                    <a:cubicBezTo>
                      <a:pt x="1" y="1"/>
                      <a:pt x="1" y="1"/>
                      <a:pt x="1" y="2"/>
                    </a:cubicBezTo>
                    <a:lnTo>
                      <a:pt x="1" y="353"/>
                    </a:lnTo>
                    <a:cubicBezTo>
                      <a:pt x="1" y="354"/>
                      <a:pt x="1" y="354"/>
                      <a:pt x="2" y="354"/>
                    </a:cubicBezTo>
                    <a:lnTo>
                      <a:pt x="241" y="354"/>
                    </a:lnTo>
                    <a:cubicBezTo>
                      <a:pt x="242" y="354"/>
                      <a:pt x="242" y="353"/>
                      <a:pt x="242" y="353"/>
                    </a:cubicBezTo>
                    <a:lnTo>
                      <a:pt x="242" y="2"/>
                    </a:lnTo>
                    <a:cubicBezTo>
                      <a:pt x="242" y="2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19" name="Google Shape;3619;p28"/>
              <p:cNvSpPr/>
              <p:nvPr/>
            </p:nvSpPr>
            <p:spPr>
              <a:xfrm>
                <a:off x="3853245" y="3878106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182" y="60"/>
                    </a:moveTo>
                    <a:lnTo>
                      <a:pt x="182" y="296"/>
                    </a:lnTo>
                    <a:lnTo>
                      <a:pt x="58" y="296"/>
                    </a:lnTo>
                    <a:lnTo>
                      <a:pt x="58" y="60"/>
                    </a:lnTo>
                    <a:close/>
                    <a:moveTo>
                      <a:pt x="2" y="1"/>
                    </a:moveTo>
                    <a:cubicBezTo>
                      <a:pt x="1" y="1"/>
                      <a:pt x="1" y="1"/>
                      <a:pt x="1" y="2"/>
                    </a:cubicBezTo>
                    <a:lnTo>
                      <a:pt x="1" y="353"/>
                    </a:lnTo>
                    <a:cubicBezTo>
                      <a:pt x="1" y="354"/>
                      <a:pt x="1" y="354"/>
                      <a:pt x="2" y="354"/>
                    </a:cubicBezTo>
                    <a:lnTo>
                      <a:pt x="241" y="354"/>
                    </a:lnTo>
                    <a:lnTo>
                      <a:pt x="242" y="353"/>
                    </a:lnTo>
                    <a:lnTo>
                      <a:pt x="242" y="2"/>
                    </a:lnTo>
                    <a:cubicBezTo>
                      <a:pt x="242" y="2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0" name="Google Shape;3620;p28"/>
              <p:cNvSpPr/>
              <p:nvPr/>
            </p:nvSpPr>
            <p:spPr>
              <a:xfrm>
                <a:off x="3905992" y="3878106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183" y="60"/>
                    </a:moveTo>
                    <a:lnTo>
                      <a:pt x="183" y="296"/>
                    </a:lnTo>
                    <a:lnTo>
                      <a:pt x="59" y="296"/>
                    </a:lnTo>
                    <a:lnTo>
                      <a:pt x="59" y="60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53"/>
                    </a:lnTo>
                    <a:cubicBezTo>
                      <a:pt x="0" y="354"/>
                      <a:pt x="0" y="354"/>
                      <a:pt x="1" y="354"/>
                    </a:cubicBezTo>
                    <a:lnTo>
                      <a:pt x="241" y="354"/>
                    </a:lnTo>
                    <a:cubicBezTo>
                      <a:pt x="242" y="354"/>
                      <a:pt x="242" y="353"/>
                      <a:pt x="242" y="353"/>
                    </a:cubicBezTo>
                    <a:lnTo>
                      <a:pt x="242" y="2"/>
                    </a:lnTo>
                    <a:cubicBezTo>
                      <a:pt x="242" y="2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1" name="Google Shape;3621;p28"/>
              <p:cNvSpPr/>
              <p:nvPr/>
            </p:nvSpPr>
            <p:spPr>
              <a:xfrm>
                <a:off x="3958849" y="3878106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182" y="60"/>
                    </a:moveTo>
                    <a:lnTo>
                      <a:pt x="182" y="296"/>
                    </a:lnTo>
                    <a:lnTo>
                      <a:pt x="57" y="296"/>
                    </a:lnTo>
                    <a:lnTo>
                      <a:pt x="57" y="60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53"/>
                    </a:lnTo>
                    <a:cubicBezTo>
                      <a:pt x="0" y="354"/>
                      <a:pt x="0" y="354"/>
                      <a:pt x="1" y="354"/>
                    </a:cubicBezTo>
                    <a:lnTo>
                      <a:pt x="241" y="354"/>
                    </a:lnTo>
                    <a:lnTo>
                      <a:pt x="242" y="353"/>
                    </a:lnTo>
                    <a:lnTo>
                      <a:pt x="242" y="2"/>
                    </a:lnTo>
                    <a:cubicBezTo>
                      <a:pt x="242" y="2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2" name="Google Shape;3622;p28"/>
              <p:cNvSpPr/>
              <p:nvPr/>
            </p:nvSpPr>
            <p:spPr>
              <a:xfrm>
                <a:off x="3694783" y="3926199"/>
                <a:ext cx="2692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54" extrusionOk="0">
                    <a:moveTo>
                      <a:pt x="183" y="59"/>
                    </a:moveTo>
                    <a:lnTo>
                      <a:pt x="183" y="294"/>
                    </a:lnTo>
                    <a:lnTo>
                      <a:pt x="59" y="294"/>
                    </a:lnTo>
                    <a:lnTo>
                      <a:pt x="59" y="59"/>
                    </a:lnTo>
                    <a:close/>
                    <a:moveTo>
                      <a:pt x="2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52"/>
                    </a:lnTo>
                    <a:cubicBezTo>
                      <a:pt x="0" y="352"/>
                      <a:pt x="0" y="354"/>
                      <a:pt x="2" y="354"/>
                    </a:cubicBezTo>
                    <a:lnTo>
                      <a:pt x="241" y="354"/>
                    </a:lnTo>
                    <a:cubicBezTo>
                      <a:pt x="243" y="354"/>
                      <a:pt x="243" y="353"/>
                      <a:pt x="243" y="352"/>
                    </a:cubicBezTo>
                    <a:lnTo>
                      <a:pt x="243" y="2"/>
                    </a:lnTo>
                    <a:cubicBezTo>
                      <a:pt x="243" y="1"/>
                      <a:pt x="243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3" name="Google Shape;3623;p28"/>
              <p:cNvSpPr/>
              <p:nvPr/>
            </p:nvSpPr>
            <p:spPr>
              <a:xfrm>
                <a:off x="3747530" y="3926199"/>
                <a:ext cx="27038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4" h="354" extrusionOk="0">
                    <a:moveTo>
                      <a:pt x="183" y="59"/>
                    </a:moveTo>
                    <a:lnTo>
                      <a:pt x="183" y="294"/>
                    </a:lnTo>
                    <a:lnTo>
                      <a:pt x="59" y="294"/>
                    </a:lnTo>
                    <a:lnTo>
                      <a:pt x="59" y="59"/>
                    </a:lnTo>
                    <a:close/>
                    <a:moveTo>
                      <a:pt x="3" y="1"/>
                    </a:moveTo>
                    <a:cubicBezTo>
                      <a:pt x="1" y="1"/>
                      <a:pt x="1" y="1"/>
                      <a:pt x="1" y="2"/>
                    </a:cubicBezTo>
                    <a:lnTo>
                      <a:pt x="1" y="352"/>
                    </a:lnTo>
                    <a:cubicBezTo>
                      <a:pt x="1" y="352"/>
                      <a:pt x="1" y="354"/>
                      <a:pt x="3" y="354"/>
                    </a:cubicBezTo>
                    <a:lnTo>
                      <a:pt x="242" y="354"/>
                    </a:lnTo>
                    <a:lnTo>
                      <a:pt x="243" y="352"/>
                    </a:lnTo>
                    <a:lnTo>
                      <a:pt x="243" y="2"/>
                    </a:lnTo>
                    <a:cubicBezTo>
                      <a:pt x="243" y="1"/>
                      <a:pt x="243" y="1"/>
                      <a:pt x="242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4" name="Google Shape;3624;p28"/>
              <p:cNvSpPr/>
              <p:nvPr/>
            </p:nvSpPr>
            <p:spPr>
              <a:xfrm>
                <a:off x="3800388" y="3926199"/>
                <a:ext cx="2692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3" h="354" extrusionOk="0">
                    <a:moveTo>
                      <a:pt x="183" y="59"/>
                    </a:moveTo>
                    <a:lnTo>
                      <a:pt x="183" y="294"/>
                    </a:lnTo>
                    <a:lnTo>
                      <a:pt x="59" y="294"/>
                    </a:lnTo>
                    <a:lnTo>
                      <a:pt x="59" y="59"/>
                    </a:lnTo>
                    <a:close/>
                    <a:moveTo>
                      <a:pt x="2" y="1"/>
                    </a:moveTo>
                    <a:cubicBezTo>
                      <a:pt x="1" y="1"/>
                      <a:pt x="1" y="1"/>
                      <a:pt x="1" y="2"/>
                    </a:cubicBezTo>
                    <a:lnTo>
                      <a:pt x="1" y="352"/>
                    </a:lnTo>
                    <a:cubicBezTo>
                      <a:pt x="1" y="352"/>
                      <a:pt x="1" y="354"/>
                      <a:pt x="2" y="354"/>
                    </a:cubicBezTo>
                    <a:lnTo>
                      <a:pt x="241" y="354"/>
                    </a:lnTo>
                    <a:cubicBezTo>
                      <a:pt x="242" y="354"/>
                      <a:pt x="242" y="353"/>
                      <a:pt x="242" y="352"/>
                    </a:cubicBezTo>
                    <a:lnTo>
                      <a:pt x="242" y="2"/>
                    </a:lnTo>
                    <a:cubicBezTo>
                      <a:pt x="242" y="1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5" name="Google Shape;3625;p28"/>
              <p:cNvSpPr/>
              <p:nvPr/>
            </p:nvSpPr>
            <p:spPr>
              <a:xfrm>
                <a:off x="3853245" y="3926199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58" y="58"/>
                    </a:moveTo>
                    <a:cubicBezTo>
                      <a:pt x="58" y="58"/>
                      <a:pt x="58" y="58"/>
                      <a:pt x="58" y="59"/>
                    </a:cubicBezTo>
                    <a:lnTo>
                      <a:pt x="182" y="59"/>
                    </a:lnTo>
                    <a:lnTo>
                      <a:pt x="182" y="294"/>
                    </a:lnTo>
                    <a:lnTo>
                      <a:pt x="58" y="294"/>
                    </a:lnTo>
                    <a:lnTo>
                      <a:pt x="58" y="59"/>
                    </a:lnTo>
                    <a:cubicBezTo>
                      <a:pt x="58" y="58"/>
                      <a:pt x="58" y="58"/>
                      <a:pt x="58" y="58"/>
                    </a:cubicBezTo>
                    <a:close/>
                    <a:moveTo>
                      <a:pt x="2" y="1"/>
                    </a:moveTo>
                    <a:cubicBezTo>
                      <a:pt x="1" y="1"/>
                      <a:pt x="1" y="1"/>
                      <a:pt x="1" y="2"/>
                    </a:cubicBezTo>
                    <a:lnTo>
                      <a:pt x="1" y="352"/>
                    </a:lnTo>
                    <a:cubicBezTo>
                      <a:pt x="1" y="352"/>
                      <a:pt x="1" y="354"/>
                      <a:pt x="2" y="354"/>
                    </a:cubicBezTo>
                    <a:lnTo>
                      <a:pt x="241" y="354"/>
                    </a:lnTo>
                    <a:lnTo>
                      <a:pt x="242" y="352"/>
                    </a:lnTo>
                    <a:lnTo>
                      <a:pt x="242" y="2"/>
                    </a:lnTo>
                    <a:cubicBezTo>
                      <a:pt x="242" y="1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6" name="Google Shape;3626;p28"/>
              <p:cNvSpPr/>
              <p:nvPr/>
            </p:nvSpPr>
            <p:spPr>
              <a:xfrm>
                <a:off x="3905992" y="3926199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183" y="59"/>
                    </a:moveTo>
                    <a:lnTo>
                      <a:pt x="183" y="294"/>
                    </a:lnTo>
                    <a:lnTo>
                      <a:pt x="59" y="294"/>
                    </a:lnTo>
                    <a:lnTo>
                      <a:pt x="59" y="59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52"/>
                    </a:lnTo>
                    <a:cubicBezTo>
                      <a:pt x="0" y="352"/>
                      <a:pt x="0" y="354"/>
                      <a:pt x="1" y="354"/>
                    </a:cubicBezTo>
                    <a:lnTo>
                      <a:pt x="241" y="354"/>
                    </a:lnTo>
                    <a:cubicBezTo>
                      <a:pt x="242" y="354"/>
                      <a:pt x="242" y="353"/>
                      <a:pt x="242" y="352"/>
                    </a:cubicBezTo>
                    <a:lnTo>
                      <a:pt x="242" y="2"/>
                    </a:lnTo>
                    <a:cubicBezTo>
                      <a:pt x="242" y="1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27" name="Google Shape;3627;p28"/>
              <p:cNvSpPr/>
              <p:nvPr/>
            </p:nvSpPr>
            <p:spPr>
              <a:xfrm>
                <a:off x="3958849" y="3926199"/>
                <a:ext cx="26817" cy="39228"/>
              </a:xfrm>
              <a:custGeom>
                <a:avLst/>
                <a:gdLst/>
                <a:ahLst/>
                <a:cxnLst/>
                <a:rect l="l" t="t" r="r" b="b"/>
                <a:pathLst>
                  <a:path w="242" h="354" extrusionOk="0">
                    <a:moveTo>
                      <a:pt x="58" y="58"/>
                    </a:moveTo>
                    <a:cubicBezTo>
                      <a:pt x="58" y="58"/>
                      <a:pt x="58" y="58"/>
                      <a:pt x="57" y="59"/>
                    </a:cubicBezTo>
                    <a:lnTo>
                      <a:pt x="182" y="59"/>
                    </a:lnTo>
                    <a:lnTo>
                      <a:pt x="182" y="294"/>
                    </a:lnTo>
                    <a:lnTo>
                      <a:pt x="57" y="294"/>
                    </a:lnTo>
                    <a:lnTo>
                      <a:pt x="57" y="59"/>
                    </a:lnTo>
                    <a:cubicBezTo>
                      <a:pt x="57" y="58"/>
                      <a:pt x="58" y="58"/>
                      <a:pt x="58" y="58"/>
                    </a:cubicBez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52"/>
                    </a:lnTo>
                    <a:cubicBezTo>
                      <a:pt x="0" y="352"/>
                      <a:pt x="0" y="354"/>
                      <a:pt x="1" y="354"/>
                    </a:cubicBezTo>
                    <a:lnTo>
                      <a:pt x="241" y="354"/>
                    </a:lnTo>
                    <a:lnTo>
                      <a:pt x="242" y="352"/>
                    </a:lnTo>
                    <a:lnTo>
                      <a:pt x="242" y="2"/>
                    </a:lnTo>
                    <a:cubicBezTo>
                      <a:pt x="242" y="1"/>
                      <a:pt x="242" y="1"/>
                      <a:pt x="24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28" name="Google Shape;3628;p28"/>
            <p:cNvGrpSpPr/>
            <p:nvPr/>
          </p:nvGrpSpPr>
          <p:grpSpPr>
            <a:xfrm>
              <a:off x="3407726" y="3370691"/>
              <a:ext cx="240717" cy="497414"/>
              <a:chOff x="3225714" y="3440069"/>
              <a:chExt cx="287115" cy="593290"/>
            </a:xfrm>
          </p:grpSpPr>
          <p:sp>
            <p:nvSpPr>
              <p:cNvPr id="3629" name="Google Shape;3629;p28"/>
              <p:cNvSpPr/>
              <p:nvPr/>
            </p:nvSpPr>
            <p:spPr>
              <a:xfrm>
                <a:off x="3225714" y="3440069"/>
                <a:ext cx="287115" cy="593290"/>
              </a:xfrm>
              <a:custGeom>
                <a:avLst/>
                <a:gdLst/>
                <a:ahLst/>
                <a:cxnLst/>
                <a:rect l="l" t="t" r="r" b="b"/>
                <a:pathLst>
                  <a:path w="2591" h="5354" extrusionOk="0">
                    <a:moveTo>
                      <a:pt x="1686" y="60"/>
                    </a:moveTo>
                    <a:lnTo>
                      <a:pt x="1903" y="1150"/>
                    </a:lnTo>
                    <a:lnTo>
                      <a:pt x="2104" y="1150"/>
                    </a:lnTo>
                    <a:lnTo>
                      <a:pt x="2501" y="3157"/>
                    </a:lnTo>
                    <a:lnTo>
                      <a:pt x="2533" y="3157"/>
                    </a:lnTo>
                    <a:lnTo>
                      <a:pt x="2533" y="5294"/>
                    </a:lnTo>
                    <a:lnTo>
                      <a:pt x="1553" y="5294"/>
                    </a:lnTo>
                    <a:lnTo>
                      <a:pt x="1553" y="2393"/>
                    </a:lnTo>
                    <a:cubicBezTo>
                      <a:pt x="1553" y="2250"/>
                      <a:pt x="1438" y="2134"/>
                      <a:pt x="1295" y="2134"/>
                    </a:cubicBezTo>
                    <a:cubicBezTo>
                      <a:pt x="1151" y="2134"/>
                      <a:pt x="1035" y="2250"/>
                      <a:pt x="1035" y="2393"/>
                    </a:cubicBezTo>
                    <a:lnTo>
                      <a:pt x="1035" y="5294"/>
                    </a:lnTo>
                    <a:lnTo>
                      <a:pt x="57" y="5294"/>
                    </a:lnTo>
                    <a:lnTo>
                      <a:pt x="57" y="3157"/>
                    </a:lnTo>
                    <a:lnTo>
                      <a:pt x="89" y="3157"/>
                    </a:lnTo>
                    <a:lnTo>
                      <a:pt x="486" y="1150"/>
                    </a:lnTo>
                    <a:lnTo>
                      <a:pt x="687" y="1150"/>
                    </a:lnTo>
                    <a:lnTo>
                      <a:pt x="903" y="60"/>
                    </a:lnTo>
                    <a:close/>
                    <a:moveTo>
                      <a:pt x="856" y="0"/>
                    </a:moveTo>
                    <a:lnTo>
                      <a:pt x="640" y="1092"/>
                    </a:lnTo>
                    <a:lnTo>
                      <a:pt x="438" y="1092"/>
                    </a:lnTo>
                    <a:lnTo>
                      <a:pt x="42" y="3098"/>
                    </a:lnTo>
                    <a:lnTo>
                      <a:pt x="0" y="3098"/>
                    </a:lnTo>
                    <a:lnTo>
                      <a:pt x="0" y="5354"/>
                    </a:lnTo>
                    <a:lnTo>
                      <a:pt x="1095" y="5354"/>
                    </a:lnTo>
                    <a:lnTo>
                      <a:pt x="1095" y="2393"/>
                    </a:lnTo>
                    <a:cubicBezTo>
                      <a:pt x="1095" y="2282"/>
                      <a:pt x="1184" y="2193"/>
                      <a:pt x="1296" y="2193"/>
                    </a:cubicBezTo>
                    <a:cubicBezTo>
                      <a:pt x="1407" y="2193"/>
                      <a:pt x="1496" y="2282"/>
                      <a:pt x="1496" y="2393"/>
                    </a:cubicBezTo>
                    <a:lnTo>
                      <a:pt x="1496" y="5354"/>
                    </a:lnTo>
                    <a:lnTo>
                      <a:pt x="2591" y="5354"/>
                    </a:lnTo>
                    <a:lnTo>
                      <a:pt x="2591" y="3098"/>
                    </a:lnTo>
                    <a:lnTo>
                      <a:pt x="2549" y="3098"/>
                    </a:lnTo>
                    <a:lnTo>
                      <a:pt x="2152" y="1092"/>
                    </a:lnTo>
                    <a:lnTo>
                      <a:pt x="1951" y="1092"/>
                    </a:lnTo>
                    <a:lnTo>
                      <a:pt x="1736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0" name="Google Shape;3630;p28"/>
              <p:cNvSpPr/>
              <p:nvPr/>
            </p:nvSpPr>
            <p:spPr>
              <a:xfrm>
                <a:off x="3252309" y="3797103"/>
                <a:ext cx="34130" cy="3413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08" extrusionOk="0">
                    <a:moveTo>
                      <a:pt x="248" y="61"/>
                    </a:moveTo>
                    <a:lnTo>
                      <a:pt x="248" y="250"/>
                    </a:lnTo>
                    <a:lnTo>
                      <a:pt x="59" y="250"/>
                    </a:lnTo>
                    <a:lnTo>
                      <a:pt x="59" y="61"/>
                    </a:lnTo>
                    <a:close/>
                    <a:moveTo>
                      <a:pt x="1" y="0"/>
                    </a:moveTo>
                    <a:lnTo>
                      <a:pt x="1" y="307"/>
                    </a:lnTo>
                    <a:lnTo>
                      <a:pt x="308" y="307"/>
                    </a:lnTo>
                    <a:lnTo>
                      <a:pt x="30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1" name="Google Shape;3631;p28"/>
              <p:cNvSpPr/>
              <p:nvPr/>
            </p:nvSpPr>
            <p:spPr>
              <a:xfrm>
                <a:off x="3284777" y="3720865"/>
                <a:ext cx="34130" cy="3413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08" extrusionOk="0">
                    <a:moveTo>
                      <a:pt x="249" y="59"/>
                    </a:moveTo>
                    <a:lnTo>
                      <a:pt x="249" y="248"/>
                    </a:lnTo>
                    <a:lnTo>
                      <a:pt x="60" y="248"/>
                    </a:lnTo>
                    <a:lnTo>
                      <a:pt x="60" y="59"/>
                    </a:lnTo>
                    <a:close/>
                    <a:moveTo>
                      <a:pt x="0" y="1"/>
                    </a:moveTo>
                    <a:lnTo>
                      <a:pt x="0" y="308"/>
                    </a:lnTo>
                    <a:lnTo>
                      <a:pt x="307" y="308"/>
                    </a:lnTo>
                    <a:lnTo>
                      <a:pt x="30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2" name="Google Shape;3632;p28"/>
              <p:cNvSpPr/>
              <p:nvPr/>
            </p:nvSpPr>
            <p:spPr>
              <a:xfrm>
                <a:off x="3288212" y="3863258"/>
                <a:ext cx="34130" cy="3413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08" extrusionOk="0">
                    <a:moveTo>
                      <a:pt x="250" y="59"/>
                    </a:moveTo>
                    <a:lnTo>
                      <a:pt x="250" y="248"/>
                    </a:lnTo>
                    <a:lnTo>
                      <a:pt x="60" y="248"/>
                    </a:lnTo>
                    <a:lnTo>
                      <a:pt x="60" y="59"/>
                    </a:lnTo>
                    <a:close/>
                    <a:moveTo>
                      <a:pt x="1" y="1"/>
                    </a:moveTo>
                    <a:lnTo>
                      <a:pt x="1" y="308"/>
                    </a:lnTo>
                    <a:lnTo>
                      <a:pt x="308" y="308"/>
                    </a:ln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3" name="Google Shape;3633;p28"/>
              <p:cNvSpPr/>
              <p:nvPr/>
            </p:nvSpPr>
            <p:spPr>
              <a:xfrm>
                <a:off x="3466288" y="3872455"/>
                <a:ext cx="34130" cy="3413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08" extrusionOk="0">
                    <a:moveTo>
                      <a:pt x="248" y="60"/>
                    </a:moveTo>
                    <a:lnTo>
                      <a:pt x="248" y="249"/>
                    </a:lnTo>
                    <a:lnTo>
                      <a:pt x="59" y="249"/>
                    </a:lnTo>
                    <a:lnTo>
                      <a:pt x="59" y="60"/>
                    </a:lnTo>
                    <a:close/>
                    <a:moveTo>
                      <a:pt x="0" y="1"/>
                    </a:moveTo>
                    <a:lnTo>
                      <a:pt x="0" y="308"/>
                    </a:lnTo>
                    <a:lnTo>
                      <a:pt x="307" y="308"/>
                    </a:lnTo>
                    <a:lnTo>
                      <a:pt x="307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4" name="Google Shape;3634;p28"/>
              <p:cNvSpPr/>
              <p:nvPr/>
            </p:nvSpPr>
            <p:spPr>
              <a:xfrm>
                <a:off x="3433266" y="3681416"/>
                <a:ext cx="34130" cy="3413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08" extrusionOk="0">
                    <a:moveTo>
                      <a:pt x="247" y="60"/>
                    </a:moveTo>
                    <a:lnTo>
                      <a:pt x="247" y="249"/>
                    </a:lnTo>
                    <a:lnTo>
                      <a:pt x="58" y="249"/>
                    </a:lnTo>
                    <a:lnTo>
                      <a:pt x="58" y="60"/>
                    </a:lnTo>
                    <a:close/>
                    <a:moveTo>
                      <a:pt x="1" y="1"/>
                    </a:moveTo>
                    <a:lnTo>
                      <a:pt x="1" y="308"/>
                    </a:lnTo>
                    <a:lnTo>
                      <a:pt x="308" y="308"/>
                    </a:lnTo>
                    <a:lnTo>
                      <a:pt x="308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35" name="Google Shape;3635;p28"/>
              <p:cNvSpPr/>
              <p:nvPr/>
            </p:nvSpPr>
            <p:spPr>
              <a:xfrm>
                <a:off x="3407225" y="3606507"/>
                <a:ext cx="34130" cy="34130"/>
              </a:xfrm>
              <a:custGeom>
                <a:avLst/>
                <a:gdLst/>
                <a:ahLst/>
                <a:cxnLst/>
                <a:rect l="l" t="t" r="r" b="b"/>
                <a:pathLst>
                  <a:path w="308" h="308" extrusionOk="0">
                    <a:moveTo>
                      <a:pt x="247" y="59"/>
                    </a:moveTo>
                    <a:lnTo>
                      <a:pt x="247" y="248"/>
                    </a:lnTo>
                    <a:lnTo>
                      <a:pt x="58" y="248"/>
                    </a:lnTo>
                    <a:lnTo>
                      <a:pt x="58" y="59"/>
                    </a:lnTo>
                    <a:close/>
                    <a:moveTo>
                      <a:pt x="0" y="0"/>
                    </a:moveTo>
                    <a:lnTo>
                      <a:pt x="0" y="307"/>
                    </a:lnTo>
                    <a:lnTo>
                      <a:pt x="307" y="307"/>
                    </a:lnTo>
                    <a:lnTo>
                      <a:pt x="307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36" name="Google Shape;3636;p28"/>
            <p:cNvSpPr/>
            <p:nvPr/>
          </p:nvSpPr>
          <p:spPr>
            <a:xfrm>
              <a:off x="4791408" y="3678694"/>
              <a:ext cx="19139" cy="30567"/>
            </a:xfrm>
            <a:custGeom>
              <a:avLst/>
              <a:gdLst/>
              <a:ahLst/>
              <a:cxnLst/>
              <a:rect l="l" t="t" r="r" b="b"/>
              <a:pathLst>
                <a:path w="206" h="329" extrusionOk="0">
                  <a:moveTo>
                    <a:pt x="2" y="0"/>
                  </a:moveTo>
                  <a:cubicBezTo>
                    <a:pt x="1" y="0"/>
                    <a:pt x="1" y="1"/>
                    <a:pt x="1" y="1"/>
                  </a:cubicBezTo>
                  <a:lnTo>
                    <a:pt x="1" y="328"/>
                  </a:lnTo>
                  <a:cubicBezTo>
                    <a:pt x="1" y="329"/>
                    <a:pt x="2" y="329"/>
                    <a:pt x="2" y="329"/>
                  </a:cubicBezTo>
                  <a:lnTo>
                    <a:pt x="204" y="329"/>
                  </a:lnTo>
                  <a:lnTo>
                    <a:pt x="205" y="1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7" name="Google Shape;3637;p28"/>
            <p:cNvSpPr/>
            <p:nvPr/>
          </p:nvSpPr>
          <p:spPr>
            <a:xfrm>
              <a:off x="4840742" y="3678694"/>
              <a:ext cx="19139" cy="30567"/>
            </a:xfrm>
            <a:custGeom>
              <a:avLst/>
              <a:gdLst/>
              <a:ahLst/>
              <a:cxnLst/>
              <a:rect l="l" t="t" r="r" b="b"/>
              <a:pathLst>
                <a:path w="206" h="329" extrusionOk="0">
                  <a:moveTo>
                    <a:pt x="2" y="0"/>
                  </a:moveTo>
                  <a:cubicBezTo>
                    <a:pt x="1" y="0"/>
                    <a:pt x="1" y="1"/>
                    <a:pt x="1" y="1"/>
                  </a:cubicBezTo>
                  <a:lnTo>
                    <a:pt x="1" y="328"/>
                  </a:lnTo>
                  <a:cubicBezTo>
                    <a:pt x="1" y="329"/>
                    <a:pt x="2" y="329"/>
                    <a:pt x="2" y="329"/>
                  </a:cubicBezTo>
                  <a:lnTo>
                    <a:pt x="203" y="329"/>
                  </a:lnTo>
                  <a:lnTo>
                    <a:pt x="205" y="1"/>
                  </a:lnTo>
                  <a:cubicBezTo>
                    <a:pt x="205" y="0"/>
                    <a:pt x="203" y="0"/>
                    <a:pt x="2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8" name="Google Shape;3638;p28"/>
            <p:cNvSpPr/>
            <p:nvPr/>
          </p:nvSpPr>
          <p:spPr>
            <a:xfrm>
              <a:off x="4889891" y="3678694"/>
              <a:ext cx="19139" cy="30567"/>
            </a:xfrm>
            <a:custGeom>
              <a:avLst/>
              <a:gdLst/>
              <a:ahLst/>
              <a:cxnLst/>
              <a:rect l="l" t="t" r="r" b="b"/>
              <a:pathLst>
                <a:path w="206" h="329" extrusionOk="0">
                  <a:moveTo>
                    <a:pt x="2" y="0"/>
                  </a:moveTo>
                  <a:cubicBezTo>
                    <a:pt x="1" y="0"/>
                    <a:pt x="1" y="1"/>
                    <a:pt x="1" y="1"/>
                  </a:cubicBezTo>
                  <a:lnTo>
                    <a:pt x="1" y="328"/>
                  </a:lnTo>
                  <a:cubicBezTo>
                    <a:pt x="1" y="329"/>
                    <a:pt x="2" y="329"/>
                    <a:pt x="2" y="329"/>
                  </a:cubicBezTo>
                  <a:lnTo>
                    <a:pt x="204" y="329"/>
                  </a:lnTo>
                  <a:lnTo>
                    <a:pt x="205" y="1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39" name="Google Shape;3639;p28"/>
            <p:cNvSpPr/>
            <p:nvPr/>
          </p:nvSpPr>
          <p:spPr>
            <a:xfrm>
              <a:off x="4939225" y="3678694"/>
              <a:ext cx="19139" cy="30567"/>
            </a:xfrm>
            <a:custGeom>
              <a:avLst/>
              <a:gdLst/>
              <a:ahLst/>
              <a:cxnLst/>
              <a:rect l="l" t="t" r="r" b="b"/>
              <a:pathLst>
                <a:path w="206" h="329" extrusionOk="0">
                  <a:moveTo>
                    <a:pt x="2" y="0"/>
                  </a:moveTo>
                  <a:cubicBezTo>
                    <a:pt x="1" y="0"/>
                    <a:pt x="1" y="1"/>
                    <a:pt x="1" y="1"/>
                  </a:cubicBezTo>
                  <a:lnTo>
                    <a:pt x="1" y="328"/>
                  </a:lnTo>
                  <a:cubicBezTo>
                    <a:pt x="1" y="329"/>
                    <a:pt x="2" y="329"/>
                    <a:pt x="2" y="329"/>
                  </a:cubicBezTo>
                  <a:lnTo>
                    <a:pt x="204" y="329"/>
                  </a:lnTo>
                  <a:lnTo>
                    <a:pt x="205" y="1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0" name="Google Shape;3640;p28"/>
            <p:cNvSpPr/>
            <p:nvPr/>
          </p:nvSpPr>
          <p:spPr>
            <a:xfrm>
              <a:off x="4988374" y="3678694"/>
              <a:ext cx="19139" cy="30567"/>
            </a:xfrm>
            <a:custGeom>
              <a:avLst/>
              <a:gdLst/>
              <a:ahLst/>
              <a:cxnLst/>
              <a:rect l="l" t="t" r="r" b="b"/>
              <a:pathLst>
                <a:path w="206" h="329" extrusionOk="0">
                  <a:moveTo>
                    <a:pt x="3" y="0"/>
                  </a:moveTo>
                  <a:cubicBezTo>
                    <a:pt x="1" y="0"/>
                    <a:pt x="1" y="1"/>
                    <a:pt x="1" y="1"/>
                  </a:cubicBezTo>
                  <a:lnTo>
                    <a:pt x="1" y="328"/>
                  </a:lnTo>
                  <a:cubicBezTo>
                    <a:pt x="1" y="329"/>
                    <a:pt x="3" y="329"/>
                    <a:pt x="3" y="329"/>
                  </a:cubicBezTo>
                  <a:lnTo>
                    <a:pt x="204" y="329"/>
                  </a:lnTo>
                  <a:lnTo>
                    <a:pt x="205" y="1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1" name="Google Shape;3641;p28"/>
            <p:cNvSpPr/>
            <p:nvPr/>
          </p:nvSpPr>
          <p:spPr>
            <a:xfrm>
              <a:off x="5037708" y="3678694"/>
              <a:ext cx="19139" cy="30567"/>
            </a:xfrm>
            <a:custGeom>
              <a:avLst/>
              <a:gdLst/>
              <a:ahLst/>
              <a:cxnLst/>
              <a:rect l="l" t="t" r="r" b="b"/>
              <a:pathLst>
                <a:path w="206" h="329" extrusionOk="0">
                  <a:moveTo>
                    <a:pt x="2" y="0"/>
                  </a:moveTo>
                  <a:cubicBezTo>
                    <a:pt x="1" y="0"/>
                    <a:pt x="1" y="1"/>
                    <a:pt x="1" y="1"/>
                  </a:cubicBezTo>
                  <a:lnTo>
                    <a:pt x="1" y="328"/>
                  </a:lnTo>
                  <a:cubicBezTo>
                    <a:pt x="1" y="329"/>
                    <a:pt x="2" y="329"/>
                    <a:pt x="2" y="329"/>
                  </a:cubicBezTo>
                  <a:lnTo>
                    <a:pt x="204" y="329"/>
                  </a:lnTo>
                  <a:lnTo>
                    <a:pt x="205" y="1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2" name="Google Shape;3642;p28"/>
            <p:cNvSpPr/>
            <p:nvPr/>
          </p:nvSpPr>
          <p:spPr>
            <a:xfrm>
              <a:off x="4791408" y="3723476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8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3" name="Google Shape;3643;p28"/>
            <p:cNvSpPr/>
            <p:nvPr/>
          </p:nvSpPr>
          <p:spPr>
            <a:xfrm>
              <a:off x="4840742" y="3723476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8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3" y="330"/>
                  </a:lnTo>
                  <a:lnTo>
                    <a:pt x="205" y="2"/>
                  </a:lnTo>
                  <a:cubicBezTo>
                    <a:pt x="205" y="0"/>
                    <a:pt x="203" y="0"/>
                    <a:pt x="2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4" name="Google Shape;3644;p28"/>
            <p:cNvSpPr/>
            <p:nvPr/>
          </p:nvSpPr>
          <p:spPr>
            <a:xfrm>
              <a:off x="4889891" y="3723476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8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5" name="Google Shape;3645;p28"/>
            <p:cNvSpPr/>
            <p:nvPr/>
          </p:nvSpPr>
          <p:spPr>
            <a:xfrm>
              <a:off x="4939225" y="3723476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8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6" name="Google Shape;3646;p28"/>
            <p:cNvSpPr/>
            <p:nvPr/>
          </p:nvSpPr>
          <p:spPr>
            <a:xfrm>
              <a:off x="4988374" y="3723476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3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8"/>
                  </a:lnTo>
                  <a:cubicBezTo>
                    <a:pt x="1" y="330"/>
                    <a:pt x="3" y="330"/>
                    <a:pt x="3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7" name="Google Shape;3647;p28"/>
            <p:cNvSpPr/>
            <p:nvPr/>
          </p:nvSpPr>
          <p:spPr>
            <a:xfrm>
              <a:off x="5037708" y="3723476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8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8" name="Google Shape;3648;p28"/>
            <p:cNvSpPr/>
            <p:nvPr/>
          </p:nvSpPr>
          <p:spPr>
            <a:xfrm>
              <a:off x="4791408" y="3768257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9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49" name="Google Shape;3649;p28"/>
            <p:cNvSpPr/>
            <p:nvPr/>
          </p:nvSpPr>
          <p:spPr>
            <a:xfrm>
              <a:off x="4840742" y="3768257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9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3" y="330"/>
                  </a:lnTo>
                  <a:lnTo>
                    <a:pt x="205" y="2"/>
                  </a:lnTo>
                  <a:cubicBezTo>
                    <a:pt x="205" y="0"/>
                    <a:pt x="203" y="0"/>
                    <a:pt x="2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0" name="Google Shape;3650;p28"/>
            <p:cNvSpPr/>
            <p:nvPr/>
          </p:nvSpPr>
          <p:spPr>
            <a:xfrm>
              <a:off x="4889891" y="3768257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9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1" name="Google Shape;3651;p28"/>
            <p:cNvSpPr/>
            <p:nvPr/>
          </p:nvSpPr>
          <p:spPr>
            <a:xfrm>
              <a:off x="4939225" y="3768257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9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2" name="Google Shape;3652;p28"/>
            <p:cNvSpPr/>
            <p:nvPr/>
          </p:nvSpPr>
          <p:spPr>
            <a:xfrm>
              <a:off x="4988374" y="3768257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3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9"/>
                  </a:lnTo>
                  <a:cubicBezTo>
                    <a:pt x="1" y="330"/>
                    <a:pt x="3" y="330"/>
                    <a:pt x="3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53" name="Google Shape;3653;p28"/>
            <p:cNvSpPr/>
            <p:nvPr/>
          </p:nvSpPr>
          <p:spPr>
            <a:xfrm>
              <a:off x="5037708" y="3768257"/>
              <a:ext cx="19139" cy="30659"/>
            </a:xfrm>
            <a:custGeom>
              <a:avLst/>
              <a:gdLst/>
              <a:ahLst/>
              <a:cxnLst/>
              <a:rect l="l" t="t" r="r" b="b"/>
              <a:pathLst>
                <a:path w="206" h="330" extrusionOk="0">
                  <a:moveTo>
                    <a:pt x="2" y="0"/>
                  </a:moveTo>
                  <a:cubicBezTo>
                    <a:pt x="1" y="0"/>
                    <a:pt x="1" y="2"/>
                    <a:pt x="1" y="2"/>
                  </a:cubicBezTo>
                  <a:lnTo>
                    <a:pt x="1" y="329"/>
                  </a:lnTo>
                  <a:cubicBezTo>
                    <a:pt x="1" y="330"/>
                    <a:pt x="2" y="330"/>
                    <a:pt x="2" y="330"/>
                  </a:cubicBezTo>
                  <a:lnTo>
                    <a:pt x="204" y="330"/>
                  </a:lnTo>
                  <a:lnTo>
                    <a:pt x="205" y="2"/>
                  </a:lnTo>
                  <a:cubicBezTo>
                    <a:pt x="205" y="0"/>
                    <a:pt x="204" y="0"/>
                    <a:pt x="20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654" name="Google Shape;3654;p28"/>
            <p:cNvGrpSpPr/>
            <p:nvPr/>
          </p:nvGrpSpPr>
          <p:grpSpPr>
            <a:xfrm>
              <a:off x="4735806" y="3631474"/>
              <a:ext cx="385835" cy="233378"/>
              <a:chOff x="4809779" y="3751116"/>
              <a:chExt cx="460204" cy="278361"/>
            </a:xfrm>
          </p:grpSpPr>
          <p:sp>
            <p:nvSpPr>
              <p:cNvPr id="3655" name="Google Shape;3655;p28"/>
              <p:cNvSpPr/>
              <p:nvPr/>
            </p:nvSpPr>
            <p:spPr>
              <a:xfrm>
                <a:off x="4809779" y="3751116"/>
                <a:ext cx="460204" cy="278361"/>
              </a:xfrm>
              <a:custGeom>
                <a:avLst/>
                <a:gdLst/>
                <a:ahLst/>
                <a:cxnLst/>
                <a:rect l="l" t="t" r="r" b="b"/>
                <a:pathLst>
                  <a:path w="4153" h="2512" extrusionOk="0">
                    <a:moveTo>
                      <a:pt x="4093" y="60"/>
                    </a:moveTo>
                    <a:lnTo>
                      <a:pt x="4093" y="367"/>
                    </a:lnTo>
                    <a:lnTo>
                      <a:pt x="3851" y="367"/>
                    </a:lnTo>
                    <a:lnTo>
                      <a:pt x="3851" y="2452"/>
                    </a:lnTo>
                    <a:lnTo>
                      <a:pt x="256" y="2452"/>
                    </a:lnTo>
                    <a:lnTo>
                      <a:pt x="256" y="367"/>
                    </a:lnTo>
                    <a:lnTo>
                      <a:pt x="59" y="367"/>
                    </a:lnTo>
                    <a:lnTo>
                      <a:pt x="59" y="60"/>
                    </a:lnTo>
                    <a:close/>
                    <a:moveTo>
                      <a:pt x="0" y="1"/>
                    </a:moveTo>
                    <a:lnTo>
                      <a:pt x="0" y="425"/>
                    </a:lnTo>
                    <a:lnTo>
                      <a:pt x="198" y="425"/>
                    </a:lnTo>
                    <a:lnTo>
                      <a:pt x="198" y="2512"/>
                    </a:lnTo>
                    <a:lnTo>
                      <a:pt x="3910" y="2512"/>
                    </a:lnTo>
                    <a:lnTo>
                      <a:pt x="3910" y="425"/>
                    </a:lnTo>
                    <a:lnTo>
                      <a:pt x="4152" y="425"/>
                    </a:lnTo>
                    <a:lnTo>
                      <a:pt x="4152" y="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6" name="Google Shape;3656;p28"/>
              <p:cNvSpPr/>
              <p:nvPr/>
            </p:nvSpPr>
            <p:spPr>
              <a:xfrm>
                <a:off x="4872831" y="3804084"/>
                <a:ext cx="29144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8" extrusionOk="0">
                    <a:moveTo>
                      <a:pt x="203" y="60"/>
                    </a:moveTo>
                    <a:lnTo>
                      <a:pt x="203" y="329"/>
                    </a:lnTo>
                    <a:lnTo>
                      <a:pt x="58" y="329"/>
                    </a:lnTo>
                    <a:lnTo>
                      <a:pt x="58" y="60"/>
                    </a:lnTo>
                    <a:close/>
                    <a:moveTo>
                      <a:pt x="2" y="1"/>
                    </a:moveTo>
                    <a:cubicBezTo>
                      <a:pt x="2" y="1"/>
                      <a:pt x="0" y="1"/>
                      <a:pt x="0" y="3"/>
                    </a:cubicBezTo>
                    <a:lnTo>
                      <a:pt x="0" y="386"/>
                    </a:lnTo>
                    <a:cubicBezTo>
                      <a:pt x="0" y="386"/>
                      <a:pt x="0" y="387"/>
                      <a:pt x="2" y="387"/>
                    </a:cubicBezTo>
                    <a:lnTo>
                      <a:pt x="261" y="387"/>
                    </a:lnTo>
                    <a:lnTo>
                      <a:pt x="263" y="386"/>
                    </a:lnTo>
                    <a:lnTo>
                      <a:pt x="263" y="3"/>
                    </a:lnTo>
                    <a:cubicBezTo>
                      <a:pt x="263" y="3"/>
                      <a:pt x="263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7" name="Google Shape;3657;p28"/>
              <p:cNvSpPr/>
              <p:nvPr/>
            </p:nvSpPr>
            <p:spPr>
              <a:xfrm>
                <a:off x="4931562" y="3804084"/>
                <a:ext cx="29033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2" h="388" extrusionOk="0">
                    <a:moveTo>
                      <a:pt x="204" y="60"/>
                    </a:moveTo>
                    <a:lnTo>
                      <a:pt x="204" y="329"/>
                    </a:lnTo>
                    <a:lnTo>
                      <a:pt x="58" y="329"/>
                    </a:lnTo>
                    <a:lnTo>
                      <a:pt x="58" y="60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3"/>
                    </a:cubicBezTo>
                    <a:lnTo>
                      <a:pt x="0" y="386"/>
                    </a:lnTo>
                    <a:cubicBezTo>
                      <a:pt x="0" y="386"/>
                      <a:pt x="0" y="387"/>
                      <a:pt x="1" y="387"/>
                    </a:cubicBezTo>
                    <a:lnTo>
                      <a:pt x="261" y="387"/>
                    </a:lnTo>
                    <a:cubicBezTo>
                      <a:pt x="262" y="387"/>
                      <a:pt x="262" y="386"/>
                      <a:pt x="262" y="386"/>
                    </a:cubicBezTo>
                    <a:lnTo>
                      <a:pt x="262" y="3"/>
                    </a:lnTo>
                    <a:cubicBezTo>
                      <a:pt x="262" y="3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8" name="Google Shape;3658;p28"/>
              <p:cNvSpPr/>
              <p:nvPr/>
            </p:nvSpPr>
            <p:spPr>
              <a:xfrm>
                <a:off x="4990403" y="3804084"/>
                <a:ext cx="29144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8" extrusionOk="0">
                    <a:moveTo>
                      <a:pt x="202" y="60"/>
                    </a:moveTo>
                    <a:lnTo>
                      <a:pt x="202" y="329"/>
                    </a:lnTo>
                    <a:lnTo>
                      <a:pt x="57" y="329"/>
                    </a:lnTo>
                    <a:lnTo>
                      <a:pt x="57" y="60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3"/>
                    </a:cubicBezTo>
                    <a:lnTo>
                      <a:pt x="0" y="386"/>
                    </a:lnTo>
                    <a:cubicBezTo>
                      <a:pt x="0" y="386"/>
                      <a:pt x="0" y="387"/>
                      <a:pt x="1" y="387"/>
                    </a:cubicBezTo>
                    <a:lnTo>
                      <a:pt x="261" y="387"/>
                    </a:lnTo>
                    <a:lnTo>
                      <a:pt x="262" y="386"/>
                    </a:lnTo>
                    <a:lnTo>
                      <a:pt x="262" y="3"/>
                    </a:lnTo>
                    <a:cubicBezTo>
                      <a:pt x="262" y="3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59" name="Google Shape;3659;p28"/>
              <p:cNvSpPr/>
              <p:nvPr/>
            </p:nvSpPr>
            <p:spPr>
              <a:xfrm>
                <a:off x="5049023" y="3804084"/>
                <a:ext cx="29033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2" h="388" extrusionOk="0">
                    <a:moveTo>
                      <a:pt x="204" y="60"/>
                    </a:moveTo>
                    <a:lnTo>
                      <a:pt x="204" y="329"/>
                    </a:lnTo>
                    <a:lnTo>
                      <a:pt x="59" y="329"/>
                    </a:lnTo>
                    <a:lnTo>
                      <a:pt x="59" y="60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3"/>
                    </a:cubicBezTo>
                    <a:lnTo>
                      <a:pt x="0" y="386"/>
                    </a:lnTo>
                    <a:cubicBezTo>
                      <a:pt x="0" y="386"/>
                      <a:pt x="0" y="387"/>
                      <a:pt x="1" y="387"/>
                    </a:cubicBezTo>
                    <a:lnTo>
                      <a:pt x="261" y="387"/>
                    </a:lnTo>
                    <a:cubicBezTo>
                      <a:pt x="262" y="387"/>
                      <a:pt x="262" y="386"/>
                      <a:pt x="262" y="386"/>
                    </a:cubicBezTo>
                    <a:lnTo>
                      <a:pt x="262" y="3"/>
                    </a:lnTo>
                    <a:cubicBezTo>
                      <a:pt x="262" y="3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0" name="Google Shape;3660;p28"/>
              <p:cNvSpPr/>
              <p:nvPr/>
            </p:nvSpPr>
            <p:spPr>
              <a:xfrm>
                <a:off x="5107864" y="3804084"/>
                <a:ext cx="29144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8" extrusionOk="0">
                    <a:moveTo>
                      <a:pt x="202" y="60"/>
                    </a:moveTo>
                    <a:lnTo>
                      <a:pt x="202" y="329"/>
                    </a:lnTo>
                    <a:lnTo>
                      <a:pt x="57" y="329"/>
                    </a:lnTo>
                    <a:lnTo>
                      <a:pt x="57" y="60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3"/>
                    </a:cubicBezTo>
                    <a:lnTo>
                      <a:pt x="0" y="386"/>
                    </a:lnTo>
                    <a:cubicBezTo>
                      <a:pt x="0" y="386"/>
                      <a:pt x="0" y="387"/>
                      <a:pt x="1" y="387"/>
                    </a:cubicBezTo>
                    <a:lnTo>
                      <a:pt x="261" y="387"/>
                    </a:lnTo>
                    <a:lnTo>
                      <a:pt x="262" y="386"/>
                    </a:lnTo>
                    <a:lnTo>
                      <a:pt x="262" y="3"/>
                    </a:lnTo>
                    <a:cubicBezTo>
                      <a:pt x="262" y="3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1" name="Google Shape;3661;p28"/>
              <p:cNvSpPr/>
              <p:nvPr/>
            </p:nvSpPr>
            <p:spPr>
              <a:xfrm>
                <a:off x="5166484" y="3804084"/>
                <a:ext cx="29254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4" h="388" extrusionOk="0">
                    <a:moveTo>
                      <a:pt x="204" y="60"/>
                    </a:moveTo>
                    <a:lnTo>
                      <a:pt x="204" y="329"/>
                    </a:lnTo>
                    <a:lnTo>
                      <a:pt x="58" y="329"/>
                    </a:lnTo>
                    <a:lnTo>
                      <a:pt x="58" y="60"/>
                    </a:lnTo>
                    <a:close/>
                    <a:moveTo>
                      <a:pt x="2" y="1"/>
                    </a:moveTo>
                    <a:cubicBezTo>
                      <a:pt x="2" y="1"/>
                      <a:pt x="0" y="1"/>
                      <a:pt x="0" y="3"/>
                    </a:cubicBezTo>
                    <a:lnTo>
                      <a:pt x="0" y="386"/>
                    </a:lnTo>
                    <a:cubicBezTo>
                      <a:pt x="0" y="386"/>
                      <a:pt x="0" y="387"/>
                      <a:pt x="2" y="387"/>
                    </a:cubicBezTo>
                    <a:lnTo>
                      <a:pt x="261" y="387"/>
                    </a:lnTo>
                    <a:cubicBezTo>
                      <a:pt x="263" y="387"/>
                      <a:pt x="263" y="386"/>
                      <a:pt x="263" y="386"/>
                    </a:cubicBezTo>
                    <a:lnTo>
                      <a:pt x="263" y="3"/>
                    </a:lnTo>
                    <a:cubicBezTo>
                      <a:pt x="263" y="3"/>
                      <a:pt x="263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2" name="Google Shape;3662;p28"/>
              <p:cNvSpPr/>
              <p:nvPr/>
            </p:nvSpPr>
            <p:spPr>
              <a:xfrm>
                <a:off x="4872831" y="3857606"/>
                <a:ext cx="29144" cy="42884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7" extrusionOk="0">
                    <a:moveTo>
                      <a:pt x="203" y="59"/>
                    </a:moveTo>
                    <a:lnTo>
                      <a:pt x="203" y="328"/>
                    </a:lnTo>
                    <a:lnTo>
                      <a:pt x="58" y="328"/>
                    </a:lnTo>
                    <a:lnTo>
                      <a:pt x="58" y="59"/>
                    </a:lnTo>
                    <a:close/>
                    <a:moveTo>
                      <a:pt x="2" y="1"/>
                    </a:moveTo>
                    <a:cubicBezTo>
                      <a:pt x="2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5"/>
                      <a:pt x="0" y="386"/>
                      <a:pt x="2" y="386"/>
                    </a:cubicBezTo>
                    <a:lnTo>
                      <a:pt x="261" y="386"/>
                    </a:lnTo>
                    <a:lnTo>
                      <a:pt x="263" y="385"/>
                    </a:lnTo>
                    <a:lnTo>
                      <a:pt x="263" y="2"/>
                    </a:lnTo>
                    <a:cubicBezTo>
                      <a:pt x="263" y="2"/>
                      <a:pt x="263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3" name="Google Shape;3663;p28"/>
              <p:cNvSpPr/>
              <p:nvPr/>
            </p:nvSpPr>
            <p:spPr>
              <a:xfrm>
                <a:off x="4931562" y="3857606"/>
                <a:ext cx="29033" cy="42884"/>
              </a:xfrm>
              <a:custGeom>
                <a:avLst/>
                <a:gdLst/>
                <a:ahLst/>
                <a:cxnLst/>
                <a:rect l="l" t="t" r="r" b="b"/>
                <a:pathLst>
                  <a:path w="262" h="387" extrusionOk="0">
                    <a:moveTo>
                      <a:pt x="204" y="59"/>
                    </a:moveTo>
                    <a:lnTo>
                      <a:pt x="204" y="328"/>
                    </a:lnTo>
                    <a:lnTo>
                      <a:pt x="58" y="328"/>
                    </a:lnTo>
                    <a:lnTo>
                      <a:pt x="58" y="59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6"/>
                      <a:pt x="0" y="386"/>
                      <a:pt x="1" y="386"/>
                    </a:cubicBezTo>
                    <a:lnTo>
                      <a:pt x="261" y="386"/>
                    </a:lnTo>
                    <a:cubicBezTo>
                      <a:pt x="262" y="386"/>
                      <a:pt x="262" y="385"/>
                      <a:pt x="262" y="385"/>
                    </a:cubicBezTo>
                    <a:lnTo>
                      <a:pt x="262" y="2"/>
                    </a:lnTo>
                    <a:cubicBezTo>
                      <a:pt x="262" y="2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4" name="Google Shape;3664;p28"/>
              <p:cNvSpPr/>
              <p:nvPr/>
            </p:nvSpPr>
            <p:spPr>
              <a:xfrm>
                <a:off x="4990403" y="3857606"/>
                <a:ext cx="29144" cy="42884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7" extrusionOk="0">
                    <a:moveTo>
                      <a:pt x="202" y="59"/>
                    </a:moveTo>
                    <a:lnTo>
                      <a:pt x="202" y="328"/>
                    </a:lnTo>
                    <a:lnTo>
                      <a:pt x="57" y="328"/>
                    </a:lnTo>
                    <a:lnTo>
                      <a:pt x="57" y="59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6"/>
                      <a:pt x="0" y="386"/>
                      <a:pt x="1" y="386"/>
                    </a:cubicBezTo>
                    <a:lnTo>
                      <a:pt x="261" y="386"/>
                    </a:lnTo>
                    <a:lnTo>
                      <a:pt x="262" y="385"/>
                    </a:lnTo>
                    <a:lnTo>
                      <a:pt x="262" y="2"/>
                    </a:lnTo>
                    <a:cubicBezTo>
                      <a:pt x="262" y="2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5" name="Google Shape;3665;p28"/>
              <p:cNvSpPr/>
              <p:nvPr/>
            </p:nvSpPr>
            <p:spPr>
              <a:xfrm>
                <a:off x="5049023" y="3857606"/>
                <a:ext cx="29033" cy="42884"/>
              </a:xfrm>
              <a:custGeom>
                <a:avLst/>
                <a:gdLst/>
                <a:ahLst/>
                <a:cxnLst/>
                <a:rect l="l" t="t" r="r" b="b"/>
                <a:pathLst>
                  <a:path w="262" h="387" extrusionOk="0">
                    <a:moveTo>
                      <a:pt x="204" y="59"/>
                    </a:moveTo>
                    <a:lnTo>
                      <a:pt x="204" y="328"/>
                    </a:lnTo>
                    <a:lnTo>
                      <a:pt x="59" y="328"/>
                    </a:lnTo>
                    <a:lnTo>
                      <a:pt x="59" y="59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6"/>
                      <a:pt x="0" y="386"/>
                      <a:pt x="1" y="386"/>
                    </a:cubicBezTo>
                    <a:lnTo>
                      <a:pt x="261" y="386"/>
                    </a:lnTo>
                    <a:cubicBezTo>
                      <a:pt x="262" y="386"/>
                      <a:pt x="262" y="385"/>
                      <a:pt x="262" y="385"/>
                    </a:cubicBezTo>
                    <a:lnTo>
                      <a:pt x="262" y="2"/>
                    </a:lnTo>
                    <a:cubicBezTo>
                      <a:pt x="262" y="2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6" name="Google Shape;3666;p28"/>
              <p:cNvSpPr/>
              <p:nvPr/>
            </p:nvSpPr>
            <p:spPr>
              <a:xfrm>
                <a:off x="5107864" y="3857606"/>
                <a:ext cx="29144" cy="42884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7" extrusionOk="0">
                    <a:moveTo>
                      <a:pt x="202" y="59"/>
                    </a:moveTo>
                    <a:lnTo>
                      <a:pt x="202" y="328"/>
                    </a:lnTo>
                    <a:lnTo>
                      <a:pt x="57" y="328"/>
                    </a:lnTo>
                    <a:lnTo>
                      <a:pt x="57" y="59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6"/>
                      <a:pt x="0" y="386"/>
                      <a:pt x="1" y="386"/>
                    </a:cubicBezTo>
                    <a:lnTo>
                      <a:pt x="261" y="386"/>
                    </a:lnTo>
                    <a:lnTo>
                      <a:pt x="262" y="385"/>
                    </a:lnTo>
                    <a:lnTo>
                      <a:pt x="262" y="2"/>
                    </a:lnTo>
                    <a:cubicBezTo>
                      <a:pt x="262" y="2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7" name="Google Shape;3667;p28"/>
              <p:cNvSpPr/>
              <p:nvPr/>
            </p:nvSpPr>
            <p:spPr>
              <a:xfrm>
                <a:off x="5166484" y="3857606"/>
                <a:ext cx="29254" cy="42884"/>
              </a:xfrm>
              <a:custGeom>
                <a:avLst/>
                <a:gdLst/>
                <a:ahLst/>
                <a:cxnLst/>
                <a:rect l="l" t="t" r="r" b="b"/>
                <a:pathLst>
                  <a:path w="264" h="387" extrusionOk="0">
                    <a:moveTo>
                      <a:pt x="59" y="58"/>
                    </a:moveTo>
                    <a:cubicBezTo>
                      <a:pt x="59" y="58"/>
                      <a:pt x="59" y="58"/>
                      <a:pt x="58" y="59"/>
                    </a:cubicBezTo>
                    <a:lnTo>
                      <a:pt x="204" y="59"/>
                    </a:lnTo>
                    <a:lnTo>
                      <a:pt x="204" y="328"/>
                    </a:lnTo>
                    <a:lnTo>
                      <a:pt x="58" y="328"/>
                    </a:lnTo>
                    <a:lnTo>
                      <a:pt x="58" y="59"/>
                    </a:lnTo>
                    <a:cubicBezTo>
                      <a:pt x="58" y="58"/>
                      <a:pt x="59" y="58"/>
                      <a:pt x="59" y="58"/>
                    </a:cubicBezTo>
                    <a:close/>
                    <a:moveTo>
                      <a:pt x="2" y="1"/>
                    </a:moveTo>
                    <a:cubicBezTo>
                      <a:pt x="2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5"/>
                      <a:pt x="0" y="386"/>
                      <a:pt x="2" y="386"/>
                    </a:cubicBezTo>
                    <a:lnTo>
                      <a:pt x="261" y="386"/>
                    </a:lnTo>
                    <a:cubicBezTo>
                      <a:pt x="263" y="386"/>
                      <a:pt x="263" y="385"/>
                      <a:pt x="263" y="385"/>
                    </a:cubicBezTo>
                    <a:lnTo>
                      <a:pt x="263" y="2"/>
                    </a:lnTo>
                    <a:cubicBezTo>
                      <a:pt x="263" y="2"/>
                      <a:pt x="263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8" name="Google Shape;3668;p28"/>
              <p:cNvSpPr/>
              <p:nvPr/>
            </p:nvSpPr>
            <p:spPr>
              <a:xfrm>
                <a:off x="4872831" y="3911017"/>
                <a:ext cx="29144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8" extrusionOk="0">
                    <a:moveTo>
                      <a:pt x="203" y="58"/>
                    </a:moveTo>
                    <a:lnTo>
                      <a:pt x="203" y="327"/>
                    </a:lnTo>
                    <a:lnTo>
                      <a:pt x="58" y="327"/>
                    </a:lnTo>
                    <a:lnTo>
                      <a:pt x="58" y="58"/>
                    </a:lnTo>
                    <a:close/>
                    <a:moveTo>
                      <a:pt x="2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5"/>
                      <a:pt x="0" y="387"/>
                      <a:pt x="2" y="387"/>
                    </a:cubicBezTo>
                    <a:lnTo>
                      <a:pt x="261" y="387"/>
                    </a:lnTo>
                    <a:lnTo>
                      <a:pt x="263" y="385"/>
                    </a:lnTo>
                    <a:lnTo>
                      <a:pt x="263" y="2"/>
                    </a:lnTo>
                    <a:cubicBezTo>
                      <a:pt x="263" y="1"/>
                      <a:pt x="263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69" name="Google Shape;3669;p28"/>
              <p:cNvSpPr/>
              <p:nvPr/>
            </p:nvSpPr>
            <p:spPr>
              <a:xfrm>
                <a:off x="4931562" y="3911017"/>
                <a:ext cx="29033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2" h="388" extrusionOk="0">
                    <a:moveTo>
                      <a:pt x="204" y="58"/>
                    </a:moveTo>
                    <a:lnTo>
                      <a:pt x="204" y="327"/>
                    </a:lnTo>
                    <a:lnTo>
                      <a:pt x="58" y="327"/>
                    </a:lnTo>
                    <a:lnTo>
                      <a:pt x="58" y="58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5"/>
                      <a:pt x="0" y="387"/>
                      <a:pt x="1" y="387"/>
                    </a:cubicBezTo>
                    <a:lnTo>
                      <a:pt x="261" y="387"/>
                    </a:lnTo>
                    <a:cubicBezTo>
                      <a:pt x="262" y="387"/>
                      <a:pt x="262" y="385"/>
                      <a:pt x="262" y="385"/>
                    </a:cubicBezTo>
                    <a:lnTo>
                      <a:pt x="262" y="2"/>
                    </a:lnTo>
                    <a:cubicBezTo>
                      <a:pt x="262" y="1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0" name="Google Shape;3670;p28"/>
              <p:cNvSpPr/>
              <p:nvPr/>
            </p:nvSpPr>
            <p:spPr>
              <a:xfrm>
                <a:off x="4990403" y="3911017"/>
                <a:ext cx="29144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8" extrusionOk="0">
                    <a:moveTo>
                      <a:pt x="202" y="58"/>
                    </a:moveTo>
                    <a:lnTo>
                      <a:pt x="202" y="327"/>
                    </a:lnTo>
                    <a:lnTo>
                      <a:pt x="57" y="327"/>
                    </a:lnTo>
                    <a:lnTo>
                      <a:pt x="57" y="58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5"/>
                      <a:pt x="0" y="387"/>
                      <a:pt x="1" y="387"/>
                    </a:cubicBezTo>
                    <a:lnTo>
                      <a:pt x="261" y="387"/>
                    </a:lnTo>
                    <a:lnTo>
                      <a:pt x="262" y="385"/>
                    </a:lnTo>
                    <a:lnTo>
                      <a:pt x="262" y="2"/>
                    </a:lnTo>
                    <a:cubicBezTo>
                      <a:pt x="262" y="1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1" name="Google Shape;3671;p28"/>
              <p:cNvSpPr/>
              <p:nvPr/>
            </p:nvSpPr>
            <p:spPr>
              <a:xfrm>
                <a:off x="5049023" y="3911017"/>
                <a:ext cx="29033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2" h="388" extrusionOk="0">
                    <a:moveTo>
                      <a:pt x="204" y="58"/>
                    </a:moveTo>
                    <a:lnTo>
                      <a:pt x="204" y="327"/>
                    </a:lnTo>
                    <a:lnTo>
                      <a:pt x="59" y="327"/>
                    </a:lnTo>
                    <a:lnTo>
                      <a:pt x="59" y="58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5"/>
                      <a:pt x="0" y="387"/>
                      <a:pt x="1" y="387"/>
                    </a:cubicBezTo>
                    <a:lnTo>
                      <a:pt x="261" y="387"/>
                    </a:lnTo>
                    <a:cubicBezTo>
                      <a:pt x="262" y="387"/>
                      <a:pt x="262" y="385"/>
                      <a:pt x="262" y="385"/>
                    </a:cubicBezTo>
                    <a:lnTo>
                      <a:pt x="262" y="2"/>
                    </a:lnTo>
                    <a:cubicBezTo>
                      <a:pt x="262" y="2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2" name="Google Shape;3672;p28"/>
              <p:cNvSpPr/>
              <p:nvPr/>
            </p:nvSpPr>
            <p:spPr>
              <a:xfrm>
                <a:off x="5107864" y="3911017"/>
                <a:ext cx="29144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3" h="388" extrusionOk="0">
                    <a:moveTo>
                      <a:pt x="202" y="58"/>
                    </a:moveTo>
                    <a:lnTo>
                      <a:pt x="202" y="327"/>
                    </a:lnTo>
                    <a:lnTo>
                      <a:pt x="57" y="327"/>
                    </a:lnTo>
                    <a:lnTo>
                      <a:pt x="57" y="58"/>
                    </a:lnTo>
                    <a:close/>
                    <a:moveTo>
                      <a:pt x="1" y="1"/>
                    </a:moveTo>
                    <a:cubicBezTo>
                      <a:pt x="0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5"/>
                      <a:pt x="0" y="387"/>
                      <a:pt x="1" y="387"/>
                    </a:cubicBezTo>
                    <a:lnTo>
                      <a:pt x="261" y="387"/>
                    </a:lnTo>
                    <a:lnTo>
                      <a:pt x="262" y="385"/>
                    </a:lnTo>
                    <a:lnTo>
                      <a:pt x="262" y="2"/>
                    </a:lnTo>
                    <a:cubicBezTo>
                      <a:pt x="262" y="1"/>
                      <a:pt x="262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73" name="Google Shape;3673;p28"/>
              <p:cNvSpPr/>
              <p:nvPr/>
            </p:nvSpPr>
            <p:spPr>
              <a:xfrm>
                <a:off x="5166484" y="3911017"/>
                <a:ext cx="29254" cy="42995"/>
              </a:xfrm>
              <a:custGeom>
                <a:avLst/>
                <a:gdLst/>
                <a:ahLst/>
                <a:cxnLst/>
                <a:rect l="l" t="t" r="r" b="b"/>
                <a:pathLst>
                  <a:path w="264" h="388" extrusionOk="0">
                    <a:moveTo>
                      <a:pt x="204" y="58"/>
                    </a:moveTo>
                    <a:lnTo>
                      <a:pt x="204" y="327"/>
                    </a:lnTo>
                    <a:lnTo>
                      <a:pt x="58" y="327"/>
                    </a:lnTo>
                    <a:lnTo>
                      <a:pt x="58" y="58"/>
                    </a:lnTo>
                    <a:close/>
                    <a:moveTo>
                      <a:pt x="2" y="1"/>
                    </a:moveTo>
                    <a:cubicBezTo>
                      <a:pt x="2" y="1"/>
                      <a:pt x="0" y="1"/>
                      <a:pt x="0" y="2"/>
                    </a:cubicBezTo>
                    <a:lnTo>
                      <a:pt x="0" y="385"/>
                    </a:lnTo>
                    <a:cubicBezTo>
                      <a:pt x="0" y="385"/>
                      <a:pt x="0" y="387"/>
                      <a:pt x="2" y="387"/>
                    </a:cubicBezTo>
                    <a:lnTo>
                      <a:pt x="261" y="387"/>
                    </a:lnTo>
                    <a:cubicBezTo>
                      <a:pt x="263" y="387"/>
                      <a:pt x="263" y="385"/>
                      <a:pt x="263" y="385"/>
                    </a:cubicBezTo>
                    <a:lnTo>
                      <a:pt x="263" y="2"/>
                    </a:lnTo>
                    <a:cubicBezTo>
                      <a:pt x="263" y="2"/>
                      <a:pt x="263" y="1"/>
                      <a:pt x="261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sp>
          <p:nvSpPr>
            <p:cNvPr id="3674" name="Google Shape;3674;p28"/>
            <p:cNvSpPr/>
            <p:nvPr/>
          </p:nvSpPr>
          <p:spPr>
            <a:xfrm>
              <a:off x="3045753" y="2435402"/>
              <a:ext cx="333631" cy="118922"/>
            </a:xfrm>
            <a:custGeom>
              <a:avLst/>
              <a:gdLst/>
              <a:ahLst/>
              <a:cxnLst/>
              <a:rect l="l" t="t" r="r" b="b"/>
              <a:pathLst>
                <a:path w="3591" h="1280" extrusionOk="0">
                  <a:moveTo>
                    <a:pt x="1661" y="56"/>
                  </a:moveTo>
                  <a:cubicBezTo>
                    <a:pt x="2027" y="56"/>
                    <a:pt x="2373" y="237"/>
                    <a:pt x="2582" y="539"/>
                  </a:cubicBezTo>
                  <a:lnTo>
                    <a:pt x="2595" y="558"/>
                  </a:lnTo>
                  <a:lnTo>
                    <a:pt x="2617" y="551"/>
                  </a:lnTo>
                  <a:cubicBezTo>
                    <a:pt x="2695" y="521"/>
                    <a:pt x="2776" y="506"/>
                    <a:pt x="2859" y="506"/>
                  </a:cubicBezTo>
                  <a:cubicBezTo>
                    <a:pt x="3229" y="506"/>
                    <a:pt x="3533" y="808"/>
                    <a:pt x="3533" y="1181"/>
                  </a:cubicBezTo>
                  <a:cubicBezTo>
                    <a:pt x="3533" y="1195"/>
                    <a:pt x="3533" y="1207"/>
                    <a:pt x="3531" y="1221"/>
                  </a:cubicBezTo>
                  <a:lnTo>
                    <a:pt x="71" y="1221"/>
                  </a:lnTo>
                  <a:cubicBezTo>
                    <a:pt x="119" y="1018"/>
                    <a:pt x="297" y="877"/>
                    <a:pt x="507" y="874"/>
                  </a:cubicBezTo>
                  <a:cubicBezTo>
                    <a:pt x="523" y="874"/>
                    <a:pt x="538" y="875"/>
                    <a:pt x="553" y="877"/>
                  </a:cubicBezTo>
                  <a:lnTo>
                    <a:pt x="578" y="879"/>
                  </a:lnTo>
                  <a:lnTo>
                    <a:pt x="584" y="856"/>
                  </a:lnTo>
                  <a:cubicBezTo>
                    <a:pt x="726" y="386"/>
                    <a:pt x="1167" y="56"/>
                    <a:pt x="1661" y="56"/>
                  </a:cubicBezTo>
                  <a:close/>
                  <a:moveTo>
                    <a:pt x="1658" y="0"/>
                  </a:moveTo>
                  <a:cubicBezTo>
                    <a:pt x="1150" y="0"/>
                    <a:pt x="691" y="336"/>
                    <a:pt x="535" y="819"/>
                  </a:cubicBezTo>
                  <a:cubicBezTo>
                    <a:pt x="524" y="818"/>
                    <a:pt x="516" y="818"/>
                    <a:pt x="506" y="818"/>
                  </a:cubicBezTo>
                  <a:cubicBezTo>
                    <a:pt x="256" y="818"/>
                    <a:pt x="46" y="997"/>
                    <a:pt x="6" y="1245"/>
                  </a:cubicBezTo>
                  <a:lnTo>
                    <a:pt x="1" y="1279"/>
                  </a:lnTo>
                  <a:lnTo>
                    <a:pt x="3585" y="1279"/>
                  </a:lnTo>
                  <a:lnTo>
                    <a:pt x="3586" y="1252"/>
                  </a:lnTo>
                  <a:cubicBezTo>
                    <a:pt x="3588" y="1230"/>
                    <a:pt x="3590" y="1205"/>
                    <a:pt x="3590" y="1181"/>
                  </a:cubicBezTo>
                  <a:cubicBezTo>
                    <a:pt x="3590" y="777"/>
                    <a:pt x="3261" y="448"/>
                    <a:pt x="2857" y="448"/>
                  </a:cubicBezTo>
                  <a:cubicBezTo>
                    <a:pt x="2774" y="448"/>
                    <a:pt x="2693" y="463"/>
                    <a:pt x="2615" y="489"/>
                  </a:cubicBezTo>
                  <a:cubicBezTo>
                    <a:pt x="2393" y="183"/>
                    <a:pt x="2037" y="0"/>
                    <a:pt x="1658" y="0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5" name="Google Shape;3675;p28"/>
            <p:cNvSpPr/>
            <p:nvPr/>
          </p:nvSpPr>
          <p:spPr>
            <a:xfrm>
              <a:off x="4888962" y="2180835"/>
              <a:ext cx="508297" cy="119015"/>
            </a:xfrm>
            <a:custGeom>
              <a:avLst/>
              <a:gdLst/>
              <a:ahLst/>
              <a:cxnLst/>
              <a:rect l="l" t="t" r="r" b="b"/>
              <a:pathLst>
                <a:path w="5471" h="1281" extrusionOk="0">
                  <a:moveTo>
                    <a:pt x="2943" y="61"/>
                  </a:moveTo>
                  <a:cubicBezTo>
                    <a:pt x="3706" y="61"/>
                    <a:pt x="4391" y="391"/>
                    <a:pt x="4609" y="865"/>
                  </a:cubicBezTo>
                  <a:lnTo>
                    <a:pt x="4618" y="882"/>
                  </a:lnTo>
                  <a:lnTo>
                    <a:pt x="4639" y="881"/>
                  </a:lnTo>
                  <a:cubicBezTo>
                    <a:pt x="4662" y="880"/>
                    <a:pt x="4687" y="878"/>
                    <a:pt x="4711" y="878"/>
                  </a:cubicBezTo>
                  <a:cubicBezTo>
                    <a:pt x="5035" y="878"/>
                    <a:pt x="5319" y="1024"/>
                    <a:pt x="5394" y="1223"/>
                  </a:cubicBezTo>
                  <a:lnTo>
                    <a:pt x="61" y="1223"/>
                  </a:lnTo>
                  <a:cubicBezTo>
                    <a:pt x="60" y="1208"/>
                    <a:pt x="58" y="1195"/>
                    <a:pt x="57" y="1185"/>
                  </a:cubicBezTo>
                  <a:cubicBezTo>
                    <a:pt x="57" y="813"/>
                    <a:pt x="527" y="510"/>
                    <a:pt x="1107" y="510"/>
                  </a:cubicBezTo>
                  <a:cubicBezTo>
                    <a:pt x="1238" y="510"/>
                    <a:pt x="1365" y="525"/>
                    <a:pt x="1486" y="556"/>
                  </a:cubicBezTo>
                  <a:lnTo>
                    <a:pt x="1501" y="560"/>
                  </a:lnTo>
                  <a:lnTo>
                    <a:pt x="1514" y="548"/>
                  </a:lnTo>
                  <a:cubicBezTo>
                    <a:pt x="1838" y="242"/>
                    <a:pt x="2373" y="61"/>
                    <a:pt x="2943" y="61"/>
                  </a:cubicBezTo>
                  <a:close/>
                  <a:moveTo>
                    <a:pt x="2946" y="1"/>
                  </a:moveTo>
                  <a:cubicBezTo>
                    <a:pt x="2368" y="1"/>
                    <a:pt x="1825" y="185"/>
                    <a:pt x="1488" y="493"/>
                  </a:cubicBezTo>
                  <a:cubicBezTo>
                    <a:pt x="1366" y="466"/>
                    <a:pt x="1239" y="450"/>
                    <a:pt x="1110" y="450"/>
                  </a:cubicBezTo>
                  <a:cubicBezTo>
                    <a:pt x="498" y="450"/>
                    <a:pt x="0" y="779"/>
                    <a:pt x="0" y="1183"/>
                  </a:cubicBezTo>
                  <a:cubicBezTo>
                    <a:pt x="0" y="1205"/>
                    <a:pt x="2" y="1231"/>
                    <a:pt x="6" y="1255"/>
                  </a:cubicBezTo>
                  <a:lnTo>
                    <a:pt x="10" y="1281"/>
                  </a:lnTo>
                  <a:lnTo>
                    <a:pt x="5470" y="1281"/>
                  </a:lnTo>
                  <a:lnTo>
                    <a:pt x="5463" y="1245"/>
                  </a:lnTo>
                  <a:cubicBezTo>
                    <a:pt x="5404" y="999"/>
                    <a:pt x="5089" y="820"/>
                    <a:pt x="4712" y="820"/>
                  </a:cubicBezTo>
                  <a:cubicBezTo>
                    <a:pt x="4693" y="820"/>
                    <a:pt x="4675" y="820"/>
                    <a:pt x="4656" y="821"/>
                  </a:cubicBezTo>
                  <a:cubicBezTo>
                    <a:pt x="4417" y="329"/>
                    <a:pt x="3734" y="1"/>
                    <a:pt x="2946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76" name="Google Shape;3676;p28"/>
            <p:cNvSpPr/>
            <p:nvPr/>
          </p:nvSpPr>
          <p:spPr>
            <a:xfrm>
              <a:off x="2307225" y="3865346"/>
              <a:ext cx="4091089" cy="14029"/>
            </a:xfrm>
            <a:custGeom>
              <a:avLst/>
              <a:gdLst/>
              <a:ahLst/>
              <a:cxnLst/>
              <a:rect l="l" t="t" r="r" b="b"/>
              <a:pathLst>
                <a:path w="44034" h="151" extrusionOk="0">
                  <a:moveTo>
                    <a:pt x="1" y="1"/>
                  </a:moveTo>
                  <a:lnTo>
                    <a:pt x="1" y="150"/>
                  </a:lnTo>
                  <a:lnTo>
                    <a:pt x="44034" y="150"/>
                  </a:lnTo>
                  <a:lnTo>
                    <a:pt x="4403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80" name="Google Shape;3680;p28"/>
          <p:cNvSpPr txBox="1"/>
          <p:nvPr/>
        </p:nvSpPr>
        <p:spPr>
          <a:xfrm>
            <a:off x="1340449" y="144825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600" b="1" dirty="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Définitions</a:t>
            </a:r>
            <a:endParaRPr sz="1600" b="1" dirty="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0EE9FC3-2B4B-44C4-A349-94366609EF62}"/>
              </a:ext>
            </a:extLst>
          </p:cNvPr>
          <p:cNvSpPr txBox="1"/>
          <p:nvPr/>
        </p:nvSpPr>
        <p:spPr>
          <a:xfrm>
            <a:off x="357151" y="2059939"/>
            <a:ext cx="4180199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dirty="0"/>
              <a:t>Une </a:t>
            </a:r>
            <a:r>
              <a:rPr lang="fr-FR" sz="1600" b="1" dirty="0"/>
              <a:t>ville nouvelle</a:t>
            </a:r>
            <a:r>
              <a:rPr lang="fr-FR" sz="1600" dirty="0"/>
              <a:t>, </a:t>
            </a:r>
            <a:r>
              <a:rPr lang="fr-FR" sz="1600" b="1" dirty="0"/>
              <a:t>ville neuve</a:t>
            </a:r>
            <a:r>
              <a:rPr lang="fr-FR" sz="1600" dirty="0"/>
              <a:t> ou </a:t>
            </a:r>
            <a:r>
              <a:rPr lang="fr-FR" sz="1600" b="1" dirty="0"/>
              <a:t>ville planifiée</a:t>
            </a:r>
            <a:r>
              <a:rPr lang="fr-FR" sz="1600" dirty="0"/>
              <a:t> est une ville, ou un ensemble de communes, qui naît généralement d’une volonté politique, et qui se construit sur un emplacement auparavant peu ou pas habité.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16"/>
          <p:cNvSpPr txBox="1"/>
          <p:nvPr/>
        </p:nvSpPr>
        <p:spPr>
          <a:xfrm>
            <a:off x="1550488" y="222830"/>
            <a:ext cx="5588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fr-FR" sz="2800" b="1" dirty="0">
                <a:latin typeface="Fira Sans"/>
                <a:ea typeface="Fira Sans"/>
                <a:cs typeface="Fira Sans"/>
                <a:sym typeface="Fira Sans"/>
              </a:rPr>
              <a:t>Les Villes Nouvelles En Afrique </a:t>
            </a:r>
          </a:p>
        </p:txBody>
      </p:sp>
      <p:sp>
        <p:nvSpPr>
          <p:cNvPr id="618" name="Google Shape;618;p16"/>
          <p:cNvSpPr/>
          <p:nvPr/>
        </p:nvSpPr>
        <p:spPr>
          <a:xfrm>
            <a:off x="3230485" y="2944158"/>
            <a:ext cx="333440" cy="243424"/>
          </a:xfrm>
          <a:custGeom>
            <a:avLst/>
            <a:gdLst/>
            <a:ahLst/>
            <a:cxnLst/>
            <a:rect l="l" t="t" r="r" b="b"/>
            <a:pathLst>
              <a:path w="3056" h="2231" extrusionOk="0">
                <a:moveTo>
                  <a:pt x="2272" y="1"/>
                </a:moveTo>
                <a:lnTo>
                  <a:pt x="2272" y="1447"/>
                </a:lnTo>
                <a:lnTo>
                  <a:pt x="1" y="1447"/>
                </a:lnTo>
                <a:lnTo>
                  <a:pt x="1" y="2230"/>
                </a:lnTo>
                <a:lnTo>
                  <a:pt x="2665" y="2230"/>
                </a:lnTo>
                <a:cubicBezTo>
                  <a:pt x="2881" y="2230"/>
                  <a:pt x="3056" y="2055"/>
                  <a:pt x="3056" y="1838"/>
                </a:cubicBezTo>
                <a:lnTo>
                  <a:pt x="3056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16"/>
          <p:cNvSpPr/>
          <p:nvPr/>
        </p:nvSpPr>
        <p:spPr>
          <a:xfrm>
            <a:off x="4145036" y="3606561"/>
            <a:ext cx="18112" cy="90234"/>
          </a:xfrm>
          <a:custGeom>
            <a:avLst/>
            <a:gdLst/>
            <a:ahLst/>
            <a:cxnLst/>
            <a:rect l="l" t="t" r="r" b="b"/>
            <a:pathLst>
              <a:path w="166" h="827" extrusionOk="0">
                <a:moveTo>
                  <a:pt x="1" y="0"/>
                </a:moveTo>
                <a:lnTo>
                  <a:pt x="1" y="826"/>
                </a:lnTo>
                <a:lnTo>
                  <a:pt x="165" y="826"/>
                </a:lnTo>
                <a:lnTo>
                  <a:pt x="165" y="0"/>
                </a:lnTo>
                <a:close/>
              </a:path>
            </a:pathLst>
          </a:custGeom>
          <a:solidFill>
            <a:srgbClr val="FFC8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16"/>
          <p:cNvSpPr/>
          <p:nvPr/>
        </p:nvSpPr>
        <p:spPr>
          <a:xfrm>
            <a:off x="4311864" y="3606561"/>
            <a:ext cx="18112" cy="90234"/>
          </a:xfrm>
          <a:custGeom>
            <a:avLst/>
            <a:gdLst/>
            <a:ahLst/>
            <a:cxnLst/>
            <a:rect l="l" t="t" r="r" b="b"/>
            <a:pathLst>
              <a:path w="166" h="827" extrusionOk="0">
                <a:moveTo>
                  <a:pt x="0" y="0"/>
                </a:moveTo>
                <a:lnTo>
                  <a:pt x="0" y="826"/>
                </a:lnTo>
                <a:lnTo>
                  <a:pt x="165" y="826"/>
                </a:lnTo>
                <a:lnTo>
                  <a:pt x="165" y="0"/>
                </a:lnTo>
                <a:close/>
              </a:path>
            </a:pathLst>
          </a:custGeom>
          <a:solidFill>
            <a:srgbClr val="FFC8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16"/>
          <p:cNvSpPr/>
          <p:nvPr/>
        </p:nvSpPr>
        <p:spPr>
          <a:xfrm>
            <a:off x="4118195" y="3592923"/>
            <a:ext cx="243424" cy="40698"/>
          </a:xfrm>
          <a:custGeom>
            <a:avLst/>
            <a:gdLst/>
            <a:ahLst/>
            <a:cxnLst/>
            <a:rect l="l" t="t" r="r" b="b"/>
            <a:pathLst>
              <a:path w="2231" h="373" extrusionOk="0">
                <a:moveTo>
                  <a:pt x="0" y="1"/>
                </a:moveTo>
                <a:lnTo>
                  <a:pt x="0" y="373"/>
                </a:lnTo>
                <a:lnTo>
                  <a:pt x="2231" y="373"/>
                </a:lnTo>
                <a:lnTo>
                  <a:pt x="22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16"/>
          <p:cNvSpPr/>
          <p:nvPr/>
        </p:nvSpPr>
        <p:spPr>
          <a:xfrm>
            <a:off x="4118195" y="3647041"/>
            <a:ext cx="243424" cy="22586"/>
          </a:xfrm>
          <a:custGeom>
            <a:avLst/>
            <a:gdLst/>
            <a:ahLst/>
            <a:cxnLst/>
            <a:rect l="l" t="t" r="r" b="b"/>
            <a:pathLst>
              <a:path w="2231" h="207" extrusionOk="0">
                <a:moveTo>
                  <a:pt x="0" y="1"/>
                </a:moveTo>
                <a:lnTo>
                  <a:pt x="0" y="206"/>
                </a:lnTo>
                <a:lnTo>
                  <a:pt x="2231" y="206"/>
                </a:lnTo>
                <a:lnTo>
                  <a:pt x="22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16"/>
          <p:cNvSpPr/>
          <p:nvPr/>
        </p:nvSpPr>
        <p:spPr>
          <a:xfrm>
            <a:off x="5749156" y="4021068"/>
            <a:ext cx="18112" cy="90343"/>
          </a:xfrm>
          <a:custGeom>
            <a:avLst/>
            <a:gdLst/>
            <a:ahLst/>
            <a:cxnLst/>
            <a:rect l="l" t="t" r="r" b="b"/>
            <a:pathLst>
              <a:path w="166" h="828" extrusionOk="0">
                <a:moveTo>
                  <a:pt x="1" y="0"/>
                </a:moveTo>
                <a:lnTo>
                  <a:pt x="1" y="827"/>
                </a:lnTo>
                <a:lnTo>
                  <a:pt x="166" y="827"/>
                </a:lnTo>
                <a:lnTo>
                  <a:pt x="166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16"/>
          <p:cNvSpPr/>
          <p:nvPr/>
        </p:nvSpPr>
        <p:spPr>
          <a:xfrm>
            <a:off x="5915874" y="4021068"/>
            <a:ext cx="18112" cy="90343"/>
          </a:xfrm>
          <a:custGeom>
            <a:avLst/>
            <a:gdLst/>
            <a:ahLst/>
            <a:cxnLst/>
            <a:rect l="l" t="t" r="r" b="b"/>
            <a:pathLst>
              <a:path w="166" h="828" extrusionOk="0">
                <a:moveTo>
                  <a:pt x="1" y="0"/>
                </a:moveTo>
                <a:lnTo>
                  <a:pt x="1" y="827"/>
                </a:lnTo>
                <a:lnTo>
                  <a:pt x="165" y="827"/>
                </a:lnTo>
                <a:lnTo>
                  <a:pt x="165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16"/>
          <p:cNvSpPr/>
          <p:nvPr/>
        </p:nvSpPr>
        <p:spPr>
          <a:xfrm>
            <a:off x="5722206" y="4007538"/>
            <a:ext cx="243424" cy="40807"/>
          </a:xfrm>
          <a:custGeom>
            <a:avLst/>
            <a:gdLst/>
            <a:ahLst/>
            <a:cxnLst/>
            <a:rect l="l" t="t" r="r" b="b"/>
            <a:pathLst>
              <a:path w="2231" h="374" extrusionOk="0">
                <a:moveTo>
                  <a:pt x="0" y="1"/>
                </a:moveTo>
                <a:lnTo>
                  <a:pt x="0" y="373"/>
                </a:lnTo>
                <a:lnTo>
                  <a:pt x="2231" y="373"/>
                </a:lnTo>
                <a:lnTo>
                  <a:pt x="22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6" name="Google Shape;626;p16"/>
          <p:cNvSpPr/>
          <p:nvPr/>
        </p:nvSpPr>
        <p:spPr>
          <a:xfrm>
            <a:off x="5722206" y="4061548"/>
            <a:ext cx="243424" cy="22586"/>
          </a:xfrm>
          <a:custGeom>
            <a:avLst/>
            <a:gdLst/>
            <a:ahLst/>
            <a:cxnLst/>
            <a:rect l="l" t="t" r="r" b="b"/>
            <a:pathLst>
              <a:path w="2231" h="207" extrusionOk="0">
                <a:moveTo>
                  <a:pt x="0" y="1"/>
                </a:moveTo>
                <a:lnTo>
                  <a:pt x="0" y="207"/>
                </a:lnTo>
                <a:lnTo>
                  <a:pt x="2231" y="207"/>
                </a:lnTo>
                <a:lnTo>
                  <a:pt x="2231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7" name="Google Shape;627;p16"/>
          <p:cNvSpPr/>
          <p:nvPr/>
        </p:nvSpPr>
        <p:spPr>
          <a:xfrm>
            <a:off x="3595455" y="2619776"/>
            <a:ext cx="67648" cy="211892"/>
          </a:xfrm>
          <a:custGeom>
            <a:avLst/>
            <a:gdLst/>
            <a:ahLst/>
            <a:cxnLst/>
            <a:rect l="l" t="t" r="r" b="b"/>
            <a:pathLst>
              <a:path w="620" h="1942" extrusionOk="0">
                <a:moveTo>
                  <a:pt x="1" y="0"/>
                </a:moveTo>
                <a:lnTo>
                  <a:pt x="1" y="1941"/>
                </a:lnTo>
                <a:lnTo>
                  <a:pt x="620" y="1941"/>
                </a:lnTo>
                <a:lnTo>
                  <a:pt x="62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8" name="Google Shape;628;p16"/>
          <p:cNvSpPr/>
          <p:nvPr/>
        </p:nvSpPr>
        <p:spPr>
          <a:xfrm>
            <a:off x="3595455" y="2588134"/>
            <a:ext cx="67648" cy="36225"/>
          </a:xfrm>
          <a:custGeom>
            <a:avLst/>
            <a:gdLst/>
            <a:ahLst/>
            <a:cxnLst/>
            <a:rect l="l" t="t" r="r" b="b"/>
            <a:pathLst>
              <a:path w="620" h="332" extrusionOk="0">
                <a:moveTo>
                  <a:pt x="1" y="1"/>
                </a:moveTo>
                <a:lnTo>
                  <a:pt x="1" y="331"/>
                </a:lnTo>
                <a:lnTo>
                  <a:pt x="620" y="331"/>
                </a:lnTo>
                <a:lnTo>
                  <a:pt x="62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9" name="Google Shape;629;p16"/>
          <p:cNvSpPr/>
          <p:nvPr/>
        </p:nvSpPr>
        <p:spPr>
          <a:xfrm>
            <a:off x="3354869" y="2630468"/>
            <a:ext cx="329621" cy="354389"/>
          </a:xfrm>
          <a:custGeom>
            <a:avLst/>
            <a:gdLst/>
            <a:ahLst/>
            <a:cxnLst/>
            <a:rect l="l" t="t" r="r" b="b"/>
            <a:pathLst>
              <a:path w="3021" h="3248" extrusionOk="0">
                <a:moveTo>
                  <a:pt x="1511" y="1"/>
                </a:moveTo>
                <a:lnTo>
                  <a:pt x="1" y="1539"/>
                </a:lnTo>
                <a:lnTo>
                  <a:pt x="1" y="3247"/>
                </a:lnTo>
                <a:lnTo>
                  <a:pt x="3020" y="3247"/>
                </a:lnTo>
                <a:lnTo>
                  <a:pt x="3020" y="1539"/>
                </a:lnTo>
                <a:lnTo>
                  <a:pt x="1511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0" name="Google Shape;630;p16"/>
          <p:cNvSpPr/>
          <p:nvPr/>
        </p:nvSpPr>
        <p:spPr>
          <a:xfrm>
            <a:off x="3334357" y="2606464"/>
            <a:ext cx="369665" cy="214074"/>
          </a:xfrm>
          <a:custGeom>
            <a:avLst/>
            <a:gdLst/>
            <a:ahLst/>
            <a:cxnLst/>
            <a:rect l="l" t="t" r="r" b="b"/>
            <a:pathLst>
              <a:path w="3388" h="1962" extrusionOk="0">
                <a:moveTo>
                  <a:pt x="1682" y="1"/>
                </a:moveTo>
                <a:cubicBezTo>
                  <a:pt x="1642" y="1"/>
                  <a:pt x="1602" y="17"/>
                  <a:pt x="1572" y="48"/>
                </a:cubicBezTo>
                <a:lnTo>
                  <a:pt x="0" y="1692"/>
                </a:lnTo>
                <a:lnTo>
                  <a:pt x="221" y="1903"/>
                </a:lnTo>
                <a:lnTo>
                  <a:pt x="1682" y="377"/>
                </a:lnTo>
                <a:lnTo>
                  <a:pt x="3164" y="1961"/>
                </a:lnTo>
                <a:lnTo>
                  <a:pt x="3387" y="1751"/>
                </a:lnTo>
                <a:lnTo>
                  <a:pt x="1795" y="49"/>
                </a:lnTo>
                <a:cubicBezTo>
                  <a:pt x="1765" y="18"/>
                  <a:pt x="1725" y="1"/>
                  <a:pt x="1683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1" name="Google Shape;631;p16"/>
          <p:cNvSpPr/>
          <p:nvPr/>
        </p:nvSpPr>
        <p:spPr>
          <a:xfrm>
            <a:off x="3394694" y="2822610"/>
            <a:ext cx="41244" cy="92634"/>
          </a:xfrm>
          <a:custGeom>
            <a:avLst/>
            <a:gdLst/>
            <a:ahLst/>
            <a:cxnLst/>
            <a:rect l="l" t="t" r="r" b="b"/>
            <a:pathLst>
              <a:path w="378" h="849" extrusionOk="0">
                <a:moveTo>
                  <a:pt x="189" y="1"/>
                </a:moveTo>
                <a:cubicBezTo>
                  <a:pt x="86" y="1"/>
                  <a:pt x="1" y="106"/>
                  <a:pt x="1" y="236"/>
                </a:cubicBezTo>
                <a:lnTo>
                  <a:pt x="1" y="849"/>
                </a:lnTo>
                <a:lnTo>
                  <a:pt x="377" y="849"/>
                </a:lnTo>
                <a:lnTo>
                  <a:pt x="377" y="236"/>
                </a:lnTo>
                <a:cubicBezTo>
                  <a:pt x="377" y="107"/>
                  <a:pt x="292" y="1"/>
                  <a:pt x="189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2" name="Google Shape;632;p16"/>
          <p:cNvSpPr/>
          <p:nvPr/>
        </p:nvSpPr>
        <p:spPr>
          <a:xfrm>
            <a:off x="3383565" y="2811699"/>
            <a:ext cx="63502" cy="114784"/>
          </a:xfrm>
          <a:custGeom>
            <a:avLst/>
            <a:gdLst/>
            <a:ahLst/>
            <a:cxnLst/>
            <a:rect l="l" t="t" r="r" b="b"/>
            <a:pathLst>
              <a:path w="582" h="1052" extrusionOk="0">
                <a:moveTo>
                  <a:pt x="291" y="203"/>
                </a:moveTo>
                <a:cubicBezTo>
                  <a:pt x="332" y="203"/>
                  <a:pt x="378" y="258"/>
                  <a:pt x="378" y="336"/>
                </a:cubicBezTo>
                <a:lnTo>
                  <a:pt x="378" y="847"/>
                </a:lnTo>
                <a:lnTo>
                  <a:pt x="204" y="847"/>
                </a:lnTo>
                <a:lnTo>
                  <a:pt x="204" y="336"/>
                </a:lnTo>
                <a:cubicBezTo>
                  <a:pt x="204" y="258"/>
                  <a:pt x="250" y="203"/>
                  <a:pt x="291" y="203"/>
                </a:cubicBezTo>
                <a:close/>
                <a:moveTo>
                  <a:pt x="291" y="0"/>
                </a:moveTo>
                <a:cubicBezTo>
                  <a:pt x="132" y="0"/>
                  <a:pt x="1" y="151"/>
                  <a:pt x="1" y="336"/>
                </a:cubicBezTo>
                <a:lnTo>
                  <a:pt x="1" y="1051"/>
                </a:lnTo>
                <a:lnTo>
                  <a:pt x="582" y="1051"/>
                </a:lnTo>
                <a:lnTo>
                  <a:pt x="582" y="336"/>
                </a:lnTo>
                <a:cubicBezTo>
                  <a:pt x="582" y="151"/>
                  <a:pt x="451" y="0"/>
                  <a:pt x="2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3" name="Google Shape;633;p16"/>
          <p:cNvSpPr/>
          <p:nvPr/>
        </p:nvSpPr>
        <p:spPr>
          <a:xfrm>
            <a:off x="3607893" y="2822283"/>
            <a:ext cx="41244" cy="92525"/>
          </a:xfrm>
          <a:custGeom>
            <a:avLst/>
            <a:gdLst/>
            <a:ahLst/>
            <a:cxnLst/>
            <a:rect l="l" t="t" r="r" b="b"/>
            <a:pathLst>
              <a:path w="378" h="848" extrusionOk="0">
                <a:moveTo>
                  <a:pt x="189" y="0"/>
                </a:moveTo>
                <a:cubicBezTo>
                  <a:pt x="85" y="0"/>
                  <a:pt x="0" y="105"/>
                  <a:pt x="0" y="236"/>
                </a:cubicBezTo>
                <a:lnTo>
                  <a:pt x="0" y="848"/>
                </a:lnTo>
                <a:lnTo>
                  <a:pt x="378" y="848"/>
                </a:lnTo>
                <a:lnTo>
                  <a:pt x="378" y="236"/>
                </a:lnTo>
                <a:cubicBezTo>
                  <a:pt x="378" y="106"/>
                  <a:pt x="293" y="0"/>
                  <a:pt x="189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4" name="Google Shape;634;p16"/>
          <p:cNvSpPr/>
          <p:nvPr/>
        </p:nvSpPr>
        <p:spPr>
          <a:xfrm>
            <a:off x="3596764" y="2811154"/>
            <a:ext cx="63502" cy="114675"/>
          </a:xfrm>
          <a:custGeom>
            <a:avLst/>
            <a:gdLst/>
            <a:ahLst/>
            <a:cxnLst/>
            <a:rect l="l" t="t" r="r" b="b"/>
            <a:pathLst>
              <a:path w="582" h="1051" extrusionOk="0">
                <a:moveTo>
                  <a:pt x="291" y="203"/>
                </a:moveTo>
                <a:cubicBezTo>
                  <a:pt x="332" y="203"/>
                  <a:pt x="378" y="258"/>
                  <a:pt x="378" y="336"/>
                </a:cubicBezTo>
                <a:lnTo>
                  <a:pt x="378" y="847"/>
                </a:lnTo>
                <a:lnTo>
                  <a:pt x="204" y="847"/>
                </a:lnTo>
                <a:lnTo>
                  <a:pt x="204" y="336"/>
                </a:lnTo>
                <a:cubicBezTo>
                  <a:pt x="204" y="258"/>
                  <a:pt x="251" y="203"/>
                  <a:pt x="291" y="203"/>
                </a:cubicBezTo>
                <a:close/>
                <a:moveTo>
                  <a:pt x="291" y="0"/>
                </a:moveTo>
                <a:cubicBezTo>
                  <a:pt x="132" y="0"/>
                  <a:pt x="1" y="151"/>
                  <a:pt x="1" y="336"/>
                </a:cubicBezTo>
                <a:lnTo>
                  <a:pt x="1" y="1051"/>
                </a:lnTo>
                <a:lnTo>
                  <a:pt x="582" y="1051"/>
                </a:lnTo>
                <a:lnTo>
                  <a:pt x="582" y="336"/>
                </a:lnTo>
                <a:cubicBezTo>
                  <a:pt x="582" y="151"/>
                  <a:pt x="451" y="0"/>
                  <a:pt x="291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5" name="Google Shape;635;p16"/>
          <p:cNvSpPr/>
          <p:nvPr/>
        </p:nvSpPr>
        <p:spPr>
          <a:xfrm>
            <a:off x="3476308" y="2723757"/>
            <a:ext cx="86415" cy="86415"/>
          </a:xfrm>
          <a:custGeom>
            <a:avLst/>
            <a:gdLst/>
            <a:ahLst/>
            <a:cxnLst/>
            <a:rect l="l" t="t" r="r" b="b"/>
            <a:pathLst>
              <a:path w="792" h="792" extrusionOk="0">
                <a:moveTo>
                  <a:pt x="397" y="1"/>
                </a:moveTo>
                <a:cubicBezTo>
                  <a:pt x="178" y="1"/>
                  <a:pt x="1" y="178"/>
                  <a:pt x="1" y="397"/>
                </a:cubicBezTo>
                <a:cubicBezTo>
                  <a:pt x="1" y="614"/>
                  <a:pt x="178" y="792"/>
                  <a:pt x="397" y="792"/>
                </a:cubicBezTo>
                <a:cubicBezTo>
                  <a:pt x="615" y="792"/>
                  <a:pt x="792" y="614"/>
                  <a:pt x="792" y="397"/>
                </a:cubicBezTo>
                <a:cubicBezTo>
                  <a:pt x="792" y="178"/>
                  <a:pt x="615" y="1"/>
                  <a:pt x="397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6" name="Google Shape;636;p16"/>
          <p:cNvSpPr/>
          <p:nvPr/>
        </p:nvSpPr>
        <p:spPr>
          <a:xfrm>
            <a:off x="3465178" y="2712846"/>
            <a:ext cx="108346" cy="108455"/>
          </a:xfrm>
          <a:custGeom>
            <a:avLst/>
            <a:gdLst/>
            <a:ahLst/>
            <a:cxnLst/>
            <a:rect l="l" t="t" r="r" b="b"/>
            <a:pathLst>
              <a:path w="993" h="994" extrusionOk="0">
                <a:moveTo>
                  <a:pt x="497" y="203"/>
                </a:moveTo>
                <a:cubicBezTo>
                  <a:pt x="659" y="203"/>
                  <a:pt x="790" y="335"/>
                  <a:pt x="790" y="497"/>
                </a:cubicBezTo>
                <a:cubicBezTo>
                  <a:pt x="790" y="658"/>
                  <a:pt x="658" y="790"/>
                  <a:pt x="497" y="790"/>
                </a:cubicBezTo>
                <a:cubicBezTo>
                  <a:pt x="336" y="790"/>
                  <a:pt x="204" y="658"/>
                  <a:pt x="204" y="497"/>
                </a:cubicBezTo>
                <a:cubicBezTo>
                  <a:pt x="204" y="335"/>
                  <a:pt x="336" y="203"/>
                  <a:pt x="497" y="203"/>
                </a:cubicBezTo>
                <a:close/>
                <a:moveTo>
                  <a:pt x="497" y="1"/>
                </a:moveTo>
                <a:cubicBezTo>
                  <a:pt x="224" y="1"/>
                  <a:pt x="1" y="223"/>
                  <a:pt x="1" y="497"/>
                </a:cubicBezTo>
                <a:cubicBezTo>
                  <a:pt x="1" y="770"/>
                  <a:pt x="224" y="993"/>
                  <a:pt x="497" y="993"/>
                </a:cubicBezTo>
                <a:cubicBezTo>
                  <a:pt x="772" y="993"/>
                  <a:pt x="993" y="770"/>
                  <a:pt x="993" y="497"/>
                </a:cubicBezTo>
                <a:cubicBezTo>
                  <a:pt x="993" y="223"/>
                  <a:pt x="771" y="1"/>
                  <a:pt x="49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7" name="Google Shape;637;p16"/>
          <p:cNvSpPr/>
          <p:nvPr/>
        </p:nvSpPr>
        <p:spPr>
          <a:xfrm>
            <a:off x="3476962" y="2873673"/>
            <a:ext cx="85324" cy="111074"/>
          </a:xfrm>
          <a:custGeom>
            <a:avLst/>
            <a:gdLst/>
            <a:ahLst/>
            <a:cxnLst/>
            <a:rect l="l" t="t" r="r" b="b"/>
            <a:pathLst>
              <a:path w="782" h="1018" extrusionOk="0">
                <a:moveTo>
                  <a:pt x="1" y="0"/>
                </a:moveTo>
                <a:lnTo>
                  <a:pt x="1" y="1017"/>
                </a:lnTo>
                <a:lnTo>
                  <a:pt x="782" y="1017"/>
                </a:lnTo>
                <a:lnTo>
                  <a:pt x="782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8" name="Google Shape;638;p16"/>
          <p:cNvSpPr/>
          <p:nvPr/>
        </p:nvSpPr>
        <p:spPr>
          <a:xfrm>
            <a:off x="4600893" y="2452184"/>
            <a:ext cx="409490" cy="434476"/>
          </a:xfrm>
          <a:custGeom>
            <a:avLst/>
            <a:gdLst/>
            <a:ahLst/>
            <a:cxnLst/>
            <a:rect l="l" t="t" r="r" b="b"/>
            <a:pathLst>
              <a:path w="3753" h="3982" extrusionOk="0">
                <a:moveTo>
                  <a:pt x="1877" y="1"/>
                </a:moveTo>
                <a:lnTo>
                  <a:pt x="0" y="3982"/>
                </a:lnTo>
                <a:lnTo>
                  <a:pt x="3752" y="3982"/>
                </a:lnTo>
                <a:lnTo>
                  <a:pt x="1877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39" name="Google Shape;639;p16"/>
          <p:cNvSpPr/>
          <p:nvPr/>
        </p:nvSpPr>
        <p:spPr>
          <a:xfrm>
            <a:off x="4601330" y="2453057"/>
            <a:ext cx="204581" cy="433603"/>
          </a:xfrm>
          <a:custGeom>
            <a:avLst/>
            <a:gdLst/>
            <a:ahLst/>
            <a:cxnLst/>
            <a:rect l="l" t="t" r="r" b="b"/>
            <a:pathLst>
              <a:path w="1875" h="3974" extrusionOk="0">
                <a:moveTo>
                  <a:pt x="1873" y="1"/>
                </a:moveTo>
                <a:lnTo>
                  <a:pt x="0" y="3974"/>
                </a:lnTo>
                <a:lnTo>
                  <a:pt x="1875" y="3974"/>
                </a:lnTo>
                <a:lnTo>
                  <a:pt x="1875" y="8"/>
                </a:lnTo>
                <a:lnTo>
                  <a:pt x="1873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0" name="Google Shape;640;p16"/>
          <p:cNvSpPr/>
          <p:nvPr/>
        </p:nvSpPr>
        <p:spPr>
          <a:xfrm>
            <a:off x="4348524" y="2551801"/>
            <a:ext cx="409599" cy="434476"/>
          </a:xfrm>
          <a:custGeom>
            <a:avLst/>
            <a:gdLst/>
            <a:ahLst/>
            <a:cxnLst/>
            <a:rect l="l" t="t" r="r" b="b"/>
            <a:pathLst>
              <a:path w="3754" h="3982" extrusionOk="0">
                <a:moveTo>
                  <a:pt x="1878" y="0"/>
                </a:moveTo>
                <a:lnTo>
                  <a:pt x="1" y="3981"/>
                </a:lnTo>
                <a:lnTo>
                  <a:pt x="3753" y="3981"/>
                </a:lnTo>
                <a:lnTo>
                  <a:pt x="187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1" name="Google Shape;641;p16"/>
          <p:cNvSpPr/>
          <p:nvPr/>
        </p:nvSpPr>
        <p:spPr>
          <a:xfrm>
            <a:off x="4349070" y="2552892"/>
            <a:ext cx="204581" cy="433385"/>
          </a:xfrm>
          <a:custGeom>
            <a:avLst/>
            <a:gdLst/>
            <a:ahLst/>
            <a:cxnLst/>
            <a:rect l="l" t="t" r="r" b="b"/>
            <a:pathLst>
              <a:path w="1875" h="3972" extrusionOk="0">
                <a:moveTo>
                  <a:pt x="1873" y="0"/>
                </a:moveTo>
                <a:lnTo>
                  <a:pt x="0" y="3971"/>
                </a:lnTo>
                <a:lnTo>
                  <a:pt x="1875" y="3971"/>
                </a:lnTo>
                <a:lnTo>
                  <a:pt x="1875" y="7"/>
                </a:lnTo>
                <a:lnTo>
                  <a:pt x="18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16"/>
          <p:cNvSpPr/>
          <p:nvPr/>
        </p:nvSpPr>
        <p:spPr>
          <a:xfrm>
            <a:off x="4866683" y="2551801"/>
            <a:ext cx="409599" cy="434476"/>
          </a:xfrm>
          <a:custGeom>
            <a:avLst/>
            <a:gdLst/>
            <a:ahLst/>
            <a:cxnLst/>
            <a:rect l="l" t="t" r="r" b="b"/>
            <a:pathLst>
              <a:path w="3754" h="3982" extrusionOk="0">
                <a:moveTo>
                  <a:pt x="1877" y="0"/>
                </a:moveTo>
                <a:lnTo>
                  <a:pt x="1" y="3981"/>
                </a:lnTo>
                <a:lnTo>
                  <a:pt x="3754" y="3981"/>
                </a:lnTo>
                <a:lnTo>
                  <a:pt x="1877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16"/>
          <p:cNvSpPr/>
          <p:nvPr/>
        </p:nvSpPr>
        <p:spPr>
          <a:xfrm>
            <a:off x="4867119" y="2552892"/>
            <a:ext cx="204690" cy="433385"/>
          </a:xfrm>
          <a:custGeom>
            <a:avLst/>
            <a:gdLst/>
            <a:ahLst/>
            <a:cxnLst/>
            <a:rect l="l" t="t" r="r" b="b"/>
            <a:pathLst>
              <a:path w="1876" h="3972" extrusionOk="0">
                <a:moveTo>
                  <a:pt x="1873" y="0"/>
                </a:moveTo>
                <a:lnTo>
                  <a:pt x="1" y="3971"/>
                </a:lnTo>
                <a:lnTo>
                  <a:pt x="1875" y="3971"/>
                </a:lnTo>
                <a:lnTo>
                  <a:pt x="1875" y="7"/>
                </a:lnTo>
                <a:lnTo>
                  <a:pt x="1873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16"/>
          <p:cNvSpPr/>
          <p:nvPr/>
        </p:nvSpPr>
        <p:spPr>
          <a:xfrm>
            <a:off x="4431229" y="3424239"/>
            <a:ext cx="130168" cy="218329"/>
          </a:xfrm>
          <a:custGeom>
            <a:avLst/>
            <a:gdLst/>
            <a:ahLst/>
            <a:cxnLst/>
            <a:rect l="l" t="t" r="r" b="b"/>
            <a:pathLst>
              <a:path w="1193" h="2001" extrusionOk="0">
                <a:moveTo>
                  <a:pt x="596" y="0"/>
                </a:moveTo>
                <a:lnTo>
                  <a:pt x="0" y="2001"/>
                </a:lnTo>
                <a:lnTo>
                  <a:pt x="1192" y="2001"/>
                </a:lnTo>
                <a:lnTo>
                  <a:pt x="59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5" name="Google Shape;645;p16"/>
          <p:cNvSpPr/>
          <p:nvPr/>
        </p:nvSpPr>
        <p:spPr>
          <a:xfrm>
            <a:off x="4482401" y="3518401"/>
            <a:ext cx="27714" cy="176649"/>
          </a:xfrm>
          <a:custGeom>
            <a:avLst/>
            <a:gdLst/>
            <a:ahLst/>
            <a:cxnLst/>
            <a:rect l="l" t="t" r="r" b="b"/>
            <a:pathLst>
              <a:path w="254" h="1619" extrusionOk="0">
                <a:moveTo>
                  <a:pt x="127" y="0"/>
                </a:moveTo>
                <a:lnTo>
                  <a:pt x="1" y="1619"/>
                </a:lnTo>
                <a:lnTo>
                  <a:pt x="254" y="1619"/>
                </a:lnTo>
                <a:lnTo>
                  <a:pt x="1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6" name="Google Shape;646;p16"/>
          <p:cNvSpPr/>
          <p:nvPr/>
        </p:nvSpPr>
        <p:spPr>
          <a:xfrm>
            <a:off x="4602530" y="3424239"/>
            <a:ext cx="130277" cy="218329"/>
          </a:xfrm>
          <a:custGeom>
            <a:avLst/>
            <a:gdLst/>
            <a:ahLst/>
            <a:cxnLst/>
            <a:rect l="l" t="t" r="r" b="b"/>
            <a:pathLst>
              <a:path w="1194" h="2001" extrusionOk="0">
                <a:moveTo>
                  <a:pt x="596" y="0"/>
                </a:moveTo>
                <a:lnTo>
                  <a:pt x="1" y="2001"/>
                </a:lnTo>
                <a:lnTo>
                  <a:pt x="1194" y="2001"/>
                </a:lnTo>
                <a:lnTo>
                  <a:pt x="59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7" name="Google Shape;647;p16"/>
          <p:cNvSpPr/>
          <p:nvPr/>
        </p:nvSpPr>
        <p:spPr>
          <a:xfrm>
            <a:off x="4653811" y="3518401"/>
            <a:ext cx="27714" cy="176649"/>
          </a:xfrm>
          <a:custGeom>
            <a:avLst/>
            <a:gdLst/>
            <a:ahLst/>
            <a:cxnLst/>
            <a:rect l="l" t="t" r="r" b="b"/>
            <a:pathLst>
              <a:path w="254" h="1619" extrusionOk="0">
                <a:moveTo>
                  <a:pt x="126" y="0"/>
                </a:moveTo>
                <a:lnTo>
                  <a:pt x="0" y="1619"/>
                </a:lnTo>
                <a:lnTo>
                  <a:pt x="253" y="1619"/>
                </a:lnTo>
                <a:lnTo>
                  <a:pt x="12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8" name="Google Shape;648;p16"/>
          <p:cNvSpPr/>
          <p:nvPr/>
        </p:nvSpPr>
        <p:spPr>
          <a:xfrm>
            <a:off x="4773940" y="3424239"/>
            <a:ext cx="130277" cy="218329"/>
          </a:xfrm>
          <a:custGeom>
            <a:avLst/>
            <a:gdLst/>
            <a:ahLst/>
            <a:cxnLst/>
            <a:rect l="l" t="t" r="r" b="b"/>
            <a:pathLst>
              <a:path w="1194" h="2001" extrusionOk="0">
                <a:moveTo>
                  <a:pt x="598" y="0"/>
                </a:moveTo>
                <a:lnTo>
                  <a:pt x="0" y="2001"/>
                </a:lnTo>
                <a:lnTo>
                  <a:pt x="1193" y="2001"/>
                </a:lnTo>
                <a:lnTo>
                  <a:pt x="5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9" name="Google Shape;649;p16"/>
          <p:cNvSpPr/>
          <p:nvPr/>
        </p:nvSpPr>
        <p:spPr>
          <a:xfrm>
            <a:off x="4825112" y="3518401"/>
            <a:ext cx="27823" cy="176649"/>
          </a:xfrm>
          <a:custGeom>
            <a:avLst/>
            <a:gdLst/>
            <a:ahLst/>
            <a:cxnLst/>
            <a:rect l="l" t="t" r="r" b="b"/>
            <a:pathLst>
              <a:path w="255" h="1619" extrusionOk="0">
                <a:moveTo>
                  <a:pt x="129" y="0"/>
                </a:moveTo>
                <a:lnTo>
                  <a:pt x="1" y="1619"/>
                </a:lnTo>
                <a:lnTo>
                  <a:pt x="255" y="1619"/>
                </a:lnTo>
                <a:lnTo>
                  <a:pt x="12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0" name="Google Shape;650;p16"/>
          <p:cNvSpPr/>
          <p:nvPr/>
        </p:nvSpPr>
        <p:spPr>
          <a:xfrm>
            <a:off x="4945241" y="3424239"/>
            <a:ext cx="130277" cy="218329"/>
          </a:xfrm>
          <a:custGeom>
            <a:avLst/>
            <a:gdLst/>
            <a:ahLst/>
            <a:cxnLst/>
            <a:rect l="l" t="t" r="r" b="b"/>
            <a:pathLst>
              <a:path w="1194" h="2001" extrusionOk="0">
                <a:moveTo>
                  <a:pt x="598" y="0"/>
                </a:moveTo>
                <a:lnTo>
                  <a:pt x="1" y="2001"/>
                </a:lnTo>
                <a:lnTo>
                  <a:pt x="1194" y="2001"/>
                </a:lnTo>
                <a:lnTo>
                  <a:pt x="598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1" name="Google Shape;651;p16"/>
          <p:cNvSpPr/>
          <p:nvPr/>
        </p:nvSpPr>
        <p:spPr>
          <a:xfrm>
            <a:off x="4996631" y="3518401"/>
            <a:ext cx="27714" cy="176649"/>
          </a:xfrm>
          <a:custGeom>
            <a:avLst/>
            <a:gdLst/>
            <a:ahLst/>
            <a:cxnLst/>
            <a:rect l="l" t="t" r="r" b="b"/>
            <a:pathLst>
              <a:path w="254" h="1619" extrusionOk="0">
                <a:moveTo>
                  <a:pt x="127" y="0"/>
                </a:moveTo>
                <a:lnTo>
                  <a:pt x="1" y="1619"/>
                </a:lnTo>
                <a:lnTo>
                  <a:pt x="253" y="1619"/>
                </a:lnTo>
                <a:lnTo>
                  <a:pt x="1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2" name="Google Shape;652;p16"/>
          <p:cNvSpPr/>
          <p:nvPr/>
        </p:nvSpPr>
        <p:spPr>
          <a:xfrm>
            <a:off x="5116760" y="3424239"/>
            <a:ext cx="130277" cy="218329"/>
          </a:xfrm>
          <a:custGeom>
            <a:avLst/>
            <a:gdLst/>
            <a:ahLst/>
            <a:cxnLst/>
            <a:rect l="l" t="t" r="r" b="b"/>
            <a:pathLst>
              <a:path w="1194" h="2001" extrusionOk="0">
                <a:moveTo>
                  <a:pt x="597" y="0"/>
                </a:moveTo>
                <a:lnTo>
                  <a:pt x="1" y="2001"/>
                </a:lnTo>
                <a:lnTo>
                  <a:pt x="1194" y="2001"/>
                </a:lnTo>
                <a:lnTo>
                  <a:pt x="597" y="0"/>
                </a:lnTo>
                <a:close/>
              </a:path>
            </a:pathLst>
          </a:custGeom>
          <a:solidFill>
            <a:srgbClr val="B3DCE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3" name="Google Shape;653;p16"/>
          <p:cNvSpPr/>
          <p:nvPr/>
        </p:nvSpPr>
        <p:spPr>
          <a:xfrm>
            <a:off x="5168042" y="3518401"/>
            <a:ext cx="27605" cy="176649"/>
          </a:xfrm>
          <a:custGeom>
            <a:avLst/>
            <a:gdLst/>
            <a:ahLst/>
            <a:cxnLst/>
            <a:rect l="l" t="t" r="r" b="b"/>
            <a:pathLst>
              <a:path w="253" h="1619" extrusionOk="0">
                <a:moveTo>
                  <a:pt x="127" y="0"/>
                </a:moveTo>
                <a:lnTo>
                  <a:pt x="0" y="1619"/>
                </a:lnTo>
                <a:lnTo>
                  <a:pt x="253" y="1619"/>
                </a:lnTo>
                <a:lnTo>
                  <a:pt x="1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4" name="Google Shape;654;p16"/>
          <p:cNvSpPr/>
          <p:nvPr/>
        </p:nvSpPr>
        <p:spPr>
          <a:xfrm>
            <a:off x="3730204" y="2708591"/>
            <a:ext cx="130277" cy="218329"/>
          </a:xfrm>
          <a:custGeom>
            <a:avLst/>
            <a:gdLst/>
            <a:ahLst/>
            <a:cxnLst/>
            <a:rect l="l" t="t" r="r" b="b"/>
            <a:pathLst>
              <a:path w="1194" h="2001" extrusionOk="0">
                <a:moveTo>
                  <a:pt x="598" y="1"/>
                </a:moveTo>
                <a:lnTo>
                  <a:pt x="1" y="2000"/>
                </a:lnTo>
                <a:lnTo>
                  <a:pt x="1194" y="2000"/>
                </a:lnTo>
                <a:lnTo>
                  <a:pt x="59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5" name="Google Shape;655;p16"/>
          <p:cNvSpPr/>
          <p:nvPr/>
        </p:nvSpPr>
        <p:spPr>
          <a:xfrm>
            <a:off x="3781594" y="2802752"/>
            <a:ext cx="27714" cy="176758"/>
          </a:xfrm>
          <a:custGeom>
            <a:avLst/>
            <a:gdLst/>
            <a:ahLst/>
            <a:cxnLst/>
            <a:rect l="l" t="t" r="r" b="b"/>
            <a:pathLst>
              <a:path w="254" h="1620" extrusionOk="0">
                <a:moveTo>
                  <a:pt x="127" y="0"/>
                </a:moveTo>
                <a:lnTo>
                  <a:pt x="0" y="1619"/>
                </a:lnTo>
                <a:lnTo>
                  <a:pt x="254" y="1619"/>
                </a:lnTo>
                <a:lnTo>
                  <a:pt x="1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6" name="Google Shape;656;p16"/>
          <p:cNvSpPr/>
          <p:nvPr/>
        </p:nvSpPr>
        <p:spPr>
          <a:xfrm>
            <a:off x="6005998" y="3831654"/>
            <a:ext cx="130277" cy="218220"/>
          </a:xfrm>
          <a:custGeom>
            <a:avLst/>
            <a:gdLst/>
            <a:ahLst/>
            <a:cxnLst/>
            <a:rect l="l" t="t" r="r" b="b"/>
            <a:pathLst>
              <a:path w="1194" h="2000" extrusionOk="0">
                <a:moveTo>
                  <a:pt x="597" y="0"/>
                </a:moveTo>
                <a:lnTo>
                  <a:pt x="0" y="1999"/>
                </a:lnTo>
                <a:lnTo>
                  <a:pt x="1193" y="1999"/>
                </a:lnTo>
                <a:lnTo>
                  <a:pt x="597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7" name="Google Shape;657;p16"/>
          <p:cNvSpPr/>
          <p:nvPr/>
        </p:nvSpPr>
        <p:spPr>
          <a:xfrm>
            <a:off x="6057170" y="3925597"/>
            <a:ext cx="27714" cy="176867"/>
          </a:xfrm>
          <a:custGeom>
            <a:avLst/>
            <a:gdLst/>
            <a:ahLst/>
            <a:cxnLst/>
            <a:rect l="l" t="t" r="r" b="b"/>
            <a:pathLst>
              <a:path w="254" h="1621" extrusionOk="0">
                <a:moveTo>
                  <a:pt x="128" y="1"/>
                </a:moveTo>
                <a:lnTo>
                  <a:pt x="1" y="1620"/>
                </a:lnTo>
                <a:lnTo>
                  <a:pt x="254" y="1620"/>
                </a:lnTo>
                <a:lnTo>
                  <a:pt x="12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8" name="Google Shape;658;p16"/>
          <p:cNvSpPr/>
          <p:nvPr/>
        </p:nvSpPr>
        <p:spPr>
          <a:xfrm>
            <a:off x="3469870" y="1611059"/>
            <a:ext cx="130277" cy="218438"/>
          </a:xfrm>
          <a:custGeom>
            <a:avLst/>
            <a:gdLst/>
            <a:ahLst/>
            <a:cxnLst/>
            <a:rect l="l" t="t" r="r" b="b"/>
            <a:pathLst>
              <a:path w="1194" h="2002" extrusionOk="0">
                <a:moveTo>
                  <a:pt x="597" y="1"/>
                </a:moveTo>
                <a:lnTo>
                  <a:pt x="0" y="2001"/>
                </a:lnTo>
                <a:lnTo>
                  <a:pt x="1194" y="2001"/>
                </a:lnTo>
                <a:lnTo>
                  <a:pt x="59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59" name="Google Shape;659;p16"/>
          <p:cNvSpPr/>
          <p:nvPr/>
        </p:nvSpPr>
        <p:spPr>
          <a:xfrm>
            <a:off x="3521260" y="1705112"/>
            <a:ext cx="27605" cy="176867"/>
          </a:xfrm>
          <a:custGeom>
            <a:avLst/>
            <a:gdLst/>
            <a:ahLst/>
            <a:cxnLst/>
            <a:rect l="l" t="t" r="r" b="b"/>
            <a:pathLst>
              <a:path w="253" h="1621" extrusionOk="0">
                <a:moveTo>
                  <a:pt x="126" y="0"/>
                </a:moveTo>
                <a:lnTo>
                  <a:pt x="0" y="1620"/>
                </a:lnTo>
                <a:lnTo>
                  <a:pt x="253" y="1620"/>
                </a:lnTo>
                <a:lnTo>
                  <a:pt x="12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0" name="Google Shape;660;p16"/>
          <p:cNvSpPr/>
          <p:nvPr/>
        </p:nvSpPr>
        <p:spPr>
          <a:xfrm>
            <a:off x="4996631" y="1292023"/>
            <a:ext cx="130277" cy="218220"/>
          </a:xfrm>
          <a:custGeom>
            <a:avLst/>
            <a:gdLst/>
            <a:ahLst/>
            <a:cxnLst/>
            <a:rect l="l" t="t" r="r" b="b"/>
            <a:pathLst>
              <a:path w="1194" h="2000" extrusionOk="0">
                <a:moveTo>
                  <a:pt x="596" y="1"/>
                </a:moveTo>
                <a:lnTo>
                  <a:pt x="1" y="2000"/>
                </a:lnTo>
                <a:lnTo>
                  <a:pt x="1194" y="2000"/>
                </a:lnTo>
                <a:lnTo>
                  <a:pt x="596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16"/>
          <p:cNvSpPr/>
          <p:nvPr/>
        </p:nvSpPr>
        <p:spPr>
          <a:xfrm>
            <a:off x="5047913" y="1386185"/>
            <a:ext cx="27605" cy="176649"/>
          </a:xfrm>
          <a:custGeom>
            <a:avLst/>
            <a:gdLst/>
            <a:ahLst/>
            <a:cxnLst/>
            <a:rect l="l" t="t" r="r" b="b"/>
            <a:pathLst>
              <a:path w="253" h="1619" extrusionOk="0">
                <a:moveTo>
                  <a:pt x="126" y="0"/>
                </a:moveTo>
                <a:lnTo>
                  <a:pt x="0" y="1619"/>
                </a:lnTo>
                <a:lnTo>
                  <a:pt x="253" y="1619"/>
                </a:lnTo>
                <a:lnTo>
                  <a:pt x="126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2" name="Google Shape;662;p16"/>
          <p:cNvSpPr/>
          <p:nvPr/>
        </p:nvSpPr>
        <p:spPr>
          <a:xfrm>
            <a:off x="5163241" y="1292023"/>
            <a:ext cx="130386" cy="218220"/>
          </a:xfrm>
          <a:custGeom>
            <a:avLst/>
            <a:gdLst/>
            <a:ahLst/>
            <a:cxnLst/>
            <a:rect l="l" t="t" r="r" b="b"/>
            <a:pathLst>
              <a:path w="1195" h="2000" extrusionOk="0">
                <a:moveTo>
                  <a:pt x="598" y="1"/>
                </a:moveTo>
                <a:lnTo>
                  <a:pt x="0" y="2000"/>
                </a:lnTo>
                <a:lnTo>
                  <a:pt x="1194" y="2000"/>
                </a:lnTo>
                <a:lnTo>
                  <a:pt x="598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3" name="Google Shape;663;p16"/>
          <p:cNvSpPr/>
          <p:nvPr/>
        </p:nvSpPr>
        <p:spPr>
          <a:xfrm>
            <a:off x="5214522" y="1386185"/>
            <a:ext cx="27823" cy="176649"/>
          </a:xfrm>
          <a:custGeom>
            <a:avLst/>
            <a:gdLst/>
            <a:ahLst/>
            <a:cxnLst/>
            <a:rect l="l" t="t" r="r" b="b"/>
            <a:pathLst>
              <a:path w="255" h="1619" extrusionOk="0">
                <a:moveTo>
                  <a:pt x="128" y="0"/>
                </a:moveTo>
                <a:lnTo>
                  <a:pt x="1" y="1619"/>
                </a:lnTo>
                <a:lnTo>
                  <a:pt x="255" y="1619"/>
                </a:lnTo>
                <a:lnTo>
                  <a:pt x="12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4" name="Google Shape;664;p16"/>
          <p:cNvSpPr/>
          <p:nvPr/>
        </p:nvSpPr>
        <p:spPr>
          <a:xfrm>
            <a:off x="5329959" y="1292023"/>
            <a:ext cx="130277" cy="218220"/>
          </a:xfrm>
          <a:custGeom>
            <a:avLst/>
            <a:gdLst/>
            <a:ahLst/>
            <a:cxnLst/>
            <a:rect l="l" t="t" r="r" b="b"/>
            <a:pathLst>
              <a:path w="1194" h="2000" extrusionOk="0">
                <a:moveTo>
                  <a:pt x="597" y="1"/>
                </a:moveTo>
                <a:lnTo>
                  <a:pt x="1" y="2000"/>
                </a:lnTo>
                <a:lnTo>
                  <a:pt x="1194" y="2000"/>
                </a:lnTo>
                <a:lnTo>
                  <a:pt x="59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5" name="Google Shape;665;p16"/>
          <p:cNvSpPr/>
          <p:nvPr/>
        </p:nvSpPr>
        <p:spPr>
          <a:xfrm>
            <a:off x="5381240" y="1386185"/>
            <a:ext cx="27714" cy="176649"/>
          </a:xfrm>
          <a:custGeom>
            <a:avLst/>
            <a:gdLst/>
            <a:ahLst/>
            <a:cxnLst/>
            <a:rect l="l" t="t" r="r" b="b"/>
            <a:pathLst>
              <a:path w="254" h="1619" extrusionOk="0">
                <a:moveTo>
                  <a:pt x="127" y="0"/>
                </a:moveTo>
                <a:lnTo>
                  <a:pt x="0" y="1619"/>
                </a:lnTo>
                <a:lnTo>
                  <a:pt x="253" y="1619"/>
                </a:lnTo>
                <a:lnTo>
                  <a:pt x="127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6" name="Google Shape;666;p16"/>
          <p:cNvSpPr/>
          <p:nvPr/>
        </p:nvSpPr>
        <p:spPr>
          <a:xfrm>
            <a:off x="4794016" y="4174367"/>
            <a:ext cx="1441889" cy="270375"/>
          </a:xfrm>
          <a:custGeom>
            <a:avLst/>
            <a:gdLst/>
            <a:ahLst/>
            <a:cxnLst/>
            <a:rect l="l" t="t" r="r" b="b"/>
            <a:pathLst>
              <a:path w="13215" h="2478" extrusionOk="0">
                <a:moveTo>
                  <a:pt x="27" y="0"/>
                </a:moveTo>
                <a:cubicBezTo>
                  <a:pt x="12" y="0"/>
                  <a:pt x="1" y="12"/>
                  <a:pt x="1" y="27"/>
                </a:cubicBezTo>
                <a:lnTo>
                  <a:pt x="1" y="2451"/>
                </a:lnTo>
                <a:cubicBezTo>
                  <a:pt x="1" y="2466"/>
                  <a:pt x="12" y="2477"/>
                  <a:pt x="27" y="2477"/>
                </a:cubicBezTo>
                <a:lnTo>
                  <a:pt x="13188" y="2477"/>
                </a:lnTo>
                <a:cubicBezTo>
                  <a:pt x="13202" y="2477"/>
                  <a:pt x="13215" y="2465"/>
                  <a:pt x="13215" y="2451"/>
                </a:cubicBezTo>
                <a:lnTo>
                  <a:pt x="13215" y="27"/>
                </a:lnTo>
                <a:cubicBezTo>
                  <a:pt x="13215" y="12"/>
                  <a:pt x="13204" y="0"/>
                  <a:pt x="13188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7" name="Google Shape;667;p16"/>
          <p:cNvSpPr/>
          <p:nvPr/>
        </p:nvSpPr>
        <p:spPr>
          <a:xfrm>
            <a:off x="3158364" y="3047703"/>
            <a:ext cx="31642" cy="135406"/>
          </a:xfrm>
          <a:custGeom>
            <a:avLst/>
            <a:gdLst/>
            <a:ahLst/>
            <a:cxnLst/>
            <a:rect l="l" t="t" r="r" b="b"/>
            <a:pathLst>
              <a:path w="290" h="1241" extrusionOk="0">
                <a:moveTo>
                  <a:pt x="1" y="0"/>
                </a:moveTo>
                <a:lnTo>
                  <a:pt x="1" y="1240"/>
                </a:lnTo>
                <a:lnTo>
                  <a:pt x="289" y="1240"/>
                </a:lnTo>
                <a:lnTo>
                  <a:pt x="28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8" name="Google Shape;668;p16"/>
          <p:cNvSpPr/>
          <p:nvPr/>
        </p:nvSpPr>
        <p:spPr>
          <a:xfrm>
            <a:off x="3077187" y="3047703"/>
            <a:ext cx="31751" cy="135406"/>
          </a:xfrm>
          <a:custGeom>
            <a:avLst/>
            <a:gdLst/>
            <a:ahLst/>
            <a:cxnLst/>
            <a:rect l="l" t="t" r="r" b="b"/>
            <a:pathLst>
              <a:path w="291" h="1241" extrusionOk="0">
                <a:moveTo>
                  <a:pt x="1" y="0"/>
                </a:moveTo>
                <a:lnTo>
                  <a:pt x="1" y="1240"/>
                </a:lnTo>
                <a:lnTo>
                  <a:pt x="290" y="1240"/>
                </a:lnTo>
                <a:lnTo>
                  <a:pt x="290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9" name="Google Shape;669;p16"/>
          <p:cNvSpPr/>
          <p:nvPr/>
        </p:nvSpPr>
        <p:spPr>
          <a:xfrm>
            <a:off x="3005175" y="3047703"/>
            <a:ext cx="31751" cy="135406"/>
          </a:xfrm>
          <a:custGeom>
            <a:avLst/>
            <a:gdLst/>
            <a:ahLst/>
            <a:cxnLst/>
            <a:rect l="l" t="t" r="r" b="b"/>
            <a:pathLst>
              <a:path w="291" h="1241" extrusionOk="0">
                <a:moveTo>
                  <a:pt x="1" y="0"/>
                </a:moveTo>
                <a:lnTo>
                  <a:pt x="1" y="1240"/>
                </a:lnTo>
                <a:lnTo>
                  <a:pt x="291" y="1240"/>
                </a:lnTo>
                <a:lnTo>
                  <a:pt x="291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0" name="Google Shape;670;p16"/>
          <p:cNvSpPr/>
          <p:nvPr/>
        </p:nvSpPr>
        <p:spPr>
          <a:xfrm>
            <a:off x="2928690" y="3047703"/>
            <a:ext cx="31533" cy="135406"/>
          </a:xfrm>
          <a:custGeom>
            <a:avLst/>
            <a:gdLst/>
            <a:ahLst/>
            <a:cxnLst/>
            <a:rect l="l" t="t" r="r" b="b"/>
            <a:pathLst>
              <a:path w="289" h="1241" extrusionOk="0">
                <a:moveTo>
                  <a:pt x="0" y="0"/>
                </a:moveTo>
                <a:lnTo>
                  <a:pt x="0" y="1240"/>
                </a:lnTo>
                <a:lnTo>
                  <a:pt x="289" y="1240"/>
                </a:lnTo>
                <a:lnTo>
                  <a:pt x="289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1" name="Google Shape;671;p16"/>
          <p:cNvSpPr/>
          <p:nvPr/>
        </p:nvSpPr>
        <p:spPr>
          <a:xfrm>
            <a:off x="2942110" y="3097457"/>
            <a:ext cx="225421" cy="40698"/>
          </a:xfrm>
          <a:custGeom>
            <a:avLst/>
            <a:gdLst/>
            <a:ahLst/>
            <a:cxnLst/>
            <a:rect l="l" t="t" r="r" b="b"/>
            <a:pathLst>
              <a:path w="2066" h="373" extrusionOk="0">
                <a:moveTo>
                  <a:pt x="1" y="1"/>
                </a:moveTo>
                <a:lnTo>
                  <a:pt x="1" y="372"/>
                </a:lnTo>
                <a:lnTo>
                  <a:pt x="2066" y="372"/>
                </a:lnTo>
                <a:lnTo>
                  <a:pt x="2066" y="1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2" name="Google Shape;672;p16"/>
          <p:cNvSpPr/>
          <p:nvPr/>
        </p:nvSpPr>
        <p:spPr>
          <a:xfrm>
            <a:off x="4978192" y="4264273"/>
            <a:ext cx="180904" cy="27278"/>
          </a:xfrm>
          <a:custGeom>
            <a:avLst/>
            <a:gdLst/>
            <a:ahLst/>
            <a:cxnLst/>
            <a:rect l="l" t="t" r="r" b="b"/>
            <a:pathLst>
              <a:path w="1658" h="250" extrusionOk="0">
                <a:moveTo>
                  <a:pt x="84" y="1"/>
                </a:moveTo>
                <a:cubicBezTo>
                  <a:pt x="38" y="1"/>
                  <a:pt x="1" y="38"/>
                  <a:pt x="1" y="84"/>
                </a:cubicBezTo>
                <a:cubicBezTo>
                  <a:pt x="1" y="130"/>
                  <a:pt x="38" y="168"/>
                  <a:pt x="84" y="168"/>
                </a:cubicBezTo>
                <a:cubicBezTo>
                  <a:pt x="138" y="168"/>
                  <a:pt x="159" y="179"/>
                  <a:pt x="192" y="198"/>
                </a:cubicBezTo>
                <a:cubicBezTo>
                  <a:pt x="235" y="221"/>
                  <a:pt x="286" y="250"/>
                  <a:pt x="381" y="250"/>
                </a:cubicBezTo>
                <a:cubicBezTo>
                  <a:pt x="478" y="250"/>
                  <a:pt x="530" y="221"/>
                  <a:pt x="571" y="198"/>
                </a:cubicBezTo>
                <a:cubicBezTo>
                  <a:pt x="604" y="180"/>
                  <a:pt x="627" y="168"/>
                  <a:pt x="680" y="168"/>
                </a:cubicBezTo>
                <a:cubicBezTo>
                  <a:pt x="733" y="168"/>
                  <a:pt x="755" y="179"/>
                  <a:pt x="789" y="198"/>
                </a:cubicBezTo>
                <a:cubicBezTo>
                  <a:pt x="831" y="221"/>
                  <a:pt x="882" y="250"/>
                  <a:pt x="978" y="250"/>
                </a:cubicBezTo>
                <a:cubicBezTo>
                  <a:pt x="1074" y="250"/>
                  <a:pt x="1126" y="221"/>
                  <a:pt x="1167" y="198"/>
                </a:cubicBezTo>
                <a:cubicBezTo>
                  <a:pt x="1200" y="180"/>
                  <a:pt x="1223" y="168"/>
                  <a:pt x="1276" y="168"/>
                </a:cubicBezTo>
                <a:cubicBezTo>
                  <a:pt x="1328" y="168"/>
                  <a:pt x="1351" y="179"/>
                  <a:pt x="1384" y="198"/>
                </a:cubicBezTo>
                <a:cubicBezTo>
                  <a:pt x="1427" y="221"/>
                  <a:pt x="1478" y="250"/>
                  <a:pt x="1573" y="250"/>
                </a:cubicBezTo>
                <a:cubicBezTo>
                  <a:pt x="1619" y="250"/>
                  <a:pt x="1657" y="212"/>
                  <a:pt x="1657" y="166"/>
                </a:cubicBezTo>
                <a:cubicBezTo>
                  <a:pt x="1657" y="120"/>
                  <a:pt x="1619" y="83"/>
                  <a:pt x="1573" y="83"/>
                </a:cubicBezTo>
                <a:cubicBezTo>
                  <a:pt x="1521" y="83"/>
                  <a:pt x="1499" y="72"/>
                  <a:pt x="1465" y="52"/>
                </a:cubicBezTo>
                <a:cubicBezTo>
                  <a:pt x="1423" y="30"/>
                  <a:pt x="1372" y="1"/>
                  <a:pt x="1276" y="1"/>
                </a:cubicBezTo>
                <a:cubicBezTo>
                  <a:pt x="1179" y="1"/>
                  <a:pt x="1127" y="30"/>
                  <a:pt x="1086" y="52"/>
                </a:cubicBezTo>
                <a:cubicBezTo>
                  <a:pt x="1054" y="71"/>
                  <a:pt x="1030" y="83"/>
                  <a:pt x="978" y="83"/>
                </a:cubicBezTo>
                <a:cubicBezTo>
                  <a:pt x="924" y="83"/>
                  <a:pt x="902" y="72"/>
                  <a:pt x="869" y="52"/>
                </a:cubicBezTo>
                <a:cubicBezTo>
                  <a:pt x="826" y="30"/>
                  <a:pt x="775" y="1"/>
                  <a:pt x="680" y="1"/>
                </a:cubicBezTo>
                <a:cubicBezTo>
                  <a:pt x="584" y="1"/>
                  <a:pt x="532" y="30"/>
                  <a:pt x="491" y="52"/>
                </a:cubicBezTo>
                <a:cubicBezTo>
                  <a:pt x="457" y="71"/>
                  <a:pt x="435" y="83"/>
                  <a:pt x="381" y="83"/>
                </a:cubicBezTo>
                <a:cubicBezTo>
                  <a:pt x="328" y="83"/>
                  <a:pt x="307" y="72"/>
                  <a:pt x="273" y="52"/>
                </a:cubicBezTo>
                <a:cubicBezTo>
                  <a:pt x="231" y="30"/>
                  <a:pt x="180" y="1"/>
                  <a:pt x="84" y="1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3" name="Google Shape;673;p16"/>
          <p:cNvSpPr/>
          <p:nvPr/>
        </p:nvSpPr>
        <p:spPr>
          <a:xfrm>
            <a:off x="5289152" y="4322865"/>
            <a:ext cx="180795" cy="27059"/>
          </a:xfrm>
          <a:custGeom>
            <a:avLst/>
            <a:gdLst/>
            <a:ahLst/>
            <a:cxnLst/>
            <a:rect l="l" t="t" r="r" b="b"/>
            <a:pathLst>
              <a:path w="1657" h="248" extrusionOk="0">
                <a:moveTo>
                  <a:pt x="83" y="0"/>
                </a:moveTo>
                <a:cubicBezTo>
                  <a:pt x="37" y="0"/>
                  <a:pt x="0" y="37"/>
                  <a:pt x="0" y="83"/>
                </a:cubicBezTo>
                <a:cubicBezTo>
                  <a:pt x="0" y="129"/>
                  <a:pt x="37" y="166"/>
                  <a:pt x="83" y="166"/>
                </a:cubicBezTo>
                <a:cubicBezTo>
                  <a:pt x="137" y="166"/>
                  <a:pt x="159" y="178"/>
                  <a:pt x="192" y="197"/>
                </a:cubicBezTo>
                <a:cubicBezTo>
                  <a:pt x="235" y="220"/>
                  <a:pt x="286" y="248"/>
                  <a:pt x="381" y="248"/>
                </a:cubicBezTo>
                <a:cubicBezTo>
                  <a:pt x="477" y="248"/>
                  <a:pt x="529" y="220"/>
                  <a:pt x="570" y="197"/>
                </a:cubicBezTo>
                <a:cubicBezTo>
                  <a:pt x="604" y="179"/>
                  <a:pt x="627" y="166"/>
                  <a:pt x="680" y="166"/>
                </a:cubicBezTo>
                <a:cubicBezTo>
                  <a:pt x="733" y="166"/>
                  <a:pt x="754" y="178"/>
                  <a:pt x="788" y="197"/>
                </a:cubicBezTo>
                <a:cubicBezTo>
                  <a:pt x="830" y="220"/>
                  <a:pt x="881" y="248"/>
                  <a:pt x="977" y="248"/>
                </a:cubicBezTo>
                <a:cubicBezTo>
                  <a:pt x="1074" y="248"/>
                  <a:pt x="1126" y="220"/>
                  <a:pt x="1167" y="197"/>
                </a:cubicBezTo>
                <a:cubicBezTo>
                  <a:pt x="1200" y="179"/>
                  <a:pt x="1223" y="166"/>
                  <a:pt x="1275" y="166"/>
                </a:cubicBezTo>
                <a:cubicBezTo>
                  <a:pt x="1327" y="166"/>
                  <a:pt x="1351" y="178"/>
                  <a:pt x="1384" y="197"/>
                </a:cubicBezTo>
                <a:cubicBezTo>
                  <a:pt x="1427" y="220"/>
                  <a:pt x="1478" y="248"/>
                  <a:pt x="1573" y="248"/>
                </a:cubicBezTo>
                <a:cubicBezTo>
                  <a:pt x="1619" y="248"/>
                  <a:pt x="1657" y="211"/>
                  <a:pt x="1657" y="165"/>
                </a:cubicBezTo>
                <a:cubicBezTo>
                  <a:pt x="1657" y="119"/>
                  <a:pt x="1619" y="82"/>
                  <a:pt x="1573" y="82"/>
                </a:cubicBezTo>
                <a:cubicBezTo>
                  <a:pt x="1521" y="82"/>
                  <a:pt x="1498" y="71"/>
                  <a:pt x="1465" y="51"/>
                </a:cubicBezTo>
                <a:cubicBezTo>
                  <a:pt x="1423" y="28"/>
                  <a:pt x="1371" y="0"/>
                  <a:pt x="1275" y="0"/>
                </a:cubicBezTo>
                <a:cubicBezTo>
                  <a:pt x="1179" y="0"/>
                  <a:pt x="1127" y="28"/>
                  <a:pt x="1086" y="51"/>
                </a:cubicBezTo>
                <a:cubicBezTo>
                  <a:pt x="1053" y="69"/>
                  <a:pt x="1030" y="82"/>
                  <a:pt x="977" y="82"/>
                </a:cubicBezTo>
                <a:cubicBezTo>
                  <a:pt x="923" y="82"/>
                  <a:pt x="902" y="71"/>
                  <a:pt x="869" y="51"/>
                </a:cubicBezTo>
                <a:cubicBezTo>
                  <a:pt x="826" y="28"/>
                  <a:pt x="775" y="0"/>
                  <a:pt x="680" y="0"/>
                </a:cubicBezTo>
                <a:cubicBezTo>
                  <a:pt x="584" y="0"/>
                  <a:pt x="531" y="28"/>
                  <a:pt x="490" y="51"/>
                </a:cubicBezTo>
                <a:cubicBezTo>
                  <a:pt x="457" y="69"/>
                  <a:pt x="434" y="82"/>
                  <a:pt x="381" y="82"/>
                </a:cubicBezTo>
                <a:cubicBezTo>
                  <a:pt x="328" y="82"/>
                  <a:pt x="306" y="71"/>
                  <a:pt x="273" y="51"/>
                </a:cubicBezTo>
                <a:cubicBezTo>
                  <a:pt x="231" y="28"/>
                  <a:pt x="179" y="0"/>
                  <a:pt x="83" y="0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4" name="Google Shape;674;p16"/>
          <p:cNvSpPr/>
          <p:nvPr/>
        </p:nvSpPr>
        <p:spPr>
          <a:xfrm>
            <a:off x="2937091" y="1364227"/>
            <a:ext cx="180904" cy="27277"/>
          </a:xfrm>
          <a:custGeom>
            <a:avLst/>
            <a:gdLst/>
            <a:ahLst/>
            <a:cxnLst/>
            <a:rect l="l" t="t" r="r" b="b"/>
            <a:pathLst>
              <a:path w="1658" h="250" extrusionOk="0">
                <a:moveTo>
                  <a:pt x="85" y="1"/>
                </a:moveTo>
                <a:cubicBezTo>
                  <a:pt x="39" y="1"/>
                  <a:pt x="1" y="38"/>
                  <a:pt x="1" y="84"/>
                </a:cubicBezTo>
                <a:cubicBezTo>
                  <a:pt x="1" y="130"/>
                  <a:pt x="39" y="168"/>
                  <a:pt x="85" y="168"/>
                </a:cubicBezTo>
                <a:cubicBezTo>
                  <a:pt x="138" y="168"/>
                  <a:pt x="159" y="179"/>
                  <a:pt x="193" y="198"/>
                </a:cubicBezTo>
                <a:cubicBezTo>
                  <a:pt x="235" y="221"/>
                  <a:pt x="286" y="249"/>
                  <a:pt x="382" y="249"/>
                </a:cubicBezTo>
                <a:cubicBezTo>
                  <a:pt x="479" y="249"/>
                  <a:pt x="531" y="221"/>
                  <a:pt x="572" y="198"/>
                </a:cubicBezTo>
                <a:cubicBezTo>
                  <a:pt x="605" y="180"/>
                  <a:pt x="628" y="168"/>
                  <a:pt x="680" y="168"/>
                </a:cubicBezTo>
                <a:cubicBezTo>
                  <a:pt x="734" y="168"/>
                  <a:pt x="756" y="179"/>
                  <a:pt x="789" y="198"/>
                </a:cubicBezTo>
                <a:cubicBezTo>
                  <a:pt x="832" y="221"/>
                  <a:pt x="883" y="249"/>
                  <a:pt x="978" y="249"/>
                </a:cubicBezTo>
                <a:cubicBezTo>
                  <a:pt x="1074" y="249"/>
                  <a:pt x="1126" y="221"/>
                  <a:pt x="1167" y="198"/>
                </a:cubicBezTo>
                <a:cubicBezTo>
                  <a:pt x="1201" y="180"/>
                  <a:pt x="1224" y="168"/>
                  <a:pt x="1277" y="168"/>
                </a:cubicBezTo>
                <a:cubicBezTo>
                  <a:pt x="1329" y="168"/>
                  <a:pt x="1351" y="179"/>
                  <a:pt x="1385" y="198"/>
                </a:cubicBezTo>
                <a:cubicBezTo>
                  <a:pt x="1427" y="221"/>
                  <a:pt x="1478" y="249"/>
                  <a:pt x="1574" y="249"/>
                </a:cubicBezTo>
                <a:cubicBezTo>
                  <a:pt x="1621" y="249"/>
                  <a:pt x="1657" y="212"/>
                  <a:pt x="1657" y="166"/>
                </a:cubicBezTo>
                <a:cubicBezTo>
                  <a:pt x="1657" y="119"/>
                  <a:pt x="1621" y="83"/>
                  <a:pt x="1574" y="83"/>
                </a:cubicBezTo>
                <a:cubicBezTo>
                  <a:pt x="1522" y="83"/>
                  <a:pt x="1499" y="71"/>
                  <a:pt x="1466" y="52"/>
                </a:cubicBezTo>
                <a:cubicBezTo>
                  <a:pt x="1423" y="29"/>
                  <a:pt x="1372" y="1"/>
                  <a:pt x="1277" y="1"/>
                </a:cubicBezTo>
                <a:cubicBezTo>
                  <a:pt x="1181" y="1"/>
                  <a:pt x="1128" y="29"/>
                  <a:pt x="1087" y="52"/>
                </a:cubicBezTo>
                <a:cubicBezTo>
                  <a:pt x="1054" y="70"/>
                  <a:pt x="1031" y="83"/>
                  <a:pt x="978" y="83"/>
                </a:cubicBezTo>
                <a:cubicBezTo>
                  <a:pt x="925" y="83"/>
                  <a:pt x="903" y="71"/>
                  <a:pt x="870" y="52"/>
                </a:cubicBezTo>
                <a:cubicBezTo>
                  <a:pt x="828" y="29"/>
                  <a:pt x="776" y="1"/>
                  <a:pt x="680" y="1"/>
                </a:cubicBezTo>
                <a:cubicBezTo>
                  <a:pt x="584" y="1"/>
                  <a:pt x="532" y="29"/>
                  <a:pt x="491" y="52"/>
                </a:cubicBezTo>
                <a:cubicBezTo>
                  <a:pt x="458" y="70"/>
                  <a:pt x="435" y="83"/>
                  <a:pt x="382" y="83"/>
                </a:cubicBezTo>
                <a:cubicBezTo>
                  <a:pt x="328" y="83"/>
                  <a:pt x="307" y="71"/>
                  <a:pt x="274" y="52"/>
                </a:cubicBezTo>
                <a:cubicBezTo>
                  <a:pt x="231" y="29"/>
                  <a:pt x="180" y="1"/>
                  <a:pt x="85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5" name="Google Shape;675;p16"/>
          <p:cNvSpPr/>
          <p:nvPr/>
        </p:nvSpPr>
        <p:spPr>
          <a:xfrm>
            <a:off x="3018268" y="1605931"/>
            <a:ext cx="180795" cy="27168"/>
          </a:xfrm>
          <a:custGeom>
            <a:avLst/>
            <a:gdLst/>
            <a:ahLst/>
            <a:cxnLst/>
            <a:rect l="l" t="t" r="r" b="b"/>
            <a:pathLst>
              <a:path w="1657" h="249" extrusionOk="0">
                <a:moveTo>
                  <a:pt x="84" y="1"/>
                </a:moveTo>
                <a:cubicBezTo>
                  <a:pt x="38" y="1"/>
                  <a:pt x="1" y="38"/>
                  <a:pt x="1" y="84"/>
                </a:cubicBezTo>
                <a:cubicBezTo>
                  <a:pt x="1" y="130"/>
                  <a:pt x="38" y="167"/>
                  <a:pt x="84" y="167"/>
                </a:cubicBezTo>
                <a:cubicBezTo>
                  <a:pt x="137" y="167"/>
                  <a:pt x="159" y="178"/>
                  <a:pt x="192" y="197"/>
                </a:cubicBezTo>
                <a:cubicBezTo>
                  <a:pt x="234" y="221"/>
                  <a:pt x="285" y="248"/>
                  <a:pt x="381" y="248"/>
                </a:cubicBezTo>
                <a:cubicBezTo>
                  <a:pt x="477" y="248"/>
                  <a:pt x="530" y="221"/>
                  <a:pt x="571" y="197"/>
                </a:cubicBezTo>
                <a:cubicBezTo>
                  <a:pt x="604" y="180"/>
                  <a:pt x="627" y="167"/>
                  <a:pt x="679" y="167"/>
                </a:cubicBezTo>
                <a:cubicBezTo>
                  <a:pt x="733" y="167"/>
                  <a:pt x="755" y="178"/>
                  <a:pt x="789" y="197"/>
                </a:cubicBezTo>
                <a:cubicBezTo>
                  <a:pt x="830" y="221"/>
                  <a:pt x="882" y="248"/>
                  <a:pt x="978" y="248"/>
                </a:cubicBezTo>
                <a:cubicBezTo>
                  <a:pt x="1073" y="248"/>
                  <a:pt x="1126" y="221"/>
                  <a:pt x="1167" y="197"/>
                </a:cubicBezTo>
                <a:cubicBezTo>
                  <a:pt x="1200" y="180"/>
                  <a:pt x="1223" y="167"/>
                  <a:pt x="1276" y="167"/>
                </a:cubicBezTo>
                <a:cubicBezTo>
                  <a:pt x="1328" y="167"/>
                  <a:pt x="1351" y="178"/>
                  <a:pt x="1384" y="197"/>
                </a:cubicBezTo>
                <a:cubicBezTo>
                  <a:pt x="1426" y="221"/>
                  <a:pt x="1477" y="248"/>
                  <a:pt x="1573" y="248"/>
                </a:cubicBezTo>
                <a:cubicBezTo>
                  <a:pt x="1619" y="248"/>
                  <a:pt x="1656" y="212"/>
                  <a:pt x="1656" y="166"/>
                </a:cubicBezTo>
                <a:cubicBezTo>
                  <a:pt x="1656" y="119"/>
                  <a:pt x="1619" y="83"/>
                  <a:pt x="1573" y="83"/>
                </a:cubicBezTo>
                <a:cubicBezTo>
                  <a:pt x="1521" y="83"/>
                  <a:pt x="1498" y="70"/>
                  <a:pt x="1465" y="52"/>
                </a:cubicBezTo>
                <a:cubicBezTo>
                  <a:pt x="1423" y="28"/>
                  <a:pt x="1372" y="1"/>
                  <a:pt x="1276" y="1"/>
                </a:cubicBezTo>
                <a:cubicBezTo>
                  <a:pt x="1179" y="1"/>
                  <a:pt x="1127" y="28"/>
                  <a:pt x="1086" y="52"/>
                </a:cubicBezTo>
                <a:cubicBezTo>
                  <a:pt x="1053" y="69"/>
                  <a:pt x="1030" y="83"/>
                  <a:pt x="978" y="83"/>
                </a:cubicBezTo>
                <a:cubicBezTo>
                  <a:pt x="924" y="83"/>
                  <a:pt x="902" y="70"/>
                  <a:pt x="868" y="52"/>
                </a:cubicBezTo>
                <a:cubicBezTo>
                  <a:pt x="826" y="28"/>
                  <a:pt x="775" y="1"/>
                  <a:pt x="679" y="1"/>
                </a:cubicBezTo>
                <a:cubicBezTo>
                  <a:pt x="584" y="1"/>
                  <a:pt x="531" y="28"/>
                  <a:pt x="490" y="52"/>
                </a:cubicBezTo>
                <a:cubicBezTo>
                  <a:pt x="457" y="69"/>
                  <a:pt x="433" y="83"/>
                  <a:pt x="381" y="83"/>
                </a:cubicBezTo>
                <a:cubicBezTo>
                  <a:pt x="328" y="83"/>
                  <a:pt x="306" y="70"/>
                  <a:pt x="273" y="52"/>
                </a:cubicBezTo>
                <a:cubicBezTo>
                  <a:pt x="231" y="28"/>
                  <a:pt x="180" y="1"/>
                  <a:pt x="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6" name="Google Shape;676;p16"/>
          <p:cNvSpPr/>
          <p:nvPr/>
        </p:nvSpPr>
        <p:spPr>
          <a:xfrm>
            <a:off x="3248052" y="1385094"/>
            <a:ext cx="180795" cy="27277"/>
          </a:xfrm>
          <a:custGeom>
            <a:avLst/>
            <a:gdLst/>
            <a:ahLst/>
            <a:cxnLst/>
            <a:rect l="l" t="t" r="r" b="b"/>
            <a:pathLst>
              <a:path w="1657" h="250" extrusionOk="0">
                <a:moveTo>
                  <a:pt x="84" y="1"/>
                </a:moveTo>
                <a:cubicBezTo>
                  <a:pt x="38" y="1"/>
                  <a:pt x="0" y="38"/>
                  <a:pt x="0" y="84"/>
                </a:cubicBezTo>
                <a:cubicBezTo>
                  <a:pt x="0" y="130"/>
                  <a:pt x="38" y="168"/>
                  <a:pt x="84" y="168"/>
                </a:cubicBezTo>
                <a:cubicBezTo>
                  <a:pt x="138" y="168"/>
                  <a:pt x="159" y="179"/>
                  <a:pt x="193" y="198"/>
                </a:cubicBezTo>
                <a:cubicBezTo>
                  <a:pt x="235" y="221"/>
                  <a:pt x="286" y="250"/>
                  <a:pt x="382" y="250"/>
                </a:cubicBezTo>
                <a:cubicBezTo>
                  <a:pt x="478" y="250"/>
                  <a:pt x="530" y="221"/>
                  <a:pt x="571" y="198"/>
                </a:cubicBezTo>
                <a:cubicBezTo>
                  <a:pt x="604" y="180"/>
                  <a:pt x="628" y="168"/>
                  <a:pt x="680" y="168"/>
                </a:cubicBezTo>
                <a:cubicBezTo>
                  <a:pt x="734" y="168"/>
                  <a:pt x="756" y="179"/>
                  <a:pt x="788" y="198"/>
                </a:cubicBezTo>
                <a:cubicBezTo>
                  <a:pt x="831" y="221"/>
                  <a:pt x="882" y="250"/>
                  <a:pt x="978" y="250"/>
                </a:cubicBezTo>
                <a:cubicBezTo>
                  <a:pt x="1074" y="250"/>
                  <a:pt x="1126" y="221"/>
                  <a:pt x="1167" y="198"/>
                </a:cubicBezTo>
                <a:cubicBezTo>
                  <a:pt x="1201" y="180"/>
                  <a:pt x="1223" y="168"/>
                  <a:pt x="1276" y="168"/>
                </a:cubicBezTo>
                <a:cubicBezTo>
                  <a:pt x="1329" y="168"/>
                  <a:pt x="1351" y="179"/>
                  <a:pt x="1385" y="198"/>
                </a:cubicBezTo>
                <a:cubicBezTo>
                  <a:pt x="1427" y="221"/>
                  <a:pt x="1478" y="250"/>
                  <a:pt x="1574" y="250"/>
                </a:cubicBezTo>
                <a:cubicBezTo>
                  <a:pt x="1620" y="250"/>
                  <a:pt x="1657" y="212"/>
                  <a:pt x="1657" y="166"/>
                </a:cubicBezTo>
                <a:cubicBezTo>
                  <a:pt x="1657" y="120"/>
                  <a:pt x="1620" y="83"/>
                  <a:pt x="1574" y="83"/>
                </a:cubicBezTo>
                <a:cubicBezTo>
                  <a:pt x="1522" y="83"/>
                  <a:pt x="1498" y="72"/>
                  <a:pt x="1466" y="52"/>
                </a:cubicBezTo>
                <a:cubicBezTo>
                  <a:pt x="1423" y="30"/>
                  <a:pt x="1371" y="1"/>
                  <a:pt x="1276" y="1"/>
                </a:cubicBezTo>
                <a:cubicBezTo>
                  <a:pt x="1180" y="1"/>
                  <a:pt x="1128" y="30"/>
                  <a:pt x="1087" y="52"/>
                </a:cubicBezTo>
                <a:cubicBezTo>
                  <a:pt x="1053" y="71"/>
                  <a:pt x="1031" y="83"/>
                  <a:pt x="978" y="83"/>
                </a:cubicBezTo>
                <a:cubicBezTo>
                  <a:pt x="924" y="83"/>
                  <a:pt x="903" y="72"/>
                  <a:pt x="869" y="52"/>
                </a:cubicBezTo>
                <a:cubicBezTo>
                  <a:pt x="827" y="30"/>
                  <a:pt x="776" y="1"/>
                  <a:pt x="680" y="1"/>
                </a:cubicBezTo>
                <a:cubicBezTo>
                  <a:pt x="584" y="1"/>
                  <a:pt x="531" y="30"/>
                  <a:pt x="491" y="52"/>
                </a:cubicBezTo>
                <a:cubicBezTo>
                  <a:pt x="458" y="71"/>
                  <a:pt x="434" y="83"/>
                  <a:pt x="382" y="83"/>
                </a:cubicBezTo>
                <a:cubicBezTo>
                  <a:pt x="328" y="83"/>
                  <a:pt x="306" y="72"/>
                  <a:pt x="274" y="52"/>
                </a:cubicBezTo>
                <a:cubicBezTo>
                  <a:pt x="231" y="30"/>
                  <a:pt x="179" y="1"/>
                  <a:pt x="84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16"/>
          <p:cNvSpPr/>
          <p:nvPr/>
        </p:nvSpPr>
        <p:spPr>
          <a:xfrm>
            <a:off x="5550468" y="4264273"/>
            <a:ext cx="180904" cy="27278"/>
          </a:xfrm>
          <a:custGeom>
            <a:avLst/>
            <a:gdLst/>
            <a:ahLst/>
            <a:cxnLst/>
            <a:rect l="l" t="t" r="r" b="b"/>
            <a:pathLst>
              <a:path w="1658" h="250" extrusionOk="0">
                <a:moveTo>
                  <a:pt x="84" y="1"/>
                </a:moveTo>
                <a:cubicBezTo>
                  <a:pt x="37" y="1"/>
                  <a:pt x="1" y="38"/>
                  <a:pt x="1" y="84"/>
                </a:cubicBezTo>
                <a:cubicBezTo>
                  <a:pt x="1" y="130"/>
                  <a:pt x="37" y="168"/>
                  <a:pt x="84" y="168"/>
                </a:cubicBezTo>
                <a:cubicBezTo>
                  <a:pt x="138" y="168"/>
                  <a:pt x="159" y="179"/>
                  <a:pt x="193" y="198"/>
                </a:cubicBezTo>
                <a:cubicBezTo>
                  <a:pt x="235" y="221"/>
                  <a:pt x="286" y="250"/>
                  <a:pt x="382" y="250"/>
                </a:cubicBezTo>
                <a:cubicBezTo>
                  <a:pt x="477" y="250"/>
                  <a:pt x="531" y="221"/>
                  <a:pt x="572" y="198"/>
                </a:cubicBezTo>
                <a:cubicBezTo>
                  <a:pt x="604" y="180"/>
                  <a:pt x="628" y="168"/>
                  <a:pt x="680" y="168"/>
                </a:cubicBezTo>
                <a:cubicBezTo>
                  <a:pt x="733" y="168"/>
                  <a:pt x="756" y="179"/>
                  <a:pt x="788" y="198"/>
                </a:cubicBezTo>
                <a:cubicBezTo>
                  <a:pt x="830" y="221"/>
                  <a:pt x="882" y="250"/>
                  <a:pt x="978" y="250"/>
                </a:cubicBezTo>
                <a:cubicBezTo>
                  <a:pt x="1074" y="250"/>
                  <a:pt x="1126" y="221"/>
                  <a:pt x="1167" y="198"/>
                </a:cubicBezTo>
                <a:cubicBezTo>
                  <a:pt x="1201" y="180"/>
                  <a:pt x="1223" y="168"/>
                  <a:pt x="1276" y="168"/>
                </a:cubicBezTo>
                <a:cubicBezTo>
                  <a:pt x="1329" y="168"/>
                  <a:pt x="1351" y="179"/>
                  <a:pt x="1385" y="198"/>
                </a:cubicBezTo>
                <a:cubicBezTo>
                  <a:pt x="1427" y="221"/>
                  <a:pt x="1478" y="250"/>
                  <a:pt x="1574" y="250"/>
                </a:cubicBezTo>
                <a:cubicBezTo>
                  <a:pt x="1620" y="250"/>
                  <a:pt x="1656" y="212"/>
                  <a:pt x="1657" y="166"/>
                </a:cubicBezTo>
                <a:cubicBezTo>
                  <a:pt x="1657" y="120"/>
                  <a:pt x="1620" y="83"/>
                  <a:pt x="1574" y="83"/>
                </a:cubicBezTo>
                <a:cubicBezTo>
                  <a:pt x="1521" y="83"/>
                  <a:pt x="1499" y="72"/>
                  <a:pt x="1465" y="52"/>
                </a:cubicBezTo>
                <a:cubicBezTo>
                  <a:pt x="1423" y="30"/>
                  <a:pt x="1372" y="1"/>
                  <a:pt x="1276" y="1"/>
                </a:cubicBezTo>
                <a:cubicBezTo>
                  <a:pt x="1180" y="1"/>
                  <a:pt x="1127" y="30"/>
                  <a:pt x="1086" y="52"/>
                </a:cubicBezTo>
                <a:cubicBezTo>
                  <a:pt x="1053" y="71"/>
                  <a:pt x="1030" y="83"/>
                  <a:pt x="978" y="83"/>
                </a:cubicBezTo>
                <a:cubicBezTo>
                  <a:pt x="925" y="83"/>
                  <a:pt x="902" y="72"/>
                  <a:pt x="869" y="52"/>
                </a:cubicBezTo>
                <a:cubicBezTo>
                  <a:pt x="827" y="30"/>
                  <a:pt x="776" y="1"/>
                  <a:pt x="680" y="1"/>
                </a:cubicBezTo>
                <a:cubicBezTo>
                  <a:pt x="584" y="1"/>
                  <a:pt x="532" y="30"/>
                  <a:pt x="491" y="52"/>
                </a:cubicBezTo>
                <a:cubicBezTo>
                  <a:pt x="457" y="71"/>
                  <a:pt x="434" y="83"/>
                  <a:pt x="382" y="83"/>
                </a:cubicBezTo>
                <a:cubicBezTo>
                  <a:pt x="328" y="83"/>
                  <a:pt x="307" y="72"/>
                  <a:pt x="273" y="52"/>
                </a:cubicBezTo>
                <a:cubicBezTo>
                  <a:pt x="231" y="30"/>
                  <a:pt x="180" y="1"/>
                  <a:pt x="84" y="1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8" name="Google Shape;678;p16"/>
          <p:cNvSpPr/>
          <p:nvPr/>
        </p:nvSpPr>
        <p:spPr>
          <a:xfrm>
            <a:off x="5861429" y="4322865"/>
            <a:ext cx="180795" cy="27059"/>
          </a:xfrm>
          <a:custGeom>
            <a:avLst/>
            <a:gdLst/>
            <a:ahLst/>
            <a:cxnLst/>
            <a:rect l="l" t="t" r="r" b="b"/>
            <a:pathLst>
              <a:path w="1657" h="248" extrusionOk="0">
                <a:moveTo>
                  <a:pt x="83" y="0"/>
                </a:moveTo>
                <a:cubicBezTo>
                  <a:pt x="37" y="0"/>
                  <a:pt x="0" y="37"/>
                  <a:pt x="0" y="83"/>
                </a:cubicBezTo>
                <a:cubicBezTo>
                  <a:pt x="0" y="129"/>
                  <a:pt x="37" y="166"/>
                  <a:pt x="83" y="166"/>
                </a:cubicBezTo>
                <a:cubicBezTo>
                  <a:pt x="137" y="166"/>
                  <a:pt x="159" y="178"/>
                  <a:pt x="193" y="197"/>
                </a:cubicBezTo>
                <a:cubicBezTo>
                  <a:pt x="235" y="220"/>
                  <a:pt x="286" y="248"/>
                  <a:pt x="382" y="248"/>
                </a:cubicBezTo>
                <a:cubicBezTo>
                  <a:pt x="477" y="248"/>
                  <a:pt x="530" y="220"/>
                  <a:pt x="571" y="197"/>
                </a:cubicBezTo>
                <a:cubicBezTo>
                  <a:pt x="604" y="179"/>
                  <a:pt x="627" y="166"/>
                  <a:pt x="680" y="166"/>
                </a:cubicBezTo>
                <a:cubicBezTo>
                  <a:pt x="733" y="166"/>
                  <a:pt x="755" y="178"/>
                  <a:pt x="788" y="197"/>
                </a:cubicBezTo>
                <a:cubicBezTo>
                  <a:pt x="830" y="220"/>
                  <a:pt x="881" y="248"/>
                  <a:pt x="977" y="248"/>
                </a:cubicBezTo>
                <a:cubicBezTo>
                  <a:pt x="1074" y="248"/>
                  <a:pt x="1126" y="220"/>
                  <a:pt x="1167" y="197"/>
                </a:cubicBezTo>
                <a:cubicBezTo>
                  <a:pt x="1200" y="179"/>
                  <a:pt x="1223" y="166"/>
                  <a:pt x="1275" y="166"/>
                </a:cubicBezTo>
                <a:cubicBezTo>
                  <a:pt x="1328" y="166"/>
                  <a:pt x="1351" y="178"/>
                  <a:pt x="1385" y="197"/>
                </a:cubicBezTo>
                <a:cubicBezTo>
                  <a:pt x="1427" y="220"/>
                  <a:pt x="1478" y="248"/>
                  <a:pt x="1574" y="248"/>
                </a:cubicBezTo>
                <a:cubicBezTo>
                  <a:pt x="1618" y="248"/>
                  <a:pt x="1657" y="211"/>
                  <a:pt x="1657" y="165"/>
                </a:cubicBezTo>
                <a:cubicBezTo>
                  <a:pt x="1657" y="119"/>
                  <a:pt x="1620" y="82"/>
                  <a:pt x="1574" y="82"/>
                </a:cubicBezTo>
                <a:cubicBezTo>
                  <a:pt x="1521" y="82"/>
                  <a:pt x="1498" y="71"/>
                  <a:pt x="1464" y="51"/>
                </a:cubicBezTo>
                <a:cubicBezTo>
                  <a:pt x="1422" y="28"/>
                  <a:pt x="1371" y="0"/>
                  <a:pt x="1275" y="0"/>
                </a:cubicBezTo>
                <a:cubicBezTo>
                  <a:pt x="1180" y="0"/>
                  <a:pt x="1127" y="28"/>
                  <a:pt x="1086" y="51"/>
                </a:cubicBezTo>
                <a:cubicBezTo>
                  <a:pt x="1053" y="69"/>
                  <a:pt x="1030" y="82"/>
                  <a:pt x="977" y="82"/>
                </a:cubicBezTo>
                <a:cubicBezTo>
                  <a:pt x="924" y="82"/>
                  <a:pt x="902" y="71"/>
                  <a:pt x="869" y="51"/>
                </a:cubicBezTo>
                <a:cubicBezTo>
                  <a:pt x="827" y="28"/>
                  <a:pt x="776" y="0"/>
                  <a:pt x="680" y="0"/>
                </a:cubicBezTo>
                <a:cubicBezTo>
                  <a:pt x="583" y="0"/>
                  <a:pt x="531" y="28"/>
                  <a:pt x="490" y="51"/>
                </a:cubicBezTo>
                <a:cubicBezTo>
                  <a:pt x="457" y="69"/>
                  <a:pt x="434" y="82"/>
                  <a:pt x="382" y="82"/>
                </a:cubicBezTo>
                <a:cubicBezTo>
                  <a:pt x="328" y="82"/>
                  <a:pt x="306" y="71"/>
                  <a:pt x="272" y="51"/>
                </a:cubicBezTo>
                <a:cubicBezTo>
                  <a:pt x="230" y="28"/>
                  <a:pt x="179" y="0"/>
                  <a:pt x="83" y="0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9" name="Google Shape;679;p16"/>
          <p:cNvSpPr/>
          <p:nvPr/>
        </p:nvSpPr>
        <p:spPr>
          <a:xfrm>
            <a:off x="5965301" y="1655685"/>
            <a:ext cx="112820" cy="878663"/>
          </a:xfrm>
          <a:custGeom>
            <a:avLst/>
            <a:gdLst/>
            <a:ahLst/>
            <a:cxnLst/>
            <a:rect l="l" t="t" r="r" b="b"/>
            <a:pathLst>
              <a:path w="1034" h="8053" extrusionOk="0">
                <a:moveTo>
                  <a:pt x="1" y="0"/>
                </a:moveTo>
                <a:lnTo>
                  <a:pt x="1" y="8053"/>
                </a:lnTo>
                <a:lnTo>
                  <a:pt x="1033" y="8053"/>
                </a:lnTo>
                <a:lnTo>
                  <a:pt x="103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0" name="Google Shape;680;p16"/>
          <p:cNvSpPr/>
          <p:nvPr/>
        </p:nvSpPr>
        <p:spPr>
          <a:xfrm>
            <a:off x="5938460" y="1709585"/>
            <a:ext cx="171303" cy="824762"/>
          </a:xfrm>
          <a:custGeom>
            <a:avLst/>
            <a:gdLst/>
            <a:ahLst/>
            <a:cxnLst/>
            <a:rect l="l" t="t" r="r" b="b"/>
            <a:pathLst>
              <a:path w="1570" h="7559" extrusionOk="0">
                <a:moveTo>
                  <a:pt x="0" y="0"/>
                </a:moveTo>
                <a:lnTo>
                  <a:pt x="0" y="7559"/>
                </a:lnTo>
                <a:lnTo>
                  <a:pt x="1570" y="7559"/>
                </a:lnTo>
                <a:lnTo>
                  <a:pt x="1570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1" name="Google Shape;681;p16"/>
          <p:cNvSpPr/>
          <p:nvPr/>
        </p:nvSpPr>
        <p:spPr>
          <a:xfrm>
            <a:off x="5893289" y="1777124"/>
            <a:ext cx="256954" cy="757005"/>
          </a:xfrm>
          <a:custGeom>
            <a:avLst/>
            <a:gdLst/>
            <a:ahLst/>
            <a:cxnLst/>
            <a:rect l="l" t="t" r="r" b="b"/>
            <a:pathLst>
              <a:path w="2355" h="6938" extrusionOk="0">
                <a:moveTo>
                  <a:pt x="1" y="0"/>
                </a:moveTo>
                <a:lnTo>
                  <a:pt x="1" y="6938"/>
                </a:lnTo>
                <a:lnTo>
                  <a:pt x="2354" y="6938"/>
                </a:lnTo>
                <a:lnTo>
                  <a:pt x="23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2" name="Google Shape;682;p16"/>
          <p:cNvSpPr/>
          <p:nvPr/>
        </p:nvSpPr>
        <p:spPr>
          <a:xfrm>
            <a:off x="5938460" y="1867357"/>
            <a:ext cx="27168" cy="31533"/>
          </a:xfrm>
          <a:custGeom>
            <a:avLst/>
            <a:gdLst/>
            <a:ahLst/>
            <a:cxnLst/>
            <a:rect l="l" t="t" r="r" b="b"/>
            <a:pathLst>
              <a:path w="249" h="289" extrusionOk="0">
                <a:moveTo>
                  <a:pt x="0" y="0"/>
                </a:moveTo>
                <a:lnTo>
                  <a:pt x="0" y="289"/>
                </a:lnTo>
                <a:lnTo>
                  <a:pt x="249" y="289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3" name="Google Shape;683;p16"/>
          <p:cNvSpPr/>
          <p:nvPr/>
        </p:nvSpPr>
        <p:spPr>
          <a:xfrm>
            <a:off x="5983522" y="1867357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1" y="0"/>
                </a:moveTo>
                <a:lnTo>
                  <a:pt x="1" y="289"/>
                </a:lnTo>
                <a:lnTo>
                  <a:pt x="289" y="289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4" name="Google Shape;684;p16"/>
          <p:cNvSpPr/>
          <p:nvPr/>
        </p:nvSpPr>
        <p:spPr>
          <a:xfrm>
            <a:off x="6033057" y="1867357"/>
            <a:ext cx="27168" cy="31533"/>
          </a:xfrm>
          <a:custGeom>
            <a:avLst/>
            <a:gdLst/>
            <a:ahLst/>
            <a:cxnLst/>
            <a:rect l="l" t="t" r="r" b="b"/>
            <a:pathLst>
              <a:path w="249" h="289" extrusionOk="0">
                <a:moveTo>
                  <a:pt x="1" y="0"/>
                </a:moveTo>
                <a:lnTo>
                  <a:pt x="1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5" name="Google Shape;685;p16"/>
          <p:cNvSpPr/>
          <p:nvPr/>
        </p:nvSpPr>
        <p:spPr>
          <a:xfrm>
            <a:off x="6078119" y="1867357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0" y="0"/>
                </a:moveTo>
                <a:lnTo>
                  <a:pt x="0" y="289"/>
                </a:lnTo>
                <a:lnTo>
                  <a:pt x="290" y="289"/>
                </a:lnTo>
                <a:lnTo>
                  <a:pt x="2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6" name="Google Shape;686;p16"/>
          <p:cNvSpPr/>
          <p:nvPr/>
        </p:nvSpPr>
        <p:spPr>
          <a:xfrm>
            <a:off x="5938460" y="1916893"/>
            <a:ext cx="27168" cy="36006"/>
          </a:xfrm>
          <a:custGeom>
            <a:avLst/>
            <a:gdLst/>
            <a:ahLst/>
            <a:cxnLst/>
            <a:rect l="l" t="t" r="r" b="b"/>
            <a:pathLst>
              <a:path w="249" h="330" extrusionOk="0">
                <a:moveTo>
                  <a:pt x="0" y="0"/>
                </a:moveTo>
                <a:lnTo>
                  <a:pt x="0" y="330"/>
                </a:lnTo>
                <a:lnTo>
                  <a:pt x="249" y="330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16"/>
          <p:cNvSpPr/>
          <p:nvPr/>
        </p:nvSpPr>
        <p:spPr>
          <a:xfrm>
            <a:off x="5983522" y="1916893"/>
            <a:ext cx="31642" cy="36006"/>
          </a:xfrm>
          <a:custGeom>
            <a:avLst/>
            <a:gdLst/>
            <a:ahLst/>
            <a:cxnLst/>
            <a:rect l="l" t="t" r="r" b="b"/>
            <a:pathLst>
              <a:path w="290" h="330" extrusionOk="0">
                <a:moveTo>
                  <a:pt x="1" y="0"/>
                </a:moveTo>
                <a:lnTo>
                  <a:pt x="1" y="330"/>
                </a:lnTo>
                <a:lnTo>
                  <a:pt x="289" y="330"/>
                </a:lnTo>
                <a:lnTo>
                  <a:pt x="28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16"/>
          <p:cNvSpPr/>
          <p:nvPr/>
        </p:nvSpPr>
        <p:spPr>
          <a:xfrm>
            <a:off x="6033057" y="1916893"/>
            <a:ext cx="27168" cy="36006"/>
          </a:xfrm>
          <a:custGeom>
            <a:avLst/>
            <a:gdLst/>
            <a:ahLst/>
            <a:cxnLst/>
            <a:rect l="l" t="t" r="r" b="b"/>
            <a:pathLst>
              <a:path w="249" h="330" extrusionOk="0">
                <a:moveTo>
                  <a:pt x="1" y="0"/>
                </a:moveTo>
                <a:lnTo>
                  <a:pt x="1" y="330"/>
                </a:lnTo>
                <a:lnTo>
                  <a:pt x="248" y="330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16"/>
          <p:cNvSpPr/>
          <p:nvPr/>
        </p:nvSpPr>
        <p:spPr>
          <a:xfrm>
            <a:off x="6078119" y="1916893"/>
            <a:ext cx="31642" cy="36006"/>
          </a:xfrm>
          <a:custGeom>
            <a:avLst/>
            <a:gdLst/>
            <a:ahLst/>
            <a:cxnLst/>
            <a:rect l="l" t="t" r="r" b="b"/>
            <a:pathLst>
              <a:path w="290" h="330" extrusionOk="0">
                <a:moveTo>
                  <a:pt x="0" y="0"/>
                </a:moveTo>
                <a:lnTo>
                  <a:pt x="0" y="330"/>
                </a:lnTo>
                <a:lnTo>
                  <a:pt x="290" y="330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16"/>
          <p:cNvSpPr/>
          <p:nvPr/>
        </p:nvSpPr>
        <p:spPr>
          <a:xfrm>
            <a:off x="5938460" y="1971011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0" y="1"/>
                </a:moveTo>
                <a:lnTo>
                  <a:pt x="0" y="289"/>
                </a:lnTo>
                <a:lnTo>
                  <a:pt x="249" y="289"/>
                </a:lnTo>
                <a:lnTo>
                  <a:pt x="2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16"/>
          <p:cNvSpPr/>
          <p:nvPr/>
        </p:nvSpPr>
        <p:spPr>
          <a:xfrm>
            <a:off x="5983522" y="1971011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1" y="1"/>
                </a:moveTo>
                <a:lnTo>
                  <a:pt x="1" y="289"/>
                </a:lnTo>
                <a:lnTo>
                  <a:pt x="289" y="289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16"/>
          <p:cNvSpPr/>
          <p:nvPr/>
        </p:nvSpPr>
        <p:spPr>
          <a:xfrm>
            <a:off x="6033057" y="1971011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1" y="1"/>
                </a:moveTo>
                <a:lnTo>
                  <a:pt x="1" y="289"/>
                </a:lnTo>
                <a:lnTo>
                  <a:pt x="248" y="289"/>
                </a:lnTo>
                <a:lnTo>
                  <a:pt x="248" y="1"/>
                </a:lnTo>
                <a:close/>
              </a:path>
            </a:pathLst>
          </a:custGeom>
          <a:solidFill>
            <a:srgbClr val="616F8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3" name="Google Shape;693;p16"/>
          <p:cNvSpPr/>
          <p:nvPr/>
        </p:nvSpPr>
        <p:spPr>
          <a:xfrm>
            <a:off x="6078119" y="1971011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0" y="1"/>
                </a:moveTo>
                <a:lnTo>
                  <a:pt x="0" y="289"/>
                </a:lnTo>
                <a:lnTo>
                  <a:pt x="290" y="289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4" name="Google Shape;694;p16"/>
          <p:cNvSpPr/>
          <p:nvPr/>
        </p:nvSpPr>
        <p:spPr>
          <a:xfrm>
            <a:off x="5938460" y="2020438"/>
            <a:ext cx="27168" cy="36225"/>
          </a:xfrm>
          <a:custGeom>
            <a:avLst/>
            <a:gdLst/>
            <a:ahLst/>
            <a:cxnLst/>
            <a:rect l="l" t="t" r="r" b="b"/>
            <a:pathLst>
              <a:path w="249" h="332" extrusionOk="0">
                <a:moveTo>
                  <a:pt x="0" y="1"/>
                </a:moveTo>
                <a:lnTo>
                  <a:pt x="0" y="331"/>
                </a:lnTo>
                <a:lnTo>
                  <a:pt x="249" y="331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16"/>
          <p:cNvSpPr/>
          <p:nvPr/>
        </p:nvSpPr>
        <p:spPr>
          <a:xfrm>
            <a:off x="5983522" y="2020438"/>
            <a:ext cx="31642" cy="36225"/>
          </a:xfrm>
          <a:custGeom>
            <a:avLst/>
            <a:gdLst/>
            <a:ahLst/>
            <a:cxnLst/>
            <a:rect l="l" t="t" r="r" b="b"/>
            <a:pathLst>
              <a:path w="290" h="332" extrusionOk="0">
                <a:moveTo>
                  <a:pt x="1" y="1"/>
                </a:moveTo>
                <a:lnTo>
                  <a:pt x="1" y="331"/>
                </a:lnTo>
                <a:lnTo>
                  <a:pt x="289" y="331"/>
                </a:lnTo>
                <a:lnTo>
                  <a:pt x="28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6" name="Google Shape;696;p16"/>
          <p:cNvSpPr/>
          <p:nvPr/>
        </p:nvSpPr>
        <p:spPr>
          <a:xfrm>
            <a:off x="6033057" y="2020438"/>
            <a:ext cx="27168" cy="36225"/>
          </a:xfrm>
          <a:custGeom>
            <a:avLst/>
            <a:gdLst/>
            <a:ahLst/>
            <a:cxnLst/>
            <a:rect l="l" t="t" r="r" b="b"/>
            <a:pathLst>
              <a:path w="249" h="332" extrusionOk="0">
                <a:moveTo>
                  <a:pt x="1" y="1"/>
                </a:moveTo>
                <a:lnTo>
                  <a:pt x="1" y="331"/>
                </a:lnTo>
                <a:lnTo>
                  <a:pt x="248" y="331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7" name="Google Shape;697;p16"/>
          <p:cNvSpPr/>
          <p:nvPr/>
        </p:nvSpPr>
        <p:spPr>
          <a:xfrm>
            <a:off x="6078119" y="2020438"/>
            <a:ext cx="31642" cy="36225"/>
          </a:xfrm>
          <a:custGeom>
            <a:avLst/>
            <a:gdLst/>
            <a:ahLst/>
            <a:cxnLst/>
            <a:rect l="l" t="t" r="r" b="b"/>
            <a:pathLst>
              <a:path w="290" h="332" extrusionOk="0">
                <a:moveTo>
                  <a:pt x="0" y="1"/>
                </a:moveTo>
                <a:lnTo>
                  <a:pt x="0" y="331"/>
                </a:lnTo>
                <a:lnTo>
                  <a:pt x="290" y="331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8" name="Google Shape;698;p16"/>
          <p:cNvSpPr/>
          <p:nvPr/>
        </p:nvSpPr>
        <p:spPr>
          <a:xfrm>
            <a:off x="5938460" y="2074556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0" y="0"/>
                </a:moveTo>
                <a:lnTo>
                  <a:pt x="0" y="290"/>
                </a:lnTo>
                <a:lnTo>
                  <a:pt x="249" y="290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9" name="Google Shape;699;p16"/>
          <p:cNvSpPr/>
          <p:nvPr/>
        </p:nvSpPr>
        <p:spPr>
          <a:xfrm>
            <a:off x="5983522" y="2074556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1" y="0"/>
                </a:moveTo>
                <a:lnTo>
                  <a:pt x="1" y="290"/>
                </a:lnTo>
                <a:lnTo>
                  <a:pt x="289" y="290"/>
                </a:lnTo>
                <a:lnTo>
                  <a:pt x="28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0" name="Google Shape;700;p16"/>
          <p:cNvSpPr/>
          <p:nvPr/>
        </p:nvSpPr>
        <p:spPr>
          <a:xfrm>
            <a:off x="6033057" y="2074556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1" y="0"/>
                </a:moveTo>
                <a:lnTo>
                  <a:pt x="1" y="290"/>
                </a:lnTo>
                <a:lnTo>
                  <a:pt x="248" y="290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1" name="Google Shape;701;p16"/>
          <p:cNvSpPr/>
          <p:nvPr/>
        </p:nvSpPr>
        <p:spPr>
          <a:xfrm>
            <a:off x="6078119" y="2074556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0" y="0"/>
                </a:moveTo>
                <a:lnTo>
                  <a:pt x="0" y="290"/>
                </a:lnTo>
                <a:lnTo>
                  <a:pt x="290" y="290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2" name="Google Shape;702;p16"/>
          <p:cNvSpPr/>
          <p:nvPr/>
        </p:nvSpPr>
        <p:spPr>
          <a:xfrm>
            <a:off x="5938460" y="2128674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0" y="0"/>
                </a:moveTo>
                <a:lnTo>
                  <a:pt x="0" y="290"/>
                </a:lnTo>
                <a:lnTo>
                  <a:pt x="249" y="290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3" name="Google Shape;703;p16"/>
          <p:cNvSpPr/>
          <p:nvPr/>
        </p:nvSpPr>
        <p:spPr>
          <a:xfrm>
            <a:off x="5983522" y="2128674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1" y="0"/>
                </a:moveTo>
                <a:lnTo>
                  <a:pt x="1" y="290"/>
                </a:lnTo>
                <a:lnTo>
                  <a:pt x="289" y="290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4" name="Google Shape;704;p16"/>
          <p:cNvSpPr/>
          <p:nvPr/>
        </p:nvSpPr>
        <p:spPr>
          <a:xfrm>
            <a:off x="6033057" y="2128674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1" y="0"/>
                </a:moveTo>
                <a:lnTo>
                  <a:pt x="1" y="290"/>
                </a:lnTo>
                <a:lnTo>
                  <a:pt x="248" y="290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5" name="Google Shape;705;p16"/>
          <p:cNvSpPr/>
          <p:nvPr/>
        </p:nvSpPr>
        <p:spPr>
          <a:xfrm>
            <a:off x="6078119" y="2128674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0" y="0"/>
                </a:moveTo>
                <a:lnTo>
                  <a:pt x="0" y="290"/>
                </a:lnTo>
                <a:lnTo>
                  <a:pt x="290" y="290"/>
                </a:lnTo>
                <a:lnTo>
                  <a:pt x="2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6" name="Google Shape;706;p16"/>
          <p:cNvSpPr/>
          <p:nvPr/>
        </p:nvSpPr>
        <p:spPr>
          <a:xfrm>
            <a:off x="5938460" y="2178210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0" y="1"/>
                </a:moveTo>
                <a:lnTo>
                  <a:pt x="0" y="330"/>
                </a:lnTo>
                <a:lnTo>
                  <a:pt x="249" y="33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7" name="Google Shape;707;p16"/>
          <p:cNvSpPr/>
          <p:nvPr/>
        </p:nvSpPr>
        <p:spPr>
          <a:xfrm>
            <a:off x="5983522" y="2178210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1" y="1"/>
                </a:moveTo>
                <a:lnTo>
                  <a:pt x="1" y="330"/>
                </a:lnTo>
                <a:lnTo>
                  <a:pt x="289" y="330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8" name="Google Shape;708;p16"/>
          <p:cNvSpPr/>
          <p:nvPr/>
        </p:nvSpPr>
        <p:spPr>
          <a:xfrm>
            <a:off x="6033057" y="2178210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1" y="1"/>
                </a:moveTo>
                <a:lnTo>
                  <a:pt x="1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9" name="Google Shape;709;p16"/>
          <p:cNvSpPr/>
          <p:nvPr/>
        </p:nvSpPr>
        <p:spPr>
          <a:xfrm>
            <a:off x="6078119" y="2178210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0" y="1"/>
                </a:moveTo>
                <a:lnTo>
                  <a:pt x="0" y="330"/>
                </a:lnTo>
                <a:lnTo>
                  <a:pt x="290" y="330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0" name="Google Shape;710;p16"/>
          <p:cNvSpPr/>
          <p:nvPr/>
        </p:nvSpPr>
        <p:spPr>
          <a:xfrm>
            <a:off x="5938460" y="2232219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0" y="1"/>
                </a:moveTo>
                <a:lnTo>
                  <a:pt x="0" y="289"/>
                </a:lnTo>
                <a:lnTo>
                  <a:pt x="249" y="289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1" name="Google Shape;711;p16"/>
          <p:cNvSpPr/>
          <p:nvPr/>
        </p:nvSpPr>
        <p:spPr>
          <a:xfrm>
            <a:off x="5983522" y="2232219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1" y="1"/>
                </a:moveTo>
                <a:lnTo>
                  <a:pt x="1" y="289"/>
                </a:lnTo>
                <a:lnTo>
                  <a:pt x="289" y="289"/>
                </a:lnTo>
                <a:lnTo>
                  <a:pt x="28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2" name="Google Shape;712;p16"/>
          <p:cNvSpPr/>
          <p:nvPr/>
        </p:nvSpPr>
        <p:spPr>
          <a:xfrm>
            <a:off x="6033057" y="2232219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1" y="1"/>
                </a:moveTo>
                <a:lnTo>
                  <a:pt x="1" y="289"/>
                </a:lnTo>
                <a:lnTo>
                  <a:pt x="248" y="289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16"/>
          <p:cNvSpPr/>
          <p:nvPr/>
        </p:nvSpPr>
        <p:spPr>
          <a:xfrm>
            <a:off x="6078119" y="2232219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0" y="1"/>
                </a:moveTo>
                <a:lnTo>
                  <a:pt x="0" y="289"/>
                </a:lnTo>
                <a:lnTo>
                  <a:pt x="290" y="289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4" name="Google Shape;714;p16"/>
          <p:cNvSpPr/>
          <p:nvPr/>
        </p:nvSpPr>
        <p:spPr>
          <a:xfrm>
            <a:off x="5938460" y="2281973"/>
            <a:ext cx="27168" cy="36006"/>
          </a:xfrm>
          <a:custGeom>
            <a:avLst/>
            <a:gdLst/>
            <a:ahLst/>
            <a:cxnLst/>
            <a:rect l="l" t="t" r="r" b="b"/>
            <a:pathLst>
              <a:path w="249" h="330" extrusionOk="0">
                <a:moveTo>
                  <a:pt x="0" y="0"/>
                </a:moveTo>
                <a:lnTo>
                  <a:pt x="0" y="330"/>
                </a:lnTo>
                <a:lnTo>
                  <a:pt x="249" y="330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5" name="Google Shape;715;p16"/>
          <p:cNvSpPr/>
          <p:nvPr/>
        </p:nvSpPr>
        <p:spPr>
          <a:xfrm>
            <a:off x="5983522" y="2281973"/>
            <a:ext cx="31642" cy="36006"/>
          </a:xfrm>
          <a:custGeom>
            <a:avLst/>
            <a:gdLst/>
            <a:ahLst/>
            <a:cxnLst/>
            <a:rect l="l" t="t" r="r" b="b"/>
            <a:pathLst>
              <a:path w="290" h="330" extrusionOk="0">
                <a:moveTo>
                  <a:pt x="1" y="0"/>
                </a:moveTo>
                <a:lnTo>
                  <a:pt x="1" y="330"/>
                </a:lnTo>
                <a:lnTo>
                  <a:pt x="289" y="330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6" name="Google Shape;716;p16"/>
          <p:cNvSpPr/>
          <p:nvPr/>
        </p:nvSpPr>
        <p:spPr>
          <a:xfrm>
            <a:off x="6033057" y="2281973"/>
            <a:ext cx="27168" cy="36006"/>
          </a:xfrm>
          <a:custGeom>
            <a:avLst/>
            <a:gdLst/>
            <a:ahLst/>
            <a:cxnLst/>
            <a:rect l="l" t="t" r="r" b="b"/>
            <a:pathLst>
              <a:path w="249" h="330" extrusionOk="0">
                <a:moveTo>
                  <a:pt x="1" y="0"/>
                </a:moveTo>
                <a:lnTo>
                  <a:pt x="1" y="330"/>
                </a:lnTo>
                <a:lnTo>
                  <a:pt x="248" y="330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7" name="Google Shape;717;p16"/>
          <p:cNvSpPr/>
          <p:nvPr/>
        </p:nvSpPr>
        <p:spPr>
          <a:xfrm>
            <a:off x="6078119" y="2281973"/>
            <a:ext cx="31642" cy="36006"/>
          </a:xfrm>
          <a:custGeom>
            <a:avLst/>
            <a:gdLst/>
            <a:ahLst/>
            <a:cxnLst/>
            <a:rect l="l" t="t" r="r" b="b"/>
            <a:pathLst>
              <a:path w="290" h="330" extrusionOk="0">
                <a:moveTo>
                  <a:pt x="0" y="0"/>
                </a:moveTo>
                <a:lnTo>
                  <a:pt x="0" y="330"/>
                </a:lnTo>
                <a:lnTo>
                  <a:pt x="290" y="330"/>
                </a:lnTo>
                <a:lnTo>
                  <a:pt x="29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8" name="Google Shape;718;p16"/>
          <p:cNvSpPr/>
          <p:nvPr/>
        </p:nvSpPr>
        <p:spPr>
          <a:xfrm>
            <a:off x="5938460" y="2335873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0" y="0"/>
                </a:moveTo>
                <a:lnTo>
                  <a:pt x="0" y="290"/>
                </a:lnTo>
                <a:lnTo>
                  <a:pt x="249" y="290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9" name="Google Shape;719;p16"/>
          <p:cNvSpPr/>
          <p:nvPr/>
        </p:nvSpPr>
        <p:spPr>
          <a:xfrm>
            <a:off x="5983522" y="2335873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1" y="0"/>
                </a:moveTo>
                <a:lnTo>
                  <a:pt x="1" y="290"/>
                </a:lnTo>
                <a:lnTo>
                  <a:pt x="289" y="290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0" name="Google Shape;720;p16"/>
          <p:cNvSpPr/>
          <p:nvPr/>
        </p:nvSpPr>
        <p:spPr>
          <a:xfrm>
            <a:off x="6033057" y="2335873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1" y="0"/>
                </a:moveTo>
                <a:lnTo>
                  <a:pt x="1" y="290"/>
                </a:lnTo>
                <a:lnTo>
                  <a:pt x="248" y="290"/>
                </a:lnTo>
                <a:lnTo>
                  <a:pt x="2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1" name="Google Shape;721;p16"/>
          <p:cNvSpPr/>
          <p:nvPr/>
        </p:nvSpPr>
        <p:spPr>
          <a:xfrm>
            <a:off x="6078119" y="2335873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0" y="0"/>
                </a:moveTo>
                <a:lnTo>
                  <a:pt x="0" y="290"/>
                </a:lnTo>
                <a:lnTo>
                  <a:pt x="290" y="290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2" name="Google Shape;722;p16"/>
          <p:cNvSpPr/>
          <p:nvPr/>
        </p:nvSpPr>
        <p:spPr>
          <a:xfrm>
            <a:off x="5938460" y="2389991"/>
            <a:ext cx="27168" cy="31751"/>
          </a:xfrm>
          <a:custGeom>
            <a:avLst/>
            <a:gdLst/>
            <a:ahLst/>
            <a:cxnLst/>
            <a:rect l="l" t="t" r="r" b="b"/>
            <a:pathLst>
              <a:path w="249" h="291" extrusionOk="0">
                <a:moveTo>
                  <a:pt x="0" y="1"/>
                </a:moveTo>
                <a:lnTo>
                  <a:pt x="0" y="290"/>
                </a:lnTo>
                <a:lnTo>
                  <a:pt x="249" y="290"/>
                </a:lnTo>
                <a:lnTo>
                  <a:pt x="2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3" name="Google Shape;723;p16"/>
          <p:cNvSpPr/>
          <p:nvPr/>
        </p:nvSpPr>
        <p:spPr>
          <a:xfrm>
            <a:off x="5983522" y="2389991"/>
            <a:ext cx="31642" cy="31751"/>
          </a:xfrm>
          <a:custGeom>
            <a:avLst/>
            <a:gdLst/>
            <a:ahLst/>
            <a:cxnLst/>
            <a:rect l="l" t="t" r="r" b="b"/>
            <a:pathLst>
              <a:path w="290" h="291" extrusionOk="0">
                <a:moveTo>
                  <a:pt x="1" y="1"/>
                </a:moveTo>
                <a:lnTo>
                  <a:pt x="1" y="290"/>
                </a:lnTo>
                <a:lnTo>
                  <a:pt x="289" y="290"/>
                </a:lnTo>
                <a:lnTo>
                  <a:pt x="28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4" name="Google Shape;724;p16"/>
          <p:cNvSpPr/>
          <p:nvPr/>
        </p:nvSpPr>
        <p:spPr>
          <a:xfrm>
            <a:off x="6033057" y="2389991"/>
            <a:ext cx="27168" cy="31751"/>
          </a:xfrm>
          <a:custGeom>
            <a:avLst/>
            <a:gdLst/>
            <a:ahLst/>
            <a:cxnLst/>
            <a:rect l="l" t="t" r="r" b="b"/>
            <a:pathLst>
              <a:path w="249" h="291" extrusionOk="0">
                <a:moveTo>
                  <a:pt x="1" y="1"/>
                </a:moveTo>
                <a:lnTo>
                  <a:pt x="1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16"/>
          <p:cNvSpPr/>
          <p:nvPr/>
        </p:nvSpPr>
        <p:spPr>
          <a:xfrm>
            <a:off x="6078119" y="2389991"/>
            <a:ext cx="31642" cy="31751"/>
          </a:xfrm>
          <a:custGeom>
            <a:avLst/>
            <a:gdLst/>
            <a:ahLst/>
            <a:cxnLst/>
            <a:rect l="l" t="t" r="r" b="b"/>
            <a:pathLst>
              <a:path w="290" h="291" extrusionOk="0">
                <a:moveTo>
                  <a:pt x="0" y="1"/>
                </a:moveTo>
                <a:lnTo>
                  <a:pt x="0" y="290"/>
                </a:lnTo>
                <a:lnTo>
                  <a:pt x="290" y="290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6" name="Google Shape;726;p16"/>
          <p:cNvSpPr/>
          <p:nvPr/>
        </p:nvSpPr>
        <p:spPr>
          <a:xfrm>
            <a:off x="5938460" y="2439527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0" y="1"/>
                </a:moveTo>
                <a:lnTo>
                  <a:pt x="0" y="330"/>
                </a:lnTo>
                <a:lnTo>
                  <a:pt x="249" y="33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7" name="Google Shape;727;p16"/>
          <p:cNvSpPr/>
          <p:nvPr/>
        </p:nvSpPr>
        <p:spPr>
          <a:xfrm>
            <a:off x="5983522" y="2439527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1" y="1"/>
                </a:moveTo>
                <a:lnTo>
                  <a:pt x="1" y="330"/>
                </a:lnTo>
                <a:lnTo>
                  <a:pt x="289" y="330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16"/>
          <p:cNvSpPr/>
          <p:nvPr/>
        </p:nvSpPr>
        <p:spPr>
          <a:xfrm>
            <a:off x="6033057" y="2439527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1" y="1"/>
                </a:moveTo>
                <a:lnTo>
                  <a:pt x="1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9" name="Google Shape;729;p16"/>
          <p:cNvSpPr/>
          <p:nvPr/>
        </p:nvSpPr>
        <p:spPr>
          <a:xfrm>
            <a:off x="6078119" y="2439527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0" y="1"/>
                </a:moveTo>
                <a:lnTo>
                  <a:pt x="0" y="330"/>
                </a:lnTo>
                <a:lnTo>
                  <a:pt x="290" y="330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0" name="Google Shape;730;p16"/>
          <p:cNvSpPr/>
          <p:nvPr/>
        </p:nvSpPr>
        <p:spPr>
          <a:xfrm>
            <a:off x="5677908" y="2179628"/>
            <a:ext cx="86524" cy="354498"/>
          </a:xfrm>
          <a:custGeom>
            <a:avLst/>
            <a:gdLst/>
            <a:ahLst/>
            <a:cxnLst/>
            <a:rect l="l" t="t" r="r" b="b"/>
            <a:pathLst>
              <a:path w="793" h="3249" extrusionOk="0">
                <a:moveTo>
                  <a:pt x="0" y="1"/>
                </a:moveTo>
                <a:lnTo>
                  <a:pt x="0" y="3249"/>
                </a:lnTo>
                <a:lnTo>
                  <a:pt x="792" y="3249"/>
                </a:lnTo>
                <a:lnTo>
                  <a:pt x="792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1" name="Google Shape;731;p16"/>
          <p:cNvSpPr/>
          <p:nvPr/>
        </p:nvSpPr>
        <p:spPr>
          <a:xfrm>
            <a:off x="5625644" y="2227309"/>
            <a:ext cx="190943" cy="307036"/>
          </a:xfrm>
          <a:custGeom>
            <a:avLst/>
            <a:gdLst/>
            <a:ahLst/>
            <a:cxnLst/>
            <a:rect l="l" t="t" r="r" b="b"/>
            <a:pathLst>
              <a:path w="1750" h="2814" extrusionOk="0">
                <a:moveTo>
                  <a:pt x="0" y="1"/>
                </a:moveTo>
                <a:lnTo>
                  <a:pt x="0" y="2814"/>
                </a:lnTo>
                <a:lnTo>
                  <a:pt x="1750" y="2814"/>
                </a:lnTo>
                <a:lnTo>
                  <a:pt x="175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2" name="Google Shape;732;p16"/>
          <p:cNvSpPr/>
          <p:nvPr/>
        </p:nvSpPr>
        <p:spPr>
          <a:xfrm>
            <a:off x="5426521" y="2301504"/>
            <a:ext cx="416473" cy="232623"/>
          </a:xfrm>
          <a:custGeom>
            <a:avLst/>
            <a:gdLst/>
            <a:ahLst/>
            <a:cxnLst/>
            <a:rect l="l" t="t" r="r" b="b"/>
            <a:pathLst>
              <a:path w="3817" h="2132" extrusionOk="0">
                <a:moveTo>
                  <a:pt x="1" y="0"/>
                </a:moveTo>
                <a:lnTo>
                  <a:pt x="1" y="2132"/>
                </a:lnTo>
                <a:lnTo>
                  <a:pt x="3816" y="2132"/>
                </a:lnTo>
                <a:lnTo>
                  <a:pt x="3816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3" name="Google Shape;733;p16"/>
          <p:cNvSpPr/>
          <p:nvPr/>
        </p:nvSpPr>
        <p:spPr>
          <a:xfrm>
            <a:off x="5785162" y="2430580"/>
            <a:ext cx="27168" cy="31533"/>
          </a:xfrm>
          <a:custGeom>
            <a:avLst/>
            <a:gdLst/>
            <a:ahLst/>
            <a:cxnLst/>
            <a:rect l="l" t="t" r="r" b="b"/>
            <a:pathLst>
              <a:path w="249" h="289" extrusionOk="0">
                <a:moveTo>
                  <a:pt x="0" y="0"/>
                </a:moveTo>
                <a:lnTo>
                  <a:pt x="0" y="289"/>
                </a:lnTo>
                <a:lnTo>
                  <a:pt x="249" y="289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4" name="Google Shape;734;p16"/>
          <p:cNvSpPr/>
          <p:nvPr/>
        </p:nvSpPr>
        <p:spPr>
          <a:xfrm>
            <a:off x="5735735" y="2430580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0" y="0"/>
                </a:moveTo>
                <a:lnTo>
                  <a:pt x="0" y="289"/>
                </a:lnTo>
                <a:lnTo>
                  <a:pt x="289" y="289"/>
                </a:lnTo>
                <a:lnTo>
                  <a:pt x="28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5" name="Google Shape;735;p16"/>
          <p:cNvSpPr/>
          <p:nvPr/>
        </p:nvSpPr>
        <p:spPr>
          <a:xfrm>
            <a:off x="5690564" y="2430580"/>
            <a:ext cx="27168" cy="31533"/>
          </a:xfrm>
          <a:custGeom>
            <a:avLst/>
            <a:gdLst/>
            <a:ahLst/>
            <a:cxnLst/>
            <a:rect l="l" t="t" r="r" b="b"/>
            <a:pathLst>
              <a:path w="249" h="289" extrusionOk="0">
                <a:moveTo>
                  <a:pt x="1" y="0"/>
                </a:moveTo>
                <a:lnTo>
                  <a:pt x="1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6" name="Google Shape;736;p16"/>
          <p:cNvSpPr/>
          <p:nvPr/>
        </p:nvSpPr>
        <p:spPr>
          <a:xfrm>
            <a:off x="5641029" y="2430580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0" y="0"/>
                </a:moveTo>
                <a:lnTo>
                  <a:pt x="0" y="289"/>
                </a:lnTo>
                <a:lnTo>
                  <a:pt x="290" y="289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7" name="Google Shape;737;p16"/>
          <p:cNvSpPr/>
          <p:nvPr/>
        </p:nvSpPr>
        <p:spPr>
          <a:xfrm>
            <a:off x="5785162" y="2376462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0" y="1"/>
                </a:moveTo>
                <a:lnTo>
                  <a:pt x="0" y="330"/>
                </a:lnTo>
                <a:lnTo>
                  <a:pt x="249" y="33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8" name="Google Shape;738;p16"/>
          <p:cNvSpPr/>
          <p:nvPr/>
        </p:nvSpPr>
        <p:spPr>
          <a:xfrm>
            <a:off x="5735735" y="2376462"/>
            <a:ext cx="31533" cy="36115"/>
          </a:xfrm>
          <a:custGeom>
            <a:avLst/>
            <a:gdLst/>
            <a:ahLst/>
            <a:cxnLst/>
            <a:rect l="l" t="t" r="r" b="b"/>
            <a:pathLst>
              <a:path w="289" h="331" extrusionOk="0">
                <a:moveTo>
                  <a:pt x="0" y="1"/>
                </a:moveTo>
                <a:lnTo>
                  <a:pt x="0" y="330"/>
                </a:lnTo>
                <a:lnTo>
                  <a:pt x="289" y="330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39" name="Google Shape;739;p16"/>
          <p:cNvSpPr/>
          <p:nvPr/>
        </p:nvSpPr>
        <p:spPr>
          <a:xfrm>
            <a:off x="5690564" y="2376462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1" y="1"/>
                </a:moveTo>
                <a:lnTo>
                  <a:pt x="1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0" name="Google Shape;740;p16"/>
          <p:cNvSpPr/>
          <p:nvPr/>
        </p:nvSpPr>
        <p:spPr>
          <a:xfrm>
            <a:off x="5641029" y="2376462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0" y="1"/>
                </a:moveTo>
                <a:lnTo>
                  <a:pt x="0" y="330"/>
                </a:lnTo>
                <a:lnTo>
                  <a:pt x="290" y="330"/>
                </a:lnTo>
                <a:lnTo>
                  <a:pt x="29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1" name="Google Shape;741;p16"/>
          <p:cNvSpPr/>
          <p:nvPr/>
        </p:nvSpPr>
        <p:spPr>
          <a:xfrm>
            <a:off x="5785162" y="2326926"/>
            <a:ext cx="27168" cy="31751"/>
          </a:xfrm>
          <a:custGeom>
            <a:avLst/>
            <a:gdLst/>
            <a:ahLst/>
            <a:cxnLst/>
            <a:rect l="l" t="t" r="r" b="b"/>
            <a:pathLst>
              <a:path w="249" h="291" extrusionOk="0">
                <a:moveTo>
                  <a:pt x="0" y="1"/>
                </a:moveTo>
                <a:lnTo>
                  <a:pt x="0" y="290"/>
                </a:lnTo>
                <a:lnTo>
                  <a:pt x="249" y="29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2" name="Google Shape;742;p16"/>
          <p:cNvSpPr/>
          <p:nvPr/>
        </p:nvSpPr>
        <p:spPr>
          <a:xfrm>
            <a:off x="5735735" y="2326926"/>
            <a:ext cx="31533" cy="31751"/>
          </a:xfrm>
          <a:custGeom>
            <a:avLst/>
            <a:gdLst/>
            <a:ahLst/>
            <a:cxnLst/>
            <a:rect l="l" t="t" r="r" b="b"/>
            <a:pathLst>
              <a:path w="289" h="291" extrusionOk="0">
                <a:moveTo>
                  <a:pt x="0" y="1"/>
                </a:moveTo>
                <a:lnTo>
                  <a:pt x="0" y="290"/>
                </a:lnTo>
                <a:lnTo>
                  <a:pt x="289" y="290"/>
                </a:lnTo>
                <a:lnTo>
                  <a:pt x="28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3" name="Google Shape;743;p16"/>
          <p:cNvSpPr/>
          <p:nvPr/>
        </p:nvSpPr>
        <p:spPr>
          <a:xfrm>
            <a:off x="5690564" y="2326926"/>
            <a:ext cx="27168" cy="31751"/>
          </a:xfrm>
          <a:custGeom>
            <a:avLst/>
            <a:gdLst/>
            <a:ahLst/>
            <a:cxnLst/>
            <a:rect l="l" t="t" r="r" b="b"/>
            <a:pathLst>
              <a:path w="249" h="291" extrusionOk="0">
                <a:moveTo>
                  <a:pt x="1" y="1"/>
                </a:moveTo>
                <a:lnTo>
                  <a:pt x="1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4" name="Google Shape;744;p16"/>
          <p:cNvSpPr/>
          <p:nvPr/>
        </p:nvSpPr>
        <p:spPr>
          <a:xfrm>
            <a:off x="5641029" y="2326926"/>
            <a:ext cx="31642" cy="31751"/>
          </a:xfrm>
          <a:custGeom>
            <a:avLst/>
            <a:gdLst/>
            <a:ahLst/>
            <a:cxnLst/>
            <a:rect l="l" t="t" r="r" b="b"/>
            <a:pathLst>
              <a:path w="290" h="291" extrusionOk="0">
                <a:moveTo>
                  <a:pt x="0" y="1"/>
                </a:moveTo>
                <a:lnTo>
                  <a:pt x="0" y="290"/>
                </a:lnTo>
                <a:lnTo>
                  <a:pt x="290" y="290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5" name="Google Shape;745;p16"/>
          <p:cNvSpPr/>
          <p:nvPr/>
        </p:nvSpPr>
        <p:spPr>
          <a:xfrm>
            <a:off x="5596076" y="2430580"/>
            <a:ext cx="27059" cy="31533"/>
          </a:xfrm>
          <a:custGeom>
            <a:avLst/>
            <a:gdLst/>
            <a:ahLst/>
            <a:cxnLst/>
            <a:rect l="l" t="t" r="r" b="b"/>
            <a:pathLst>
              <a:path w="248" h="289" extrusionOk="0">
                <a:moveTo>
                  <a:pt x="0" y="0"/>
                </a:moveTo>
                <a:lnTo>
                  <a:pt x="0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6" name="Google Shape;746;p16"/>
          <p:cNvSpPr/>
          <p:nvPr/>
        </p:nvSpPr>
        <p:spPr>
          <a:xfrm>
            <a:off x="5546431" y="2430580"/>
            <a:ext cx="27168" cy="31533"/>
          </a:xfrm>
          <a:custGeom>
            <a:avLst/>
            <a:gdLst/>
            <a:ahLst/>
            <a:cxnLst/>
            <a:rect l="l" t="t" r="r" b="b"/>
            <a:pathLst>
              <a:path w="249" h="289" extrusionOk="0">
                <a:moveTo>
                  <a:pt x="1" y="0"/>
                </a:moveTo>
                <a:lnTo>
                  <a:pt x="1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7" name="Google Shape;747;p16"/>
          <p:cNvSpPr/>
          <p:nvPr/>
        </p:nvSpPr>
        <p:spPr>
          <a:xfrm>
            <a:off x="5501369" y="2430580"/>
            <a:ext cx="27278" cy="31533"/>
          </a:xfrm>
          <a:custGeom>
            <a:avLst/>
            <a:gdLst/>
            <a:ahLst/>
            <a:cxnLst/>
            <a:rect l="l" t="t" r="r" b="b"/>
            <a:pathLst>
              <a:path w="250" h="289" extrusionOk="0">
                <a:moveTo>
                  <a:pt x="0" y="0"/>
                </a:moveTo>
                <a:lnTo>
                  <a:pt x="0" y="289"/>
                </a:lnTo>
                <a:lnTo>
                  <a:pt x="249" y="289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16"/>
          <p:cNvSpPr/>
          <p:nvPr/>
        </p:nvSpPr>
        <p:spPr>
          <a:xfrm>
            <a:off x="5451834" y="2430580"/>
            <a:ext cx="27168" cy="31533"/>
          </a:xfrm>
          <a:custGeom>
            <a:avLst/>
            <a:gdLst/>
            <a:ahLst/>
            <a:cxnLst/>
            <a:rect l="l" t="t" r="r" b="b"/>
            <a:pathLst>
              <a:path w="249" h="289" extrusionOk="0">
                <a:moveTo>
                  <a:pt x="0" y="0"/>
                </a:moveTo>
                <a:lnTo>
                  <a:pt x="0" y="289"/>
                </a:lnTo>
                <a:lnTo>
                  <a:pt x="249" y="289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9" name="Google Shape;749;p16"/>
          <p:cNvSpPr/>
          <p:nvPr/>
        </p:nvSpPr>
        <p:spPr>
          <a:xfrm>
            <a:off x="5596076" y="2376462"/>
            <a:ext cx="27059" cy="36115"/>
          </a:xfrm>
          <a:custGeom>
            <a:avLst/>
            <a:gdLst/>
            <a:ahLst/>
            <a:cxnLst/>
            <a:rect l="l" t="t" r="r" b="b"/>
            <a:pathLst>
              <a:path w="248" h="331" extrusionOk="0">
                <a:moveTo>
                  <a:pt x="0" y="1"/>
                </a:moveTo>
                <a:lnTo>
                  <a:pt x="0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0" name="Google Shape;750;p16"/>
          <p:cNvSpPr/>
          <p:nvPr/>
        </p:nvSpPr>
        <p:spPr>
          <a:xfrm>
            <a:off x="5546431" y="2376462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1" y="1"/>
                </a:moveTo>
                <a:lnTo>
                  <a:pt x="1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1" name="Google Shape;751;p16"/>
          <p:cNvSpPr/>
          <p:nvPr/>
        </p:nvSpPr>
        <p:spPr>
          <a:xfrm>
            <a:off x="5501369" y="2376462"/>
            <a:ext cx="27278" cy="36115"/>
          </a:xfrm>
          <a:custGeom>
            <a:avLst/>
            <a:gdLst/>
            <a:ahLst/>
            <a:cxnLst/>
            <a:rect l="l" t="t" r="r" b="b"/>
            <a:pathLst>
              <a:path w="250" h="331" extrusionOk="0">
                <a:moveTo>
                  <a:pt x="0" y="1"/>
                </a:moveTo>
                <a:lnTo>
                  <a:pt x="0" y="330"/>
                </a:lnTo>
                <a:lnTo>
                  <a:pt x="249" y="33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2" name="Google Shape;752;p16"/>
          <p:cNvSpPr/>
          <p:nvPr/>
        </p:nvSpPr>
        <p:spPr>
          <a:xfrm>
            <a:off x="5451834" y="2376462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0" y="1"/>
                </a:moveTo>
                <a:lnTo>
                  <a:pt x="0" y="330"/>
                </a:lnTo>
                <a:lnTo>
                  <a:pt x="249" y="330"/>
                </a:lnTo>
                <a:lnTo>
                  <a:pt x="2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3" name="Google Shape;753;p16"/>
          <p:cNvSpPr/>
          <p:nvPr/>
        </p:nvSpPr>
        <p:spPr>
          <a:xfrm>
            <a:off x="5596076" y="2326926"/>
            <a:ext cx="27059" cy="31751"/>
          </a:xfrm>
          <a:custGeom>
            <a:avLst/>
            <a:gdLst/>
            <a:ahLst/>
            <a:cxnLst/>
            <a:rect l="l" t="t" r="r" b="b"/>
            <a:pathLst>
              <a:path w="248" h="291" extrusionOk="0">
                <a:moveTo>
                  <a:pt x="0" y="1"/>
                </a:moveTo>
                <a:lnTo>
                  <a:pt x="0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4" name="Google Shape;754;p16"/>
          <p:cNvSpPr/>
          <p:nvPr/>
        </p:nvSpPr>
        <p:spPr>
          <a:xfrm>
            <a:off x="5546431" y="2326926"/>
            <a:ext cx="27168" cy="31751"/>
          </a:xfrm>
          <a:custGeom>
            <a:avLst/>
            <a:gdLst/>
            <a:ahLst/>
            <a:cxnLst/>
            <a:rect l="l" t="t" r="r" b="b"/>
            <a:pathLst>
              <a:path w="249" h="291" extrusionOk="0">
                <a:moveTo>
                  <a:pt x="1" y="1"/>
                </a:moveTo>
                <a:lnTo>
                  <a:pt x="1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5" name="Google Shape;755;p16"/>
          <p:cNvSpPr/>
          <p:nvPr/>
        </p:nvSpPr>
        <p:spPr>
          <a:xfrm>
            <a:off x="5501369" y="2326926"/>
            <a:ext cx="27278" cy="31751"/>
          </a:xfrm>
          <a:custGeom>
            <a:avLst/>
            <a:gdLst/>
            <a:ahLst/>
            <a:cxnLst/>
            <a:rect l="l" t="t" r="r" b="b"/>
            <a:pathLst>
              <a:path w="250" h="291" extrusionOk="0">
                <a:moveTo>
                  <a:pt x="0" y="1"/>
                </a:moveTo>
                <a:lnTo>
                  <a:pt x="0" y="290"/>
                </a:lnTo>
                <a:lnTo>
                  <a:pt x="249" y="29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6" name="Google Shape;756;p16"/>
          <p:cNvSpPr/>
          <p:nvPr/>
        </p:nvSpPr>
        <p:spPr>
          <a:xfrm>
            <a:off x="5451834" y="2326926"/>
            <a:ext cx="27168" cy="31751"/>
          </a:xfrm>
          <a:custGeom>
            <a:avLst/>
            <a:gdLst/>
            <a:ahLst/>
            <a:cxnLst/>
            <a:rect l="l" t="t" r="r" b="b"/>
            <a:pathLst>
              <a:path w="249" h="291" extrusionOk="0">
                <a:moveTo>
                  <a:pt x="0" y="1"/>
                </a:moveTo>
                <a:lnTo>
                  <a:pt x="0" y="290"/>
                </a:lnTo>
                <a:lnTo>
                  <a:pt x="249" y="29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7" name="Google Shape;757;p16"/>
          <p:cNvSpPr/>
          <p:nvPr/>
        </p:nvSpPr>
        <p:spPr>
          <a:xfrm>
            <a:off x="5733771" y="3370230"/>
            <a:ext cx="416473" cy="337805"/>
          </a:xfrm>
          <a:custGeom>
            <a:avLst/>
            <a:gdLst/>
            <a:ahLst/>
            <a:cxnLst/>
            <a:rect l="l" t="t" r="r" b="b"/>
            <a:pathLst>
              <a:path w="3817" h="3096" extrusionOk="0">
                <a:moveTo>
                  <a:pt x="1" y="0"/>
                </a:moveTo>
                <a:lnTo>
                  <a:pt x="1" y="3095"/>
                </a:lnTo>
                <a:lnTo>
                  <a:pt x="3816" y="3095"/>
                </a:lnTo>
                <a:lnTo>
                  <a:pt x="3816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8" name="Google Shape;758;p16"/>
          <p:cNvSpPr/>
          <p:nvPr/>
        </p:nvSpPr>
        <p:spPr>
          <a:xfrm>
            <a:off x="5911401" y="3561390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1" y="1"/>
                </a:moveTo>
                <a:lnTo>
                  <a:pt x="1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59" name="Google Shape;759;p16"/>
          <p:cNvSpPr/>
          <p:nvPr/>
        </p:nvSpPr>
        <p:spPr>
          <a:xfrm>
            <a:off x="5861865" y="3561390"/>
            <a:ext cx="27059" cy="31642"/>
          </a:xfrm>
          <a:custGeom>
            <a:avLst/>
            <a:gdLst/>
            <a:ahLst/>
            <a:cxnLst/>
            <a:rect l="l" t="t" r="r" b="b"/>
            <a:pathLst>
              <a:path w="248" h="290" extrusionOk="0">
                <a:moveTo>
                  <a:pt x="0" y="1"/>
                </a:moveTo>
                <a:lnTo>
                  <a:pt x="0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0" name="Google Shape;760;p16"/>
          <p:cNvSpPr/>
          <p:nvPr/>
        </p:nvSpPr>
        <p:spPr>
          <a:xfrm>
            <a:off x="5816694" y="3561390"/>
            <a:ext cx="27278" cy="31642"/>
          </a:xfrm>
          <a:custGeom>
            <a:avLst/>
            <a:gdLst/>
            <a:ahLst/>
            <a:cxnLst/>
            <a:rect l="l" t="t" r="r" b="b"/>
            <a:pathLst>
              <a:path w="250" h="290" extrusionOk="0">
                <a:moveTo>
                  <a:pt x="1" y="1"/>
                </a:moveTo>
                <a:lnTo>
                  <a:pt x="1" y="290"/>
                </a:lnTo>
                <a:lnTo>
                  <a:pt x="250" y="290"/>
                </a:lnTo>
                <a:lnTo>
                  <a:pt x="25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1" name="Google Shape;761;p16"/>
          <p:cNvSpPr/>
          <p:nvPr/>
        </p:nvSpPr>
        <p:spPr>
          <a:xfrm>
            <a:off x="5767159" y="3561390"/>
            <a:ext cx="27278" cy="31642"/>
          </a:xfrm>
          <a:custGeom>
            <a:avLst/>
            <a:gdLst/>
            <a:ahLst/>
            <a:cxnLst/>
            <a:rect l="l" t="t" r="r" b="b"/>
            <a:pathLst>
              <a:path w="250" h="290" extrusionOk="0">
                <a:moveTo>
                  <a:pt x="1" y="1"/>
                </a:moveTo>
                <a:lnTo>
                  <a:pt x="1" y="290"/>
                </a:lnTo>
                <a:lnTo>
                  <a:pt x="249" y="29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2" name="Google Shape;762;p16"/>
          <p:cNvSpPr/>
          <p:nvPr/>
        </p:nvSpPr>
        <p:spPr>
          <a:xfrm>
            <a:off x="5911401" y="3507381"/>
            <a:ext cx="27168" cy="31751"/>
          </a:xfrm>
          <a:custGeom>
            <a:avLst/>
            <a:gdLst/>
            <a:ahLst/>
            <a:cxnLst/>
            <a:rect l="l" t="t" r="r" b="b"/>
            <a:pathLst>
              <a:path w="249" h="291" extrusionOk="0">
                <a:moveTo>
                  <a:pt x="1" y="1"/>
                </a:moveTo>
                <a:lnTo>
                  <a:pt x="1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16"/>
          <p:cNvSpPr/>
          <p:nvPr/>
        </p:nvSpPr>
        <p:spPr>
          <a:xfrm>
            <a:off x="5861865" y="3507381"/>
            <a:ext cx="27059" cy="31751"/>
          </a:xfrm>
          <a:custGeom>
            <a:avLst/>
            <a:gdLst/>
            <a:ahLst/>
            <a:cxnLst/>
            <a:rect l="l" t="t" r="r" b="b"/>
            <a:pathLst>
              <a:path w="248" h="291" extrusionOk="0">
                <a:moveTo>
                  <a:pt x="0" y="1"/>
                </a:moveTo>
                <a:lnTo>
                  <a:pt x="0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4" name="Google Shape;764;p16"/>
          <p:cNvSpPr/>
          <p:nvPr/>
        </p:nvSpPr>
        <p:spPr>
          <a:xfrm>
            <a:off x="5816694" y="3507381"/>
            <a:ext cx="27278" cy="31751"/>
          </a:xfrm>
          <a:custGeom>
            <a:avLst/>
            <a:gdLst/>
            <a:ahLst/>
            <a:cxnLst/>
            <a:rect l="l" t="t" r="r" b="b"/>
            <a:pathLst>
              <a:path w="250" h="291" extrusionOk="0">
                <a:moveTo>
                  <a:pt x="1" y="1"/>
                </a:moveTo>
                <a:lnTo>
                  <a:pt x="1" y="290"/>
                </a:lnTo>
                <a:lnTo>
                  <a:pt x="250" y="290"/>
                </a:lnTo>
                <a:lnTo>
                  <a:pt x="25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5" name="Google Shape;765;p16"/>
          <p:cNvSpPr/>
          <p:nvPr/>
        </p:nvSpPr>
        <p:spPr>
          <a:xfrm>
            <a:off x="5767159" y="3507381"/>
            <a:ext cx="27278" cy="31751"/>
          </a:xfrm>
          <a:custGeom>
            <a:avLst/>
            <a:gdLst/>
            <a:ahLst/>
            <a:cxnLst/>
            <a:rect l="l" t="t" r="r" b="b"/>
            <a:pathLst>
              <a:path w="250" h="291" extrusionOk="0">
                <a:moveTo>
                  <a:pt x="1" y="1"/>
                </a:moveTo>
                <a:lnTo>
                  <a:pt x="1" y="290"/>
                </a:lnTo>
                <a:lnTo>
                  <a:pt x="249" y="290"/>
                </a:lnTo>
                <a:lnTo>
                  <a:pt x="2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6" name="Google Shape;766;p16"/>
          <p:cNvSpPr/>
          <p:nvPr/>
        </p:nvSpPr>
        <p:spPr>
          <a:xfrm>
            <a:off x="5911401" y="3453263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1" y="1"/>
                </a:moveTo>
                <a:lnTo>
                  <a:pt x="1" y="331"/>
                </a:lnTo>
                <a:lnTo>
                  <a:pt x="248" y="331"/>
                </a:lnTo>
                <a:lnTo>
                  <a:pt x="2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7" name="Google Shape;767;p16"/>
          <p:cNvSpPr/>
          <p:nvPr/>
        </p:nvSpPr>
        <p:spPr>
          <a:xfrm>
            <a:off x="5861865" y="3453263"/>
            <a:ext cx="27059" cy="36115"/>
          </a:xfrm>
          <a:custGeom>
            <a:avLst/>
            <a:gdLst/>
            <a:ahLst/>
            <a:cxnLst/>
            <a:rect l="l" t="t" r="r" b="b"/>
            <a:pathLst>
              <a:path w="248" h="331" extrusionOk="0">
                <a:moveTo>
                  <a:pt x="0" y="1"/>
                </a:moveTo>
                <a:lnTo>
                  <a:pt x="0" y="331"/>
                </a:lnTo>
                <a:lnTo>
                  <a:pt x="248" y="331"/>
                </a:lnTo>
                <a:lnTo>
                  <a:pt x="2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8" name="Google Shape;768;p16"/>
          <p:cNvSpPr/>
          <p:nvPr/>
        </p:nvSpPr>
        <p:spPr>
          <a:xfrm>
            <a:off x="5816694" y="3453263"/>
            <a:ext cx="27278" cy="36115"/>
          </a:xfrm>
          <a:custGeom>
            <a:avLst/>
            <a:gdLst/>
            <a:ahLst/>
            <a:cxnLst/>
            <a:rect l="l" t="t" r="r" b="b"/>
            <a:pathLst>
              <a:path w="250" h="331" extrusionOk="0">
                <a:moveTo>
                  <a:pt x="1" y="1"/>
                </a:moveTo>
                <a:lnTo>
                  <a:pt x="1" y="331"/>
                </a:lnTo>
                <a:lnTo>
                  <a:pt x="250" y="331"/>
                </a:lnTo>
                <a:lnTo>
                  <a:pt x="25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9" name="Google Shape;769;p16"/>
          <p:cNvSpPr/>
          <p:nvPr/>
        </p:nvSpPr>
        <p:spPr>
          <a:xfrm>
            <a:off x="5767159" y="3453263"/>
            <a:ext cx="27278" cy="36115"/>
          </a:xfrm>
          <a:custGeom>
            <a:avLst/>
            <a:gdLst/>
            <a:ahLst/>
            <a:cxnLst/>
            <a:rect l="l" t="t" r="r" b="b"/>
            <a:pathLst>
              <a:path w="250" h="331" extrusionOk="0">
                <a:moveTo>
                  <a:pt x="1" y="1"/>
                </a:moveTo>
                <a:lnTo>
                  <a:pt x="1" y="331"/>
                </a:lnTo>
                <a:lnTo>
                  <a:pt x="249" y="331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0" name="Google Shape;770;p16"/>
          <p:cNvSpPr/>
          <p:nvPr/>
        </p:nvSpPr>
        <p:spPr>
          <a:xfrm>
            <a:off x="5911401" y="3403727"/>
            <a:ext cx="27168" cy="31642"/>
          </a:xfrm>
          <a:custGeom>
            <a:avLst/>
            <a:gdLst/>
            <a:ahLst/>
            <a:cxnLst/>
            <a:rect l="l" t="t" r="r" b="b"/>
            <a:pathLst>
              <a:path w="249" h="290" extrusionOk="0">
                <a:moveTo>
                  <a:pt x="1" y="0"/>
                </a:moveTo>
                <a:lnTo>
                  <a:pt x="1" y="290"/>
                </a:lnTo>
                <a:lnTo>
                  <a:pt x="248" y="290"/>
                </a:lnTo>
                <a:lnTo>
                  <a:pt x="2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1" name="Google Shape;771;p16"/>
          <p:cNvSpPr/>
          <p:nvPr/>
        </p:nvSpPr>
        <p:spPr>
          <a:xfrm>
            <a:off x="5861865" y="3403727"/>
            <a:ext cx="27059" cy="31642"/>
          </a:xfrm>
          <a:custGeom>
            <a:avLst/>
            <a:gdLst/>
            <a:ahLst/>
            <a:cxnLst/>
            <a:rect l="l" t="t" r="r" b="b"/>
            <a:pathLst>
              <a:path w="248" h="290" extrusionOk="0">
                <a:moveTo>
                  <a:pt x="0" y="0"/>
                </a:moveTo>
                <a:lnTo>
                  <a:pt x="0" y="290"/>
                </a:lnTo>
                <a:lnTo>
                  <a:pt x="248" y="290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2" name="Google Shape;772;p16"/>
          <p:cNvSpPr/>
          <p:nvPr/>
        </p:nvSpPr>
        <p:spPr>
          <a:xfrm>
            <a:off x="5816694" y="3403727"/>
            <a:ext cx="27278" cy="31642"/>
          </a:xfrm>
          <a:custGeom>
            <a:avLst/>
            <a:gdLst/>
            <a:ahLst/>
            <a:cxnLst/>
            <a:rect l="l" t="t" r="r" b="b"/>
            <a:pathLst>
              <a:path w="250" h="290" extrusionOk="0">
                <a:moveTo>
                  <a:pt x="1" y="0"/>
                </a:moveTo>
                <a:lnTo>
                  <a:pt x="1" y="290"/>
                </a:lnTo>
                <a:lnTo>
                  <a:pt x="250" y="290"/>
                </a:lnTo>
                <a:lnTo>
                  <a:pt x="250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3" name="Google Shape;773;p16"/>
          <p:cNvSpPr/>
          <p:nvPr/>
        </p:nvSpPr>
        <p:spPr>
          <a:xfrm>
            <a:off x="5767159" y="3403727"/>
            <a:ext cx="27278" cy="31642"/>
          </a:xfrm>
          <a:custGeom>
            <a:avLst/>
            <a:gdLst/>
            <a:ahLst/>
            <a:cxnLst/>
            <a:rect l="l" t="t" r="r" b="b"/>
            <a:pathLst>
              <a:path w="250" h="290" extrusionOk="0">
                <a:moveTo>
                  <a:pt x="1" y="0"/>
                </a:moveTo>
                <a:lnTo>
                  <a:pt x="1" y="290"/>
                </a:lnTo>
                <a:lnTo>
                  <a:pt x="249" y="290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16"/>
          <p:cNvSpPr/>
          <p:nvPr/>
        </p:nvSpPr>
        <p:spPr>
          <a:xfrm>
            <a:off x="2946584" y="3615617"/>
            <a:ext cx="256954" cy="829127"/>
          </a:xfrm>
          <a:custGeom>
            <a:avLst/>
            <a:gdLst/>
            <a:ahLst/>
            <a:cxnLst/>
            <a:rect l="l" t="t" r="r" b="b"/>
            <a:pathLst>
              <a:path w="2355" h="7599" extrusionOk="0">
                <a:moveTo>
                  <a:pt x="1" y="0"/>
                </a:moveTo>
                <a:lnTo>
                  <a:pt x="1" y="7598"/>
                </a:lnTo>
                <a:lnTo>
                  <a:pt x="2354" y="7598"/>
                </a:lnTo>
                <a:lnTo>
                  <a:pt x="2354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5" name="Google Shape;775;p16"/>
          <p:cNvSpPr/>
          <p:nvPr/>
        </p:nvSpPr>
        <p:spPr>
          <a:xfrm>
            <a:off x="3131414" y="4349815"/>
            <a:ext cx="31642" cy="36225"/>
          </a:xfrm>
          <a:custGeom>
            <a:avLst/>
            <a:gdLst/>
            <a:ahLst/>
            <a:cxnLst/>
            <a:rect l="l" t="t" r="r" b="b"/>
            <a:pathLst>
              <a:path w="290" h="332" extrusionOk="0">
                <a:moveTo>
                  <a:pt x="0" y="1"/>
                </a:moveTo>
                <a:lnTo>
                  <a:pt x="0" y="331"/>
                </a:lnTo>
                <a:lnTo>
                  <a:pt x="290" y="331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6" name="Google Shape;776;p16"/>
          <p:cNvSpPr/>
          <p:nvPr/>
        </p:nvSpPr>
        <p:spPr>
          <a:xfrm>
            <a:off x="3086243" y="4349815"/>
            <a:ext cx="27278" cy="36225"/>
          </a:xfrm>
          <a:custGeom>
            <a:avLst/>
            <a:gdLst/>
            <a:ahLst/>
            <a:cxnLst/>
            <a:rect l="l" t="t" r="r" b="b"/>
            <a:pathLst>
              <a:path w="250" h="332" extrusionOk="0">
                <a:moveTo>
                  <a:pt x="1" y="1"/>
                </a:moveTo>
                <a:lnTo>
                  <a:pt x="1" y="331"/>
                </a:lnTo>
                <a:lnTo>
                  <a:pt x="249" y="331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7" name="Google Shape;777;p16"/>
          <p:cNvSpPr/>
          <p:nvPr/>
        </p:nvSpPr>
        <p:spPr>
          <a:xfrm>
            <a:off x="3036817" y="4349815"/>
            <a:ext cx="31642" cy="36225"/>
          </a:xfrm>
          <a:custGeom>
            <a:avLst/>
            <a:gdLst/>
            <a:ahLst/>
            <a:cxnLst/>
            <a:rect l="l" t="t" r="r" b="b"/>
            <a:pathLst>
              <a:path w="290" h="332" extrusionOk="0">
                <a:moveTo>
                  <a:pt x="1" y="1"/>
                </a:moveTo>
                <a:lnTo>
                  <a:pt x="1" y="331"/>
                </a:lnTo>
                <a:lnTo>
                  <a:pt x="289" y="331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8" name="Google Shape;778;p16"/>
          <p:cNvSpPr/>
          <p:nvPr/>
        </p:nvSpPr>
        <p:spPr>
          <a:xfrm>
            <a:off x="2991755" y="4349815"/>
            <a:ext cx="27059" cy="36225"/>
          </a:xfrm>
          <a:custGeom>
            <a:avLst/>
            <a:gdLst/>
            <a:ahLst/>
            <a:cxnLst/>
            <a:rect l="l" t="t" r="r" b="b"/>
            <a:pathLst>
              <a:path w="248" h="332" extrusionOk="0">
                <a:moveTo>
                  <a:pt x="0" y="1"/>
                </a:moveTo>
                <a:lnTo>
                  <a:pt x="0" y="331"/>
                </a:lnTo>
                <a:lnTo>
                  <a:pt x="248" y="331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9" name="Google Shape;779;p16"/>
          <p:cNvSpPr/>
          <p:nvPr/>
        </p:nvSpPr>
        <p:spPr>
          <a:xfrm>
            <a:off x="3131414" y="4300388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0" y="0"/>
                </a:moveTo>
                <a:lnTo>
                  <a:pt x="0" y="289"/>
                </a:lnTo>
                <a:lnTo>
                  <a:pt x="290" y="289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16"/>
          <p:cNvSpPr/>
          <p:nvPr/>
        </p:nvSpPr>
        <p:spPr>
          <a:xfrm>
            <a:off x="3086243" y="4300388"/>
            <a:ext cx="27278" cy="31533"/>
          </a:xfrm>
          <a:custGeom>
            <a:avLst/>
            <a:gdLst/>
            <a:ahLst/>
            <a:cxnLst/>
            <a:rect l="l" t="t" r="r" b="b"/>
            <a:pathLst>
              <a:path w="250" h="289" extrusionOk="0">
                <a:moveTo>
                  <a:pt x="1" y="0"/>
                </a:moveTo>
                <a:lnTo>
                  <a:pt x="1" y="289"/>
                </a:lnTo>
                <a:lnTo>
                  <a:pt x="249" y="289"/>
                </a:lnTo>
                <a:lnTo>
                  <a:pt x="2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1" name="Google Shape;781;p16"/>
          <p:cNvSpPr/>
          <p:nvPr/>
        </p:nvSpPr>
        <p:spPr>
          <a:xfrm>
            <a:off x="3036817" y="4300388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1" y="0"/>
                </a:moveTo>
                <a:lnTo>
                  <a:pt x="1" y="289"/>
                </a:lnTo>
                <a:lnTo>
                  <a:pt x="289" y="289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2" name="Google Shape;782;p16"/>
          <p:cNvSpPr/>
          <p:nvPr/>
        </p:nvSpPr>
        <p:spPr>
          <a:xfrm>
            <a:off x="2991755" y="4300388"/>
            <a:ext cx="27059" cy="31533"/>
          </a:xfrm>
          <a:custGeom>
            <a:avLst/>
            <a:gdLst/>
            <a:ahLst/>
            <a:cxnLst/>
            <a:rect l="l" t="t" r="r" b="b"/>
            <a:pathLst>
              <a:path w="248" h="289" extrusionOk="0">
                <a:moveTo>
                  <a:pt x="0" y="0"/>
                </a:moveTo>
                <a:lnTo>
                  <a:pt x="0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3" name="Google Shape;783;p16"/>
          <p:cNvSpPr/>
          <p:nvPr/>
        </p:nvSpPr>
        <p:spPr>
          <a:xfrm>
            <a:off x="3131414" y="4246379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0" y="0"/>
                </a:moveTo>
                <a:lnTo>
                  <a:pt x="0" y="289"/>
                </a:lnTo>
                <a:lnTo>
                  <a:pt x="290" y="289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4" name="Google Shape;784;p16"/>
          <p:cNvSpPr/>
          <p:nvPr/>
        </p:nvSpPr>
        <p:spPr>
          <a:xfrm>
            <a:off x="3086243" y="4246379"/>
            <a:ext cx="27278" cy="31533"/>
          </a:xfrm>
          <a:custGeom>
            <a:avLst/>
            <a:gdLst/>
            <a:ahLst/>
            <a:cxnLst/>
            <a:rect l="l" t="t" r="r" b="b"/>
            <a:pathLst>
              <a:path w="250" h="289" extrusionOk="0">
                <a:moveTo>
                  <a:pt x="1" y="0"/>
                </a:moveTo>
                <a:lnTo>
                  <a:pt x="1" y="289"/>
                </a:lnTo>
                <a:lnTo>
                  <a:pt x="249" y="289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16"/>
          <p:cNvSpPr/>
          <p:nvPr/>
        </p:nvSpPr>
        <p:spPr>
          <a:xfrm>
            <a:off x="3036817" y="4246379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1" y="0"/>
                </a:moveTo>
                <a:lnTo>
                  <a:pt x="1" y="289"/>
                </a:lnTo>
                <a:lnTo>
                  <a:pt x="289" y="289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16"/>
          <p:cNvSpPr/>
          <p:nvPr/>
        </p:nvSpPr>
        <p:spPr>
          <a:xfrm>
            <a:off x="2991755" y="4246379"/>
            <a:ext cx="27059" cy="31533"/>
          </a:xfrm>
          <a:custGeom>
            <a:avLst/>
            <a:gdLst/>
            <a:ahLst/>
            <a:cxnLst/>
            <a:rect l="l" t="t" r="r" b="b"/>
            <a:pathLst>
              <a:path w="248" h="289" extrusionOk="0">
                <a:moveTo>
                  <a:pt x="0" y="0"/>
                </a:moveTo>
                <a:lnTo>
                  <a:pt x="0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7" name="Google Shape;787;p16"/>
          <p:cNvSpPr/>
          <p:nvPr/>
        </p:nvSpPr>
        <p:spPr>
          <a:xfrm>
            <a:off x="3131414" y="4192151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0" y="1"/>
                </a:moveTo>
                <a:lnTo>
                  <a:pt x="0" y="330"/>
                </a:lnTo>
                <a:lnTo>
                  <a:pt x="290" y="330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16"/>
          <p:cNvSpPr/>
          <p:nvPr/>
        </p:nvSpPr>
        <p:spPr>
          <a:xfrm>
            <a:off x="3086243" y="4192151"/>
            <a:ext cx="27278" cy="36115"/>
          </a:xfrm>
          <a:custGeom>
            <a:avLst/>
            <a:gdLst/>
            <a:ahLst/>
            <a:cxnLst/>
            <a:rect l="l" t="t" r="r" b="b"/>
            <a:pathLst>
              <a:path w="250" h="331" extrusionOk="0">
                <a:moveTo>
                  <a:pt x="1" y="1"/>
                </a:moveTo>
                <a:lnTo>
                  <a:pt x="1" y="330"/>
                </a:lnTo>
                <a:lnTo>
                  <a:pt x="249" y="330"/>
                </a:lnTo>
                <a:lnTo>
                  <a:pt x="2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9" name="Google Shape;789;p16"/>
          <p:cNvSpPr/>
          <p:nvPr/>
        </p:nvSpPr>
        <p:spPr>
          <a:xfrm>
            <a:off x="3036817" y="4192151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1" y="1"/>
                </a:moveTo>
                <a:lnTo>
                  <a:pt x="1" y="330"/>
                </a:lnTo>
                <a:lnTo>
                  <a:pt x="289" y="330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0" name="Google Shape;790;p16"/>
          <p:cNvSpPr/>
          <p:nvPr/>
        </p:nvSpPr>
        <p:spPr>
          <a:xfrm>
            <a:off x="2991755" y="4192151"/>
            <a:ext cx="27059" cy="36115"/>
          </a:xfrm>
          <a:custGeom>
            <a:avLst/>
            <a:gdLst/>
            <a:ahLst/>
            <a:cxnLst/>
            <a:rect l="l" t="t" r="r" b="b"/>
            <a:pathLst>
              <a:path w="248" h="331" extrusionOk="0">
                <a:moveTo>
                  <a:pt x="0" y="1"/>
                </a:moveTo>
                <a:lnTo>
                  <a:pt x="0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1" name="Google Shape;791;p16"/>
          <p:cNvSpPr/>
          <p:nvPr/>
        </p:nvSpPr>
        <p:spPr>
          <a:xfrm>
            <a:off x="3131414" y="4142616"/>
            <a:ext cx="31642" cy="31751"/>
          </a:xfrm>
          <a:custGeom>
            <a:avLst/>
            <a:gdLst/>
            <a:ahLst/>
            <a:cxnLst/>
            <a:rect l="l" t="t" r="r" b="b"/>
            <a:pathLst>
              <a:path w="290" h="291" extrusionOk="0">
                <a:moveTo>
                  <a:pt x="0" y="1"/>
                </a:moveTo>
                <a:lnTo>
                  <a:pt x="0" y="290"/>
                </a:lnTo>
                <a:lnTo>
                  <a:pt x="290" y="290"/>
                </a:lnTo>
                <a:lnTo>
                  <a:pt x="29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2" name="Google Shape;792;p16"/>
          <p:cNvSpPr/>
          <p:nvPr/>
        </p:nvSpPr>
        <p:spPr>
          <a:xfrm>
            <a:off x="3086243" y="4142616"/>
            <a:ext cx="27278" cy="31751"/>
          </a:xfrm>
          <a:custGeom>
            <a:avLst/>
            <a:gdLst/>
            <a:ahLst/>
            <a:cxnLst/>
            <a:rect l="l" t="t" r="r" b="b"/>
            <a:pathLst>
              <a:path w="250" h="291" extrusionOk="0">
                <a:moveTo>
                  <a:pt x="1" y="1"/>
                </a:moveTo>
                <a:lnTo>
                  <a:pt x="1" y="290"/>
                </a:lnTo>
                <a:lnTo>
                  <a:pt x="249" y="29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3" name="Google Shape;793;p16"/>
          <p:cNvSpPr/>
          <p:nvPr/>
        </p:nvSpPr>
        <p:spPr>
          <a:xfrm>
            <a:off x="3036817" y="4142616"/>
            <a:ext cx="31642" cy="31751"/>
          </a:xfrm>
          <a:custGeom>
            <a:avLst/>
            <a:gdLst/>
            <a:ahLst/>
            <a:cxnLst/>
            <a:rect l="l" t="t" r="r" b="b"/>
            <a:pathLst>
              <a:path w="290" h="291" extrusionOk="0">
                <a:moveTo>
                  <a:pt x="1" y="1"/>
                </a:moveTo>
                <a:lnTo>
                  <a:pt x="1" y="290"/>
                </a:lnTo>
                <a:lnTo>
                  <a:pt x="289" y="290"/>
                </a:lnTo>
                <a:lnTo>
                  <a:pt x="28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4" name="Google Shape;794;p16"/>
          <p:cNvSpPr/>
          <p:nvPr/>
        </p:nvSpPr>
        <p:spPr>
          <a:xfrm>
            <a:off x="2991755" y="4142616"/>
            <a:ext cx="27059" cy="31751"/>
          </a:xfrm>
          <a:custGeom>
            <a:avLst/>
            <a:gdLst/>
            <a:ahLst/>
            <a:cxnLst/>
            <a:rect l="l" t="t" r="r" b="b"/>
            <a:pathLst>
              <a:path w="248" h="291" extrusionOk="0">
                <a:moveTo>
                  <a:pt x="0" y="1"/>
                </a:moveTo>
                <a:lnTo>
                  <a:pt x="0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5" name="Google Shape;795;p16"/>
          <p:cNvSpPr/>
          <p:nvPr/>
        </p:nvSpPr>
        <p:spPr>
          <a:xfrm>
            <a:off x="3131414" y="4088607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0" y="0"/>
                </a:moveTo>
                <a:lnTo>
                  <a:pt x="0" y="331"/>
                </a:lnTo>
                <a:lnTo>
                  <a:pt x="290" y="331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6" name="Google Shape;796;p16"/>
          <p:cNvSpPr/>
          <p:nvPr/>
        </p:nvSpPr>
        <p:spPr>
          <a:xfrm>
            <a:off x="3086243" y="4088607"/>
            <a:ext cx="27278" cy="36115"/>
          </a:xfrm>
          <a:custGeom>
            <a:avLst/>
            <a:gdLst/>
            <a:ahLst/>
            <a:cxnLst/>
            <a:rect l="l" t="t" r="r" b="b"/>
            <a:pathLst>
              <a:path w="250" h="331" extrusionOk="0">
                <a:moveTo>
                  <a:pt x="1" y="0"/>
                </a:moveTo>
                <a:lnTo>
                  <a:pt x="1" y="331"/>
                </a:lnTo>
                <a:lnTo>
                  <a:pt x="249" y="331"/>
                </a:lnTo>
                <a:lnTo>
                  <a:pt x="2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7" name="Google Shape;797;p16"/>
          <p:cNvSpPr/>
          <p:nvPr/>
        </p:nvSpPr>
        <p:spPr>
          <a:xfrm>
            <a:off x="3036817" y="4088607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1" y="0"/>
                </a:moveTo>
                <a:lnTo>
                  <a:pt x="1" y="331"/>
                </a:lnTo>
                <a:lnTo>
                  <a:pt x="289" y="331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8" name="Google Shape;798;p16"/>
          <p:cNvSpPr/>
          <p:nvPr/>
        </p:nvSpPr>
        <p:spPr>
          <a:xfrm>
            <a:off x="2991755" y="4088607"/>
            <a:ext cx="27059" cy="36115"/>
          </a:xfrm>
          <a:custGeom>
            <a:avLst/>
            <a:gdLst/>
            <a:ahLst/>
            <a:cxnLst/>
            <a:rect l="l" t="t" r="r" b="b"/>
            <a:pathLst>
              <a:path w="248" h="331" extrusionOk="0">
                <a:moveTo>
                  <a:pt x="0" y="0"/>
                </a:moveTo>
                <a:lnTo>
                  <a:pt x="0" y="331"/>
                </a:lnTo>
                <a:lnTo>
                  <a:pt x="248" y="331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99" name="Google Shape;799;p16"/>
          <p:cNvSpPr/>
          <p:nvPr/>
        </p:nvSpPr>
        <p:spPr>
          <a:xfrm>
            <a:off x="3131414" y="4039180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0" y="0"/>
                </a:moveTo>
                <a:lnTo>
                  <a:pt x="0" y="289"/>
                </a:lnTo>
                <a:lnTo>
                  <a:pt x="290" y="289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0" name="Google Shape;800;p16"/>
          <p:cNvSpPr/>
          <p:nvPr/>
        </p:nvSpPr>
        <p:spPr>
          <a:xfrm>
            <a:off x="3086243" y="4039180"/>
            <a:ext cx="27278" cy="31533"/>
          </a:xfrm>
          <a:custGeom>
            <a:avLst/>
            <a:gdLst/>
            <a:ahLst/>
            <a:cxnLst/>
            <a:rect l="l" t="t" r="r" b="b"/>
            <a:pathLst>
              <a:path w="250" h="289" extrusionOk="0">
                <a:moveTo>
                  <a:pt x="1" y="0"/>
                </a:moveTo>
                <a:lnTo>
                  <a:pt x="1" y="289"/>
                </a:lnTo>
                <a:lnTo>
                  <a:pt x="249" y="289"/>
                </a:lnTo>
                <a:lnTo>
                  <a:pt x="2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1" name="Google Shape;801;p16"/>
          <p:cNvSpPr/>
          <p:nvPr/>
        </p:nvSpPr>
        <p:spPr>
          <a:xfrm>
            <a:off x="3036817" y="4039180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1" y="0"/>
                </a:moveTo>
                <a:lnTo>
                  <a:pt x="1" y="289"/>
                </a:lnTo>
                <a:lnTo>
                  <a:pt x="289" y="289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2" name="Google Shape;802;p16"/>
          <p:cNvSpPr/>
          <p:nvPr/>
        </p:nvSpPr>
        <p:spPr>
          <a:xfrm>
            <a:off x="2991755" y="4039180"/>
            <a:ext cx="27059" cy="31533"/>
          </a:xfrm>
          <a:custGeom>
            <a:avLst/>
            <a:gdLst/>
            <a:ahLst/>
            <a:cxnLst/>
            <a:rect l="l" t="t" r="r" b="b"/>
            <a:pathLst>
              <a:path w="248" h="289" extrusionOk="0">
                <a:moveTo>
                  <a:pt x="0" y="0"/>
                </a:moveTo>
                <a:lnTo>
                  <a:pt x="0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3" name="Google Shape;803;p16"/>
          <p:cNvSpPr/>
          <p:nvPr/>
        </p:nvSpPr>
        <p:spPr>
          <a:xfrm>
            <a:off x="3131414" y="3984953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0" y="1"/>
                </a:moveTo>
                <a:lnTo>
                  <a:pt x="0" y="289"/>
                </a:lnTo>
                <a:lnTo>
                  <a:pt x="290" y="289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4" name="Google Shape;804;p16"/>
          <p:cNvSpPr/>
          <p:nvPr/>
        </p:nvSpPr>
        <p:spPr>
          <a:xfrm>
            <a:off x="3086243" y="3984953"/>
            <a:ext cx="27278" cy="31642"/>
          </a:xfrm>
          <a:custGeom>
            <a:avLst/>
            <a:gdLst/>
            <a:ahLst/>
            <a:cxnLst/>
            <a:rect l="l" t="t" r="r" b="b"/>
            <a:pathLst>
              <a:path w="250" h="290" extrusionOk="0">
                <a:moveTo>
                  <a:pt x="1" y="1"/>
                </a:moveTo>
                <a:lnTo>
                  <a:pt x="1" y="289"/>
                </a:lnTo>
                <a:lnTo>
                  <a:pt x="249" y="289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16"/>
          <p:cNvSpPr/>
          <p:nvPr/>
        </p:nvSpPr>
        <p:spPr>
          <a:xfrm>
            <a:off x="3036817" y="3984953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1" y="1"/>
                </a:moveTo>
                <a:lnTo>
                  <a:pt x="1" y="289"/>
                </a:lnTo>
                <a:lnTo>
                  <a:pt x="289" y="289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16"/>
          <p:cNvSpPr/>
          <p:nvPr/>
        </p:nvSpPr>
        <p:spPr>
          <a:xfrm>
            <a:off x="2991755" y="3984953"/>
            <a:ext cx="27059" cy="31642"/>
          </a:xfrm>
          <a:custGeom>
            <a:avLst/>
            <a:gdLst/>
            <a:ahLst/>
            <a:cxnLst/>
            <a:rect l="l" t="t" r="r" b="b"/>
            <a:pathLst>
              <a:path w="248" h="290" extrusionOk="0">
                <a:moveTo>
                  <a:pt x="0" y="1"/>
                </a:moveTo>
                <a:lnTo>
                  <a:pt x="0" y="289"/>
                </a:lnTo>
                <a:lnTo>
                  <a:pt x="248" y="289"/>
                </a:lnTo>
                <a:lnTo>
                  <a:pt x="2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7" name="Google Shape;807;p16"/>
          <p:cNvSpPr/>
          <p:nvPr/>
        </p:nvSpPr>
        <p:spPr>
          <a:xfrm>
            <a:off x="3131414" y="3930944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0" y="1"/>
                </a:moveTo>
                <a:lnTo>
                  <a:pt x="0" y="330"/>
                </a:lnTo>
                <a:lnTo>
                  <a:pt x="290" y="330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8" name="Google Shape;808;p16"/>
          <p:cNvSpPr/>
          <p:nvPr/>
        </p:nvSpPr>
        <p:spPr>
          <a:xfrm>
            <a:off x="3086243" y="3930944"/>
            <a:ext cx="27278" cy="36115"/>
          </a:xfrm>
          <a:custGeom>
            <a:avLst/>
            <a:gdLst/>
            <a:ahLst/>
            <a:cxnLst/>
            <a:rect l="l" t="t" r="r" b="b"/>
            <a:pathLst>
              <a:path w="250" h="331" extrusionOk="0">
                <a:moveTo>
                  <a:pt x="1" y="1"/>
                </a:moveTo>
                <a:lnTo>
                  <a:pt x="1" y="330"/>
                </a:lnTo>
                <a:lnTo>
                  <a:pt x="249" y="33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9" name="Google Shape;809;p16"/>
          <p:cNvSpPr/>
          <p:nvPr/>
        </p:nvSpPr>
        <p:spPr>
          <a:xfrm>
            <a:off x="3036817" y="3930944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1" y="1"/>
                </a:moveTo>
                <a:lnTo>
                  <a:pt x="1" y="330"/>
                </a:lnTo>
                <a:lnTo>
                  <a:pt x="289" y="330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16"/>
          <p:cNvSpPr/>
          <p:nvPr/>
        </p:nvSpPr>
        <p:spPr>
          <a:xfrm>
            <a:off x="2991755" y="3930944"/>
            <a:ext cx="27059" cy="36115"/>
          </a:xfrm>
          <a:custGeom>
            <a:avLst/>
            <a:gdLst/>
            <a:ahLst/>
            <a:cxnLst/>
            <a:rect l="l" t="t" r="r" b="b"/>
            <a:pathLst>
              <a:path w="248" h="331" extrusionOk="0">
                <a:moveTo>
                  <a:pt x="0" y="1"/>
                </a:moveTo>
                <a:lnTo>
                  <a:pt x="0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1" name="Google Shape;811;p16"/>
          <p:cNvSpPr/>
          <p:nvPr/>
        </p:nvSpPr>
        <p:spPr>
          <a:xfrm>
            <a:off x="3131414" y="3881408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0" y="0"/>
                </a:moveTo>
                <a:lnTo>
                  <a:pt x="0" y="290"/>
                </a:lnTo>
                <a:lnTo>
                  <a:pt x="290" y="290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2" name="Google Shape;812;p16"/>
          <p:cNvSpPr/>
          <p:nvPr/>
        </p:nvSpPr>
        <p:spPr>
          <a:xfrm>
            <a:off x="3086243" y="3881408"/>
            <a:ext cx="27278" cy="31642"/>
          </a:xfrm>
          <a:custGeom>
            <a:avLst/>
            <a:gdLst/>
            <a:ahLst/>
            <a:cxnLst/>
            <a:rect l="l" t="t" r="r" b="b"/>
            <a:pathLst>
              <a:path w="250" h="290" extrusionOk="0">
                <a:moveTo>
                  <a:pt x="1" y="0"/>
                </a:moveTo>
                <a:lnTo>
                  <a:pt x="1" y="290"/>
                </a:lnTo>
                <a:lnTo>
                  <a:pt x="249" y="290"/>
                </a:lnTo>
                <a:lnTo>
                  <a:pt x="249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3" name="Google Shape;813;p16"/>
          <p:cNvSpPr/>
          <p:nvPr/>
        </p:nvSpPr>
        <p:spPr>
          <a:xfrm>
            <a:off x="3036817" y="3881408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1" y="0"/>
                </a:moveTo>
                <a:lnTo>
                  <a:pt x="1" y="290"/>
                </a:lnTo>
                <a:lnTo>
                  <a:pt x="289" y="290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4" name="Google Shape;814;p16"/>
          <p:cNvSpPr/>
          <p:nvPr/>
        </p:nvSpPr>
        <p:spPr>
          <a:xfrm>
            <a:off x="2991755" y="3881408"/>
            <a:ext cx="27059" cy="31642"/>
          </a:xfrm>
          <a:custGeom>
            <a:avLst/>
            <a:gdLst/>
            <a:ahLst/>
            <a:cxnLst/>
            <a:rect l="l" t="t" r="r" b="b"/>
            <a:pathLst>
              <a:path w="248" h="290" extrusionOk="0">
                <a:moveTo>
                  <a:pt x="0" y="0"/>
                </a:moveTo>
                <a:lnTo>
                  <a:pt x="0" y="290"/>
                </a:lnTo>
                <a:lnTo>
                  <a:pt x="248" y="290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5" name="Google Shape;815;p16"/>
          <p:cNvSpPr/>
          <p:nvPr/>
        </p:nvSpPr>
        <p:spPr>
          <a:xfrm>
            <a:off x="3131414" y="3827290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0" y="0"/>
                </a:moveTo>
                <a:lnTo>
                  <a:pt x="0" y="331"/>
                </a:lnTo>
                <a:lnTo>
                  <a:pt x="290" y="331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6" name="Google Shape;816;p16"/>
          <p:cNvSpPr/>
          <p:nvPr/>
        </p:nvSpPr>
        <p:spPr>
          <a:xfrm>
            <a:off x="3086243" y="3827290"/>
            <a:ext cx="27278" cy="36115"/>
          </a:xfrm>
          <a:custGeom>
            <a:avLst/>
            <a:gdLst/>
            <a:ahLst/>
            <a:cxnLst/>
            <a:rect l="l" t="t" r="r" b="b"/>
            <a:pathLst>
              <a:path w="250" h="331" extrusionOk="0">
                <a:moveTo>
                  <a:pt x="1" y="0"/>
                </a:moveTo>
                <a:lnTo>
                  <a:pt x="1" y="331"/>
                </a:lnTo>
                <a:lnTo>
                  <a:pt x="249" y="331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7" name="Google Shape;817;p16"/>
          <p:cNvSpPr/>
          <p:nvPr/>
        </p:nvSpPr>
        <p:spPr>
          <a:xfrm>
            <a:off x="3036817" y="3827290"/>
            <a:ext cx="31642" cy="36115"/>
          </a:xfrm>
          <a:custGeom>
            <a:avLst/>
            <a:gdLst/>
            <a:ahLst/>
            <a:cxnLst/>
            <a:rect l="l" t="t" r="r" b="b"/>
            <a:pathLst>
              <a:path w="290" h="331" extrusionOk="0">
                <a:moveTo>
                  <a:pt x="1" y="0"/>
                </a:moveTo>
                <a:lnTo>
                  <a:pt x="1" y="331"/>
                </a:lnTo>
                <a:lnTo>
                  <a:pt x="289" y="331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8" name="Google Shape;818;p16"/>
          <p:cNvSpPr/>
          <p:nvPr/>
        </p:nvSpPr>
        <p:spPr>
          <a:xfrm>
            <a:off x="2991755" y="3827290"/>
            <a:ext cx="27059" cy="36115"/>
          </a:xfrm>
          <a:custGeom>
            <a:avLst/>
            <a:gdLst/>
            <a:ahLst/>
            <a:cxnLst/>
            <a:rect l="l" t="t" r="r" b="b"/>
            <a:pathLst>
              <a:path w="248" h="331" extrusionOk="0">
                <a:moveTo>
                  <a:pt x="0" y="0"/>
                </a:moveTo>
                <a:lnTo>
                  <a:pt x="0" y="331"/>
                </a:lnTo>
                <a:lnTo>
                  <a:pt x="248" y="331"/>
                </a:lnTo>
                <a:lnTo>
                  <a:pt x="2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9" name="Google Shape;819;p16"/>
          <p:cNvSpPr/>
          <p:nvPr/>
        </p:nvSpPr>
        <p:spPr>
          <a:xfrm>
            <a:off x="3131414" y="3777645"/>
            <a:ext cx="31642" cy="31751"/>
          </a:xfrm>
          <a:custGeom>
            <a:avLst/>
            <a:gdLst/>
            <a:ahLst/>
            <a:cxnLst/>
            <a:rect l="l" t="t" r="r" b="b"/>
            <a:pathLst>
              <a:path w="290" h="291" extrusionOk="0">
                <a:moveTo>
                  <a:pt x="0" y="1"/>
                </a:moveTo>
                <a:lnTo>
                  <a:pt x="0" y="290"/>
                </a:lnTo>
                <a:lnTo>
                  <a:pt x="290" y="290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0" name="Google Shape;820;p16"/>
          <p:cNvSpPr/>
          <p:nvPr/>
        </p:nvSpPr>
        <p:spPr>
          <a:xfrm>
            <a:off x="3086243" y="3777645"/>
            <a:ext cx="27278" cy="31751"/>
          </a:xfrm>
          <a:custGeom>
            <a:avLst/>
            <a:gdLst/>
            <a:ahLst/>
            <a:cxnLst/>
            <a:rect l="l" t="t" r="r" b="b"/>
            <a:pathLst>
              <a:path w="250" h="291" extrusionOk="0">
                <a:moveTo>
                  <a:pt x="1" y="1"/>
                </a:moveTo>
                <a:lnTo>
                  <a:pt x="1" y="290"/>
                </a:lnTo>
                <a:lnTo>
                  <a:pt x="249" y="290"/>
                </a:lnTo>
                <a:lnTo>
                  <a:pt x="24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1" name="Google Shape;821;p16"/>
          <p:cNvSpPr/>
          <p:nvPr/>
        </p:nvSpPr>
        <p:spPr>
          <a:xfrm>
            <a:off x="3036817" y="3777645"/>
            <a:ext cx="31642" cy="31751"/>
          </a:xfrm>
          <a:custGeom>
            <a:avLst/>
            <a:gdLst/>
            <a:ahLst/>
            <a:cxnLst/>
            <a:rect l="l" t="t" r="r" b="b"/>
            <a:pathLst>
              <a:path w="290" h="291" extrusionOk="0">
                <a:moveTo>
                  <a:pt x="1" y="1"/>
                </a:moveTo>
                <a:lnTo>
                  <a:pt x="1" y="290"/>
                </a:lnTo>
                <a:lnTo>
                  <a:pt x="289" y="290"/>
                </a:lnTo>
                <a:lnTo>
                  <a:pt x="28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2" name="Google Shape;822;p16"/>
          <p:cNvSpPr/>
          <p:nvPr/>
        </p:nvSpPr>
        <p:spPr>
          <a:xfrm>
            <a:off x="2991755" y="3777645"/>
            <a:ext cx="27059" cy="31751"/>
          </a:xfrm>
          <a:custGeom>
            <a:avLst/>
            <a:gdLst/>
            <a:ahLst/>
            <a:cxnLst/>
            <a:rect l="l" t="t" r="r" b="b"/>
            <a:pathLst>
              <a:path w="248" h="291" extrusionOk="0">
                <a:moveTo>
                  <a:pt x="0" y="1"/>
                </a:moveTo>
                <a:lnTo>
                  <a:pt x="0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3" name="Google Shape;823;p16"/>
          <p:cNvSpPr/>
          <p:nvPr/>
        </p:nvSpPr>
        <p:spPr>
          <a:xfrm>
            <a:off x="3131414" y="3723745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0" y="1"/>
                </a:moveTo>
                <a:lnTo>
                  <a:pt x="0" y="289"/>
                </a:lnTo>
                <a:lnTo>
                  <a:pt x="290" y="289"/>
                </a:lnTo>
                <a:lnTo>
                  <a:pt x="29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4" name="Google Shape;824;p16"/>
          <p:cNvSpPr/>
          <p:nvPr/>
        </p:nvSpPr>
        <p:spPr>
          <a:xfrm>
            <a:off x="3086243" y="3723745"/>
            <a:ext cx="27278" cy="31642"/>
          </a:xfrm>
          <a:custGeom>
            <a:avLst/>
            <a:gdLst/>
            <a:ahLst/>
            <a:cxnLst/>
            <a:rect l="l" t="t" r="r" b="b"/>
            <a:pathLst>
              <a:path w="250" h="290" extrusionOk="0">
                <a:moveTo>
                  <a:pt x="1" y="1"/>
                </a:moveTo>
                <a:lnTo>
                  <a:pt x="1" y="289"/>
                </a:lnTo>
                <a:lnTo>
                  <a:pt x="249" y="289"/>
                </a:lnTo>
                <a:lnTo>
                  <a:pt x="24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5" name="Google Shape;825;p16"/>
          <p:cNvSpPr/>
          <p:nvPr/>
        </p:nvSpPr>
        <p:spPr>
          <a:xfrm>
            <a:off x="3036817" y="3723745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1" y="1"/>
                </a:moveTo>
                <a:lnTo>
                  <a:pt x="1" y="289"/>
                </a:lnTo>
                <a:lnTo>
                  <a:pt x="289" y="289"/>
                </a:lnTo>
                <a:lnTo>
                  <a:pt x="28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6" name="Google Shape;826;p16"/>
          <p:cNvSpPr/>
          <p:nvPr/>
        </p:nvSpPr>
        <p:spPr>
          <a:xfrm>
            <a:off x="2991755" y="3723745"/>
            <a:ext cx="27059" cy="31642"/>
          </a:xfrm>
          <a:custGeom>
            <a:avLst/>
            <a:gdLst/>
            <a:ahLst/>
            <a:cxnLst/>
            <a:rect l="l" t="t" r="r" b="b"/>
            <a:pathLst>
              <a:path w="248" h="290" extrusionOk="0">
                <a:moveTo>
                  <a:pt x="0" y="1"/>
                </a:moveTo>
                <a:lnTo>
                  <a:pt x="0" y="289"/>
                </a:lnTo>
                <a:lnTo>
                  <a:pt x="248" y="289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16"/>
          <p:cNvSpPr/>
          <p:nvPr/>
        </p:nvSpPr>
        <p:spPr>
          <a:xfrm>
            <a:off x="3131414" y="3669626"/>
            <a:ext cx="31642" cy="36006"/>
          </a:xfrm>
          <a:custGeom>
            <a:avLst/>
            <a:gdLst/>
            <a:ahLst/>
            <a:cxnLst/>
            <a:rect l="l" t="t" r="r" b="b"/>
            <a:pathLst>
              <a:path w="290" h="330" extrusionOk="0">
                <a:moveTo>
                  <a:pt x="0" y="0"/>
                </a:moveTo>
                <a:lnTo>
                  <a:pt x="0" y="330"/>
                </a:lnTo>
                <a:lnTo>
                  <a:pt x="290" y="330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8" name="Google Shape;828;p16"/>
          <p:cNvSpPr/>
          <p:nvPr/>
        </p:nvSpPr>
        <p:spPr>
          <a:xfrm>
            <a:off x="3086243" y="3669626"/>
            <a:ext cx="27278" cy="36006"/>
          </a:xfrm>
          <a:custGeom>
            <a:avLst/>
            <a:gdLst/>
            <a:ahLst/>
            <a:cxnLst/>
            <a:rect l="l" t="t" r="r" b="b"/>
            <a:pathLst>
              <a:path w="250" h="330" extrusionOk="0">
                <a:moveTo>
                  <a:pt x="1" y="0"/>
                </a:moveTo>
                <a:lnTo>
                  <a:pt x="1" y="330"/>
                </a:lnTo>
                <a:lnTo>
                  <a:pt x="249" y="330"/>
                </a:lnTo>
                <a:lnTo>
                  <a:pt x="24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9" name="Google Shape;829;p16"/>
          <p:cNvSpPr/>
          <p:nvPr/>
        </p:nvSpPr>
        <p:spPr>
          <a:xfrm>
            <a:off x="3036817" y="3669626"/>
            <a:ext cx="31642" cy="36006"/>
          </a:xfrm>
          <a:custGeom>
            <a:avLst/>
            <a:gdLst/>
            <a:ahLst/>
            <a:cxnLst/>
            <a:rect l="l" t="t" r="r" b="b"/>
            <a:pathLst>
              <a:path w="290" h="330" extrusionOk="0">
                <a:moveTo>
                  <a:pt x="1" y="0"/>
                </a:moveTo>
                <a:lnTo>
                  <a:pt x="1" y="330"/>
                </a:lnTo>
                <a:lnTo>
                  <a:pt x="289" y="330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0" name="Google Shape;830;p16"/>
          <p:cNvSpPr/>
          <p:nvPr/>
        </p:nvSpPr>
        <p:spPr>
          <a:xfrm>
            <a:off x="2991755" y="3669626"/>
            <a:ext cx="27059" cy="36006"/>
          </a:xfrm>
          <a:custGeom>
            <a:avLst/>
            <a:gdLst/>
            <a:ahLst/>
            <a:cxnLst/>
            <a:rect l="l" t="t" r="r" b="b"/>
            <a:pathLst>
              <a:path w="248" h="330" extrusionOk="0">
                <a:moveTo>
                  <a:pt x="0" y="0"/>
                </a:moveTo>
                <a:lnTo>
                  <a:pt x="0" y="330"/>
                </a:lnTo>
                <a:lnTo>
                  <a:pt x="248" y="330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1" name="Google Shape;831;p16"/>
          <p:cNvSpPr/>
          <p:nvPr/>
        </p:nvSpPr>
        <p:spPr>
          <a:xfrm>
            <a:off x="3226012" y="4010484"/>
            <a:ext cx="256954" cy="434149"/>
          </a:xfrm>
          <a:custGeom>
            <a:avLst/>
            <a:gdLst/>
            <a:ahLst/>
            <a:cxnLst/>
            <a:rect l="l" t="t" r="r" b="b"/>
            <a:pathLst>
              <a:path w="2355" h="3979" extrusionOk="0">
                <a:moveTo>
                  <a:pt x="1" y="0"/>
                </a:moveTo>
                <a:lnTo>
                  <a:pt x="1" y="3978"/>
                </a:lnTo>
                <a:lnTo>
                  <a:pt x="2354" y="3978"/>
                </a:lnTo>
                <a:lnTo>
                  <a:pt x="2354" y="0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2" name="Google Shape;832;p16"/>
          <p:cNvSpPr/>
          <p:nvPr/>
        </p:nvSpPr>
        <p:spPr>
          <a:xfrm>
            <a:off x="3410733" y="4349815"/>
            <a:ext cx="31533" cy="36225"/>
          </a:xfrm>
          <a:custGeom>
            <a:avLst/>
            <a:gdLst/>
            <a:ahLst/>
            <a:cxnLst/>
            <a:rect l="l" t="t" r="r" b="b"/>
            <a:pathLst>
              <a:path w="289" h="332" extrusionOk="0">
                <a:moveTo>
                  <a:pt x="0" y="1"/>
                </a:moveTo>
                <a:lnTo>
                  <a:pt x="0" y="331"/>
                </a:lnTo>
                <a:lnTo>
                  <a:pt x="289" y="331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3" name="Google Shape;833;p16"/>
          <p:cNvSpPr/>
          <p:nvPr/>
        </p:nvSpPr>
        <p:spPr>
          <a:xfrm>
            <a:off x="3365671" y="4349815"/>
            <a:ext cx="27168" cy="36225"/>
          </a:xfrm>
          <a:custGeom>
            <a:avLst/>
            <a:gdLst/>
            <a:ahLst/>
            <a:cxnLst/>
            <a:rect l="l" t="t" r="r" b="b"/>
            <a:pathLst>
              <a:path w="249" h="332" extrusionOk="0">
                <a:moveTo>
                  <a:pt x="1" y="1"/>
                </a:moveTo>
                <a:lnTo>
                  <a:pt x="1" y="331"/>
                </a:lnTo>
                <a:lnTo>
                  <a:pt x="248" y="331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4" name="Google Shape;834;p16"/>
          <p:cNvSpPr/>
          <p:nvPr/>
        </p:nvSpPr>
        <p:spPr>
          <a:xfrm>
            <a:off x="3316027" y="4349815"/>
            <a:ext cx="31751" cy="36225"/>
          </a:xfrm>
          <a:custGeom>
            <a:avLst/>
            <a:gdLst/>
            <a:ahLst/>
            <a:cxnLst/>
            <a:rect l="l" t="t" r="r" b="b"/>
            <a:pathLst>
              <a:path w="291" h="332" extrusionOk="0">
                <a:moveTo>
                  <a:pt x="1" y="1"/>
                </a:moveTo>
                <a:lnTo>
                  <a:pt x="1" y="331"/>
                </a:lnTo>
                <a:lnTo>
                  <a:pt x="290" y="331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5" name="Google Shape;835;p16"/>
          <p:cNvSpPr/>
          <p:nvPr/>
        </p:nvSpPr>
        <p:spPr>
          <a:xfrm>
            <a:off x="3271183" y="4349815"/>
            <a:ext cx="27059" cy="36225"/>
          </a:xfrm>
          <a:custGeom>
            <a:avLst/>
            <a:gdLst/>
            <a:ahLst/>
            <a:cxnLst/>
            <a:rect l="l" t="t" r="r" b="b"/>
            <a:pathLst>
              <a:path w="248" h="332" extrusionOk="0">
                <a:moveTo>
                  <a:pt x="0" y="1"/>
                </a:moveTo>
                <a:lnTo>
                  <a:pt x="0" y="331"/>
                </a:lnTo>
                <a:lnTo>
                  <a:pt x="248" y="331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6" name="Google Shape;836;p16"/>
          <p:cNvSpPr/>
          <p:nvPr/>
        </p:nvSpPr>
        <p:spPr>
          <a:xfrm>
            <a:off x="3410733" y="4300388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0" y="0"/>
                </a:moveTo>
                <a:lnTo>
                  <a:pt x="0" y="289"/>
                </a:lnTo>
                <a:lnTo>
                  <a:pt x="289" y="289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7" name="Google Shape;837;p16"/>
          <p:cNvSpPr/>
          <p:nvPr/>
        </p:nvSpPr>
        <p:spPr>
          <a:xfrm>
            <a:off x="3365671" y="4300388"/>
            <a:ext cx="27168" cy="31533"/>
          </a:xfrm>
          <a:custGeom>
            <a:avLst/>
            <a:gdLst/>
            <a:ahLst/>
            <a:cxnLst/>
            <a:rect l="l" t="t" r="r" b="b"/>
            <a:pathLst>
              <a:path w="249" h="289" extrusionOk="0">
                <a:moveTo>
                  <a:pt x="1" y="0"/>
                </a:moveTo>
                <a:lnTo>
                  <a:pt x="1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8" name="Google Shape;838;p16"/>
          <p:cNvSpPr/>
          <p:nvPr/>
        </p:nvSpPr>
        <p:spPr>
          <a:xfrm>
            <a:off x="3316027" y="4300388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1" y="0"/>
                </a:moveTo>
                <a:lnTo>
                  <a:pt x="1" y="289"/>
                </a:lnTo>
                <a:lnTo>
                  <a:pt x="290" y="289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39" name="Google Shape;839;p16"/>
          <p:cNvSpPr/>
          <p:nvPr/>
        </p:nvSpPr>
        <p:spPr>
          <a:xfrm>
            <a:off x="3271183" y="4300388"/>
            <a:ext cx="27059" cy="31533"/>
          </a:xfrm>
          <a:custGeom>
            <a:avLst/>
            <a:gdLst/>
            <a:ahLst/>
            <a:cxnLst/>
            <a:rect l="l" t="t" r="r" b="b"/>
            <a:pathLst>
              <a:path w="248" h="289" extrusionOk="0">
                <a:moveTo>
                  <a:pt x="0" y="0"/>
                </a:moveTo>
                <a:lnTo>
                  <a:pt x="0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0" name="Google Shape;840;p16"/>
          <p:cNvSpPr/>
          <p:nvPr/>
        </p:nvSpPr>
        <p:spPr>
          <a:xfrm>
            <a:off x="3410733" y="4246379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0" y="0"/>
                </a:moveTo>
                <a:lnTo>
                  <a:pt x="0" y="289"/>
                </a:lnTo>
                <a:lnTo>
                  <a:pt x="289" y="289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16"/>
          <p:cNvSpPr/>
          <p:nvPr/>
        </p:nvSpPr>
        <p:spPr>
          <a:xfrm>
            <a:off x="3365671" y="4246379"/>
            <a:ext cx="27168" cy="31533"/>
          </a:xfrm>
          <a:custGeom>
            <a:avLst/>
            <a:gdLst/>
            <a:ahLst/>
            <a:cxnLst/>
            <a:rect l="l" t="t" r="r" b="b"/>
            <a:pathLst>
              <a:path w="249" h="289" extrusionOk="0">
                <a:moveTo>
                  <a:pt x="1" y="0"/>
                </a:moveTo>
                <a:lnTo>
                  <a:pt x="1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2" name="Google Shape;842;p16"/>
          <p:cNvSpPr/>
          <p:nvPr/>
        </p:nvSpPr>
        <p:spPr>
          <a:xfrm>
            <a:off x="3316027" y="4246379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1" y="0"/>
                </a:moveTo>
                <a:lnTo>
                  <a:pt x="1" y="289"/>
                </a:lnTo>
                <a:lnTo>
                  <a:pt x="290" y="289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3" name="Google Shape;843;p16"/>
          <p:cNvSpPr/>
          <p:nvPr/>
        </p:nvSpPr>
        <p:spPr>
          <a:xfrm>
            <a:off x="3271183" y="4246379"/>
            <a:ext cx="27059" cy="31533"/>
          </a:xfrm>
          <a:custGeom>
            <a:avLst/>
            <a:gdLst/>
            <a:ahLst/>
            <a:cxnLst/>
            <a:rect l="l" t="t" r="r" b="b"/>
            <a:pathLst>
              <a:path w="248" h="289" extrusionOk="0">
                <a:moveTo>
                  <a:pt x="0" y="0"/>
                </a:moveTo>
                <a:lnTo>
                  <a:pt x="0" y="289"/>
                </a:lnTo>
                <a:lnTo>
                  <a:pt x="248" y="289"/>
                </a:lnTo>
                <a:lnTo>
                  <a:pt x="2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4" name="Google Shape;844;p16"/>
          <p:cNvSpPr/>
          <p:nvPr/>
        </p:nvSpPr>
        <p:spPr>
          <a:xfrm>
            <a:off x="3410733" y="4192151"/>
            <a:ext cx="31533" cy="36115"/>
          </a:xfrm>
          <a:custGeom>
            <a:avLst/>
            <a:gdLst/>
            <a:ahLst/>
            <a:cxnLst/>
            <a:rect l="l" t="t" r="r" b="b"/>
            <a:pathLst>
              <a:path w="289" h="331" extrusionOk="0">
                <a:moveTo>
                  <a:pt x="0" y="1"/>
                </a:moveTo>
                <a:lnTo>
                  <a:pt x="0" y="330"/>
                </a:lnTo>
                <a:lnTo>
                  <a:pt x="289" y="330"/>
                </a:lnTo>
                <a:lnTo>
                  <a:pt x="28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5" name="Google Shape;845;p16"/>
          <p:cNvSpPr/>
          <p:nvPr/>
        </p:nvSpPr>
        <p:spPr>
          <a:xfrm>
            <a:off x="3365671" y="4192151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1" y="1"/>
                </a:moveTo>
                <a:lnTo>
                  <a:pt x="1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6" name="Google Shape;846;p16"/>
          <p:cNvSpPr/>
          <p:nvPr/>
        </p:nvSpPr>
        <p:spPr>
          <a:xfrm>
            <a:off x="3316027" y="4192151"/>
            <a:ext cx="31751" cy="36115"/>
          </a:xfrm>
          <a:custGeom>
            <a:avLst/>
            <a:gdLst/>
            <a:ahLst/>
            <a:cxnLst/>
            <a:rect l="l" t="t" r="r" b="b"/>
            <a:pathLst>
              <a:path w="291" h="331" extrusionOk="0">
                <a:moveTo>
                  <a:pt x="1" y="1"/>
                </a:moveTo>
                <a:lnTo>
                  <a:pt x="1" y="330"/>
                </a:lnTo>
                <a:lnTo>
                  <a:pt x="290" y="330"/>
                </a:lnTo>
                <a:lnTo>
                  <a:pt x="290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7" name="Google Shape;847;p16"/>
          <p:cNvSpPr/>
          <p:nvPr/>
        </p:nvSpPr>
        <p:spPr>
          <a:xfrm>
            <a:off x="3271183" y="4192151"/>
            <a:ext cx="27059" cy="36115"/>
          </a:xfrm>
          <a:custGeom>
            <a:avLst/>
            <a:gdLst/>
            <a:ahLst/>
            <a:cxnLst/>
            <a:rect l="l" t="t" r="r" b="b"/>
            <a:pathLst>
              <a:path w="248" h="331" extrusionOk="0">
                <a:moveTo>
                  <a:pt x="0" y="1"/>
                </a:moveTo>
                <a:lnTo>
                  <a:pt x="0" y="330"/>
                </a:lnTo>
                <a:lnTo>
                  <a:pt x="248" y="33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8" name="Google Shape;848;p16"/>
          <p:cNvSpPr/>
          <p:nvPr/>
        </p:nvSpPr>
        <p:spPr>
          <a:xfrm>
            <a:off x="3410733" y="4142616"/>
            <a:ext cx="31533" cy="31751"/>
          </a:xfrm>
          <a:custGeom>
            <a:avLst/>
            <a:gdLst/>
            <a:ahLst/>
            <a:cxnLst/>
            <a:rect l="l" t="t" r="r" b="b"/>
            <a:pathLst>
              <a:path w="289" h="291" extrusionOk="0">
                <a:moveTo>
                  <a:pt x="0" y="1"/>
                </a:moveTo>
                <a:lnTo>
                  <a:pt x="0" y="290"/>
                </a:lnTo>
                <a:lnTo>
                  <a:pt x="289" y="290"/>
                </a:lnTo>
                <a:lnTo>
                  <a:pt x="28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16"/>
          <p:cNvSpPr/>
          <p:nvPr/>
        </p:nvSpPr>
        <p:spPr>
          <a:xfrm>
            <a:off x="3365671" y="4142616"/>
            <a:ext cx="27168" cy="31751"/>
          </a:xfrm>
          <a:custGeom>
            <a:avLst/>
            <a:gdLst/>
            <a:ahLst/>
            <a:cxnLst/>
            <a:rect l="l" t="t" r="r" b="b"/>
            <a:pathLst>
              <a:path w="249" h="291" extrusionOk="0">
                <a:moveTo>
                  <a:pt x="1" y="1"/>
                </a:moveTo>
                <a:lnTo>
                  <a:pt x="1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p16"/>
          <p:cNvSpPr/>
          <p:nvPr/>
        </p:nvSpPr>
        <p:spPr>
          <a:xfrm>
            <a:off x="3316027" y="4142616"/>
            <a:ext cx="31751" cy="31751"/>
          </a:xfrm>
          <a:custGeom>
            <a:avLst/>
            <a:gdLst/>
            <a:ahLst/>
            <a:cxnLst/>
            <a:rect l="l" t="t" r="r" b="b"/>
            <a:pathLst>
              <a:path w="291" h="291" extrusionOk="0">
                <a:moveTo>
                  <a:pt x="1" y="1"/>
                </a:moveTo>
                <a:lnTo>
                  <a:pt x="1" y="290"/>
                </a:lnTo>
                <a:lnTo>
                  <a:pt x="290" y="290"/>
                </a:lnTo>
                <a:lnTo>
                  <a:pt x="29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1" name="Google Shape;851;p16"/>
          <p:cNvSpPr/>
          <p:nvPr/>
        </p:nvSpPr>
        <p:spPr>
          <a:xfrm>
            <a:off x="3271183" y="4142616"/>
            <a:ext cx="27059" cy="31751"/>
          </a:xfrm>
          <a:custGeom>
            <a:avLst/>
            <a:gdLst/>
            <a:ahLst/>
            <a:cxnLst/>
            <a:rect l="l" t="t" r="r" b="b"/>
            <a:pathLst>
              <a:path w="248" h="291" extrusionOk="0">
                <a:moveTo>
                  <a:pt x="0" y="1"/>
                </a:moveTo>
                <a:lnTo>
                  <a:pt x="0" y="290"/>
                </a:lnTo>
                <a:lnTo>
                  <a:pt x="248" y="290"/>
                </a:lnTo>
                <a:lnTo>
                  <a:pt x="248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2" name="Google Shape;852;p16"/>
          <p:cNvSpPr/>
          <p:nvPr/>
        </p:nvSpPr>
        <p:spPr>
          <a:xfrm>
            <a:off x="3410733" y="4088607"/>
            <a:ext cx="31533" cy="36115"/>
          </a:xfrm>
          <a:custGeom>
            <a:avLst/>
            <a:gdLst/>
            <a:ahLst/>
            <a:cxnLst/>
            <a:rect l="l" t="t" r="r" b="b"/>
            <a:pathLst>
              <a:path w="289" h="331" extrusionOk="0">
                <a:moveTo>
                  <a:pt x="0" y="0"/>
                </a:moveTo>
                <a:lnTo>
                  <a:pt x="0" y="331"/>
                </a:lnTo>
                <a:lnTo>
                  <a:pt x="289" y="331"/>
                </a:lnTo>
                <a:lnTo>
                  <a:pt x="289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16"/>
          <p:cNvSpPr/>
          <p:nvPr/>
        </p:nvSpPr>
        <p:spPr>
          <a:xfrm>
            <a:off x="3365671" y="4088607"/>
            <a:ext cx="27168" cy="36115"/>
          </a:xfrm>
          <a:custGeom>
            <a:avLst/>
            <a:gdLst/>
            <a:ahLst/>
            <a:cxnLst/>
            <a:rect l="l" t="t" r="r" b="b"/>
            <a:pathLst>
              <a:path w="249" h="331" extrusionOk="0">
                <a:moveTo>
                  <a:pt x="1" y="0"/>
                </a:moveTo>
                <a:lnTo>
                  <a:pt x="1" y="331"/>
                </a:lnTo>
                <a:lnTo>
                  <a:pt x="248" y="331"/>
                </a:lnTo>
                <a:lnTo>
                  <a:pt x="248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4" name="Google Shape;854;p16"/>
          <p:cNvSpPr/>
          <p:nvPr/>
        </p:nvSpPr>
        <p:spPr>
          <a:xfrm>
            <a:off x="3316027" y="4088607"/>
            <a:ext cx="31751" cy="36115"/>
          </a:xfrm>
          <a:custGeom>
            <a:avLst/>
            <a:gdLst/>
            <a:ahLst/>
            <a:cxnLst/>
            <a:rect l="l" t="t" r="r" b="b"/>
            <a:pathLst>
              <a:path w="291" h="331" extrusionOk="0">
                <a:moveTo>
                  <a:pt x="1" y="0"/>
                </a:moveTo>
                <a:lnTo>
                  <a:pt x="1" y="331"/>
                </a:lnTo>
                <a:lnTo>
                  <a:pt x="290" y="331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5" name="Google Shape;855;p16"/>
          <p:cNvSpPr/>
          <p:nvPr/>
        </p:nvSpPr>
        <p:spPr>
          <a:xfrm>
            <a:off x="3271183" y="4088607"/>
            <a:ext cx="27059" cy="36115"/>
          </a:xfrm>
          <a:custGeom>
            <a:avLst/>
            <a:gdLst/>
            <a:ahLst/>
            <a:cxnLst/>
            <a:rect l="l" t="t" r="r" b="b"/>
            <a:pathLst>
              <a:path w="248" h="331" extrusionOk="0">
                <a:moveTo>
                  <a:pt x="0" y="0"/>
                </a:moveTo>
                <a:lnTo>
                  <a:pt x="0" y="331"/>
                </a:lnTo>
                <a:lnTo>
                  <a:pt x="248" y="331"/>
                </a:lnTo>
                <a:lnTo>
                  <a:pt x="248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6" name="Google Shape;856;p16"/>
          <p:cNvSpPr/>
          <p:nvPr/>
        </p:nvSpPr>
        <p:spPr>
          <a:xfrm>
            <a:off x="3437792" y="3363356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3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3" y="288"/>
                  <a:pt x="5" y="288"/>
                </a:cubicBezTo>
                <a:lnTo>
                  <a:pt x="285" y="288"/>
                </a:lnTo>
                <a:cubicBezTo>
                  <a:pt x="287" y="288"/>
                  <a:pt x="289" y="286"/>
                  <a:pt x="289" y="285"/>
                </a:cubicBezTo>
                <a:lnTo>
                  <a:pt x="289" y="5"/>
                </a:lnTo>
                <a:cubicBezTo>
                  <a:pt x="289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7" name="Google Shape;857;p16"/>
          <p:cNvSpPr/>
          <p:nvPr/>
        </p:nvSpPr>
        <p:spPr>
          <a:xfrm>
            <a:off x="3514496" y="3363356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4" y="1"/>
                </a:moveTo>
                <a:cubicBezTo>
                  <a:pt x="2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4" y="288"/>
                </a:cubicBezTo>
                <a:lnTo>
                  <a:pt x="284" y="288"/>
                </a:lnTo>
                <a:cubicBezTo>
                  <a:pt x="287" y="288"/>
                  <a:pt x="288" y="286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8" name="Google Shape;858;p16"/>
          <p:cNvSpPr/>
          <p:nvPr/>
        </p:nvSpPr>
        <p:spPr>
          <a:xfrm>
            <a:off x="3591090" y="3363356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5" y="1"/>
                </a:moveTo>
                <a:cubicBezTo>
                  <a:pt x="2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5" y="288"/>
                </a:cubicBezTo>
                <a:lnTo>
                  <a:pt x="284" y="288"/>
                </a:lnTo>
                <a:cubicBezTo>
                  <a:pt x="287" y="288"/>
                  <a:pt x="288" y="286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9" name="Google Shape;859;p16"/>
          <p:cNvSpPr/>
          <p:nvPr/>
        </p:nvSpPr>
        <p:spPr>
          <a:xfrm>
            <a:off x="3672158" y="3363356"/>
            <a:ext cx="31424" cy="31533"/>
          </a:xfrm>
          <a:custGeom>
            <a:avLst/>
            <a:gdLst/>
            <a:ahLst/>
            <a:cxnLst/>
            <a:rect l="l" t="t" r="r" b="b"/>
            <a:pathLst>
              <a:path w="288" h="289" extrusionOk="0">
                <a:moveTo>
                  <a:pt x="5" y="1"/>
                </a:moveTo>
                <a:cubicBezTo>
                  <a:pt x="2" y="1"/>
                  <a:pt x="0" y="2"/>
                  <a:pt x="0" y="5"/>
                </a:cubicBezTo>
                <a:lnTo>
                  <a:pt x="0" y="285"/>
                </a:lnTo>
                <a:cubicBezTo>
                  <a:pt x="0" y="287"/>
                  <a:pt x="2" y="288"/>
                  <a:pt x="5" y="288"/>
                </a:cubicBezTo>
                <a:lnTo>
                  <a:pt x="285" y="288"/>
                </a:lnTo>
                <a:cubicBezTo>
                  <a:pt x="287" y="288"/>
                  <a:pt x="288" y="286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0" name="Google Shape;860;p16"/>
          <p:cNvSpPr/>
          <p:nvPr/>
        </p:nvSpPr>
        <p:spPr>
          <a:xfrm>
            <a:off x="3748753" y="3363356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4" y="1"/>
                </a:moveTo>
                <a:cubicBezTo>
                  <a:pt x="2" y="1"/>
                  <a:pt x="0" y="2"/>
                  <a:pt x="0" y="5"/>
                </a:cubicBezTo>
                <a:lnTo>
                  <a:pt x="0" y="285"/>
                </a:lnTo>
                <a:cubicBezTo>
                  <a:pt x="0" y="287"/>
                  <a:pt x="2" y="288"/>
                  <a:pt x="4" y="288"/>
                </a:cubicBezTo>
                <a:lnTo>
                  <a:pt x="285" y="288"/>
                </a:lnTo>
                <a:cubicBezTo>
                  <a:pt x="287" y="288"/>
                  <a:pt x="289" y="286"/>
                  <a:pt x="289" y="285"/>
                </a:cubicBezTo>
                <a:lnTo>
                  <a:pt x="289" y="5"/>
                </a:lnTo>
                <a:cubicBezTo>
                  <a:pt x="289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1" name="Google Shape;861;p16"/>
          <p:cNvSpPr/>
          <p:nvPr/>
        </p:nvSpPr>
        <p:spPr>
          <a:xfrm>
            <a:off x="3825456" y="3363356"/>
            <a:ext cx="31424" cy="31533"/>
          </a:xfrm>
          <a:custGeom>
            <a:avLst/>
            <a:gdLst/>
            <a:ahLst/>
            <a:cxnLst/>
            <a:rect l="l" t="t" r="r" b="b"/>
            <a:pathLst>
              <a:path w="288" h="289" extrusionOk="0">
                <a:moveTo>
                  <a:pt x="3" y="1"/>
                </a:moveTo>
                <a:cubicBezTo>
                  <a:pt x="1" y="1"/>
                  <a:pt x="0" y="2"/>
                  <a:pt x="0" y="5"/>
                </a:cubicBezTo>
                <a:lnTo>
                  <a:pt x="0" y="285"/>
                </a:lnTo>
                <a:cubicBezTo>
                  <a:pt x="0" y="287"/>
                  <a:pt x="1" y="288"/>
                  <a:pt x="3" y="288"/>
                </a:cubicBezTo>
                <a:lnTo>
                  <a:pt x="284" y="288"/>
                </a:lnTo>
                <a:cubicBezTo>
                  <a:pt x="285" y="288"/>
                  <a:pt x="288" y="286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2" name="Google Shape;862;p16"/>
          <p:cNvSpPr/>
          <p:nvPr/>
        </p:nvSpPr>
        <p:spPr>
          <a:xfrm>
            <a:off x="3437792" y="3435369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3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3" y="288"/>
                  <a:pt x="5" y="288"/>
                </a:cubicBezTo>
                <a:lnTo>
                  <a:pt x="285" y="288"/>
                </a:lnTo>
                <a:cubicBezTo>
                  <a:pt x="287" y="288"/>
                  <a:pt x="289" y="287"/>
                  <a:pt x="289" y="285"/>
                </a:cubicBezTo>
                <a:lnTo>
                  <a:pt x="289" y="5"/>
                </a:lnTo>
                <a:cubicBezTo>
                  <a:pt x="289" y="2"/>
                  <a:pt x="287" y="1"/>
                  <a:pt x="2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3" name="Google Shape;863;p16"/>
          <p:cNvSpPr/>
          <p:nvPr/>
        </p:nvSpPr>
        <p:spPr>
          <a:xfrm>
            <a:off x="3514496" y="3435369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4" y="1"/>
                </a:moveTo>
                <a:cubicBezTo>
                  <a:pt x="2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4" y="288"/>
                </a:cubicBezTo>
                <a:lnTo>
                  <a:pt x="284" y="288"/>
                </a:lnTo>
                <a:cubicBezTo>
                  <a:pt x="287" y="288"/>
                  <a:pt x="288" y="287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16"/>
          <p:cNvSpPr/>
          <p:nvPr/>
        </p:nvSpPr>
        <p:spPr>
          <a:xfrm>
            <a:off x="3591090" y="3435369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5" y="1"/>
                </a:moveTo>
                <a:cubicBezTo>
                  <a:pt x="2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5" y="288"/>
                </a:cubicBezTo>
                <a:lnTo>
                  <a:pt x="284" y="288"/>
                </a:lnTo>
                <a:cubicBezTo>
                  <a:pt x="287" y="288"/>
                  <a:pt x="288" y="287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5" name="Google Shape;865;p16"/>
          <p:cNvSpPr/>
          <p:nvPr/>
        </p:nvSpPr>
        <p:spPr>
          <a:xfrm>
            <a:off x="3672158" y="3435369"/>
            <a:ext cx="31424" cy="31533"/>
          </a:xfrm>
          <a:custGeom>
            <a:avLst/>
            <a:gdLst/>
            <a:ahLst/>
            <a:cxnLst/>
            <a:rect l="l" t="t" r="r" b="b"/>
            <a:pathLst>
              <a:path w="288" h="289" extrusionOk="0">
                <a:moveTo>
                  <a:pt x="5" y="1"/>
                </a:moveTo>
                <a:cubicBezTo>
                  <a:pt x="2" y="1"/>
                  <a:pt x="0" y="2"/>
                  <a:pt x="0" y="5"/>
                </a:cubicBezTo>
                <a:lnTo>
                  <a:pt x="0" y="285"/>
                </a:lnTo>
                <a:cubicBezTo>
                  <a:pt x="0" y="287"/>
                  <a:pt x="2" y="288"/>
                  <a:pt x="5" y="288"/>
                </a:cubicBezTo>
                <a:lnTo>
                  <a:pt x="285" y="288"/>
                </a:lnTo>
                <a:cubicBezTo>
                  <a:pt x="287" y="288"/>
                  <a:pt x="288" y="287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6" name="Google Shape;866;p16"/>
          <p:cNvSpPr/>
          <p:nvPr/>
        </p:nvSpPr>
        <p:spPr>
          <a:xfrm>
            <a:off x="3748753" y="3435369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4" y="1"/>
                </a:moveTo>
                <a:cubicBezTo>
                  <a:pt x="2" y="1"/>
                  <a:pt x="0" y="2"/>
                  <a:pt x="0" y="5"/>
                </a:cubicBezTo>
                <a:lnTo>
                  <a:pt x="0" y="285"/>
                </a:lnTo>
                <a:cubicBezTo>
                  <a:pt x="0" y="287"/>
                  <a:pt x="2" y="288"/>
                  <a:pt x="4" y="288"/>
                </a:cubicBezTo>
                <a:lnTo>
                  <a:pt x="285" y="288"/>
                </a:lnTo>
                <a:cubicBezTo>
                  <a:pt x="287" y="288"/>
                  <a:pt x="289" y="287"/>
                  <a:pt x="289" y="285"/>
                </a:cubicBezTo>
                <a:lnTo>
                  <a:pt x="289" y="5"/>
                </a:lnTo>
                <a:cubicBezTo>
                  <a:pt x="289" y="2"/>
                  <a:pt x="287" y="1"/>
                  <a:pt x="2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7" name="Google Shape;867;p16"/>
          <p:cNvSpPr/>
          <p:nvPr/>
        </p:nvSpPr>
        <p:spPr>
          <a:xfrm>
            <a:off x="3825456" y="3435369"/>
            <a:ext cx="31424" cy="31533"/>
          </a:xfrm>
          <a:custGeom>
            <a:avLst/>
            <a:gdLst/>
            <a:ahLst/>
            <a:cxnLst/>
            <a:rect l="l" t="t" r="r" b="b"/>
            <a:pathLst>
              <a:path w="288" h="289" extrusionOk="0">
                <a:moveTo>
                  <a:pt x="3" y="1"/>
                </a:moveTo>
                <a:cubicBezTo>
                  <a:pt x="1" y="1"/>
                  <a:pt x="0" y="2"/>
                  <a:pt x="0" y="5"/>
                </a:cubicBezTo>
                <a:lnTo>
                  <a:pt x="0" y="285"/>
                </a:lnTo>
                <a:cubicBezTo>
                  <a:pt x="0" y="287"/>
                  <a:pt x="1" y="288"/>
                  <a:pt x="3" y="288"/>
                </a:cubicBezTo>
                <a:lnTo>
                  <a:pt x="284" y="288"/>
                </a:lnTo>
                <a:cubicBezTo>
                  <a:pt x="285" y="288"/>
                  <a:pt x="288" y="287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8" name="Google Shape;868;p16"/>
          <p:cNvSpPr/>
          <p:nvPr/>
        </p:nvSpPr>
        <p:spPr>
          <a:xfrm>
            <a:off x="3437792" y="3507490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5" y="1"/>
                </a:moveTo>
                <a:cubicBezTo>
                  <a:pt x="3" y="1"/>
                  <a:pt x="1" y="3"/>
                  <a:pt x="1" y="5"/>
                </a:cubicBezTo>
                <a:lnTo>
                  <a:pt x="1" y="285"/>
                </a:lnTo>
                <a:cubicBezTo>
                  <a:pt x="1" y="287"/>
                  <a:pt x="3" y="289"/>
                  <a:pt x="5" y="289"/>
                </a:cubicBezTo>
                <a:lnTo>
                  <a:pt x="285" y="289"/>
                </a:lnTo>
                <a:cubicBezTo>
                  <a:pt x="287" y="289"/>
                  <a:pt x="289" y="286"/>
                  <a:pt x="289" y="285"/>
                </a:cubicBezTo>
                <a:lnTo>
                  <a:pt x="289" y="5"/>
                </a:lnTo>
                <a:cubicBezTo>
                  <a:pt x="289" y="3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9" name="Google Shape;869;p16"/>
          <p:cNvSpPr/>
          <p:nvPr/>
        </p:nvSpPr>
        <p:spPr>
          <a:xfrm>
            <a:off x="3514496" y="3507490"/>
            <a:ext cx="31533" cy="31642"/>
          </a:xfrm>
          <a:custGeom>
            <a:avLst/>
            <a:gdLst/>
            <a:ahLst/>
            <a:cxnLst/>
            <a:rect l="l" t="t" r="r" b="b"/>
            <a:pathLst>
              <a:path w="289" h="290" extrusionOk="0">
                <a:moveTo>
                  <a:pt x="4" y="1"/>
                </a:moveTo>
                <a:cubicBezTo>
                  <a:pt x="2" y="1"/>
                  <a:pt x="1" y="3"/>
                  <a:pt x="1" y="5"/>
                </a:cubicBezTo>
                <a:lnTo>
                  <a:pt x="1" y="285"/>
                </a:lnTo>
                <a:cubicBezTo>
                  <a:pt x="1" y="287"/>
                  <a:pt x="2" y="289"/>
                  <a:pt x="4" y="289"/>
                </a:cubicBezTo>
                <a:lnTo>
                  <a:pt x="284" y="289"/>
                </a:lnTo>
                <a:cubicBezTo>
                  <a:pt x="287" y="289"/>
                  <a:pt x="288" y="286"/>
                  <a:pt x="288" y="285"/>
                </a:cubicBezTo>
                <a:lnTo>
                  <a:pt x="288" y="5"/>
                </a:lnTo>
                <a:cubicBezTo>
                  <a:pt x="288" y="3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16"/>
          <p:cNvSpPr/>
          <p:nvPr/>
        </p:nvSpPr>
        <p:spPr>
          <a:xfrm>
            <a:off x="3591090" y="3507490"/>
            <a:ext cx="31533" cy="31642"/>
          </a:xfrm>
          <a:custGeom>
            <a:avLst/>
            <a:gdLst/>
            <a:ahLst/>
            <a:cxnLst/>
            <a:rect l="l" t="t" r="r" b="b"/>
            <a:pathLst>
              <a:path w="289" h="290" extrusionOk="0">
                <a:moveTo>
                  <a:pt x="5" y="1"/>
                </a:moveTo>
                <a:cubicBezTo>
                  <a:pt x="2" y="1"/>
                  <a:pt x="1" y="3"/>
                  <a:pt x="1" y="5"/>
                </a:cubicBezTo>
                <a:lnTo>
                  <a:pt x="1" y="285"/>
                </a:lnTo>
                <a:cubicBezTo>
                  <a:pt x="1" y="287"/>
                  <a:pt x="2" y="289"/>
                  <a:pt x="5" y="289"/>
                </a:cubicBezTo>
                <a:lnTo>
                  <a:pt x="284" y="289"/>
                </a:lnTo>
                <a:cubicBezTo>
                  <a:pt x="287" y="289"/>
                  <a:pt x="288" y="286"/>
                  <a:pt x="288" y="285"/>
                </a:cubicBezTo>
                <a:lnTo>
                  <a:pt x="288" y="5"/>
                </a:lnTo>
                <a:cubicBezTo>
                  <a:pt x="288" y="3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1" name="Google Shape;871;p16"/>
          <p:cNvSpPr/>
          <p:nvPr/>
        </p:nvSpPr>
        <p:spPr>
          <a:xfrm>
            <a:off x="3672158" y="3507490"/>
            <a:ext cx="31424" cy="31642"/>
          </a:xfrm>
          <a:custGeom>
            <a:avLst/>
            <a:gdLst/>
            <a:ahLst/>
            <a:cxnLst/>
            <a:rect l="l" t="t" r="r" b="b"/>
            <a:pathLst>
              <a:path w="288" h="290" extrusionOk="0">
                <a:moveTo>
                  <a:pt x="5" y="1"/>
                </a:moveTo>
                <a:cubicBezTo>
                  <a:pt x="2" y="1"/>
                  <a:pt x="0" y="3"/>
                  <a:pt x="0" y="5"/>
                </a:cubicBezTo>
                <a:lnTo>
                  <a:pt x="0" y="285"/>
                </a:lnTo>
                <a:cubicBezTo>
                  <a:pt x="0" y="287"/>
                  <a:pt x="2" y="289"/>
                  <a:pt x="5" y="289"/>
                </a:cubicBezTo>
                <a:lnTo>
                  <a:pt x="285" y="289"/>
                </a:lnTo>
                <a:cubicBezTo>
                  <a:pt x="287" y="289"/>
                  <a:pt x="288" y="286"/>
                  <a:pt x="288" y="285"/>
                </a:cubicBezTo>
                <a:lnTo>
                  <a:pt x="288" y="5"/>
                </a:lnTo>
                <a:cubicBezTo>
                  <a:pt x="288" y="3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2" name="Google Shape;872;p16"/>
          <p:cNvSpPr/>
          <p:nvPr/>
        </p:nvSpPr>
        <p:spPr>
          <a:xfrm>
            <a:off x="3748753" y="3507490"/>
            <a:ext cx="31533" cy="31642"/>
          </a:xfrm>
          <a:custGeom>
            <a:avLst/>
            <a:gdLst/>
            <a:ahLst/>
            <a:cxnLst/>
            <a:rect l="l" t="t" r="r" b="b"/>
            <a:pathLst>
              <a:path w="289" h="290" extrusionOk="0">
                <a:moveTo>
                  <a:pt x="4" y="1"/>
                </a:moveTo>
                <a:cubicBezTo>
                  <a:pt x="2" y="1"/>
                  <a:pt x="0" y="3"/>
                  <a:pt x="0" y="5"/>
                </a:cubicBezTo>
                <a:lnTo>
                  <a:pt x="0" y="285"/>
                </a:lnTo>
                <a:cubicBezTo>
                  <a:pt x="0" y="287"/>
                  <a:pt x="2" y="289"/>
                  <a:pt x="4" y="289"/>
                </a:cubicBezTo>
                <a:lnTo>
                  <a:pt x="285" y="289"/>
                </a:lnTo>
                <a:cubicBezTo>
                  <a:pt x="287" y="289"/>
                  <a:pt x="289" y="286"/>
                  <a:pt x="289" y="285"/>
                </a:cubicBezTo>
                <a:lnTo>
                  <a:pt x="289" y="5"/>
                </a:lnTo>
                <a:cubicBezTo>
                  <a:pt x="289" y="3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3" name="Google Shape;873;p16"/>
          <p:cNvSpPr/>
          <p:nvPr/>
        </p:nvSpPr>
        <p:spPr>
          <a:xfrm>
            <a:off x="3825456" y="3507490"/>
            <a:ext cx="31424" cy="31642"/>
          </a:xfrm>
          <a:custGeom>
            <a:avLst/>
            <a:gdLst/>
            <a:ahLst/>
            <a:cxnLst/>
            <a:rect l="l" t="t" r="r" b="b"/>
            <a:pathLst>
              <a:path w="288" h="290" extrusionOk="0">
                <a:moveTo>
                  <a:pt x="3" y="1"/>
                </a:moveTo>
                <a:cubicBezTo>
                  <a:pt x="1" y="1"/>
                  <a:pt x="0" y="3"/>
                  <a:pt x="0" y="5"/>
                </a:cubicBezTo>
                <a:lnTo>
                  <a:pt x="0" y="285"/>
                </a:lnTo>
                <a:cubicBezTo>
                  <a:pt x="0" y="287"/>
                  <a:pt x="1" y="289"/>
                  <a:pt x="3" y="289"/>
                </a:cubicBezTo>
                <a:lnTo>
                  <a:pt x="284" y="289"/>
                </a:lnTo>
                <a:cubicBezTo>
                  <a:pt x="285" y="289"/>
                  <a:pt x="288" y="286"/>
                  <a:pt x="288" y="285"/>
                </a:cubicBezTo>
                <a:lnTo>
                  <a:pt x="288" y="5"/>
                </a:lnTo>
                <a:cubicBezTo>
                  <a:pt x="288" y="3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4" name="Google Shape;874;p16"/>
          <p:cNvSpPr/>
          <p:nvPr/>
        </p:nvSpPr>
        <p:spPr>
          <a:xfrm>
            <a:off x="5596185" y="1385203"/>
            <a:ext cx="31424" cy="31642"/>
          </a:xfrm>
          <a:custGeom>
            <a:avLst/>
            <a:gdLst/>
            <a:ahLst/>
            <a:cxnLst/>
            <a:rect l="l" t="t" r="r" b="b"/>
            <a:pathLst>
              <a:path w="288" h="290" extrusionOk="0">
                <a:moveTo>
                  <a:pt x="4" y="1"/>
                </a:moveTo>
                <a:cubicBezTo>
                  <a:pt x="1" y="1"/>
                  <a:pt x="0" y="3"/>
                  <a:pt x="0" y="5"/>
                </a:cubicBezTo>
                <a:lnTo>
                  <a:pt x="0" y="285"/>
                </a:lnTo>
                <a:cubicBezTo>
                  <a:pt x="0" y="287"/>
                  <a:pt x="1" y="290"/>
                  <a:pt x="4" y="290"/>
                </a:cubicBezTo>
                <a:lnTo>
                  <a:pt x="284" y="290"/>
                </a:lnTo>
                <a:cubicBezTo>
                  <a:pt x="286" y="290"/>
                  <a:pt x="288" y="287"/>
                  <a:pt x="288" y="285"/>
                </a:cubicBezTo>
                <a:lnTo>
                  <a:pt x="288" y="5"/>
                </a:lnTo>
                <a:cubicBezTo>
                  <a:pt x="288" y="3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5" name="Google Shape;875;p16"/>
          <p:cNvSpPr/>
          <p:nvPr/>
        </p:nvSpPr>
        <p:spPr>
          <a:xfrm>
            <a:off x="5672561" y="1385203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5" y="1"/>
                </a:moveTo>
                <a:cubicBezTo>
                  <a:pt x="2" y="1"/>
                  <a:pt x="1" y="3"/>
                  <a:pt x="1" y="5"/>
                </a:cubicBezTo>
                <a:lnTo>
                  <a:pt x="1" y="285"/>
                </a:lnTo>
                <a:cubicBezTo>
                  <a:pt x="1" y="287"/>
                  <a:pt x="2" y="290"/>
                  <a:pt x="5" y="290"/>
                </a:cubicBezTo>
                <a:lnTo>
                  <a:pt x="284" y="290"/>
                </a:lnTo>
                <a:cubicBezTo>
                  <a:pt x="287" y="290"/>
                  <a:pt x="290" y="287"/>
                  <a:pt x="289" y="285"/>
                </a:cubicBezTo>
                <a:lnTo>
                  <a:pt x="289" y="5"/>
                </a:lnTo>
                <a:cubicBezTo>
                  <a:pt x="289" y="3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6" name="Google Shape;876;p16"/>
          <p:cNvSpPr/>
          <p:nvPr/>
        </p:nvSpPr>
        <p:spPr>
          <a:xfrm>
            <a:off x="5749156" y="1385203"/>
            <a:ext cx="31751" cy="31642"/>
          </a:xfrm>
          <a:custGeom>
            <a:avLst/>
            <a:gdLst/>
            <a:ahLst/>
            <a:cxnLst/>
            <a:rect l="l" t="t" r="r" b="b"/>
            <a:pathLst>
              <a:path w="291" h="290" extrusionOk="0">
                <a:moveTo>
                  <a:pt x="5" y="1"/>
                </a:moveTo>
                <a:cubicBezTo>
                  <a:pt x="2" y="1"/>
                  <a:pt x="1" y="3"/>
                  <a:pt x="1" y="5"/>
                </a:cubicBezTo>
                <a:lnTo>
                  <a:pt x="1" y="285"/>
                </a:lnTo>
                <a:cubicBezTo>
                  <a:pt x="1" y="287"/>
                  <a:pt x="2" y="290"/>
                  <a:pt x="5" y="290"/>
                </a:cubicBezTo>
                <a:lnTo>
                  <a:pt x="285" y="290"/>
                </a:lnTo>
                <a:cubicBezTo>
                  <a:pt x="287" y="290"/>
                  <a:pt x="290" y="287"/>
                  <a:pt x="288" y="285"/>
                </a:cubicBezTo>
                <a:lnTo>
                  <a:pt x="288" y="5"/>
                </a:lnTo>
                <a:cubicBezTo>
                  <a:pt x="288" y="3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7" name="Google Shape;877;p16"/>
          <p:cNvSpPr/>
          <p:nvPr/>
        </p:nvSpPr>
        <p:spPr>
          <a:xfrm>
            <a:off x="5830224" y="1385203"/>
            <a:ext cx="31751" cy="31642"/>
          </a:xfrm>
          <a:custGeom>
            <a:avLst/>
            <a:gdLst/>
            <a:ahLst/>
            <a:cxnLst/>
            <a:rect l="l" t="t" r="r" b="b"/>
            <a:pathLst>
              <a:path w="291" h="290" extrusionOk="0">
                <a:moveTo>
                  <a:pt x="5" y="1"/>
                </a:moveTo>
                <a:cubicBezTo>
                  <a:pt x="3" y="1"/>
                  <a:pt x="1" y="3"/>
                  <a:pt x="1" y="5"/>
                </a:cubicBezTo>
                <a:lnTo>
                  <a:pt x="1" y="285"/>
                </a:lnTo>
                <a:cubicBezTo>
                  <a:pt x="1" y="287"/>
                  <a:pt x="3" y="290"/>
                  <a:pt x="5" y="290"/>
                </a:cubicBezTo>
                <a:lnTo>
                  <a:pt x="285" y="290"/>
                </a:lnTo>
                <a:cubicBezTo>
                  <a:pt x="287" y="290"/>
                  <a:pt x="290" y="287"/>
                  <a:pt x="289" y="285"/>
                </a:cubicBezTo>
                <a:lnTo>
                  <a:pt x="289" y="5"/>
                </a:lnTo>
                <a:cubicBezTo>
                  <a:pt x="289" y="3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8" name="Google Shape;878;p16"/>
          <p:cNvSpPr/>
          <p:nvPr/>
        </p:nvSpPr>
        <p:spPr>
          <a:xfrm>
            <a:off x="5906927" y="1385203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4" y="1"/>
                </a:moveTo>
                <a:cubicBezTo>
                  <a:pt x="2" y="1"/>
                  <a:pt x="1" y="3"/>
                  <a:pt x="1" y="5"/>
                </a:cubicBezTo>
                <a:lnTo>
                  <a:pt x="1" y="285"/>
                </a:lnTo>
                <a:cubicBezTo>
                  <a:pt x="1" y="287"/>
                  <a:pt x="2" y="290"/>
                  <a:pt x="4" y="290"/>
                </a:cubicBezTo>
                <a:lnTo>
                  <a:pt x="284" y="290"/>
                </a:lnTo>
                <a:cubicBezTo>
                  <a:pt x="287" y="290"/>
                  <a:pt x="289" y="287"/>
                  <a:pt x="288" y="285"/>
                </a:cubicBezTo>
                <a:lnTo>
                  <a:pt x="288" y="5"/>
                </a:lnTo>
                <a:cubicBezTo>
                  <a:pt x="288" y="3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9" name="Google Shape;879;p16"/>
          <p:cNvSpPr/>
          <p:nvPr/>
        </p:nvSpPr>
        <p:spPr>
          <a:xfrm>
            <a:off x="5983522" y="1385203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5" y="1"/>
                </a:moveTo>
                <a:cubicBezTo>
                  <a:pt x="2" y="1"/>
                  <a:pt x="1" y="3"/>
                  <a:pt x="1" y="5"/>
                </a:cubicBezTo>
                <a:lnTo>
                  <a:pt x="1" y="285"/>
                </a:lnTo>
                <a:cubicBezTo>
                  <a:pt x="1" y="287"/>
                  <a:pt x="2" y="290"/>
                  <a:pt x="5" y="290"/>
                </a:cubicBezTo>
                <a:lnTo>
                  <a:pt x="284" y="290"/>
                </a:lnTo>
                <a:cubicBezTo>
                  <a:pt x="287" y="290"/>
                  <a:pt x="289" y="287"/>
                  <a:pt x="288" y="285"/>
                </a:cubicBezTo>
                <a:lnTo>
                  <a:pt x="288" y="5"/>
                </a:lnTo>
                <a:cubicBezTo>
                  <a:pt x="288" y="3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0" name="Google Shape;880;p16"/>
          <p:cNvSpPr/>
          <p:nvPr/>
        </p:nvSpPr>
        <p:spPr>
          <a:xfrm>
            <a:off x="5596185" y="1457433"/>
            <a:ext cx="31424" cy="31533"/>
          </a:xfrm>
          <a:custGeom>
            <a:avLst/>
            <a:gdLst/>
            <a:ahLst/>
            <a:cxnLst/>
            <a:rect l="l" t="t" r="r" b="b"/>
            <a:pathLst>
              <a:path w="288" h="289" extrusionOk="0">
                <a:moveTo>
                  <a:pt x="4" y="1"/>
                </a:moveTo>
                <a:cubicBezTo>
                  <a:pt x="1" y="1"/>
                  <a:pt x="0" y="2"/>
                  <a:pt x="0" y="4"/>
                </a:cubicBezTo>
                <a:lnTo>
                  <a:pt x="0" y="284"/>
                </a:lnTo>
                <a:cubicBezTo>
                  <a:pt x="0" y="287"/>
                  <a:pt x="1" y="288"/>
                  <a:pt x="4" y="288"/>
                </a:cubicBezTo>
                <a:lnTo>
                  <a:pt x="284" y="288"/>
                </a:lnTo>
                <a:cubicBezTo>
                  <a:pt x="286" y="288"/>
                  <a:pt x="288" y="287"/>
                  <a:pt x="288" y="284"/>
                </a:cubicBezTo>
                <a:lnTo>
                  <a:pt x="288" y="4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1" name="Google Shape;881;p16"/>
          <p:cNvSpPr/>
          <p:nvPr/>
        </p:nvSpPr>
        <p:spPr>
          <a:xfrm>
            <a:off x="5672561" y="1457433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2" y="1"/>
                  <a:pt x="1" y="2"/>
                  <a:pt x="1" y="4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4" y="288"/>
                </a:lnTo>
                <a:cubicBezTo>
                  <a:pt x="287" y="288"/>
                  <a:pt x="290" y="287"/>
                  <a:pt x="289" y="284"/>
                </a:cubicBezTo>
                <a:lnTo>
                  <a:pt x="289" y="4"/>
                </a:lnTo>
                <a:cubicBezTo>
                  <a:pt x="289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16"/>
          <p:cNvSpPr/>
          <p:nvPr/>
        </p:nvSpPr>
        <p:spPr>
          <a:xfrm>
            <a:off x="5749156" y="1457433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5" y="1"/>
                </a:moveTo>
                <a:cubicBezTo>
                  <a:pt x="2" y="1"/>
                  <a:pt x="1" y="2"/>
                  <a:pt x="1" y="4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5" y="288"/>
                </a:lnTo>
                <a:cubicBezTo>
                  <a:pt x="287" y="288"/>
                  <a:pt x="290" y="287"/>
                  <a:pt x="288" y="284"/>
                </a:cubicBezTo>
                <a:lnTo>
                  <a:pt x="288" y="4"/>
                </a:lnTo>
                <a:cubicBezTo>
                  <a:pt x="288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3" name="Google Shape;883;p16"/>
          <p:cNvSpPr/>
          <p:nvPr/>
        </p:nvSpPr>
        <p:spPr>
          <a:xfrm>
            <a:off x="5830224" y="1457433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5" y="1"/>
                </a:moveTo>
                <a:cubicBezTo>
                  <a:pt x="3" y="1"/>
                  <a:pt x="1" y="2"/>
                  <a:pt x="1" y="4"/>
                </a:cubicBezTo>
                <a:lnTo>
                  <a:pt x="1" y="284"/>
                </a:lnTo>
                <a:cubicBezTo>
                  <a:pt x="1" y="287"/>
                  <a:pt x="3" y="288"/>
                  <a:pt x="5" y="288"/>
                </a:cubicBezTo>
                <a:lnTo>
                  <a:pt x="285" y="288"/>
                </a:lnTo>
                <a:cubicBezTo>
                  <a:pt x="287" y="288"/>
                  <a:pt x="290" y="287"/>
                  <a:pt x="289" y="284"/>
                </a:cubicBezTo>
                <a:lnTo>
                  <a:pt x="289" y="4"/>
                </a:lnTo>
                <a:cubicBezTo>
                  <a:pt x="289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4" name="Google Shape;884;p16"/>
          <p:cNvSpPr/>
          <p:nvPr/>
        </p:nvSpPr>
        <p:spPr>
          <a:xfrm>
            <a:off x="5906927" y="1457433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4" y="1"/>
                </a:moveTo>
                <a:cubicBezTo>
                  <a:pt x="2" y="1"/>
                  <a:pt x="1" y="2"/>
                  <a:pt x="1" y="4"/>
                </a:cubicBezTo>
                <a:lnTo>
                  <a:pt x="1" y="284"/>
                </a:lnTo>
                <a:cubicBezTo>
                  <a:pt x="1" y="287"/>
                  <a:pt x="2" y="288"/>
                  <a:pt x="4" y="288"/>
                </a:cubicBezTo>
                <a:lnTo>
                  <a:pt x="284" y="288"/>
                </a:lnTo>
                <a:cubicBezTo>
                  <a:pt x="287" y="288"/>
                  <a:pt x="289" y="287"/>
                  <a:pt x="288" y="284"/>
                </a:cubicBezTo>
                <a:lnTo>
                  <a:pt x="288" y="4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5" name="Google Shape;885;p16"/>
          <p:cNvSpPr/>
          <p:nvPr/>
        </p:nvSpPr>
        <p:spPr>
          <a:xfrm>
            <a:off x="5983522" y="1457433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2" y="1"/>
                  <a:pt x="1" y="2"/>
                  <a:pt x="1" y="4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4" y="288"/>
                </a:lnTo>
                <a:cubicBezTo>
                  <a:pt x="287" y="288"/>
                  <a:pt x="289" y="287"/>
                  <a:pt x="288" y="284"/>
                </a:cubicBezTo>
                <a:lnTo>
                  <a:pt x="288" y="4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6" name="Google Shape;886;p16"/>
          <p:cNvSpPr/>
          <p:nvPr/>
        </p:nvSpPr>
        <p:spPr>
          <a:xfrm>
            <a:off x="5596185" y="1529554"/>
            <a:ext cx="31424" cy="31533"/>
          </a:xfrm>
          <a:custGeom>
            <a:avLst/>
            <a:gdLst/>
            <a:ahLst/>
            <a:cxnLst/>
            <a:rect l="l" t="t" r="r" b="b"/>
            <a:pathLst>
              <a:path w="288" h="289" extrusionOk="0">
                <a:moveTo>
                  <a:pt x="4" y="1"/>
                </a:moveTo>
                <a:cubicBezTo>
                  <a:pt x="1" y="1"/>
                  <a:pt x="0" y="2"/>
                  <a:pt x="0" y="5"/>
                </a:cubicBezTo>
                <a:lnTo>
                  <a:pt x="0" y="284"/>
                </a:lnTo>
                <a:cubicBezTo>
                  <a:pt x="0" y="287"/>
                  <a:pt x="1" y="288"/>
                  <a:pt x="4" y="288"/>
                </a:cubicBezTo>
                <a:lnTo>
                  <a:pt x="284" y="288"/>
                </a:lnTo>
                <a:cubicBezTo>
                  <a:pt x="286" y="288"/>
                  <a:pt x="288" y="286"/>
                  <a:pt x="288" y="284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7" name="Google Shape;887;p16"/>
          <p:cNvSpPr/>
          <p:nvPr/>
        </p:nvSpPr>
        <p:spPr>
          <a:xfrm>
            <a:off x="5672561" y="1529554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2" y="1"/>
                  <a:pt x="1" y="2"/>
                  <a:pt x="1" y="5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4" y="288"/>
                </a:lnTo>
                <a:cubicBezTo>
                  <a:pt x="287" y="288"/>
                  <a:pt x="290" y="286"/>
                  <a:pt x="289" y="284"/>
                </a:cubicBezTo>
                <a:lnTo>
                  <a:pt x="289" y="5"/>
                </a:lnTo>
                <a:cubicBezTo>
                  <a:pt x="289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8" name="Google Shape;888;p16"/>
          <p:cNvSpPr/>
          <p:nvPr/>
        </p:nvSpPr>
        <p:spPr>
          <a:xfrm>
            <a:off x="5749156" y="1529554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5" y="1"/>
                </a:moveTo>
                <a:cubicBezTo>
                  <a:pt x="2" y="1"/>
                  <a:pt x="1" y="2"/>
                  <a:pt x="1" y="5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5" y="288"/>
                </a:lnTo>
                <a:cubicBezTo>
                  <a:pt x="287" y="288"/>
                  <a:pt x="290" y="286"/>
                  <a:pt x="288" y="284"/>
                </a:cubicBezTo>
                <a:lnTo>
                  <a:pt x="288" y="5"/>
                </a:lnTo>
                <a:cubicBezTo>
                  <a:pt x="288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9" name="Google Shape;889;p16"/>
          <p:cNvSpPr/>
          <p:nvPr/>
        </p:nvSpPr>
        <p:spPr>
          <a:xfrm>
            <a:off x="5830224" y="1529554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5" y="1"/>
                </a:moveTo>
                <a:cubicBezTo>
                  <a:pt x="3" y="1"/>
                  <a:pt x="1" y="2"/>
                  <a:pt x="1" y="5"/>
                </a:cubicBezTo>
                <a:lnTo>
                  <a:pt x="1" y="284"/>
                </a:lnTo>
                <a:cubicBezTo>
                  <a:pt x="1" y="287"/>
                  <a:pt x="3" y="288"/>
                  <a:pt x="5" y="288"/>
                </a:cubicBezTo>
                <a:lnTo>
                  <a:pt x="285" y="288"/>
                </a:lnTo>
                <a:cubicBezTo>
                  <a:pt x="287" y="288"/>
                  <a:pt x="290" y="286"/>
                  <a:pt x="289" y="284"/>
                </a:cubicBezTo>
                <a:lnTo>
                  <a:pt x="289" y="5"/>
                </a:lnTo>
                <a:cubicBezTo>
                  <a:pt x="289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0" name="Google Shape;890;p16"/>
          <p:cNvSpPr/>
          <p:nvPr/>
        </p:nvSpPr>
        <p:spPr>
          <a:xfrm>
            <a:off x="5906927" y="1529554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4" y="1"/>
                </a:moveTo>
                <a:cubicBezTo>
                  <a:pt x="2" y="1"/>
                  <a:pt x="1" y="2"/>
                  <a:pt x="1" y="5"/>
                </a:cubicBezTo>
                <a:lnTo>
                  <a:pt x="1" y="284"/>
                </a:lnTo>
                <a:cubicBezTo>
                  <a:pt x="1" y="287"/>
                  <a:pt x="2" y="288"/>
                  <a:pt x="4" y="288"/>
                </a:cubicBezTo>
                <a:lnTo>
                  <a:pt x="284" y="288"/>
                </a:lnTo>
                <a:cubicBezTo>
                  <a:pt x="287" y="288"/>
                  <a:pt x="289" y="286"/>
                  <a:pt x="288" y="284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1" name="Google Shape;891;p16"/>
          <p:cNvSpPr/>
          <p:nvPr/>
        </p:nvSpPr>
        <p:spPr>
          <a:xfrm>
            <a:off x="5983522" y="1529554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2" y="1"/>
                  <a:pt x="1" y="2"/>
                  <a:pt x="1" y="5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4" y="288"/>
                </a:lnTo>
                <a:cubicBezTo>
                  <a:pt x="287" y="288"/>
                  <a:pt x="289" y="286"/>
                  <a:pt x="288" y="284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2" name="Google Shape;892;p16"/>
          <p:cNvSpPr/>
          <p:nvPr/>
        </p:nvSpPr>
        <p:spPr>
          <a:xfrm>
            <a:off x="5735735" y="3029918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4" y="1"/>
                </a:moveTo>
                <a:cubicBezTo>
                  <a:pt x="1" y="1"/>
                  <a:pt x="0" y="2"/>
                  <a:pt x="0" y="4"/>
                </a:cubicBezTo>
                <a:lnTo>
                  <a:pt x="0" y="284"/>
                </a:lnTo>
                <a:cubicBezTo>
                  <a:pt x="0" y="287"/>
                  <a:pt x="1" y="288"/>
                  <a:pt x="4" y="288"/>
                </a:cubicBezTo>
                <a:lnTo>
                  <a:pt x="284" y="288"/>
                </a:lnTo>
                <a:cubicBezTo>
                  <a:pt x="287" y="288"/>
                  <a:pt x="289" y="287"/>
                  <a:pt x="288" y="285"/>
                </a:cubicBezTo>
                <a:lnTo>
                  <a:pt x="288" y="4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3" name="Google Shape;893;p16"/>
          <p:cNvSpPr/>
          <p:nvPr/>
        </p:nvSpPr>
        <p:spPr>
          <a:xfrm>
            <a:off x="5812330" y="3029918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4" y="1"/>
                </a:moveTo>
                <a:cubicBezTo>
                  <a:pt x="3" y="1"/>
                  <a:pt x="0" y="2"/>
                  <a:pt x="0" y="4"/>
                </a:cubicBezTo>
                <a:lnTo>
                  <a:pt x="0" y="284"/>
                </a:lnTo>
                <a:cubicBezTo>
                  <a:pt x="0" y="285"/>
                  <a:pt x="1" y="288"/>
                  <a:pt x="4" y="288"/>
                </a:cubicBezTo>
                <a:lnTo>
                  <a:pt x="284" y="288"/>
                </a:lnTo>
                <a:cubicBezTo>
                  <a:pt x="286" y="288"/>
                  <a:pt x="290" y="287"/>
                  <a:pt x="288" y="285"/>
                </a:cubicBezTo>
                <a:lnTo>
                  <a:pt x="288" y="4"/>
                </a:lnTo>
                <a:cubicBezTo>
                  <a:pt x="288" y="2"/>
                  <a:pt x="286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16"/>
          <p:cNvSpPr/>
          <p:nvPr/>
        </p:nvSpPr>
        <p:spPr>
          <a:xfrm>
            <a:off x="5888815" y="3029918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4" y="1"/>
                  <a:pt x="1" y="2"/>
                  <a:pt x="1" y="4"/>
                </a:cubicBezTo>
                <a:lnTo>
                  <a:pt x="1" y="284"/>
                </a:lnTo>
                <a:cubicBezTo>
                  <a:pt x="1" y="285"/>
                  <a:pt x="3" y="288"/>
                  <a:pt x="5" y="288"/>
                </a:cubicBezTo>
                <a:lnTo>
                  <a:pt x="285" y="288"/>
                </a:lnTo>
                <a:cubicBezTo>
                  <a:pt x="287" y="288"/>
                  <a:pt x="289" y="287"/>
                  <a:pt x="289" y="285"/>
                </a:cubicBezTo>
                <a:lnTo>
                  <a:pt x="289" y="4"/>
                </a:lnTo>
                <a:cubicBezTo>
                  <a:pt x="289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5" name="Google Shape;895;p16"/>
          <p:cNvSpPr/>
          <p:nvPr/>
        </p:nvSpPr>
        <p:spPr>
          <a:xfrm>
            <a:off x="5969992" y="3029700"/>
            <a:ext cx="31642" cy="31751"/>
          </a:xfrm>
          <a:custGeom>
            <a:avLst/>
            <a:gdLst/>
            <a:ahLst/>
            <a:cxnLst/>
            <a:rect l="l" t="t" r="r" b="b"/>
            <a:pathLst>
              <a:path w="290" h="291" extrusionOk="0">
                <a:moveTo>
                  <a:pt x="6" y="1"/>
                </a:moveTo>
                <a:cubicBezTo>
                  <a:pt x="3" y="1"/>
                  <a:pt x="1" y="4"/>
                  <a:pt x="1" y="6"/>
                </a:cubicBezTo>
                <a:lnTo>
                  <a:pt x="1" y="286"/>
                </a:lnTo>
                <a:cubicBezTo>
                  <a:pt x="1" y="287"/>
                  <a:pt x="2" y="290"/>
                  <a:pt x="4" y="290"/>
                </a:cubicBezTo>
                <a:lnTo>
                  <a:pt x="284" y="290"/>
                </a:lnTo>
                <a:cubicBezTo>
                  <a:pt x="287" y="290"/>
                  <a:pt x="289" y="289"/>
                  <a:pt x="289" y="286"/>
                </a:cubicBezTo>
                <a:lnTo>
                  <a:pt x="289" y="5"/>
                </a:lnTo>
                <a:cubicBezTo>
                  <a:pt x="289" y="3"/>
                  <a:pt x="288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6" name="Google Shape;896;p16"/>
          <p:cNvSpPr/>
          <p:nvPr/>
        </p:nvSpPr>
        <p:spPr>
          <a:xfrm>
            <a:off x="6046478" y="3029918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4" y="1"/>
                </a:moveTo>
                <a:cubicBezTo>
                  <a:pt x="2" y="1"/>
                  <a:pt x="1" y="2"/>
                  <a:pt x="1" y="4"/>
                </a:cubicBezTo>
                <a:lnTo>
                  <a:pt x="1" y="284"/>
                </a:lnTo>
                <a:cubicBezTo>
                  <a:pt x="1" y="287"/>
                  <a:pt x="2" y="288"/>
                  <a:pt x="4" y="288"/>
                </a:cubicBezTo>
                <a:lnTo>
                  <a:pt x="285" y="288"/>
                </a:lnTo>
                <a:cubicBezTo>
                  <a:pt x="288" y="288"/>
                  <a:pt x="290" y="287"/>
                  <a:pt x="289" y="285"/>
                </a:cubicBezTo>
                <a:lnTo>
                  <a:pt x="289" y="4"/>
                </a:lnTo>
                <a:cubicBezTo>
                  <a:pt x="289" y="2"/>
                  <a:pt x="288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7" name="Google Shape;897;p16"/>
          <p:cNvSpPr/>
          <p:nvPr/>
        </p:nvSpPr>
        <p:spPr>
          <a:xfrm>
            <a:off x="6123181" y="3029700"/>
            <a:ext cx="31751" cy="31751"/>
          </a:xfrm>
          <a:custGeom>
            <a:avLst/>
            <a:gdLst/>
            <a:ahLst/>
            <a:cxnLst/>
            <a:rect l="l" t="t" r="r" b="b"/>
            <a:pathLst>
              <a:path w="291" h="291" extrusionOk="0">
                <a:moveTo>
                  <a:pt x="6" y="1"/>
                </a:moveTo>
                <a:cubicBezTo>
                  <a:pt x="4" y="1"/>
                  <a:pt x="1" y="4"/>
                  <a:pt x="1" y="6"/>
                </a:cubicBezTo>
                <a:lnTo>
                  <a:pt x="1" y="286"/>
                </a:lnTo>
                <a:cubicBezTo>
                  <a:pt x="1" y="289"/>
                  <a:pt x="2" y="290"/>
                  <a:pt x="5" y="290"/>
                </a:cubicBezTo>
                <a:lnTo>
                  <a:pt x="285" y="290"/>
                </a:lnTo>
                <a:cubicBezTo>
                  <a:pt x="287" y="290"/>
                  <a:pt x="288" y="289"/>
                  <a:pt x="290" y="286"/>
                </a:cubicBezTo>
                <a:lnTo>
                  <a:pt x="290" y="5"/>
                </a:lnTo>
                <a:cubicBezTo>
                  <a:pt x="290" y="3"/>
                  <a:pt x="288" y="1"/>
                  <a:pt x="28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8" name="Google Shape;898;p16"/>
          <p:cNvSpPr/>
          <p:nvPr/>
        </p:nvSpPr>
        <p:spPr>
          <a:xfrm>
            <a:off x="5735735" y="3102039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4" y="1"/>
                </a:moveTo>
                <a:cubicBezTo>
                  <a:pt x="2" y="1"/>
                  <a:pt x="0" y="2"/>
                  <a:pt x="0" y="5"/>
                </a:cubicBezTo>
                <a:lnTo>
                  <a:pt x="0" y="284"/>
                </a:lnTo>
                <a:cubicBezTo>
                  <a:pt x="0" y="287"/>
                  <a:pt x="1" y="288"/>
                  <a:pt x="4" y="288"/>
                </a:cubicBezTo>
                <a:lnTo>
                  <a:pt x="286" y="288"/>
                </a:lnTo>
                <a:cubicBezTo>
                  <a:pt x="287" y="288"/>
                  <a:pt x="289" y="287"/>
                  <a:pt x="288" y="286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9" name="Google Shape;899;p16"/>
          <p:cNvSpPr/>
          <p:nvPr/>
        </p:nvSpPr>
        <p:spPr>
          <a:xfrm>
            <a:off x="5812112" y="3102039"/>
            <a:ext cx="31860" cy="31533"/>
          </a:xfrm>
          <a:custGeom>
            <a:avLst/>
            <a:gdLst/>
            <a:ahLst/>
            <a:cxnLst/>
            <a:rect l="l" t="t" r="r" b="b"/>
            <a:pathLst>
              <a:path w="292" h="289" extrusionOk="0">
                <a:moveTo>
                  <a:pt x="5" y="1"/>
                </a:moveTo>
                <a:cubicBezTo>
                  <a:pt x="3" y="1"/>
                  <a:pt x="1" y="2"/>
                  <a:pt x="1" y="5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6" y="288"/>
                </a:lnTo>
                <a:cubicBezTo>
                  <a:pt x="288" y="288"/>
                  <a:pt x="292" y="287"/>
                  <a:pt x="288" y="286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0" name="Google Shape;900;p16"/>
          <p:cNvSpPr/>
          <p:nvPr/>
        </p:nvSpPr>
        <p:spPr>
          <a:xfrm>
            <a:off x="5888815" y="3102039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4" y="1"/>
                  <a:pt x="1" y="2"/>
                  <a:pt x="1" y="5"/>
                </a:cubicBezTo>
                <a:lnTo>
                  <a:pt x="1" y="284"/>
                </a:lnTo>
                <a:cubicBezTo>
                  <a:pt x="1" y="286"/>
                  <a:pt x="3" y="288"/>
                  <a:pt x="5" y="288"/>
                </a:cubicBezTo>
                <a:lnTo>
                  <a:pt x="285" y="288"/>
                </a:lnTo>
                <a:cubicBezTo>
                  <a:pt x="287" y="288"/>
                  <a:pt x="289" y="287"/>
                  <a:pt x="289" y="284"/>
                </a:cubicBezTo>
                <a:lnTo>
                  <a:pt x="289" y="5"/>
                </a:lnTo>
                <a:cubicBezTo>
                  <a:pt x="289" y="3"/>
                  <a:pt x="287" y="1"/>
                  <a:pt x="285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1" name="Google Shape;901;p16"/>
          <p:cNvSpPr/>
          <p:nvPr/>
        </p:nvSpPr>
        <p:spPr>
          <a:xfrm>
            <a:off x="5970101" y="3101930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6" y="1"/>
                </a:moveTo>
                <a:cubicBezTo>
                  <a:pt x="3" y="1"/>
                  <a:pt x="1" y="3"/>
                  <a:pt x="1" y="6"/>
                </a:cubicBezTo>
                <a:lnTo>
                  <a:pt x="1" y="285"/>
                </a:lnTo>
                <a:cubicBezTo>
                  <a:pt x="1" y="287"/>
                  <a:pt x="2" y="289"/>
                  <a:pt x="5" y="289"/>
                </a:cubicBezTo>
                <a:lnTo>
                  <a:pt x="284" y="289"/>
                </a:lnTo>
                <a:cubicBezTo>
                  <a:pt x="286" y="289"/>
                  <a:pt x="288" y="288"/>
                  <a:pt x="289" y="285"/>
                </a:cubicBezTo>
                <a:lnTo>
                  <a:pt x="289" y="4"/>
                </a:lnTo>
                <a:cubicBezTo>
                  <a:pt x="289" y="2"/>
                  <a:pt x="288" y="1"/>
                  <a:pt x="28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2" name="Google Shape;902;p16"/>
          <p:cNvSpPr/>
          <p:nvPr/>
        </p:nvSpPr>
        <p:spPr>
          <a:xfrm>
            <a:off x="6046478" y="3102039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4" y="1"/>
                </a:moveTo>
                <a:cubicBezTo>
                  <a:pt x="3" y="1"/>
                  <a:pt x="1" y="2"/>
                  <a:pt x="1" y="5"/>
                </a:cubicBezTo>
                <a:lnTo>
                  <a:pt x="1" y="284"/>
                </a:lnTo>
                <a:cubicBezTo>
                  <a:pt x="1" y="287"/>
                  <a:pt x="2" y="288"/>
                  <a:pt x="4" y="288"/>
                </a:cubicBezTo>
                <a:lnTo>
                  <a:pt x="285" y="288"/>
                </a:lnTo>
                <a:cubicBezTo>
                  <a:pt x="288" y="288"/>
                  <a:pt x="290" y="287"/>
                  <a:pt x="288" y="284"/>
                </a:cubicBezTo>
                <a:lnTo>
                  <a:pt x="288" y="5"/>
                </a:lnTo>
                <a:cubicBezTo>
                  <a:pt x="288" y="3"/>
                  <a:pt x="287" y="1"/>
                  <a:pt x="284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3" name="Google Shape;903;p16"/>
          <p:cNvSpPr/>
          <p:nvPr/>
        </p:nvSpPr>
        <p:spPr>
          <a:xfrm>
            <a:off x="6123072" y="3101930"/>
            <a:ext cx="31642" cy="31642"/>
          </a:xfrm>
          <a:custGeom>
            <a:avLst/>
            <a:gdLst/>
            <a:ahLst/>
            <a:cxnLst/>
            <a:rect l="l" t="t" r="r" b="b"/>
            <a:pathLst>
              <a:path w="290" h="290" extrusionOk="0">
                <a:moveTo>
                  <a:pt x="6" y="1"/>
                </a:moveTo>
                <a:cubicBezTo>
                  <a:pt x="3" y="1"/>
                  <a:pt x="1" y="3"/>
                  <a:pt x="1" y="6"/>
                </a:cubicBezTo>
                <a:lnTo>
                  <a:pt x="1" y="285"/>
                </a:lnTo>
                <a:cubicBezTo>
                  <a:pt x="1" y="288"/>
                  <a:pt x="2" y="289"/>
                  <a:pt x="5" y="289"/>
                </a:cubicBezTo>
                <a:lnTo>
                  <a:pt x="286" y="289"/>
                </a:lnTo>
                <a:cubicBezTo>
                  <a:pt x="288" y="289"/>
                  <a:pt x="289" y="288"/>
                  <a:pt x="289" y="284"/>
                </a:cubicBezTo>
                <a:lnTo>
                  <a:pt x="289" y="4"/>
                </a:lnTo>
                <a:cubicBezTo>
                  <a:pt x="289" y="3"/>
                  <a:pt x="288" y="1"/>
                  <a:pt x="286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4" name="Google Shape;904;p16"/>
          <p:cNvSpPr/>
          <p:nvPr/>
        </p:nvSpPr>
        <p:spPr>
          <a:xfrm>
            <a:off x="5735735" y="3174161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4" y="1"/>
                </a:moveTo>
                <a:cubicBezTo>
                  <a:pt x="1" y="1"/>
                  <a:pt x="0" y="2"/>
                  <a:pt x="0" y="5"/>
                </a:cubicBezTo>
                <a:lnTo>
                  <a:pt x="0" y="285"/>
                </a:lnTo>
                <a:cubicBezTo>
                  <a:pt x="0" y="287"/>
                  <a:pt x="1" y="288"/>
                  <a:pt x="4" y="288"/>
                </a:cubicBezTo>
                <a:lnTo>
                  <a:pt x="284" y="288"/>
                </a:lnTo>
                <a:cubicBezTo>
                  <a:pt x="287" y="288"/>
                  <a:pt x="289" y="286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5" name="Google Shape;905;p16"/>
          <p:cNvSpPr/>
          <p:nvPr/>
        </p:nvSpPr>
        <p:spPr>
          <a:xfrm>
            <a:off x="5812330" y="3174161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4" y="1"/>
                </a:moveTo>
                <a:cubicBezTo>
                  <a:pt x="1" y="1"/>
                  <a:pt x="0" y="2"/>
                  <a:pt x="0" y="5"/>
                </a:cubicBezTo>
                <a:lnTo>
                  <a:pt x="0" y="285"/>
                </a:lnTo>
                <a:cubicBezTo>
                  <a:pt x="0" y="287"/>
                  <a:pt x="1" y="288"/>
                  <a:pt x="4" y="288"/>
                </a:cubicBezTo>
                <a:lnTo>
                  <a:pt x="284" y="288"/>
                </a:lnTo>
                <a:cubicBezTo>
                  <a:pt x="286" y="288"/>
                  <a:pt x="290" y="286"/>
                  <a:pt x="288" y="285"/>
                </a:cubicBezTo>
                <a:lnTo>
                  <a:pt x="288" y="5"/>
                </a:lnTo>
                <a:cubicBezTo>
                  <a:pt x="288" y="2"/>
                  <a:pt x="286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6" name="Google Shape;906;p16"/>
          <p:cNvSpPr/>
          <p:nvPr/>
        </p:nvSpPr>
        <p:spPr>
          <a:xfrm>
            <a:off x="5888815" y="3174161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3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3" y="288"/>
                  <a:pt x="5" y="288"/>
                </a:cubicBezTo>
                <a:lnTo>
                  <a:pt x="285" y="288"/>
                </a:lnTo>
                <a:cubicBezTo>
                  <a:pt x="287" y="288"/>
                  <a:pt x="289" y="286"/>
                  <a:pt x="289" y="285"/>
                </a:cubicBezTo>
                <a:lnTo>
                  <a:pt x="289" y="5"/>
                </a:lnTo>
                <a:cubicBezTo>
                  <a:pt x="289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7" name="Google Shape;907;p16"/>
          <p:cNvSpPr/>
          <p:nvPr/>
        </p:nvSpPr>
        <p:spPr>
          <a:xfrm>
            <a:off x="5969992" y="3174161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4" y="1"/>
                </a:moveTo>
                <a:cubicBezTo>
                  <a:pt x="2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4" y="288"/>
                </a:cubicBezTo>
                <a:lnTo>
                  <a:pt x="284" y="288"/>
                </a:lnTo>
                <a:cubicBezTo>
                  <a:pt x="287" y="288"/>
                  <a:pt x="289" y="286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8" name="Google Shape;908;p16"/>
          <p:cNvSpPr/>
          <p:nvPr/>
        </p:nvSpPr>
        <p:spPr>
          <a:xfrm>
            <a:off x="6046587" y="3174161"/>
            <a:ext cx="31642" cy="31533"/>
          </a:xfrm>
          <a:custGeom>
            <a:avLst/>
            <a:gdLst/>
            <a:ahLst/>
            <a:cxnLst/>
            <a:rect l="l" t="t" r="r" b="b"/>
            <a:pathLst>
              <a:path w="290" h="289" extrusionOk="0">
                <a:moveTo>
                  <a:pt x="5" y="1"/>
                </a:moveTo>
                <a:cubicBezTo>
                  <a:pt x="2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5" y="288"/>
                </a:cubicBezTo>
                <a:lnTo>
                  <a:pt x="284" y="288"/>
                </a:lnTo>
                <a:cubicBezTo>
                  <a:pt x="287" y="288"/>
                  <a:pt x="289" y="286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4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9" name="Google Shape;909;p16"/>
          <p:cNvSpPr/>
          <p:nvPr/>
        </p:nvSpPr>
        <p:spPr>
          <a:xfrm>
            <a:off x="6123181" y="3174161"/>
            <a:ext cx="31533" cy="31533"/>
          </a:xfrm>
          <a:custGeom>
            <a:avLst/>
            <a:gdLst/>
            <a:ahLst/>
            <a:cxnLst/>
            <a:rect l="l" t="t" r="r" b="b"/>
            <a:pathLst>
              <a:path w="289" h="289" extrusionOk="0">
                <a:moveTo>
                  <a:pt x="5" y="1"/>
                </a:moveTo>
                <a:cubicBezTo>
                  <a:pt x="2" y="1"/>
                  <a:pt x="1" y="2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5" y="288"/>
                </a:cubicBezTo>
                <a:lnTo>
                  <a:pt x="285" y="288"/>
                </a:lnTo>
                <a:cubicBezTo>
                  <a:pt x="287" y="288"/>
                  <a:pt x="288" y="286"/>
                  <a:pt x="288" y="285"/>
                </a:cubicBezTo>
                <a:lnTo>
                  <a:pt x="288" y="5"/>
                </a:lnTo>
                <a:cubicBezTo>
                  <a:pt x="288" y="2"/>
                  <a:pt x="287" y="1"/>
                  <a:pt x="285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16"/>
          <p:cNvSpPr/>
          <p:nvPr/>
        </p:nvSpPr>
        <p:spPr>
          <a:xfrm>
            <a:off x="3273692" y="2822501"/>
            <a:ext cx="19967" cy="162356"/>
          </a:xfrm>
          <a:custGeom>
            <a:avLst/>
            <a:gdLst/>
            <a:ahLst/>
            <a:cxnLst/>
            <a:rect l="l" t="t" r="r" b="b"/>
            <a:pathLst>
              <a:path w="183" h="1488" extrusionOk="0">
                <a:moveTo>
                  <a:pt x="1" y="0"/>
                </a:moveTo>
                <a:lnTo>
                  <a:pt x="1" y="1487"/>
                </a:lnTo>
                <a:lnTo>
                  <a:pt x="183" y="1487"/>
                </a:lnTo>
                <a:lnTo>
                  <a:pt x="183" y="0"/>
                </a:ln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1" name="Google Shape;911;p16"/>
          <p:cNvSpPr/>
          <p:nvPr/>
        </p:nvSpPr>
        <p:spPr>
          <a:xfrm>
            <a:off x="3155200" y="2795442"/>
            <a:ext cx="138461" cy="90234"/>
          </a:xfrm>
          <a:custGeom>
            <a:avLst/>
            <a:gdLst/>
            <a:ahLst/>
            <a:cxnLst/>
            <a:rect l="l" t="t" r="r" b="b"/>
            <a:pathLst>
              <a:path w="1269" h="827" extrusionOk="0">
                <a:moveTo>
                  <a:pt x="0" y="1"/>
                </a:moveTo>
                <a:lnTo>
                  <a:pt x="327" y="413"/>
                </a:lnTo>
                <a:lnTo>
                  <a:pt x="0" y="827"/>
                </a:lnTo>
                <a:lnTo>
                  <a:pt x="1269" y="827"/>
                </a:lnTo>
                <a:lnTo>
                  <a:pt x="1269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2" name="Google Shape;912;p16"/>
          <p:cNvSpPr/>
          <p:nvPr/>
        </p:nvSpPr>
        <p:spPr>
          <a:xfrm>
            <a:off x="4108048" y="2142968"/>
            <a:ext cx="161265" cy="72013"/>
          </a:xfrm>
          <a:custGeom>
            <a:avLst/>
            <a:gdLst/>
            <a:ahLst/>
            <a:cxnLst/>
            <a:rect l="l" t="t" r="r" b="b"/>
            <a:pathLst>
              <a:path w="1478" h="660" extrusionOk="0">
                <a:moveTo>
                  <a:pt x="764" y="0"/>
                </a:moveTo>
                <a:cubicBezTo>
                  <a:pt x="546" y="0"/>
                  <a:pt x="435" y="167"/>
                  <a:pt x="431" y="338"/>
                </a:cubicBezTo>
                <a:cubicBezTo>
                  <a:pt x="396" y="324"/>
                  <a:pt x="357" y="315"/>
                  <a:pt x="313" y="315"/>
                </a:cubicBezTo>
                <a:cubicBezTo>
                  <a:pt x="99" y="315"/>
                  <a:pt x="0" y="495"/>
                  <a:pt x="16" y="659"/>
                </a:cubicBezTo>
                <a:lnTo>
                  <a:pt x="1478" y="659"/>
                </a:lnTo>
                <a:lnTo>
                  <a:pt x="1478" y="658"/>
                </a:lnTo>
                <a:cubicBezTo>
                  <a:pt x="1478" y="432"/>
                  <a:pt x="1300" y="251"/>
                  <a:pt x="1082" y="229"/>
                </a:cubicBezTo>
                <a:cubicBezTo>
                  <a:pt x="1043" y="103"/>
                  <a:pt x="937" y="0"/>
                  <a:pt x="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3"/>
              </a:solidFill>
            </a:endParaRPr>
          </a:p>
        </p:txBody>
      </p:sp>
      <p:sp>
        <p:nvSpPr>
          <p:cNvPr id="913" name="Google Shape;913;p16"/>
          <p:cNvSpPr/>
          <p:nvPr/>
        </p:nvSpPr>
        <p:spPr>
          <a:xfrm>
            <a:off x="4297680" y="2154206"/>
            <a:ext cx="129623" cy="60665"/>
          </a:xfrm>
          <a:custGeom>
            <a:avLst/>
            <a:gdLst/>
            <a:ahLst/>
            <a:cxnLst/>
            <a:rect l="l" t="t" r="r" b="b"/>
            <a:pathLst>
              <a:path w="1188" h="556" extrusionOk="0">
                <a:moveTo>
                  <a:pt x="591" y="1"/>
                </a:moveTo>
                <a:cubicBezTo>
                  <a:pt x="406" y="1"/>
                  <a:pt x="321" y="156"/>
                  <a:pt x="336" y="298"/>
                </a:cubicBezTo>
                <a:cubicBezTo>
                  <a:pt x="310" y="289"/>
                  <a:pt x="282" y="283"/>
                  <a:pt x="248" y="283"/>
                </a:cubicBezTo>
                <a:cubicBezTo>
                  <a:pt x="78" y="283"/>
                  <a:pt x="0" y="423"/>
                  <a:pt x="12" y="555"/>
                </a:cubicBezTo>
                <a:lnTo>
                  <a:pt x="1187" y="555"/>
                </a:lnTo>
                <a:cubicBezTo>
                  <a:pt x="1187" y="397"/>
                  <a:pt x="1085" y="240"/>
                  <a:pt x="881" y="240"/>
                </a:cubicBezTo>
                <a:cubicBezTo>
                  <a:pt x="870" y="240"/>
                  <a:pt x="858" y="241"/>
                  <a:pt x="847" y="241"/>
                </a:cubicBezTo>
                <a:cubicBezTo>
                  <a:pt x="836" y="116"/>
                  <a:pt x="752" y="1"/>
                  <a:pt x="59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4" name="Google Shape;914;p16"/>
          <p:cNvSpPr/>
          <p:nvPr/>
        </p:nvSpPr>
        <p:spPr>
          <a:xfrm>
            <a:off x="4464725" y="2142968"/>
            <a:ext cx="161265" cy="72013"/>
          </a:xfrm>
          <a:custGeom>
            <a:avLst/>
            <a:gdLst/>
            <a:ahLst/>
            <a:cxnLst/>
            <a:rect l="l" t="t" r="r" b="b"/>
            <a:pathLst>
              <a:path w="1478" h="660" extrusionOk="0">
                <a:moveTo>
                  <a:pt x="764" y="0"/>
                </a:moveTo>
                <a:cubicBezTo>
                  <a:pt x="546" y="0"/>
                  <a:pt x="435" y="167"/>
                  <a:pt x="431" y="338"/>
                </a:cubicBezTo>
                <a:cubicBezTo>
                  <a:pt x="396" y="324"/>
                  <a:pt x="357" y="315"/>
                  <a:pt x="313" y="315"/>
                </a:cubicBezTo>
                <a:cubicBezTo>
                  <a:pt x="99" y="315"/>
                  <a:pt x="0" y="495"/>
                  <a:pt x="16" y="659"/>
                </a:cubicBezTo>
                <a:lnTo>
                  <a:pt x="1478" y="659"/>
                </a:lnTo>
                <a:lnTo>
                  <a:pt x="1478" y="658"/>
                </a:lnTo>
                <a:cubicBezTo>
                  <a:pt x="1478" y="432"/>
                  <a:pt x="1301" y="251"/>
                  <a:pt x="1082" y="229"/>
                </a:cubicBezTo>
                <a:cubicBezTo>
                  <a:pt x="1043" y="103"/>
                  <a:pt x="937" y="0"/>
                  <a:pt x="764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5" name="Google Shape;915;p16"/>
          <p:cNvSpPr/>
          <p:nvPr/>
        </p:nvSpPr>
        <p:spPr>
          <a:xfrm>
            <a:off x="4654357" y="2154206"/>
            <a:ext cx="129623" cy="60665"/>
          </a:xfrm>
          <a:custGeom>
            <a:avLst/>
            <a:gdLst/>
            <a:ahLst/>
            <a:cxnLst/>
            <a:rect l="l" t="t" r="r" b="b"/>
            <a:pathLst>
              <a:path w="1188" h="556" extrusionOk="0">
                <a:moveTo>
                  <a:pt x="591" y="1"/>
                </a:moveTo>
                <a:cubicBezTo>
                  <a:pt x="406" y="1"/>
                  <a:pt x="321" y="156"/>
                  <a:pt x="336" y="298"/>
                </a:cubicBezTo>
                <a:cubicBezTo>
                  <a:pt x="311" y="289"/>
                  <a:pt x="282" y="283"/>
                  <a:pt x="248" y="283"/>
                </a:cubicBezTo>
                <a:cubicBezTo>
                  <a:pt x="78" y="283"/>
                  <a:pt x="1" y="423"/>
                  <a:pt x="12" y="555"/>
                </a:cubicBezTo>
                <a:lnTo>
                  <a:pt x="1187" y="555"/>
                </a:lnTo>
                <a:cubicBezTo>
                  <a:pt x="1187" y="397"/>
                  <a:pt x="1085" y="240"/>
                  <a:pt x="881" y="240"/>
                </a:cubicBezTo>
                <a:cubicBezTo>
                  <a:pt x="870" y="240"/>
                  <a:pt x="858" y="241"/>
                  <a:pt x="847" y="241"/>
                </a:cubicBezTo>
                <a:cubicBezTo>
                  <a:pt x="836" y="116"/>
                  <a:pt x="753" y="1"/>
                  <a:pt x="591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6" name="Google Shape;916;p16"/>
          <p:cNvSpPr/>
          <p:nvPr/>
        </p:nvSpPr>
        <p:spPr>
          <a:xfrm>
            <a:off x="4821293" y="2142968"/>
            <a:ext cx="161374" cy="72013"/>
          </a:xfrm>
          <a:custGeom>
            <a:avLst/>
            <a:gdLst/>
            <a:ahLst/>
            <a:cxnLst/>
            <a:rect l="l" t="t" r="r" b="b"/>
            <a:pathLst>
              <a:path w="1479" h="660" extrusionOk="0">
                <a:moveTo>
                  <a:pt x="766" y="0"/>
                </a:moveTo>
                <a:cubicBezTo>
                  <a:pt x="548" y="0"/>
                  <a:pt x="436" y="167"/>
                  <a:pt x="432" y="338"/>
                </a:cubicBezTo>
                <a:cubicBezTo>
                  <a:pt x="397" y="324"/>
                  <a:pt x="358" y="315"/>
                  <a:pt x="313" y="315"/>
                </a:cubicBezTo>
                <a:cubicBezTo>
                  <a:pt x="99" y="315"/>
                  <a:pt x="0" y="495"/>
                  <a:pt x="17" y="659"/>
                </a:cubicBezTo>
                <a:lnTo>
                  <a:pt x="1479" y="659"/>
                </a:lnTo>
                <a:lnTo>
                  <a:pt x="1479" y="658"/>
                </a:lnTo>
                <a:cubicBezTo>
                  <a:pt x="1479" y="432"/>
                  <a:pt x="1302" y="251"/>
                  <a:pt x="1083" y="229"/>
                </a:cubicBezTo>
                <a:cubicBezTo>
                  <a:pt x="1044" y="103"/>
                  <a:pt x="938" y="0"/>
                  <a:pt x="766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7" name="Google Shape;917;p16"/>
          <p:cNvSpPr/>
          <p:nvPr/>
        </p:nvSpPr>
        <p:spPr>
          <a:xfrm>
            <a:off x="2865516" y="4399459"/>
            <a:ext cx="129623" cy="60665"/>
          </a:xfrm>
          <a:custGeom>
            <a:avLst/>
            <a:gdLst/>
            <a:ahLst/>
            <a:cxnLst/>
            <a:rect l="l" t="t" r="r" b="b"/>
            <a:pathLst>
              <a:path w="1188" h="556" extrusionOk="0">
                <a:moveTo>
                  <a:pt x="592" y="0"/>
                </a:moveTo>
                <a:cubicBezTo>
                  <a:pt x="406" y="0"/>
                  <a:pt x="322" y="157"/>
                  <a:pt x="338" y="298"/>
                </a:cubicBezTo>
                <a:cubicBezTo>
                  <a:pt x="312" y="289"/>
                  <a:pt x="282" y="282"/>
                  <a:pt x="250" y="282"/>
                </a:cubicBezTo>
                <a:cubicBezTo>
                  <a:pt x="79" y="282"/>
                  <a:pt x="1" y="424"/>
                  <a:pt x="12" y="555"/>
                </a:cubicBezTo>
                <a:lnTo>
                  <a:pt x="1188" y="555"/>
                </a:lnTo>
                <a:cubicBezTo>
                  <a:pt x="1187" y="396"/>
                  <a:pt x="1085" y="239"/>
                  <a:pt x="882" y="239"/>
                </a:cubicBezTo>
                <a:cubicBezTo>
                  <a:pt x="871" y="239"/>
                  <a:pt x="859" y="240"/>
                  <a:pt x="848" y="240"/>
                </a:cubicBezTo>
                <a:cubicBezTo>
                  <a:pt x="838" y="117"/>
                  <a:pt x="753" y="0"/>
                  <a:pt x="592" y="0"/>
                </a:cubicBezTo>
                <a:close/>
                <a:moveTo>
                  <a:pt x="1188" y="555"/>
                </a:moveTo>
                <a:lnTo>
                  <a:pt x="1188" y="555"/>
                </a:lnTo>
                <a:cubicBezTo>
                  <a:pt x="1188" y="555"/>
                  <a:pt x="1188" y="555"/>
                  <a:pt x="1188" y="556"/>
                </a:cubicBezTo>
                <a:lnTo>
                  <a:pt x="1188" y="55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8" name="Google Shape;918;p16"/>
          <p:cNvSpPr/>
          <p:nvPr/>
        </p:nvSpPr>
        <p:spPr>
          <a:xfrm>
            <a:off x="3032562" y="4388112"/>
            <a:ext cx="161374" cy="72122"/>
          </a:xfrm>
          <a:custGeom>
            <a:avLst/>
            <a:gdLst/>
            <a:ahLst/>
            <a:cxnLst/>
            <a:rect l="l" t="t" r="r" b="b"/>
            <a:pathLst>
              <a:path w="1479" h="661" extrusionOk="0">
                <a:moveTo>
                  <a:pt x="766" y="1"/>
                </a:moveTo>
                <a:cubicBezTo>
                  <a:pt x="547" y="1"/>
                  <a:pt x="436" y="168"/>
                  <a:pt x="432" y="338"/>
                </a:cubicBezTo>
                <a:cubicBezTo>
                  <a:pt x="398" y="324"/>
                  <a:pt x="358" y="316"/>
                  <a:pt x="315" y="316"/>
                </a:cubicBezTo>
                <a:cubicBezTo>
                  <a:pt x="101" y="316"/>
                  <a:pt x="1" y="495"/>
                  <a:pt x="18" y="661"/>
                </a:cubicBezTo>
                <a:lnTo>
                  <a:pt x="1478" y="661"/>
                </a:lnTo>
                <a:lnTo>
                  <a:pt x="1478" y="660"/>
                </a:lnTo>
                <a:cubicBezTo>
                  <a:pt x="1478" y="432"/>
                  <a:pt x="1302" y="251"/>
                  <a:pt x="1083" y="230"/>
                </a:cubicBezTo>
                <a:cubicBezTo>
                  <a:pt x="1043" y="103"/>
                  <a:pt x="939" y="1"/>
                  <a:pt x="766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9" name="Google Shape;919;p16"/>
          <p:cNvSpPr/>
          <p:nvPr/>
        </p:nvSpPr>
        <p:spPr>
          <a:xfrm>
            <a:off x="3222302" y="4399459"/>
            <a:ext cx="129514" cy="60665"/>
          </a:xfrm>
          <a:custGeom>
            <a:avLst/>
            <a:gdLst/>
            <a:ahLst/>
            <a:cxnLst/>
            <a:rect l="l" t="t" r="r" b="b"/>
            <a:pathLst>
              <a:path w="1187" h="556" extrusionOk="0">
                <a:moveTo>
                  <a:pt x="591" y="0"/>
                </a:moveTo>
                <a:cubicBezTo>
                  <a:pt x="405" y="0"/>
                  <a:pt x="321" y="157"/>
                  <a:pt x="337" y="298"/>
                </a:cubicBezTo>
                <a:cubicBezTo>
                  <a:pt x="311" y="289"/>
                  <a:pt x="281" y="282"/>
                  <a:pt x="249" y="282"/>
                </a:cubicBezTo>
                <a:cubicBezTo>
                  <a:pt x="78" y="282"/>
                  <a:pt x="0" y="424"/>
                  <a:pt x="11" y="555"/>
                </a:cubicBezTo>
                <a:lnTo>
                  <a:pt x="1187" y="555"/>
                </a:lnTo>
                <a:cubicBezTo>
                  <a:pt x="1187" y="396"/>
                  <a:pt x="1084" y="239"/>
                  <a:pt x="881" y="239"/>
                </a:cubicBezTo>
                <a:cubicBezTo>
                  <a:pt x="870" y="239"/>
                  <a:pt x="859" y="240"/>
                  <a:pt x="847" y="240"/>
                </a:cubicBezTo>
                <a:cubicBezTo>
                  <a:pt x="837" y="117"/>
                  <a:pt x="752" y="0"/>
                  <a:pt x="591" y="0"/>
                </a:cubicBezTo>
                <a:close/>
                <a:moveTo>
                  <a:pt x="1187" y="555"/>
                </a:moveTo>
                <a:lnTo>
                  <a:pt x="1187" y="555"/>
                </a:lnTo>
                <a:cubicBezTo>
                  <a:pt x="1187" y="555"/>
                  <a:pt x="1187" y="555"/>
                  <a:pt x="1187" y="556"/>
                </a:cubicBezTo>
                <a:lnTo>
                  <a:pt x="1187" y="555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0" name="Google Shape;920;p16"/>
          <p:cNvSpPr/>
          <p:nvPr/>
        </p:nvSpPr>
        <p:spPr>
          <a:xfrm>
            <a:off x="3389020" y="4388112"/>
            <a:ext cx="161483" cy="72122"/>
          </a:xfrm>
          <a:custGeom>
            <a:avLst/>
            <a:gdLst/>
            <a:ahLst/>
            <a:cxnLst/>
            <a:rect l="l" t="t" r="r" b="b"/>
            <a:pathLst>
              <a:path w="1480" h="661" extrusionOk="0">
                <a:moveTo>
                  <a:pt x="767" y="1"/>
                </a:moveTo>
                <a:cubicBezTo>
                  <a:pt x="548" y="1"/>
                  <a:pt x="437" y="168"/>
                  <a:pt x="432" y="338"/>
                </a:cubicBezTo>
                <a:cubicBezTo>
                  <a:pt x="399" y="324"/>
                  <a:pt x="359" y="316"/>
                  <a:pt x="314" y="316"/>
                </a:cubicBezTo>
                <a:cubicBezTo>
                  <a:pt x="100" y="316"/>
                  <a:pt x="1" y="495"/>
                  <a:pt x="17" y="661"/>
                </a:cubicBezTo>
                <a:lnTo>
                  <a:pt x="1479" y="661"/>
                </a:lnTo>
                <a:lnTo>
                  <a:pt x="1479" y="660"/>
                </a:lnTo>
                <a:cubicBezTo>
                  <a:pt x="1479" y="432"/>
                  <a:pt x="1302" y="251"/>
                  <a:pt x="1084" y="230"/>
                </a:cubicBezTo>
                <a:cubicBezTo>
                  <a:pt x="1044" y="103"/>
                  <a:pt x="939" y="1"/>
                  <a:pt x="76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16"/>
          <p:cNvSpPr/>
          <p:nvPr/>
        </p:nvSpPr>
        <p:spPr>
          <a:xfrm>
            <a:off x="5405681" y="2474224"/>
            <a:ext cx="161155" cy="72122"/>
          </a:xfrm>
          <a:custGeom>
            <a:avLst/>
            <a:gdLst/>
            <a:ahLst/>
            <a:cxnLst/>
            <a:rect l="l" t="t" r="r" b="b"/>
            <a:pathLst>
              <a:path w="1477" h="661" extrusionOk="0">
                <a:moveTo>
                  <a:pt x="765" y="0"/>
                </a:moveTo>
                <a:cubicBezTo>
                  <a:pt x="546" y="0"/>
                  <a:pt x="435" y="168"/>
                  <a:pt x="431" y="338"/>
                </a:cubicBezTo>
                <a:cubicBezTo>
                  <a:pt x="397" y="323"/>
                  <a:pt x="357" y="316"/>
                  <a:pt x="314" y="316"/>
                </a:cubicBezTo>
                <a:cubicBezTo>
                  <a:pt x="100" y="316"/>
                  <a:pt x="1" y="495"/>
                  <a:pt x="17" y="660"/>
                </a:cubicBezTo>
                <a:lnTo>
                  <a:pt x="1477" y="660"/>
                </a:lnTo>
                <a:lnTo>
                  <a:pt x="1477" y="659"/>
                </a:lnTo>
                <a:cubicBezTo>
                  <a:pt x="1477" y="432"/>
                  <a:pt x="1301" y="251"/>
                  <a:pt x="1082" y="229"/>
                </a:cubicBezTo>
                <a:cubicBezTo>
                  <a:pt x="1042" y="102"/>
                  <a:pt x="938" y="0"/>
                  <a:pt x="76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2" name="Google Shape;922;p16"/>
          <p:cNvSpPr/>
          <p:nvPr/>
        </p:nvSpPr>
        <p:spPr>
          <a:xfrm>
            <a:off x="5595421" y="2485462"/>
            <a:ext cx="129623" cy="60774"/>
          </a:xfrm>
          <a:custGeom>
            <a:avLst/>
            <a:gdLst/>
            <a:ahLst/>
            <a:cxnLst/>
            <a:rect l="l" t="t" r="r" b="b"/>
            <a:pathLst>
              <a:path w="1188" h="557" extrusionOk="0">
                <a:moveTo>
                  <a:pt x="591" y="0"/>
                </a:moveTo>
                <a:cubicBezTo>
                  <a:pt x="406" y="0"/>
                  <a:pt x="321" y="157"/>
                  <a:pt x="337" y="299"/>
                </a:cubicBezTo>
                <a:cubicBezTo>
                  <a:pt x="311" y="290"/>
                  <a:pt x="282" y="283"/>
                  <a:pt x="249" y="283"/>
                </a:cubicBezTo>
                <a:cubicBezTo>
                  <a:pt x="79" y="283"/>
                  <a:pt x="1" y="424"/>
                  <a:pt x="12" y="556"/>
                </a:cubicBezTo>
                <a:lnTo>
                  <a:pt x="1188" y="556"/>
                </a:lnTo>
                <a:cubicBezTo>
                  <a:pt x="1188" y="397"/>
                  <a:pt x="1086" y="240"/>
                  <a:pt x="882" y="240"/>
                </a:cubicBezTo>
                <a:cubicBezTo>
                  <a:pt x="871" y="240"/>
                  <a:pt x="858" y="241"/>
                  <a:pt x="847" y="241"/>
                </a:cubicBezTo>
                <a:cubicBezTo>
                  <a:pt x="837" y="117"/>
                  <a:pt x="753" y="0"/>
                  <a:pt x="591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3" name="Google Shape;923;p16"/>
          <p:cNvSpPr/>
          <p:nvPr/>
        </p:nvSpPr>
        <p:spPr>
          <a:xfrm>
            <a:off x="5762358" y="2474224"/>
            <a:ext cx="161265" cy="72122"/>
          </a:xfrm>
          <a:custGeom>
            <a:avLst/>
            <a:gdLst/>
            <a:ahLst/>
            <a:cxnLst/>
            <a:rect l="l" t="t" r="r" b="b"/>
            <a:pathLst>
              <a:path w="1478" h="661" extrusionOk="0">
                <a:moveTo>
                  <a:pt x="765" y="0"/>
                </a:moveTo>
                <a:cubicBezTo>
                  <a:pt x="546" y="0"/>
                  <a:pt x="435" y="168"/>
                  <a:pt x="431" y="338"/>
                </a:cubicBezTo>
                <a:cubicBezTo>
                  <a:pt x="397" y="323"/>
                  <a:pt x="357" y="316"/>
                  <a:pt x="314" y="316"/>
                </a:cubicBezTo>
                <a:cubicBezTo>
                  <a:pt x="100" y="316"/>
                  <a:pt x="1" y="495"/>
                  <a:pt x="17" y="660"/>
                </a:cubicBezTo>
                <a:lnTo>
                  <a:pt x="1477" y="660"/>
                </a:lnTo>
                <a:lnTo>
                  <a:pt x="1477" y="659"/>
                </a:lnTo>
                <a:cubicBezTo>
                  <a:pt x="1477" y="432"/>
                  <a:pt x="1301" y="251"/>
                  <a:pt x="1082" y="229"/>
                </a:cubicBezTo>
                <a:cubicBezTo>
                  <a:pt x="1042" y="102"/>
                  <a:pt x="938" y="0"/>
                  <a:pt x="765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4" name="Google Shape;924;p16"/>
          <p:cNvSpPr/>
          <p:nvPr/>
        </p:nvSpPr>
        <p:spPr>
          <a:xfrm>
            <a:off x="5952207" y="2485462"/>
            <a:ext cx="129514" cy="60774"/>
          </a:xfrm>
          <a:custGeom>
            <a:avLst/>
            <a:gdLst/>
            <a:ahLst/>
            <a:cxnLst/>
            <a:rect l="l" t="t" r="r" b="b"/>
            <a:pathLst>
              <a:path w="1187" h="557" extrusionOk="0">
                <a:moveTo>
                  <a:pt x="590" y="0"/>
                </a:moveTo>
                <a:cubicBezTo>
                  <a:pt x="405" y="0"/>
                  <a:pt x="320" y="157"/>
                  <a:pt x="336" y="299"/>
                </a:cubicBezTo>
                <a:cubicBezTo>
                  <a:pt x="310" y="290"/>
                  <a:pt x="281" y="283"/>
                  <a:pt x="248" y="283"/>
                </a:cubicBezTo>
                <a:cubicBezTo>
                  <a:pt x="78" y="283"/>
                  <a:pt x="0" y="424"/>
                  <a:pt x="11" y="556"/>
                </a:cubicBezTo>
                <a:lnTo>
                  <a:pt x="1187" y="556"/>
                </a:lnTo>
                <a:cubicBezTo>
                  <a:pt x="1187" y="397"/>
                  <a:pt x="1085" y="240"/>
                  <a:pt x="881" y="240"/>
                </a:cubicBezTo>
                <a:cubicBezTo>
                  <a:pt x="870" y="240"/>
                  <a:pt x="857" y="241"/>
                  <a:pt x="846" y="241"/>
                </a:cubicBezTo>
                <a:cubicBezTo>
                  <a:pt x="836" y="117"/>
                  <a:pt x="752" y="0"/>
                  <a:pt x="590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5" name="Google Shape;925;p16"/>
          <p:cNvSpPr/>
          <p:nvPr/>
        </p:nvSpPr>
        <p:spPr>
          <a:xfrm>
            <a:off x="6118817" y="2474224"/>
            <a:ext cx="161483" cy="72122"/>
          </a:xfrm>
          <a:custGeom>
            <a:avLst/>
            <a:gdLst/>
            <a:ahLst/>
            <a:cxnLst/>
            <a:rect l="l" t="t" r="r" b="b"/>
            <a:pathLst>
              <a:path w="1480" h="661" extrusionOk="0">
                <a:moveTo>
                  <a:pt x="767" y="0"/>
                </a:moveTo>
                <a:cubicBezTo>
                  <a:pt x="548" y="0"/>
                  <a:pt x="438" y="168"/>
                  <a:pt x="433" y="338"/>
                </a:cubicBezTo>
                <a:cubicBezTo>
                  <a:pt x="399" y="323"/>
                  <a:pt x="359" y="316"/>
                  <a:pt x="315" y="316"/>
                </a:cubicBezTo>
                <a:cubicBezTo>
                  <a:pt x="101" y="316"/>
                  <a:pt x="1" y="495"/>
                  <a:pt x="18" y="660"/>
                </a:cubicBezTo>
                <a:lnTo>
                  <a:pt x="1479" y="660"/>
                </a:lnTo>
                <a:lnTo>
                  <a:pt x="1479" y="659"/>
                </a:lnTo>
                <a:cubicBezTo>
                  <a:pt x="1479" y="432"/>
                  <a:pt x="1303" y="251"/>
                  <a:pt x="1084" y="229"/>
                </a:cubicBezTo>
                <a:cubicBezTo>
                  <a:pt x="1044" y="102"/>
                  <a:pt x="940" y="0"/>
                  <a:pt x="767" y="0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6" name="Google Shape;926;p16"/>
          <p:cNvSpPr/>
          <p:nvPr/>
        </p:nvSpPr>
        <p:spPr>
          <a:xfrm>
            <a:off x="5723624" y="3651733"/>
            <a:ext cx="161374" cy="72122"/>
          </a:xfrm>
          <a:custGeom>
            <a:avLst/>
            <a:gdLst/>
            <a:ahLst/>
            <a:cxnLst/>
            <a:rect l="l" t="t" r="r" b="b"/>
            <a:pathLst>
              <a:path w="1479" h="661" extrusionOk="0">
                <a:moveTo>
                  <a:pt x="766" y="1"/>
                </a:moveTo>
                <a:cubicBezTo>
                  <a:pt x="547" y="1"/>
                  <a:pt x="435" y="168"/>
                  <a:pt x="432" y="338"/>
                </a:cubicBezTo>
                <a:cubicBezTo>
                  <a:pt x="398" y="324"/>
                  <a:pt x="358" y="316"/>
                  <a:pt x="315" y="316"/>
                </a:cubicBezTo>
                <a:cubicBezTo>
                  <a:pt x="101" y="316"/>
                  <a:pt x="1" y="495"/>
                  <a:pt x="18" y="661"/>
                </a:cubicBezTo>
                <a:lnTo>
                  <a:pt x="1478" y="661"/>
                </a:lnTo>
                <a:lnTo>
                  <a:pt x="1478" y="659"/>
                </a:lnTo>
                <a:cubicBezTo>
                  <a:pt x="1478" y="433"/>
                  <a:pt x="1302" y="251"/>
                  <a:pt x="1083" y="229"/>
                </a:cubicBezTo>
                <a:cubicBezTo>
                  <a:pt x="1043" y="103"/>
                  <a:pt x="939" y="1"/>
                  <a:pt x="76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7" name="Google Shape;927;p16"/>
          <p:cNvSpPr/>
          <p:nvPr/>
        </p:nvSpPr>
        <p:spPr>
          <a:xfrm>
            <a:off x="5913474" y="3663080"/>
            <a:ext cx="129514" cy="60556"/>
          </a:xfrm>
          <a:custGeom>
            <a:avLst/>
            <a:gdLst/>
            <a:ahLst/>
            <a:cxnLst/>
            <a:rect l="l" t="t" r="r" b="b"/>
            <a:pathLst>
              <a:path w="1187" h="555" extrusionOk="0">
                <a:moveTo>
                  <a:pt x="591" y="0"/>
                </a:moveTo>
                <a:cubicBezTo>
                  <a:pt x="406" y="0"/>
                  <a:pt x="321" y="156"/>
                  <a:pt x="337" y="298"/>
                </a:cubicBezTo>
                <a:cubicBezTo>
                  <a:pt x="311" y="289"/>
                  <a:pt x="281" y="282"/>
                  <a:pt x="249" y="282"/>
                </a:cubicBezTo>
                <a:cubicBezTo>
                  <a:pt x="79" y="282"/>
                  <a:pt x="0" y="424"/>
                  <a:pt x="12" y="555"/>
                </a:cubicBezTo>
                <a:lnTo>
                  <a:pt x="1187" y="555"/>
                </a:lnTo>
                <a:cubicBezTo>
                  <a:pt x="1187" y="396"/>
                  <a:pt x="1085" y="240"/>
                  <a:pt x="882" y="240"/>
                </a:cubicBezTo>
                <a:cubicBezTo>
                  <a:pt x="870" y="240"/>
                  <a:pt x="858" y="241"/>
                  <a:pt x="847" y="241"/>
                </a:cubicBezTo>
                <a:cubicBezTo>
                  <a:pt x="837" y="117"/>
                  <a:pt x="752" y="0"/>
                  <a:pt x="591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8" name="Google Shape;928;p16"/>
          <p:cNvSpPr/>
          <p:nvPr/>
        </p:nvSpPr>
        <p:spPr>
          <a:xfrm>
            <a:off x="6080301" y="3651733"/>
            <a:ext cx="161374" cy="72122"/>
          </a:xfrm>
          <a:custGeom>
            <a:avLst/>
            <a:gdLst/>
            <a:ahLst/>
            <a:cxnLst/>
            <a:rect l="l" t="t" r="r" b="b"/>
            <a:pathLst>
              <a:path w="1479" h="661" extrusionOk="0">
                <a:moveTo>
                  <a:pt x="766" y="1"/>
                </a:moveTo>
                <a:cubicBezTo>
                  <a:pt x="547" y="1"/>
                  <a:pt x="436" y="168"/>
                  <a:pt x="432" y="338"/>
                </a:cubicBezTo>
                <a:cubicBezTo>
                  <a:pt x="398" y="324"/>
                  <a:pt x="358" y="316"/>
                  <a:pt x="315" y="316"/>
                </a:cubicBezTo>
                <a:cubicBezTo>
                  <a:pt x="101" y="316"/>
                  <a:pt x="1" y="495"/>
                  <a:pt x="18" y="661"/>
                </a:cubicBezTo>
                <a:lnTo>
                  <a:pt x="1478" y="661"/>
                </a:lnTo>
                <a:lnTo>
                  <a:pt x="1478" y="659"/>
                </a:lnTo>
                <a:cubicBezTo>
                  <a:pt x="1478" y="433"/>
                  <a:pt x="1302" y="251"/>
                  <a:pt x="1083" y="229"/>
                </a:cubicBezTo>
                <a:cubicBezTo>
                  <a:pt x="1043" y="103"/>
                  <a:pt x="939" y="1"/>
                  <a:pt x="766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9" name="Google Shape;929;p16"/>
          <p:cNvSpPr/>
          <p:nvPr/>
        </p:nvSpPr>
        <p:spPr>
          <a:xfrm>
            <a:off x="3027324" y="2914698"/>
            <a:ext cx="161483" cy="72122"/>
          </a:xfrm>
          <a:custGeom>
            <a:avLst/>
            <a:gdLst/>
            <a:ahLst/>
            <a:cxnLst/>
            <a:rect l="l" t="t" r="r" b="b"/>
            <a:pathLst>
              <a:path w="1480" h="661" extrusionOk="0">
                <a:moveTo>
                  <a:pt x="767" y="1"/>
                </a:moveTo>
                <a:cubicBezTo>
                  <a:pt x="548" y="1"/>
                  <a:pt x="436" y="168"/>
                  <a:pt x="432" y="338"/>
                </a:cubicBezTo>
                <a:cubicBezTo>
                  <a:pt x="399" y="325"/>
                  <a:pt x="359" y="317"/>
                  <a:pt x="314" y="317"/>
                </a:cubicBezTo>
                <a:cubicBezTo>
                  <a:pt x="100" y="317"/>
                  <a:pt x="1" y="496"/>
                  <a:pt x="17" y="661"/>
                </a:cubicBezTo>
                <a:lnTo>
                  <a:pt x="1479" y="661"/>
                </a:lnTo>
                <a:lnTo>
                  <a:pt x="1479" y="660"/>
                </a:lnTo>
                <a:cubicBezTo>
                  <a:pt x="1479" y="433"/>
                  <a:pt x="1302" y="251"/>
                  <a:pt x="1084" y="230"/>
                </a:cubicBezTo>
                <a:cubicBezTo>
                  <a:pt x="1044" y="103"/>
                  <a:pt x="939" y="1"/>
                  <a:pt x="767" y="1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0" name="Google Shape;930;p16"/>
          <p:cNvSpPr/>
          <p:nvPr/>
        </p:nvSpPr>
        <p:spPr>
          <a:xfrm>
            <a:off x="3708164" y="3669626"/>
            <a:ext cx="356026" cy="162247"/>
          </a:xfrm>
          <a:custGeom>
            <a:avLst/>
            <a:gdLst/>
            <a:ahLst/>
            <a:cxnLst/>
            <a:rect l="l" t="t" r="r" b="b"/>
            <a:pathLst>
              <a:path w="3263" h="1487" extrusionOk="0">
                <a:moveTo>
                  <a:pt x="1062" y="0"/>
                </a:moveTo>
                <a:cubicBezTo>
                  <a:pt x="810" y="0"/>
                  <a:pt x="620" y="210"/>
                  <a:pt x="620" y="462"/>
                </a:cubicBezTo>
                <a:lnTo>
                  <a:pt x="620" y="579"/>
                </a:lnTo>
                <a:lnTo>
                  <a:pt x="456" y="579"/>
                </a:lnTo>
                <a:cubicBezTo>
                  <a:pt x="207" y="579"/>
                  <a:pt x="6" y="781"/>
                  <a:pt x="1" y="1029"/>
                </a:cubicBezTo>
                <a:lnTo>
                  <a:pt x="1" y="1029"/>
                </a:lnTo>
                <a:cubicBezTo>
                  <a:pt x="1" y="1025"/>
                  <a:pt x="1" y="1022"/>
                  <a:pt x="1" y="1019"/>
                </a:cubicBezTo>
                <a:lnTo>
                  <a:pt x="1" y="1039"/>
                </a:lnTo>
                <a:cubicBezTo>
                  <a:pt x="1" y="1036"/>
                  <a:pt x="1" y="1032"/>
                  <a:pt x="1" y="1029"/>
                </a:cubicBezTo>
                <a:lnTo>
                  <a:pt x="1" y="1029"/>
                </a:lnTo>
                <a:cubicBezTo>
                  <a:pt x="6" y="1276"/>
                  <a:pt x="207" y="1486"/>
                  <a:pt x="456" y="1486"/>
                </a:cubicBezTo>
                <a:lnTo>
                  <a:pt x="2764" y="1486"/>
                </a:lnTo>
                <a:cubicBezTo>
                  <a:pt x="3012" y="1486"/>
                  <a:pt x="3256" y="1275"/>
                  <a:pt x="3263" y="1029"/>
                </a:cubicBezTo>
                <a:lnTo>
                  <a:pt x="3263" y="1029"/>
                </a:lnTo>
                <a:cubicBezTo>
                  <a:pt x="3263" y="1033"/>
                  <a:pt x="3263" y="1036"/>
                  <a:pt x="3263" y="1039"/>
                </a:cubicBezTo>
                <a:lnTo>
                  <a:pt x="3263" y="1019"/>
                </a:lnTo>
                <a:cubicBezTo>
                  <a:pt x="3263" y="1022"/>
                  <a:pt x="3263" y="1026"/>
                  <a:pt x="3263" y="1029"/>
                </a:cubicBezTo>
                <a:lnTo>
                  <a:pt x="3263" y="1029"/>
                </a:lnTo>
                <a:cubicBezTo>
                  <a:pt x="3256" y="783"/>
                  <a:pt x="3011" y="579"/>
                  <a:pt x="2762" y="579"/>
                </a:cubicBezTo>
                <a:lnTo>
                  <a:pt x="2436" y="579"/>
                </a:lnTo>
                <a:lnTo>
                  <a:pt x="2436" y="462"/>
                </a:lnTo>
                <a:cubicBezTo>
                  <a:pt x="2436" y="210"/>
                  <a:pt x="2254" y="0"/>
                  <a:pt x="2003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1" name="Google Shape;931;p16"/>
          <p:cNvSpPr/>
          <p:nvPr/>
        </p:nvSpPr>
        <p:spPr>
          <a:xfrm>
            <a:off x="4040401" y="3760733"/>
            <a:ext cx="20840" cy="47790"/>
          </a:xfrm>
          <a:custGeom>
            <a:avLst/>
            <a:gdLst/>
            <a:ahLst/>
            <a:cxnLst/>
            <a:rect l="l" t="t" r="r" b="b"/>
            <a:pathLst>
              <a:path w="191" h="438" extrusionOk="0">
                <a:moveTo>
                  <a:pt x="140" y="0"/>
                </a:moveTo>
                <a:cubicBezTo>
                  <a:pt x="31" y="68"/>
                  <a:pt x="1" y="171"/>
                  <a:pt x="62" y="339"/>
                </a:cubicBezTo>
                <a:cubicBezTo>
                  <a:pt x="74" y="374"/>
                  <a:pt x="89" y="407"/>
                  <a:pt x="107" y="437"/>
                </a:cubicBezTo>
                <a:cubicBezTo>
                  <a:pt x="157" y="368"/>
                  <a:pt x="187" y="283"/>
                  <a:pt x="190" y="194"/>
                </a:cubicBezTo>
                <a:cubicBezTo>
                  <a:pt x="189" y="124"/>
                  <a:pt x="171" y="59"/>
                  <a:pt x="140" y="0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2" name="Google Shape;932;p16"/>
          <p:cNvSpPr/>
          <p:nvPr/>
        </p:nvSpPr>
        <p:spPr>
          <a:xfrm>
            <a:off x="3806471" y="3694831"/>
            <a:ext cx="139770" cy="39825"/>
          </a:xfrm>
          <a:custGeom>
            <a:avLst/>
            <a:gdLst/>
            <a:ahLst/>
            <a:cxnLst/>
            <a:rect l="l" t="t" r="r" b="b"/>
            <a:pathLst>
              <a:path w="1281" h="365" extrusionOk="0">
                <a:moveTo>
                  <a:pt x="3" y="1"/>
                </a:moveTo>
                <a:cubicBezTo>
                  <a:pt x="1" y="1"/>
                  <a:pt x="0" y="2"/>
                  <a:pt x="0" y="5"/>
                </a:cubicBezTo>
                <a:lnTo>
                  <a:pt x="0" y="365"/>
                </a:lnTo>
                <a:lnTo>
                  <a:pt x="1280" y="365"/>
                </a:lnTo>
                <a:lnTo>
                  <a:pt x="1280" y="5"/>
                </a:lnTo>
                <a:cubicBezTo>
                  <a:pt x="1280" y="2"/>
                  <a:pt x="1279" y="1"/>
                  <a:pt x="1276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3" name="Google Shape;933;p16"/>
          <p:cNvSpPr/>
          <p:nvPr/>
        </p:nvSpPr>
        <p:spPr>
          <a:xfrm>
            <a:off x="3760100" y="3774262"/>
            <a:ext cx="87724" cy="87724"/>
          </a:xfrm>
          <a:custGeom>
            <a:avLst/>
            <a:gdLst/>
            <a:ahLst/>
            <a:cxnLst/>
            <a:rect l="l" t="t" r="r" b="b"/>
            <a:pathLst>
              <a:path w="804" h="804" extrusionOk="0">
                <a:moveTo>
                  <a:pt x="402" y="0"/>
                </a:moveTo>
                <a:cubicBezTo>
                  <a:pt x="180" y="0"/>
                  <a:pt x="1" y="180"/>
                  <a:pt x="1" y="402"/>
                </a:cubicBezTo>
                <a:cubicBezTo>
                  <a:pt x="1" y="623"/>
                  <a:pt x="180" y="803"/>
                  <a:pt x="402" y="803"/>
                </a:cubicBezTo>
                <a:cubicBezTo>
                  <a:pt x="625" y="803"/>
                  <a:pt x="804" y="623"/>
                  <a:pt x="804" y="402"/>
                </a:cubicBezTo>
                <a:cubicBezTo>
                  <a:pt x="804" y="179"/>
                  <a:pt x="625" y="0"/>
                  <a:pt x="402" y="0"/>
                </a:cubicBezTo>
                <a:close/>
              </a:path>
            </a:pathLst>
          </a:custGeom>
          <a:solidFill>
            <a:srgbClr val="FFC8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4" name="Google Shape;934;p16"/>
          <p:cNvSpPr/>
          <p:nvPr/>
        </p:nvSpPr>
        <p:spPr>
          <a:xfrm>
            <a:off x="3779194" y="3793575"/>
            <a:ext cx="49209" cy="49209"/>
          </a:xfrm>
          <a:custGeom>
            <a:avLst/>
            <a:gdLst/>
            <a:ahLst/>
            <a:cxnLst/>
            <a:rect l="l" t="t" r="r" b="b"/>
            <a:pathLst>
              <a:path w="451" h="451" extrusionOk="0">
                <a:moveTo>
                  <a:pt x="226" y="0"/>
                </a:moveTo>
                <a:cubicBezTo>
                  <a:pt x="102" y="0"/>
                  <a:pt x="1" y="100"/>
                  <a:pt x="1" y="225"/>
                </a:cubicBezTo>
                <a:cubicBezTo>
                  <a:pt x="1" y="349"/>
                  <a:pt x="102" y="450"/>
                  <a:pt x="226" y="450"/>
                </a:cubicBezTo>
                <a:cubicBezTo>
                  <a:pt x="350" y="450"/>
                  <a:pt x="451" y="350"/>
                  <a:pt x="451" y="225"/>
                </a:cubicBezTo>
                <a:cubicBezTo>
                  <a:pt x="451" y="100"/>
                  <a:pt x="350" y="0"/>
                  <a:pt x="226" y="0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5" name="Google Shape;935;p16"/>
          <p:cNvSpPr/>
          <p:nvPr/>
        </p:nvSpPr>
        <p:spPr>
          <a:xfrm>
            <a:off x="3907833" y="3774262"/>
            <a:ext cx="87724" cy="87724"/>
          </a:xfrm>
          <a:custGeom>
            <a:avLst/>
            <a:gdLst/>
            <a:ahLst/>
            <a:cxnLst/>
            <a:rect l="l" t="t" r="r" b="b"/>
            <a:pathLst>
              <a:path w="804" h="804" extrusionOk="0">
                <a:moveTo>
                  <a:pt x="403" y="0"/>
                </a:moveTo>
                <a:cubicBezTo>
                  <a:pt x="180" y="0"/>
                  <a:pt x="0" y="180"/>
                  <a:pt x="0" y="402"/>
                </a:cubicBezTo>
                <a:cubicBezTo>
                  <a:pt x="0" y="623"/>
                  <a:pt x="180" y="803"/>
                  <a:pt x="403" y="803"/>
                </a:cubicBezTo>
                <a:cubicBezTo>
                  <a:pt x="625" y="803"/>
                  <a:pt x="804" y="623"/>
                  <a:pt x="804" y="402"/>
                </a:cubicBezTo>
                <a:cubicBezTo>
                  <a:pt x="804" y="179"/>
                  <a:pt x="625" y="0"/>
                  <a:pt x="403" y="0"/>
                </a:cubicBezTo>
                <a:close/>
              </a:path>
            </a:pathLst>
          </a:custGeom>
          <a:solidFill>
            <a:srgbClr val="FFC8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6" name="Google Shape;936;p16"/>
          <p:cNvSpPr/>
          <p:nvPr/>
        </p:nvSpPr>
        <p:spPr>
          <a:xfrm>
            <a:off x="3927037" y="3793575"/>
            <a:ext cx="49209" cy="49209"/>
          </a:xfrm>
          <a:custGeom>
            <a:avLst/>
            <a:gdLst/>
            <a:ahLst/>
            <a:cxnLst/>
            <a:rect l="l" t="t" r="r" b="b"/>
            <a:pathLst>
              <a:path w="451" h="451" extrusionOk="0">
                <a:moveTo>
                  <a:pt x="226" y="0"/>
                </a:moveTo>
                <a:cubicBezTo>
                  <a:pt x="101" y="0"/>
                  <a:pt x="0" y="100"/>
                  <a:pt x="0" y="225"/>
                </a:cubicBezTo>
                <a:cubicBezTo>
                  <a:pt x="0" y="349"/>
                  <a:pt x="101" y="450"/>
                  <a:pt x="226" y="450"/>
                </a:cubicBezTo>
                <a:cubicBezTo>
                  <a:pt x="349" y="450"/>
                  <a:pt x="451" y="350"/>
                  <a:pt x="451" y="225"/>
                </a:cubicBezTo>
                <a:cubicBezTo>
                  <a:pt x="451" y="100"/>
                  <a:pt x="349" y="0"/>
                  <a:pt x="226" y="0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7" name="Google Shape;937;p16"/>
          <p:cNvSpPr/>
          <p:nvPr/>
        </p:nvSpPr>
        <p:spPr>
          <a:xfrm>
            <a:off x="5136182" y="3020753"/>
            <a:ext cx="356135" cy="162356"/>
          </a:xfrm>
          <a:custGeom>
            <a:avLst/>
            <a:gdLst/>
            <a:ahLst/>
            <a:cxnLst/>
            <a:rect l="l" t="t" r="r" b="b"/>
            <a:pathLst>
              <a:path w="3264" h="1488" extrusionOk="0">
                <a:moveTo>
                  <a:pt x="1" y="1019"/>
                </a:moveTo>
                <a:lnTo>
                  <a:pt x="1" y="1039"/>
                </a:lnTo>
                <a:cubicBezTo>
                  <a:pt x="1" y="1036"/>
                  <a:pt x="1" y="1033"/>
                  <a:pt x="1" y="1030"/>
                </a:cubicBezTo>
                <a:lnTo>
                  <a:pt x="1" y="1030"/>
                </a:lnTo>
                <a:cubicBezTo>
                  <a:pt x="1" y="1026"/>
                  <a:pt x="1" y="1022"/>
                  <a:pt x="1" y="1019"/>
                </a:cubicBezTo>
                <a:close/>
                <a:moveTo>
                  <a:pt x="1260" y="1"/>
                </a:moveTo>
                <a:cubicBezTo>
                  <a:pt x="1009" y="1"/>
                  <a:pt x="828" y="210"/>
                  <a:pt x="828" y="463"/>
                </a:cubicBezTo>
                <a:lnTo>
                  <a:pt x="828" y="579"/>
                </a:lnTo>
                <a:lnTo>
                  <a:pt x="502" y="579"/>
                </a:lnTo>
                <a:cubicBezTo>
                  <a:pt x="254" y="579"/>
                  <a:pt x="8" y="782"/>
                  <a:pt x="1" y="1030"/>
                </a:cubicBezTo>
                <a:lnTo>
                  <a:pt x="1" y="1030"/>
                </a:lnTo>
                <a:cubicBezTo>
                  <a:pt x="8" y="1276"/>
                  <a:pt x="252" y="1487"/>
                  <a:pt x="501" y="1487"/>
                </a:cubicBezTo>
                <a:lnTo>
                  <a:pt x="2808" y="1487"/>
                </a:lnTo>
                <a:cubicBezTo>
                  <a:pt x="3056" y="1487"/>
                  <a:pt x="3258" y="1277"/>
                  <a:pt x="3263" y="1029"/>
                </a:cubicBezTo>
                <a:lnTo>
                  <a:pt x="3263" y="1029"/>
                </a:lnTo>
                <a:cubicBezTo>
                  <a:pt x="3263" y="1032"/>
                  <a:pt x="3264" y="1036"/>
                  <a:pt x="3264" y="1039"/>
                </a:cubicBezTo>
                <a:lnTo>
                  <a:pt x="3264" y="1019"/>
                </a:lnTo>
                <a:cubicBezTo>
                  <a:pt x="3264" y="1022"/>
                  <a:pt x="3263" y="1026"/>
                  <a:pt x="3263" y="1029"/>
                </a:cubicBezTo>
                <a:lnTo>
                  <a:pt x="3263" y="1029"/>
                </a:lnTo>
                <a:cubicBezTo>
                  <a:pt x="3258" y="782"/>
                  <a:pt x="3056" y="579"/>
                  <a:pt x="2808" y="579"/>
                </a:cubicBezTo>
                <a:lnTo>
                  <a:pt x="2644" y="579"/>
                </a:lnTo>
                <a:lnTo>
                  <a:pt x="2644" y="463"/>
                </a:lnTo>
                <a:cubicBezTo>
                  <a:pt x="2644" y="210"/>
                  <a:pt x="2453" y="1"/>
                  <a:pt x="2201" y="1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8" name="Google Shape;938;p16"/>
          <p:cNvSpPr/>
          <p:nvPr/>
        </p:nvSpPr>
        <p:spPr>
          <a:xfrm>
            <a:off x="5139455" y="3111968"/>
            <a:ext cx="20622" cy="47790"/>
          </a:xfrm>
          <a:custGeom>
            <a:avLst/>
            <a:gdLst/>
            <a:ahLst/>
            <a:cxnLst/>
            <a:rect l="l" t="t" r="r" b="b"/>
            <a:pathLst>
              <a:path w="189" h="438" extrusionOk="0">
                <a:moveTo>
                  <a:pt x="49" y="1"/>
                </a:moveTo>
                <a:cubicBezTo>
                  <a:pt x="19" y="59"/>
                  <a:pt x="1" y="124"/>
                  <a:pt x="0" y="193"/>
                </a:cubicBezTo>
                <a:cubicBezTo>
                  <a:pt x="2" y="283"/>
                  <a:pt x="33" y="367"/>
                  <a:pt x="83" y="438"/>
                </a:cubicBezTo>
                <a:cubicBezTo>
                  <a:pt x="99" y="406"/>
                  <a:pt x="116" y="374"/>
                  <a:pt x="128" y="339"/>
                </a:cubicBezTo>
                <a:cubicBezTo>
                  <a:pt x="189" y="171"/>
                  <a:pt x="160" y="68"/>
                  <a:pt x="49" y="1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16"/>
          <p:cNvSpPr/>
          <p:nvPr/>
        </p:nvSpPr>
        <p:spPr>
          <a:xfrm>
            <a:off x="5254238" y="3046066"/>
            <a:ext cx="139879" cy="39934"/>
          </a:xfrm>
          <a:custGeom>
            <a:avLst/>
            <a:gdLst/>
            <a:ahLst/>
            <a:cxnLst/>
            <a:rect l="l" t="t" r="r" b="b"/>
            <a:pathLst>
              <a:path w="1282" h="366" extrusionOk="0">
                <a:moveTo>
                  <a:pt x="4" y="1"/>
                </a:moveTo>
                <a:cubicBezTo>
                  <a:pt x="2" y="1"/>
                  <a:pt x="0" y="2"/>
                  <a:pt x="0" y="4"/>
                </a:cubicBezTo>
                <a:lnTo>
                  <a:pt x="0" y="365"/>
                </a:lnTo>
                <a:lnTo>
                  <a:pt x="1281" y="365"/>
                </a:lnTo>
                <a:lnTo>
                  <a:pt x="1281" y="4"/>
                </a:lnTo>
                <a:cubicBezTo>
                  <a:pt x="1281" y="2"/>
                  <a:pt x="1279" y="1"/>
                  <a:pt x="1277" y="1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16"/>
          <p:cNvSpPr/>
          <p:nvPr/>
        </p:nvSpPr>
        <p:spPr>
          <a:xfrm>
            <a:off x="5352763" y="3125498"/>
            <a:ext cx="87724" cy="87724"/>
          </a:xfrm>
          <a:custGeom>
            <a:avLst/>
            <a:gdLst/>
            <a:ahLst/>
            <a:cxnLst/>
            <a:rect l="l" t="t" r="r" b="b"/>
            <a:pathLst>
              <a:path w="804" h="804" extrusionOk="0">
                <a:moveTo>
                  <a:pt x="402" y="0"/>
                </a:moveTo>
                <a:cubicBezTo>
                  <a:pt x="181" y="0"/>
                  <a:pt x="1" y="179"/>
                  <a:pt x="1" y="402"/>
                </a:cubicBezTo>
                <a:cubicBezTo>
                  <a:pt x="1" y="624"/>
                  <a:pt x="180" y="804"/>
                  <a:pt x="402" y="804"/>
                </a:cubicBezTo>
                <a:cubicBezTo>
                  <a:pt x="624" y="803"/>
                  <a:pt x="804" y="624"/>
                  <a:pt x="804" y="402"/>
                </a:cubicBezTo>
                <a:cubicBezTo>
                  <a:pt x="804" y="181"/>
                  <a:pt x="625" y="0"/>
                  <a:pt x="402" y="0"/>
                </a:cubicBezTo>
                <a:close/>
              </a:path>
            </a:pathLst>
          </a:custGeom>
          <a:solidFill>
            <a:srgbClr val="FFC8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1" name="Google Shape;941;p16"/>
          <p:cNvSpPr/>
          <p:nvPr/>
        </p:nvSpPr>
        <p:spPr>
          <a:xfrm>
            <a:off x="5371966" y="3144701"/>
            <a:ext cx="49209" cy="49209"/>
          </a:xfrm>
          <a:custGeom>
            <a:avLst/>
            <a:gdLst/>
            <a:ahLst/>
            <a:cxnLst/>
            <a:rect l="l" t="t" r="r" b="b"/>
            <a:pathLst>
              <a:path w="451" h="451" extrusionOk="0">
                <a:moveTo>
                  <a:pt x="226" y="0"/>
                </a:moveTo>
                <a:cubicBezTo>
                  <a:pt x="102" y="0"/>
                  <a:pt x="1" y="102"/>
                  <a:pt x="1" y="226"/>
                </a:cubicBezTo>
                <a:cubicBezTo>
                  <a:pt x="1" y="351"/>
                  <a:pt x="102" y="451"/>
                  <a:pt x="226" y="451"/>
                </a:cubicBezTo>
                <a:cubicBezTo>
                  <a:pt x="350" y="451"/>
                  <a:pt x="451" y="350"/>
                  <a:pt x="451" y="226"/>
                </a:cubicBezTo>
                <a:cubicBezTo>
                  <a:pt x="451" y="102"/>
                  <a:pt x="350" y="0"/>
                  <a:pt x="226" y="0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2" name="Google Shape;942;p16"/>
          <p:cNvSpPr/>
          <p:nvPr/>
        </p:nvSpPr>
        <p:spPr>
          <a:xfrm>
            <a:off x="5204920" y="3125498"/>
            <a:ext cx="87834" cy="87724"/>
          </a:xfrm>
          <a:custGeom>
            <a:avLst/>
            <a:gdLst/>
            <a:ahLst/>
            <a:cxnLst/>
            <a:rect l="l" t="t" r="r" b="b"/>
            <a:pathLst>
              <a:path w="805" h="804" extrusionOk="0">
                <a:moveTo>
                  <a:pt x="403" y="0"/>
                </a:moveTo>
                <a:cubicBezTo>
                  <a:pt x="181" y="0"/>
                  <a:pt x="1" y="179"/>
                  <a:pt x="1" y="402"/>
                </a:cubicBezTo>
                <a:cubicBezTo>
                  <a:pt x="1" y="624"/>
                  <a:pt x="180" y="804"/>
                  <a:pt x="403" y="804"/>
                </a:cubicBezTo>
                <a:cubicBezTo>
                  <a:pt x="624" y="803"/>
                  <a:pt x="804" y="624"/>
                  <a:pt x="804" y="402"/>
                </a:cubicBezTo>
                <a:cubicBezTo>
                  <a:pt x="804" y="181"/>
                  <a:pt x="625" y="0"/>
                  <a:pt x="403" y="0"/>
                </a:cubicBezTo>
                <a:close/>
              </a:path>
            </a:pathLst>
          </a:custGeom>
          <a:solidFill>
            <a:srgbClr val="FFC8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3" name="Google Shape;943;p16"/>
          <p:cNvSpPr/>
          <p:nvPr/>
        </p:nvSpPr>
        <p:spPr>
          <a:xfrm>
            <a:off x="5224342" y="3144701"/>
            <a:ext cx="49318" cy="49209"/>
          </a:xfrm>
          <a:custGeom>
            <a:avLst/>
            <a:gdLst/>
            <a:ahLst/>
            <a:cxnLst/>
            <a:rect l="l" t="t" r="r" b="b"/>
            <a:pathLst>
              <a:path w="452" h="451" extrusionOk="0">
                <a:moveTo>
                  <a:pt x="226" y="0"/>
                </a:moveTo>
                <a:cubicBezTo>
                  <a:pt x="101" y="0"/>
                  <a:pt x="1" y="102"/>
                  <a:pt x="1" y="226"/>
                </a:cubicBezTo>
                <a:cubicBezTo>
                  <a:pt x="1" y="351"/>
                  <a:pt x="101" y="451"/>
                  <a:pt x="226" y="451"/>
                </a:cubicBezTo>
                <a:cubicBezTo>
                  <a:pt x="350" y="451"/>
                  <a:pt x="451" y="350"/>
                  <a:pt x="451" y="226"/>
                </a:cubicBezTo>
                <a:cubicBezTo>
                  <a:pt x="451" y="102"/>
                  <a:pt x="350" y="0"/>
                  <a:pt x="226" y="0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4" name="Google Shape;944;p16"/>
          <p:cNvSpPr/>
          <p:nvPr/>
        </p:nvSpPr>
        <p:spPr>
          <a:xfrm>
            <a:off x="4062441" y="1683617"/>
            <a:ext cx="20731" cy="47790"/>
          </a:xfrm>
          <a:custGeom>
            <a:avLst/>
            <a:gdLst/>
            <a:ahLst/>
            <a:cxnLst/>
            <a:rect l="l" t="t" r="r" b="b"/>
            <a:pathLst>
              <a:path w="190" h="438" extrusionOk="0">
                <a:moveTo>
                  <a:pt x="51" y="1"/>
                </a:moveTo>
                <a:cubicBezTo>
                  <a:pt x="20" y="59"/>
                  <a:pt x="3" y="125"/>
                  <a:pt x="1" y="194"/>
                </a:cubicBezTo>
                <a:cubicBezTo>
                  <a:pt x="4" y="283"/>
                  <a:pt x="34" y="368"/>
                  <a:pt x="84" y="438"/>
                </a:cubicBezTo>
                <a:cubicBezTo>
                  <a:pt x="102" y="406"/>
                  <a:pt x="117" y="374"/>
                  <a:pt x="128" y="340"/>
                </a:cubicBezTo>
                <a:cubicBezTo>
                  <a:pt x="190" y="172"/>
                  <a:pt x="161" y="68"/>
                  <a:pt x="51" y="1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16"/>
          <p:cNvSpPr/>
          <p:nvPr/>
        </p:nvSpPr>
        <p:spPr>
          <a:xfrm>
            <a:off x="4177442" y="1617824"/>
            <a:ext cx="139770" cy="39825"/>
          </a:xfrm>
          <a:custGeom>
            <a:avLst/>
            <a:gdLst/>
            <a:ahLst/>
            <a:cxnLst/>
            <a:rect l="l" t="t" r="r" b="b"/>
            <a:pathLst>
              <a:path w="1281" h="365" extrusionOk="0">
                <a:moveTo>
                  <a:pt x="5" y="0"/>
                </a:moveTo>
                <a:cubicBezTo>
                  <a:pt x="2" y="0"/>
                  <a:pt x="0" y="1"/>
                  <a:pt x="0" y="4"/>
                </a:cubicBezTo>
                <a:lnTo>
                  <a:pt x="0" y="365"/>
                </a:lnTo>
                <a:lnTo>
                  <a:pt x="1280" y="365"/>
                </a:lnTo>
                <a:lnTo>
                  <a:pt x="1280" y="4"/>
                </a:lnTo>
                <a:cubicBezTo>
                  <a:pt x="1280" y="1"/>
                  <a:pt x="1279" y="0"/>
                  <a:pt x="1277" y="0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6" name="Google Shape;946;p16"/>
          <p:cNvSpPr/>
          <p:nvPr/>
        </p:nvSpPr>
        <p:spPr>
          <a:xfrm>
            <a:off x="4275858" y="1697147"/>
            <a:ext cx="87834" cy="87724"/>
          </a:xfrm>
          <a:custGeom>
            <a:avLst/>
            <a:gdLst/>
            <a:ahLst/>
            <a:cxnLst/>
            <a:rect l="l" t="t" r="r" b="b"/>
            <a:pathLst>
              <a:path w="805" h="804" extrusionOk="0">
                <a:moveTo>
                  <a:pt x="402" y="1"/>
                </a:moveTo>
                <a:cubicBezTo>
                  <a:pt x="181" y="1"/>
                  <a:pt x="1" y="181"/>
                  <a:pt x="1" y="403"/>
                </a:cubicBezTo>
                <a:cubicBezTo>
                  <a:pt x="1" y="624"/>
                  <a:pt x="180" y="804"/>
                  <a:pt x="402" y="804"/>
                </a:cubicBezTo>
                <a:cubicBezTo>
                  <a:pt x="625" y="803"/>
                  <a:pt x="804" y="624"/>
                  <a:pt x="804" y="403"/>
                </a:cubicBezTo>
                <a:cubicBezTo>
                  <a:pt x="804" y="181"/>
                  <a:pt x="625" y="1"/>
                  <a:pt x="402" y="1"/>
                </a:cubicBezTo>
                <a:close/>
              </a:path>
            </a:pathLst>
          </a:custGeom>
          <a:solidFill>
            <a:srgbClr val="FFC8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16"/>
          <p:cNvSpPr/>
          <p:nvPr/>
        </p:nvSpPr>
        <p:spPr>
          <a:xfrm>
            <a:off x="4295170" y="1716459"/>
            <a:ext cx="49318" cy="49209"/>
          </a:xfrm>
          <a:custGeom>
            <a:avLst/>
            <a:gdLst/>
            <a:ahLst/>
            <a:cxnLst/>
            <a:rect l="l" t="t" r="r" b="b"/>
            <a:pathLst>
              <a:path w="452" h="451" extrusionOk="0">
                <a:moveTo>
                  <a:pt x="226" y="1"/>
                </a:moveTo>
                <a:cubicBezTo>
                  <a:pt x="102" y="1"/>
                  <a:pt x="1" y="101"/>
                  <a:pt x="1" y="226"/>
                </a:cubicBezTo>
                <a:cubicBezTo>
                  <a:pt x="1" y="350"/>
                  <a:pt x="102" y="451"/>
                  <a:pt x="226" y="451"/>
                </a:cubicBezTo>
                <a:cubicBezTo>
                  <a:pt x="351" y="451"/>
                  <a:pt x="451" y="350"/>
                  <a:pt x="451" y="226"/>
                </a:cubicBezTo>
                <a:cubicBezTo>
                  <a:pt x="451" y="101"/>
                  <a:pt x="351" y="1"/>
                  <a:pt x="226" y="1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8" name="Google Shape;948;p16"/>
          <p:cNvSpPr/>
          <p:nvPr/>
        </p:nvSpPr>
        <p:spPr>
          <a:xfrm>
            <a:off x="4128124" y="1697147"/>
            <a:ext cx="87724" cy="87724"/>
          </a:xfrm>
          <a:custGeom>
            <a:avLst/>
            <a:gdLst/>
            <a:ahLst/>
            <a:cxnLst/>
            <a:rect l="l" t="t" r="r" b="b"/>
            <a:pathLst>
              <a:path w="804" h="804" extrusionOk="0">
                <a:moveTo>
                  <a:pt x="401" y="1"/>
                </a:moveTo>
                <a:cubicBezTo>
                  <a:pt x="179" y="1"/>
                  <a:pt x="0" y="181"/>
                  <a:pt x="0" y="403"/>
                </a:cubicBezTo>
                <a:cubicBezTo>
                  <a:pt x="0" y="624"/>
                  <a:pt x="179" y="804"/>
                  <a:pt x="401" y="804"/>
                </a:cubicBezTo>
                <a:cubicBezTo>
                  <a:pt x="624" y="804"/>
                  <a:pt x="803" y="624"/>
                  <a:pt x="803" y="403"/>
                </a:cubicBezTo>
                <a:cubicBezTo>
                  <a:pt x="803" y="181"/>
                  <a:pt x="624" y="1"/>
                  <a:pt x="401" y="1"/>
                </a:cubicBezTo>
                <a:close/>
              </a:path>
            </a:pathLst>
          </a:custGeom>
          <a:solidFill>
            <a:srgbClr val="FFC89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9" name="Google Shape;949;p16"/>
          <p:cNvSpPr/>
          <p:nvPr/>
        </p:nvSpPr>
        <p:spPr>
          <a:xfrm>
            <a:off x="4147546" y="1716459"/>
            <a:ext cx="49209" cy="49209"/>
          </a:xfrm>
          <a:custGeom>
            <a:avLst/>
            <a:gdLst/>
            <a:ahLst/>
            <a:cxnLst/>
            <a:rect l="l" t="t" r="r" b="b"/>
            <a:pathLst>
              <a:path w="451" h="451" extrusionOk="0">
                <a:moveTo>
                  <a:pt x="225" y="1"/>
                </a:moveTo>
                <a:cubicBezTo>
                  <a:pt x="101" y="1"/>
                  <a:pt x="0" y="101"/>
                  <a:pt x="0" y="226"/>
                </a:cubicBezTo>
                <a:cubicBezTo>
                  <a:pt x="0" y="350"/>
                  <a:pt x="101" y="451"/>
                  <a:pt x="225" y="451"/>
                </a:cubicBezTo>
                <a:cubicBezTo>
                  <a:pt x="349" y="451"/>
                  <a:pt x="450" y="350"/>
                  <a:pt x="450" y="226"/>
                </a:cubicBezTo>
                <a:cubicBezTo>
                  <a:pt x="450" y="101"/>
                  <a:pt x="349" y="1"/>
                  <a:pt x="225" y="1"/>
                </a:cubicBezTo>
                <a:close/>
              </a:path>
            </a:pathLst>
          </a:custGeom>
          <a:solidFill>
            <a:srgbClr val="FCF9E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0" name="Google Shape;950;p16"/>
          <p:cNvSpPr/>
          <p:nvPr/>
        </p:nvSpPr>
        <p:spPr>
          <a:xfrm>
            <a:off x="2933054" y="2475642"/>
            <a:ext cx="31751" cy="31533"/>
          </a:xfrm>
          <a:custGeom>
            <a:avLst/>
            <a:gdLst/>
            <a:ahLst/>
            <a:cxnLst/>
            <a:rect l="l" t="t" r="r" b="b"/>
            <a:pathLst>
              <a:path w="291" h="289" extrusionOk="0">
                <a:moveTo>
                  <a:pt x="5" y="0"/>
                </a:moveTo>
                <a:cubicBezTo>
                  <a:pt x="2" y="0"/>
                  <a:pt x="1" y="1"/>
                  <a:pt x="1" y="4"/>
                </a:cubicBezTo>
                <a:lnTo>
                  <a:pt x="1" y="285"/>
                </a:lnTo>
                <a:cubicBezTo>
                  <a:pt x="1" y="288"/>
                  <a:pt x="2" y="289"/>
                  <a:pt x="5" y="289"/>
                </a:cubicBezTo>
                <a:lnTo>
                  <a:pt x="286" y="289"/>
                </a:lnTo>
                <a:cubicBezTo>
                  <a:pt x="289" y="289"/>
                  <a:pt x="291" y="288"/>
                  <a:pt x="289" y="285"/>
                </a:cubicBezTo>
                <a:lnTo>
                  <a:pt x="289" y="4"/>
                </a:lnTo>
                <a:cubicBezTo>
                  <a:pt x="289" y="1"/>
                  <a:pt x="287" y="0"/>
                  <a:pt x="2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1" name="Google Shape;951;p16"/>
          <p:cNvSpPr/>
          <p:nvPr/>
        </p:nvSpPr>
        <p:spPr>
          <a:xfrm>
            <a:off x="3009649" y="2475751"/>
            <a:ext cx="31751" cy="31424"/>
          </a:xfrm>
          <a:custGeom>
            <a:avLst/>
            <a:gdLst/>
            <a:ahLst/>
            <a:cxnLst/>
            <a:rect l="l" t="t" r="r" b="b"/>
            <a:pathLst>
              <a:path w="291" h="288" extrusionOk="0">
                <a:moveTo>
                  <a:pt x="5" y="0"/>
                </a:moveTo>
                <a:cubicBezTo>
                  <a:pt x="4" y="0"/>
                  <a:pt x="1" y="1"/>
                  <a:pt x="1" y="5"/>
                </a:cubicBezTo>
                <a:lnTo>
                  <a:pt x="1" y="284"/>
                </a:lnTo>
                <a:cubicBezTo>
                  <a:pt x="1" y="286"/>
                  <a:pt x="3" y="288"/>
                  <a:pt x="5" y="288"/>
                </a:cubicBezTo>
                <a:lnTo>
                  <a:pt x="286" y="288"/>
                </a:lnTo>
                <a:cubicBezTo>
                  <a:pt x="289" y="288"/>
                  <a:pt x="290" y="287"/>
                  <a:pt x="289" y="286"/>
                </a:cubicBezTo>
                <a:lnTo>
                  <a:pt x="289" y="5"/>
                </a:lnTo>
                <a:cubicBezTo>
                  <a:pt x="289" y="1"/>
                  <a:pt x="287" y="0"/>
                  <a:pt x="2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16"/>
          <p:cNvSpPr/>
          <p:nvPr/>
        </p:nvSpPr>
        <p:spPr>
          <a:xfrm>
            <a:off x="3086461" y="2475751"/>
            <a:ext cx="31533" cy="31424"/>
          </a:xfrm>
          <a:custGeom>
            <a:avLst/>
            <a:gdLst/>
            <a:ahLst/>
            <a:cxnLst/>
            <a:rect l="l" t="t" r="r" b="b"/>
            <a:pathLst>
              <a:path w="289" h="288" extrusionOk="0">
                <a:moveTo>
                  <a:pt x="5" y="0"/>
                </a:moveTo>
                <a:cubicBezTo>
                  <a:pt x="3" y="0"/>
                  <a:pt x="1" y="1"/>
                  <a:pt x="1" y="5"/>
                </a:cubicBezTo>
                <a:lnTo>
                  <a:pt x="1" y="284"/>
                </a:lnTo>
                <a:cubicBezTo>
                  <a:pt x="1" y="286"/>
                  <a:pt x="2" y="288"/>
                  <a:pt x="5" y="288"/>
                </a:cubicBezTo>
                <a:lnTo>
                  <a:pt x="284" y="288"/>
                </a:lnTo>
                <a:cubicBezTo>
                  <a:pt x="286" y="288"/>
                  <a:pt x="288" y="287"/>
                  <a:pt x="288" y="286"/>
                </a:cubicBezTo>
                <a:lnTo>
                  <a:pt x="288" y="5"/>
                </a:lnTo>
                <a:cubicBezTo>
                  <a:pt x="288" y="1"/>
                  <a:pt x="287" y="0"/>
                  <a:pt x="284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3" name="Google Shape;953;p16"/>
          <p:cNvSpPr/>
          <p:nvPr/>
        </p:nvSpPr>
        <p:spPr>
          <a:xfrm>
            <a:off x="3167420" y="2475751"/>
            <a:ext cx="31642" cy="31424"/>
          </a:xfrm>
          <a:custGeom>
            <a:avLst/>
            <a:gdLst/>
            <a:ahLst/>
            <a:cxnLst/>
            <a:rect l="l" t="t" r="r" b="b"/>
            <a:pathLst>
              <a:path w="290" h="288" extrusionOk="0">
                <a:moveTo>
                  <a:pt x="5" y="0"/>
                </a:moveTo>
                <a:cubicBezTo>
                  <a:pt x="3" y="0"/>
                  <a:pt x="1" y="1"/>
                  <a:pt x="1" y="5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6" y="288"/>
                </a:lnTo>
                <a:cubicBezTo>
                  <a:pt x="288" y="288"/>
                  <a:pt x="289" y="287"/>
                  <a:pt x="289" y="286"/>
                </a:cubicBezTo>
                <a:lnTo>
                  <a:pt x="289" y="5"/>
                </a:lnTo>
                <a:cubicBezTo>
                  <a:pt x="289" y="1"/>
                  <a:pt x="288" y="0"/>
                  <a:pt x="2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4" name="Google Shape;954;p16"/>
          <p:cNvSpPr/>
          <p:nvPr/>
        </p:nvSpPr>
        <p:spPr>
          <a:xfrm>
            <a:off x="3244015" y="2475751"/>
            <a:ext cx="31751" cy="31424"/>
          </a:xfrm>
          <a:custGeom>
            <a:avLst/>
            <a:gdLst/>
            <a:ahLst/>
            <a:cxnLst/>
            <a:rect l="l" t="t" r="r" b="b"/>
            <a:pathLst>
              <a:path w="291" h="288" extrusionOk="0">
                <a:moveTo>
                  <a:pt x="5" y="0"/>
                </a:moveTo>
                <a:cubicBezTo>
                  <a:pt x="4" y="0"/>
                  <a:pt x="1" y="1"/>
                  <a:pt x="1" y="5"/>
                </a:cubicBezTo>
                <a:lnTo>
                  <a:pt x="1" y="284"/>
                </a:lnTo>
                <a:cubicBezTo>
                  <a:pt x="1" y="287"/>
                  <a:pt x="2" y="288"/>
                  <a:pt x="5" y="288"/>
                </a:cubicBezTo>
                <a:lnTo>
                  <a:pt x="286" y="288"/>
                </a:lnTo>
                <a:cubicBezTo>
                  <a:pt x="287" y="288"/>
                  <a:pt x="290" y="287"/>
                  <a:pt x="288" y="284"/>
                </a:cubicBezTo>
                <a:lnTo>
                  <a:pt x="288" y="5"/>
                </a:lnTo>
                <a:cubicBezTo>
                  <a:pt x="288" y="3"/>
                  <a:pt x="287" y="0"/>
                  <a:pt x="28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5" name="Google Shape;955;p16"/>
          <p:cNvSpPr/>
          <p:nvPr/>
        </p:nvSpPr>
        <p:spPr>
          <a:xfrm>
            <a:off x="3320609" y="2475751"/>
            <a:ext cx="31751" cy="31424"/>
          </a:xfrm>
          <a:custGeom>
            <a:avLst/>
            <a:gdLst/>
            <a:ahLst/>
            <a:cxnLst/>
            <a:rect l="l" t="t" r="r" b="b"/>
            <a:pathLst>
              <a:path w="291" h="288" extrusionOk="0">
                <a:moveTo>
                  <a:pt x="5" y="0"/>
                </a:moveTo>
                <a:cubicBezTo>
                  <a:pt x="4" y="0"/>
                  <a:pt x="0" y="1"/>
                  <a:pt x="0" y="5"/>
                </a:cubicBezTo>
                <a:lnTo>
                  <a:pt x="0" y="284"/>
                </a:lnTo>
                <a:cubicBezTo>
                  <a:pt x="0" y="287"/>
                  <a:pt x="2" y="288"/>
                  <a:pt x="5" y="288"/>
                </a:cubicBezTo>
                <a:lnTo>
                  <a:pt x="286" y="288"/>
                </a:lnTo>
                <a:cubicBezTo>
                  <a:pt x="287" y="288"/>
                  <a:pt x="290" y="287"/>
                  <a:pt x="290" y="286"/>
                </a:cubicBezTo>
                <a:lnTo>
                  <a:pt x="290" y="5"/>
                </a:lnTo>
                <a:cubicBezTo>
                  <a:pt x="290" y="1"/>
                  <a:pt x="289" y="0"/>
                  <a:pt x="286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6" name="Google Shape;956;p16"/>
          <p:cNvSpPr/>
          <p:nvPr/>
        </p:nvSpPr>
        <p:spPr>
          <a:xfrm>
            <a:off x="2933272" y="2547873"/>
            <a:ext cx="31533" cy="31424"/>
          </a:xfrm>
          <a:custGeom>
            <a:avLst/>
            <a:gdLst/>
            <a:ahLst/>
            <a:cxnLst/>
            <a:rect l="l" t="t" r="r" b="b"/>
            <a:pathLst>
              <a:path w="289" h="288" extrusionOk="0">
                <a:moveTo>
                  <a:pt x="4" y="0"/>
                </a:moveTo>
                <a:cubicBezTo>
                  <a:pt x="2" y="0"/>
                  <a:pt x="0" y="1"/>
                  <a:pt x="0" y="5"/>
                </a:cubicBezTo>
                <a:lnTo>
                  <a:pt x="0" y="285"/>
                </a:lnTo>
                <a:cubicBezTo>
                  <a:pt x="0" y="287"/>
                  <a:pt x="2" y="288"/>
                  <a:pt x="4" y="288"/>
                </a:cubicBezTo>
                <a:lnTo>
                  <a:pt x="284" y="288"/>
                </a:lnTo>
                <a:cubicBezTo>
                  <a:pt x="287" y="288"/>
                  <a:pt x="289" y="286"/>
                  <a:pt x="289" y="285"/>
                </a:cubicBezTo>
                <a:lnTo>
                  <a:pt x="289" y="5"/>
                </a:lnTo>
                <a:cubicBezTo>
                  <a:pt x="289" y="1"/>
                  <a:pt x="287" y="0"/>
                  <a:pt x="28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7" name="Google Shape;957;p16"/>
          <p:cNvSpPr/>
          <p:nvPr/>
        </p:nvSpPr>
        <p:spPr>
          <a:xfrm>
            <a:off x="3009867" y="2547873"/>
            <a:ext cx="31533" cy="31424"/>
          </a:xfrm>
          <a:custGeom>
            <a:avLst/>
            <a:gdLst/>
            <a:ahLst/>
            <a:cxnLst/>
            <a:rect l="l" t="t" r="r" b="b"/>
            <a:pathLst>
              <a:path w="289" h="288" extrusionOk="0">
                <a:moveTo>
                  <a:pt x="4" y="0"/>
                </a:moveTo>
                <a:cubicBezTo>
                  <a:pt x="2" y="0"/>
                  <a:pt x="1" y="1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4" y="288"/>
                </a:cubicBezTo>
                <a:lnTo>
                  <a:pt x="284" y="288"/>
                </a:lnTo>
                <a:cubicBezTo>
                  <a:pt x="285" y="288"/>
                  <a:pt x="288" y="286"/>
                  <a:pt x="288" y="285"/>
                </a:cubicBezTo>
                <a:lnTo>
                  <a:pt x="288" y="5"/>
                </a:lnTo>
                <a:cubicBezTo>
                  <a:pt x="288" y="1"/>
                  <a:pt x="287" y="0"/>
                  <a:pt x="28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8" name="Google Shape;958;p16"/>
          <p:cNvSpPr/>
          <p:nvPr/>
        </p:nvSpPr>
        <p:spPr>
          <a:xfrm>
            <a:off x="3086461" y="2547873"/>
            <a:ext cx="31533" cy="31424"/>
          </a:xfrm>
          <a:custGeom>
            <a:avLst/>
            <a:gdLst/>
            <a:ahLst/>
            <a:cxnLst/>
            <a:rect l="l" t="t" r="r" b="b"/>
            <a:pathLst>
              <a:path w="289" h="288" extrusionOk="0">
                <a:moveTo>
                  <a:pt x="5" y="0"/>
                </a:moveTo>
                <a:cubicBezTo>
                  <a:pt x="2" y="0"/>
                  <a:pt x="1" y="1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5" y="288"/>
                </a:cubicBezTo>
                <a:lnTo>
                  <a:pt x="284" y="288"/>
                </a:lnTo>
                <a:cubicBezTo>
                  <a:pt x="286" y="288"/>
                  <a:pt x="288" y="286"/>
                  <a:pt x="288" y="285"/>
                </a:cubicBezTo>
                <a:lnTo>
                  <a:pt x="288" y="5"/>
                </a:lnTo>
                <a:cubicBezTo>
                  <a:pt x="288" y="1"/>
                  <a:pt x="287" y="0"/>
                  <a:pt x="284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9" name="Google Shape;959;p16"/>
          <p:cNvSpPr/>
          <p:nvPr/>
        </p:nvSpPr>
        <p:spPr>
          <a:xfrm>
            <a:off x="3167529" y="2547873"/>
            <a:ext cx="31533" cy="31424"/>
          </a:xfrm>
          <a:custGeom>
            <a:avLst/>
            <a:gdLst/>
            <a:ahLst/>
            <a:cxnLst/>
            <a:rect l="l" t="t" r="r" b="b"/>
            <a:pathLst>
              <a:path w="289" h="288" extrusionOk="0">
                <a:moveTo>
                  <a:pt x="5" y="0"/>
                </a:moveTo>
                <a:cubicBezTo>
                  <a:pt x="2" y="0"/>
                  <a:pt x="1" y="1"/>
                  <a:pt x="1" y="5"/>
                </a:cubicBezTo>
                <a:lnTo>
                  <a:pt x="1" y="285"/>
                </a:lnTo>
                <a:cubicBezTo>
                  <a:pt x="1" y="287"/>
                  <a:pt x="2" y="288"/>
                  <a:pt x="5" y="288"/>
                </a:cubicBezTo>
                <a:lnTo>
                  <a:pt x="285" y="288"/>
                </a:lnTo>
                <a:cubicBezTo>
                  <a:pt x="287" y="288"/>
                  <a:pt x="288" y="286"/>
                  <a:pt x="288" y="285"/>
                </a:cubicBezTo>
                <a:lnTo>
                  <a:pt x="288" y="5"/>
                </a:lnTo>
                <a:cubicBezTo>
                  <a:pt x="288" y="1"/>
                  <a:pt x="287" y="0"/>
                  <a:pt x="28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0" name="Google Shape;960;p16"/>
          <p:cNvSpPr/>
          <p:nvPr/>
        </p:nvSpPr>
        <p:spPr>
          <a:xfrm>
            <a:off x="3244124" y="2547873"/>
            <a:ext cx="31642" cy="31424"/>
          </a:xfrm>
          <a:custGeom>
            <a:avLst/>
            <a:gdLst/>
            <a:ahLst/>
            <a:cxnLst/>
            <a:rect l="l" t="t" r="r" b="b"/>
            <a:pathLst>
              <a:path w="290" h="288" extrusionOk="0">
                <a:moveTo>
                  <a:pt x="5" y="0"/>
                </a:moveTo>
                <a:cubicBezTo>
                  <a:pt x="3" y="0"/>
                  <a:pt x="1" y="1"/>
                  <a:pt x="1" y="5"/>
                </a:cubicBezTo>
                <a:lnTo>
                  <a:pt x="1" y="285"/>
                </a:lnTo>
                <a:cubicBezTo>
                  <a:pt x="1" y="287"/>
                  <a:pt x="3" y="288"/>
                  <a:pt x="5" y="288"/>
                </a:cubicBezTo>
                <a:lnTo>
                  <a:pt x="285" y="288"/>
                </a:lnTo>
                <a:cubicBezTo>
                  <a:pt x="286" y="288"/>
                  <a:pt x="289" y="286"/>
                  <a:pt x="289" y="285"/>
                </a:cubicBezTo>
                <a:lnTo>
                  <a:pt x="289" y="5"/>
                </a:lnTo>
                <a:cubicBezTo>
                  <a:pt x="289" y="1"/>
                  <a:pt x="287" y="0"/>
                  <a:pt x="28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1" name="Google Shape;961;p16"/>
          <p:cNvSpPr/>
          <p:nvPr/>
        </p:nvSpPr>
        <p:spPr>
          <a:xfrm>
            <a:off x="3320609" y="2547873"/>
            <a:ext cx="31751" cy="31424"/>
          </a:xfrm>
          <a:custGeom>
            <a:avLst/>
            <a:gdLst/>
            <a:ahLst/>
            <a:cxnLst/>
            <a:rect l="l" t="t" r="r" b="b"/>
            <a:pathLst>
              <a:path w="291" h="288" extrusionOk="0">
                <a:moveTo>
                  <a:pt x="5" y="0"/>
                </a:moveTo>
                <a:cubicBezTo>
                  <a:pt x="3" y="0"/>
                  <a:pt x="0" y="1"/>
                  <a:pt x="0" y="5"/>
                </a:cubicBezTo>
                <a:lnTo>
                  <a:pt x="0" y="285"/>
                </a:lnTo>
                <a:cubicBezTo>
                  <a:pt x="0" y="287"/>
                  <a:pt x="3" y="288"/>
                  <a:pt x="5" y="288"/>
                </a:cubicBezTo>
                <a:lnTo>
                  <a:pt x="285" y="288"/>
                </a:lnTo>
                <a:cubicBezTo>
                  <a:pt x="287" y="288"/>
                  <a:pt x="290" y="286"/>
                  <a:pt x="289" y="285"/>
                </a:cubicBezTo>
                <a:lnTo>
                  <a:pt x="289" y="5"/>
                </a:lnTo>
                <a:cubicBezTo>
                  <a:pt x="289" y="1"/>
                  <a:pt x="287" y="0"/>
                  <a:pt x="285" y="0"/>
                </a:cubicBez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2" name="Google Shape;962;p16"/>
          <p:cNvSpPr/>
          <p:nvPr/>
        </p:nvSpPr>
        <p:spPr>
          <a:xfrm>
            <a:off x="3337630" y="1821204"/>
            <a:ext cx="129514" cy="60774"/>
          </a:xfrm>
          <a:custGeom>
            <a:avLst/>
            <a:gdLst/>
            <a:ahLst/>
            <a:cxnLst/>
            <a:rect l="l" t="t" r="r" b="b"/>
            <a:pathLst>
              <a:path w="1187" h="557" extrusionOk="0">
                <a:moveTo>
                  <a:pt x="590" y="1"/>
                </a:moveTo>
                <a:cubicBezTo>
                  <a:pt x="405" y="1"/>
                  <a:pt x="320" y="157"/>
                  <a:pt x="336" y="299"/>
                </a:cubicBezTo>
                <a:cubicBezTo>
                  <a:pt x="310" y="290"/>
                  <a:pt x="281" y="283"/>
                  <a:pt x="248" y="283"/>
                </a:cubicBezTo>
                <a:cubicBezTo>
                  <a:pt x="78" y="283"/>
                  <a:pt x="0" y="424"/>
                  <a:pt x="11" y="556"/>
                </a:cubicBezTo>
                <a:lnTo>
                  <a:pt x="1187" y="556"/>
                </a:lnTo>
                <a:cubicBezTo>
                  <a:pt x="1187" y="398"/>
                  <a:pt x="1085" y="240"/>
                  <a:pt x="881" y="240"/>
                </a:cubicBezTo>
                <a:cubicBezTo>
                  <a:pt x="870" y="240"/>
                  <a:pt x="857" y="241"/>
                  <a:pt x="846" y="241"/>
                </a:cubicBezTo>
                <a:cubicBezTo>
                  <a:pt x="836" y="117"/>
                  <a:pt x="752" y="1"/>
                  <a:pt x="590" y="1"/>
                </a:cubicBez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3" name="Google Shape;963;p16"/>
          <p:cNvSpPr/>
          <p:nvPr/>
        </p:nvSpPr>
        <p:spPr>
          <a:xfrm>
            <a:off x="3694635" y="4705839"/>
            <a:ext cx="22586" cy="24986"/>
          </a:xfrm>
          <a:custGeom>
            <a:avLst/>
            <a:gdLst/>
            <a:ahLst/>
            <a:cxnLst/>
            <a:rect l="l" t="t" r="r" b="b"/>
            <a:pathLst>
              <a:path w="207" h="229" extrusionOk="0">
                <a:moveTo>
                  <a:pt x="0" y="1"/>
                </a:moveTo>
                <a:lnTo>
                  <a:pt x="0" y="124"/>
                </a:lnTo>
                <a:cubicBezTo>
                  <a:pt x="0" y="183"/>
                  <a:pt x="46" y="229"/>
                  <a:pt x="102" y="229"/>
                </a:cubicBezTo>
                <a:cubicBezTo>
                  <a:pt x="161" y="229"/>
                  <a:pt x="207" y="183"/>
                  <a:pt x="207" y="124"/>
                </a:cubicBezTo>
                <a:lnTo>
                  <a:pt x="207" y="1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4" name="Google Shape;964;p16"/>
          <p:cNvSpPr/>
          <p:nvPr/>
        </p:nvSpPr>
        <p:spPr>
          <a:xfrm>
            <a:off x="4014280" y="1302607"/>
            <a:ext cx="19591" cy="35302"/>
          </a:xfrm>
          <a:custGeom>
            <a:avLst/>
            <a:gdLst/>
            <a:ahLst/>
            <a:cxnLst/>
            <a:rect l="l" t="t" r="r" b="b"/>
            <a:pathLst>
              <a:path w="207" h="373" extrusionOk="0">
                <a:moveTo>
                  <a:pt x="103" y="0"/>
                </a:moveTo>
                <a:cubicBezTo>
                  <a:pt x="46" y="0"/>
                  <a:pt x="0" y="46"/>
                  <a:pt x="0" y="104"/>
                </a:cubicBezTo>
                <a:lnTo>
                  <a:pt x="0" y="268"/>
                </a:lnTo>
                <a:cubicBezTo>
                  <a:pt x="0" y="327"/>
                  <a:pt x="46" y="373"/>
                  <a:pt x="103" y="373"/>
                </a:cubicBezTo>
                <a:cubicBezTo>
                  <a:pt x="161" y="373"/>
                  <a:pt x="207" y="327"/>
                  <a:pt x="207" y="268"/>
                </a:cubicBezTo>
                <a:lnTo>
                  <a:pt x="207" y="104"/>
                </a:lnTo>
                <a:cubicBezTo>
                  <a:pt x="206" y="46"/>
                  <a:pt x="160" y="0"/>
                  <a:pt x="103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5" name="Google Shape;965;p16"/>
          <p:cNvSpPr/>
          <p:nvPr/>
        </p:nvSpPr>
        <p:spPr>
          <a:xfrm>
            <a:off x="3573087" y="1101300"/>
            <a:ext cx="1793223" cy="3604776"/>
          </a:xfrm>
          <a:custGeom>
            <a:avLst/>
            <a:gdLst/>
            <a:ahLst/>
            <a:cxnLst/>
            <a:rect l="l" t="t" r="r" b="b"/>
            <a:pathLst>
              <a:path w="16435" h="33038" extrusionOk="0">
                <a:moveTo>
                  <a:pt x="1363" y="1"/>
                </a:moveTo>
                <a:lnTo>
                  <a:pt x="1363" y="6525"/>
                </a:lnTo>
                <a:cubicBezTo>
                  <a:pt x="1363" y="7209"/>
                  <a:pt x="1917" y="7764"/>
                  <a:pt x="2602" y="7764"/>
                </a:cubicBezTo>
                <a:lnTo>
                  <a:pt x="13380" y="7764"/>
                </a:lnTo>
                <a:lnTo>
                  <a:pt x="13380" y="10654"/>
                </a:lnTo>
                <a:lnTo>
                  <a:pt x="4750" y="10654"/>
                </a:lnTo>
                <a:cubicBezTo>
                  <a:pt x="4065" y="10654"/>
                  <a:pt x="3510" y="11210"/>
                  <a:pt x="3510" y="11894"/>
                </a:cubicBezTo>
                <a:lnTo>
                  <a:pt x="3510" y="19617"/>
                </a:lnTo>
                <a:cubicBezTo>
                  <a:pt x="3510" y="20301"/>
                  <a:pt x="4065" y="20856"/>
                  <a:pt x="4750" y="20856"/>
                </a:cubicBezTo>
                <a:lnTo>
                  <a:pt x="16230" y="20856"/>
                </a:lnTo>
                <a:lnTo>
                  <a:pt x="16230" y="24365"/>
                </a:lnTo>
                <a:lnTo>
                  <a:pt x="1240" y="24365"/>
                </a:lnTo>
                <a:cubicBezTo>
                  <a:pt x="555" y="24365"/>
                  <a:pt x="1" y="24920"/>
                  <a:pt x="1" y="25604"/>
                </a:cubicBezTo>
                <a:lnTo>
                  <a:pt x="1" y="33038"/>
                </a:lnTo>
                <a:lnTo>
                  <a:pt x="207" y="33038"/>
                </a:lnTo>
                <a:lnTo>
                  <a:pt x="207" y="25603"/>
                </a:lnTo>
                <a:lnTo>
                  <a:pt x="206" y="25603"/>
                </a:lnTo>
                <a:cubicBezTo>
                  <a:pt x="206" y="25033"/>
                  <a:pt x="667" y="24571"/>
                  <a:pt x="1237" y="24571"/>
                </a:cubicBezTo>
                <a:lnTo>
                  <a:pt x="16434" y="24571"/>
                </a:lnTo>
                <a:lnTo>
                  <a:pt x="16434" y="20648"/>
                </a:lnTo>
                <a:lnTo>
                  <a:pt x="4749" y="20648"/>
                </a:lnTo>
                <a:cubicBezTo>
                  <a:pt x="4178" y="20648"/>
                  <a:pt x="3716" y="20186"/>
                  <a:pt x="3716" y="19617"/>
                </a:cubicBezTo>
                <a:lnTo>
                  <a:pt x="3716" y="11894"/>
                </a:lnTo>
                <a:cubicBezTo>
                  <a:pt x="3716" y="11324"/>
                  <a:pt x="4178" y="10861"/>
                  <a:pt x="4749" y="10861"/>
                </a:cubicBezTo>
                <a:lnTo>
                  <a:pt x="13585" y="10861"/>
                </a:lnTo>
                <a:lnTo>
                  <a:pt x="13585" y="7558"/>
                </a:lnTo>
                <a:lnTo>
                  <a:pt x="2601" y="7558"/>
                </a:lnTo>
                <a:cubicBezTo>
                  <a:pt x="2030" y="7558"/>
                  <a:pt x="1568" y="7096"/>
                  <a:pt x="1568" y="6526"/>
                </a:cubicBezTo>
                <a:lnTo>
                  <a:pt x="1568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6" name="Google Shape;966;p16"/>
          <p:cNvSpPr/>
          <p:nvPr/>
        </p:nvSpPr>
        <p:spPr>
          <a:xfrm>
            <a:off x="3820655" y="1101300"/>
            <a:ext cx="1793441" cy="3604558"/>
          </a:xfrm>
          <a:custGeom>
            <a:avLst/>
            <a:gdLst/>
            <a:ahLst/>
            <a:cxnLst/>
            <a:rect l="l" t="t" r="r" b="b"/>
            <a:pathLst>
              <a:path w="16437" h="33036" extrusionOk="0">
                <a:moveTo>
                  <a:pt x="1363" y="1"/>
                </a:moveTo>
                <a:lnTo>
                  <a:pt x="1363" y="5492"/>
                </a:lnTo>
                <a:lnTo>
                  <a:pt x="12347" y="5492"/>
                </a:lnTo>
                <a:cubicBezTo>
                  <a:pt x="12918" y="5492"/>
                  <a:pt x="13380" y="5954"/>
                  <a:pt x="13380" y="6525"/>
                </a:cubicBezTo>
                <a:lnTo>
                  <a:pt x="13380" y="11892"/>
                </a:lnTo>
                <a:cubicBezTo>
                  <a:pt x="13380" y="12463"/>
                  <a:pt x="12918" y="12925"/>
                  <a:pt x="12347" y="12925"/>
                </a:cubicBezTo>
                <a:lnTo>
                  <a:pt x="3511" y="12925"/>
                </a:lnTo>
                <a:lnTo>
                  <a:pt x="3511" y="18582"/>
                </a:lnTo>
                <a:lnTo>
                  <a:pt x="15197" y="18582"/>
                </a:lnTo>
                <a:cubicBezTo>
                  <a:pt x="15768" y="18582"/>
                  <a:pt x="16229" y="19044"/>
                  <a:pt x="16229" y="19613"/>
                </a:cubicBezTo>
                <a:lnTo>
                  <a:pt x="16229" y="25602"/>
                </a:lnTo>
                <a:cubicBezTo>
                  <a:pt x="16229" y="26172"/>
                  <a:pt x="15768" y="26635"/>
                  <a:pt x="15197" y="26635"/>
                </a:cubicBezTo>
                <a:lnTo>
                  <a:pt x="0" y="26635"/>
                </a:lnTo>
                <a:lnTo>
                  <a:pt x="0" y="33036"/>
                </a:lnTo>
                <a:lnTo>
                  <a:pt x="206" y="33036"/>
                </a:lnTo>
                <a:lnTo>
                  <a:pt x="206" y="26841"/>
                </a:lnTo>
                <a:lnTo>
                  <a:pt x="15198" y="26841"/>
                </a:lnTo>
                <a:lnTo>
                  <a:pt x="15198" y="26842"/>
                </a:lnTo>
                <a:cubicBezTo>
                  <a:pt x="15881" y="26842"/>
                  <a:pt x="16437" y="26288"/>
                  <a:pt x="16437" y="25603"/>
                </a:cubicBezTo>
                <a:lnTo>
                  <a:pt x="16437" y="19616"/>
                </a:lnTo>
                <a:cubicBezTo>
                  <a:pt x="16437" y="18931"/>
                  <a:pt x="15881" y="18375"/>
                  <a:pt x="15198" y="18375"/>
                </a:cubicBezTo>
                <a:lnTo>
                  <a:pt x="3718" y="18375"/>
                </a:lnTo>
                <a:lnTo>
                  <a:pt x="3718" y="13132"/>
                </a:lnTo>
                <a:lnTo>
                  <a:pt x="12348" y="13132"/>
                </a:lnTo>
                <a:cubicBezTo>
                  <a:pt x="13032" y="13132"/>
                  <a:pt x="13587" y="12577"/>
                  <a:pt x="13587" y="11892"/>
                </a:cubicBezTo>
                <a:lnTo>
                  <a:pt x="13587" y="6525"/>
                </a:lnTo>
                <a:cubicBezTo>
                  <a:pt x="13587" y="5840"/>
                  <a:pt x="13032" y="5286"/>
                  <a:pt x="12348" y="5286"/>
                </a:cubicBezTo>
                <a:lnTo>
                  <a:pt x="1570" y="5286"/>
                </a:lnTo>
                <a:lnTo>
                  <a:pt x="157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7" name="Google Shape;967;p16"/>
          <p:cNvSpPr/>
          <p:nvPr/>
        </p:nvSpPr>
        <p:spPr>
          <a:xfrm>
            <a:off x="3595455" y="1101300"/>
            <a:ext cx="1793441" cy="3604558"/>
          </a:xfrm>
          <a:custGeom>
            <a:avLst/>
            <a:gdLst/>
            <a:ahLst/>
            <a:cxnLst/>
            <a:rect l="l" t="t" r="r" b="b"/>
            <a:pathLst>
              <a:path w="16437" h="33036" extrusionOk="0">
                <a:moveTo>
                  <a:pt x="1363" y="1"/>
                </a:moveTo>
                <a:lnTo>
                  <a:pt x="1363" y="6525"/>
                </a:lnTo>
                <a:cubicBezTo>
                  <a:pt x="1363" y="7095"/>
                  <a:pt x="1825" y="7557"/>
                  <a:pt x="2396" y="7557"/>
                </a:cubicBezTo>
                <a:lnTo>
                  <a:pt x="13380" y="7557"/>
                </a:lnTo>
                <a:lnTo>
                  <a:pt x="13380" y="10860"/>
                </a:lnTo>
                <a:lnTo>
                  <a:pt x="4544" y="10860"/>
                </a:lnTo>
                <a:cubicBezTo>
                  <a:pt x="3973" y="10860"/>
                  <a:pt x="3511" y="11323"/>
                  <a:pt x="3511" y="11892"/>
                </a:cubicBezTo>
                <a:lnTo>
                  <a:pt x="3511" y="19616"/>
                </a:lnTo>
                <a:cubicBezTo>
                  <a:pt x="3511" y="20185"/>
                  <a:pt x="3973" y="20647"/>
                  <a:pt x="4544" y="20647"/>
                </a:cubicBezTo>
                <a:lnTo>
                  <a:pt x="16229" y="20647"/>
                </a:lnTo>
                <a:lnTo>
                  <a:pt x="16229" y="24570"/>
                </a:lnTo>
                <a:lnTo>
                  <a:pt x="1032" y="24570"/>
                </a:lnTo>
                <a:cubicBezTo>
                  <a:pt x="462" y="24570"/>
                  <a:pt x="1" y="25031"/>
                  <a:pt x="1" y="25602"/>
                </a:cubicBezTo>
                <a:lnTo>
                  <a:pt x="1" y="33036"/>
                </a:lnTo>
                <a:lnTo>
                  <a:pt x="206" y="33036"/>
                </a:lnTo>
                <a:lnTo>
                  <a:pt x="206" y="25603"/>
                </a:lnTo>
                <a:lnTo>
                  <a:pt x="207" y="25603"/>
                </a:lnTo>
                <a:cubicBezTo>
                  <a:pt x="207" y="25147"/>
                  <a:pt x="577" y="24778"/>
                  <a:pt x="1034" y="24778"/>
                </a:cubicBezTo>
                <a:lnTo>
                  <a:pt x="16436" y="24778"/>
                </a:lnTo>
                <a:lnTo>
                  <a:pt x="16436" y="20441"/>
                </a:lnTo>
                <a:lnTo>
                  <a:pt x="4544" y="20441"/>
                </a:lnTo>
                <a:cubicBezTo>
                  <a:pt x="4086" y="20441"/>
                  <a:pt x="3717" y="20072"/>
                  <a:pt x="3717" y="19614"/>
                </a:cubicBezTo>
                <a:lnTo>
                  <a:pt x="3717" y="11892"/>
                </a:lnTo>
                <a:cubicBezTo>
                  <a:pt x="3717" y="11436"/>
                  <a:pt x="4086" y="11067"/>
                  <a:pt x="4544" y="11067"/>
                </a:cubicBezTo>
                <a:lnTo>
                  <a:pt x="13586" y="11067"/>
                </a:lnTo>
                <a:lnTo>
                  <a:pt x="13586" y="7350"/>
                </a:lnTo>
                <a:lnTo>
                  <a:pt x="2396" y="7350"/>
                </a:lnTo>
                <a:cubicBezTo>
                  <a:pt x="1940" y="7350"/>
                  <a:pt x="1569" y="6980"/>
                  <a:pt x="1569" y="6523"/>
                </a:cubicBezTo>
                <a:lnTo>
                  <a:pt x="156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16"/>
          <p:cNvSpPr/>
          <p:nvPr/>
        </p:nvSpPr>
        <p:spPr>
          <a:xfrm>
            <a:off x="3798288" y="1101300"/>
            <a:ext cx="1793223" cy="3604776"/>
          </a:xfrm>
          <a:custGeom>
            <a:avLst/>
            <a:gdLst/>
            <a:ahLst/>
            <a:cxnLst/>
            <a:rect l="l" t="t" r="r" b="b"/>
            <a:pathLst>
              <a:path w="16435" h="33038" extrusionOk="0">
                <a:moveTo>
                  <a:pt x="1363" y="1"/>
                </a:moveTo>
                <a:lnTo>
                  <a:pt x="1363" y="5700"/>
                </a:lnTo>
                <a:lnTo>
                  <a:pt x="12554" y="5700"/>
                </a:lnTo>
                <a:cubicBezTo>
                  <a:pt x="13011" y="5700"/>
                  <a:pt x="13380" y="6070"/>
                  <a:pt x="13380" y="6526"/>
                </a:cubicBezTo>
                <a:lnTo>
                  <a:pt x="13380" y="11894"/>
                </a:lnTo>
                <a:cubicBezTo>
                  <a:pt x="13380" y="12351"/>
                  <a:pt x="13011" y="12720"/>
                  <a:pt x="12554" y="12720"/>
                </a:cubicBezTo>
                <a:lnTo>
                  <a:pt x="3510" y="12720"/>
                </a:lnTo>
                <a:lnTo>
                  <a:pt x="3510" y="18790"/>
                </a:lnTo>
                <a:lnTo>
                  <a:pt x="15404" y="18790"/>
                </a:lnTo>
                <a:cubicBezTo>
                  <a:pt x="15860" y="18790"/>
                  <a:pt x="16229" y="19160"/>
                  <a:pt x="16229" y="19617"/>
                </a:cubicBezTo>
                <a:lnTo>
                  <a:pt x="16229" y="25604"/>
                </a:lnTo>
                <a:cubicBezTo>
                  <a:pt x="16229" y="26062"/>
                  <a:pt x="15860" y="26431"/>
                  <a:pt x="15404" y="26431"/>
                </a:cubicBezTo>
                <a:lnTo>
                  <a:pt x="1" y="26431"/>
                </a:lnTo>
                <a:lnTo>
                  <a:pt x="1" y="33038"/>
                </a:lnTo>
                <a:lnTo>
                  <a:pt x="206" y="33038"/>
                </a:lnTo>
                <a:lnTo>
                  <a:pt x="206" y="26637"/>
                </a:lnTo>
                <a:lnTo>
                  <a:pt x="15403" y="26637"/>
                </a:lnTo>
                <a:cubicBezTo>
                  <a:pt x="15973" y="26637"/>
                  <a:pt x="16434" y="26175"/>
                  <a:pt x="16434" y="25604"/>
                </a:cubicBezTo>
                <a:lnTo>
                  <a:pt x="16434" y="19617"/>
                </a:lnTo>
                <a:cubicBezTo>
                  <a:pt x="16434" y="19046"/>
                  <a:pt x="15973" y="18584"/>
                  <a:pt x="15403" y="18584"/>
                </a:cubicBezTo>
                <a:lnTo>
                  <a:pt x="3716" y="18584"/>
                </a:lnTo>
                <a:lnTo>
                  <a:pt x="3716" y="12927"/>
                </a:lnTo>
                <a:lnTo>
                  <a:pt x="12553" y="12927"/>
                </a:lnTo>
                <a:cubicBezTo>
                  <a:pt x="13123" y="12927"/>
                  <a:pt x="13585" y="12465"/>
                  <a:pt x="13585" y="11896"/>
                </a:cubicBezTo>
                <a:lnTo>
                  <a:pt x="13585" y="6527"/>
                </a:lnTo>
                <a:cubicBezTo>
                  <a:pt x="13585" y="5957"/>
                  <a:pt x="13123" y="5496"/>
                  <a:pt x="12553" y="5496"/>
                </a:cubicBezTo>
                <a:lnTo>
                  <a:pt x="1569" y="5496"/>
                </a:lnTo>
                <a:lnTo>
                  <a:pt x="156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16"/>
          <p:cNvSpPr/>
          <p:nvPr/>
        </p:nvSpPr>
        <p:spPr>
          <a:xfrm>
            <a:off x="3624266" y="1029171"/>
            <a:ext cx="1950996" cy="3604994"/>
          </a:xfrm>
          <a:custGeom>
            <a:avLst/>
            <a:gdLst/>
            <a:ahLst/>
            <a:cxnLst/>
            <a:rect l="l" t="t" r="r" b="b"/>
            <a:pathLst>
              <a:path w="17881" h="33040" extrusionOk="0">
                <a:moveTo>
                  <a:pt x="2168" y="475"/>
                </a:moveTo>
                <a:cubicBezTo>
                  <a:pt x="2226" y="475"/>
                  <a:pt x="2272" y="521"/>
                  <a:pt x="2272" y="579"/>
                </a:cubicBezTo>
                <a:lnTo>
                  <a:pt x="2272" y="744"/>
                </a:lnTo>
                <a:cubicBezTo>
                  <a:pt x="2272" y="801"/>
                  <a:pt x="2226" y="847"/>
                  <a:pt x="2168" y="847"/>
                </a:cubicBezTo>
                <a:cubicBezTo>
                  <a:pt x="2111" y="847"/>
                  <a:pt x="2065" y="801"/>
                  <a:pt x="2065" y="744"/>
                </a:cubicBezTo>
                <a:lnTo>
                  <a:pt x="2065" y="579"/>
                </a:lnTo>
                <a:cubicBezTo>
                  <a:pt x="2065" y="521"/>
                  <a:pt x="2111" y="475"/>
                  <a:pt x="2168" y="475"/>
                </a:cubicBezTo>
                <a:close/>
                <a:moveTo>
                  <a:pt x="2168" y="1466"/>
                </a:moveTo>
                <a:cubicBezTo>
                  <a:pt x="2226" y="1466"/>
                  <a:pt x="2272" y="1512"/>
                  <a:pt x="2272" y="1570"/>
                </a:cubicBezTo>
                <a:lnTo>
                  <a:pt x="2272" y="1735"/>
                </a:lnTo>
                <a:cubicBezTo>
                  <a:pt x="2272" y="1793"/>
                  <a:pt x="2226" y="1839"/>
                  <a:pt x="2168" y="1839"/>
                </a:cubicBezTo>
                <a:cubicBezTo>
                  <a:pt x="2111" y="1839"/>
                  <a:pt x="2065" y="1793"/>
                  <a:pt x="2065" y="1735"/>
                </a:cubicBezTo>
                <a:lnTo>
                  <a:pt x="2065" y="1570"/>
                </a:lnTo>
                <a:cubicBezTo>
                  <a:pt x="2065" y="1512"/>
                  <a:pt x="2111" y="1466"/>
                  <a:pt x="2168" y="1466"/>
                </a:cubicBezTo>
                <a:close/>
                <a:moveTo>
                  <a:pt x="2168" y="2458"/>
                </a:moveTo>
                <a:cubicBezTo>
                  <a:pt x="2226" y="2458"/>
                  <a:pt x="2272" y="2504"/>
                  <a:pt x="2272" y="2561"/>
                </a:cubicBezTo>
                <a:lnTo>
                  <a:pt x="2272" y="2726"/>
                </a:lnTo>
                <a:cubicBezTo>
                  <a:pt x="2272" y="2784"/>
                  <a:pt x="2226" y="2830"/>
                  <a:pt x="2168" y="2830"/>
                </a:cubicBezTo>
                <a:cubicBezTo>
                  <a:pt x="2111" y="2830"/>
                  <a:pt x="2065" y="2784"/>
                  <a:pt x="2065" y="2726"/>
                </a:cubicBezTo>
                <a:lnTo>
                  <a:pt x="2065" y="2561"/>
                </a:lnTo>
                <a:cubicBezTo>
                  <a:pt x="2065" y="2504"/>
                  <a:pt x="2111" y="2458"/>
                  <a:pt x="2168" y="2458"/>
                </a:cubicBezTo>
                <a:close/>
                <a:moveTo>
                  <a:pt x="2168" y="3449"/>
                </a:moveTo>
                <a:cubicBezTo>
                  <a:pt x="2226" y="3449"/>
                  <a:pt x="2272" y="3495"/>
                  <a:pt x="2272" y="3552"/>
                </a:cubicBezTo>
                <a:lnTo>
                  <a:pt x="2272" y="3717"/>
                </a:lnTo>
                <a:cubicBezTo>
                  <a:pt x="2272" y="3775"/>
                  <a:pt x="2226" y="3821"/>
                  <a:pt x="2168" y="3821"/>
                </a:cubicBezTo>
                <a:cubicBezTo>
                  <a:pt x="2111" y="3821"/>
                  <a:pt x="2065" y="3775"/>
                  <a:pt x="2065" y="3717"/>
                </a:cubicBezTo>
                <a:lnTo>
                  <a:pt x="2065" y="3552"/>
                </a:lnTo>
                <a:cubicBezTo>
                  <a:pt x="2065" y="3495"/>
                  <a:pt x="2111" y="3449"/>
                  <a:pt x="2168" y="3449"/>
                </a:cubicBezTo>
                <a:close/>
                <a:moveTo>
                  <a:pt x="2168" y="4440"/>
                </a:moveTo>
                <a:cubicBezTo>
                  <a:pt x="2226" y="4440"/>
                  <a:pt x="2272" y="4486"/>
                  <a:pt x="2272" y="4544"/>
                </a:cubicBezTo>
                <a:lnTo>
                  <a:pt x="2272" y="4709"/>
                </a:lnTo>
                <a:cubicBezTo>
                  <a:pt x="2272" y="4766"/>
                  <a:pt x="2226" y="4812"/>
                  <a:pt x="2168" y="4812"/>
                </a:cubicBezTo>
                <a:cubicBezTo>
                  <a:pt x="2111" y="4812"/>
                  <a:pt x="2065" y="4766"/>
                  <a:pt x="2065" y="4709"/>
                </a:cubicBezTo>
                <a:lnTo>
                  <a:pt x="2065" y="4544"/>
                </a:lnTo>
                <a:cubicBezTo>
                  <a:pt x="2065" y="4486"/>
                  <a:pt x="2111" y="4440"/>
                  <a:pt x="2168" y="4440"/>
                </a:cubicBezTo>
                <a:close/>
                <a:moveTo>
                  <a:pt x="2168" y="5431"/>
                </a:moveTo>
                <a:cubicBezTo>
                  <a:pt x="2226" y="5431"/>
                  <a:pt x="2272" y="5477"/>
                  <a:pt x="2272" y="5534"/>
                </a:cubicBezTo>
                <a:lnTo>
                  <a:pt x="2272" y="5700"/>
                </a:lnTo>
                <a:cubicBezTo>
                  <a:pt x="2272" y="5757"/>
                  <a:pt x="2226" y="5803"/>
                  <a:pt x="2168" y="5803"/>
                </a:cubicBezTo>
                <a:cubicBezTo>
                  <a:pt x="2111" y="5803"/>
                  <a:pt x="2065" y="5757"/>
                  <a:pt x="2065" y="5700"/>
                </a:cubicBezTo>
                <a:lnTo>
                  <a:pt x="2065" y="5534"/>
                </a:lnTo>
                <a:cubicBezTo>
                  <a:pt x="2065" y="5477"/>
                  <a:pt x="2111" y="5431"/>
                  <a:pt x="2168" y="5431"/>
                </a:cubicBezTo>
                <a:close/>
                <a:moveTo>
                  <a:pt x="2168" y="6423"/>
                </a:moveTo>
                <a:cubicBezTo>
                  <a:pt x="2191" y="6423"/>
                  <a:pt x="2213" y="6430"/>
                  <a:pt x="2230" y="6443"/>
                </a:cubicBezTo>
                <a:lnTo>
                  <a:pt x="2313" y="6443"/>
                </a:lnTo>
                <a:cubicBezTo>
                  <a:pt x="2370" y="6443"/>
                  <a:pt x="2416" y="6489"/>
                  <a:pt x="2416" y="6546"/>
                </a:cubicBezTo>
                <a:cubicBezTo>
                  <a:pt x="2416" y="6604"/>
                  <a:pt x="2370" y="6650"/>
                  <a:pt x="2313" y="6650"/>
                </a:cubicBezTo>
                <a:lnTo>
                  <a:pt x="2168" y="6650"/>
                </a:lnTo>
                <a:cubicBezTo>
                  <a:pt x="2111" y="6650"/>
                  <a:pt x="2065" y="6604"/>
                  <a:pt x="2065" y="6546"/>
                </a:cubicBezTo>
                <a:lnTo>
                  <a:pt x="2065" y="6526"/>
                </a:lnTo>
                <a:cubicBezTo>
                  <a:pt x="2065" y="6469"/>
                  <a:pt x="2111" y="6423"/>
                  <a:pt x="2168" y="6423"/>
                </a:cubicBezTo>
                <a:close/>
                <a:moveTo>
                  <a:pt x="3304" y="6443"/>
                </a:moveTo>
                <a:cubicBezTo>
                  <a:pt x="3361" y="6443"/>
                  <a:pt x="3407" y="6489"/>
                  <a:pt x="3407" y="6546"/>
                </a:cubicBezTo>
                <a:cubicBezTo>
                  <a:pt x="3407" y="6604"/>
                  <a:pt x="3361" y="6650"/>
                  <a:pt x="3304" y="6650"/>
                </a:cubicBezTo>
                <a:lnTo>
                  <a:pt x="3139" y="6650"/>
                </a:lnTo>
                <a:cubicBezTo>
                  <a:pt x="3081" y="6650"/>
                  <a:pt x="3035" y="6604"/>
                  <a:pt x="3035" y="6546"/>
                </a:cubicBezTo>
                <a:cubicBezTo>
                  <a:pt x="3035" y="6489"/>
                  <a:pt x="3081" y="6443"/>
                  <a:pt x="3139" y="6443"/>
                </a:cubicBezTo>
                <a:close/>
                <a:moveTo>
                  <a:pt x="4294" y="6443"/>
                </a:moveTo>
                <a:cubicBezTo>
                  <a:pt x="4352" y="6443"/>
                  <a:pt x="4398" y="6489"/>
                  <a:pt x="4398" y="6546"/>
                </a:cubicBezTo>
                <a:cubicBezTo>
                  <a:pt x="4398" y="6604"/>
                  <a:pt x="4352" y="6650"/>
                  <a:pt x="4294" y="6650"/>
                </a:cubicBezTo>
                <a:lnTo>
                  <a:pt x="4129" y="6650"/>
                </a:lnTo>
                <a:cubicBezTo>
                  <a:pt x="4072" y="6650"/>
                  <a:pt x="4025" y="6604"/>
                  <a:pt x="4025" y="6546"/>
                </a:cubicBezTo>
                <a:cubicBezTo>
                  <a:pt x="4026" y="6489"/>
                  <a:pt x="4073" y="6443"/>
                  <a:pt x="4129" y="6443"/>
                </a:cubicBezTo>
                <a:close/>
                <a:moveTo>
                  <a:pt x="5285" y="6443"/>
                </a:moveTo>
                <a:cubicBezTo>
                  <a:pt x="5342" y="6443"/>
                  <a:pt x="5388" y="6489"/>
                  <a:pt x="5388" y="6546"/>
                </a:cubicBezTo>
                <a:cubicBezTo>
                  <a:pt x="5388" y="6604"/>
                  <a:pt x="5342" y="6650"/>
                  <a:pt x="5285" y="6650"/>
                </a:cubicBezTo>
                <a:lnTo>
                  <a:pt x="5120" y="6650"/>
                </a:lnTo>
                <a:cubicBezTo>
                  <a:pt x="5063" y="6650"/>
                  <a:pt x="5017" y="6604"/>
                  <a:pt x="5017" y="6546"/>
                </a:cubicBezTo>
                <a:cubicBezTo>
                  <a:pt x="5018" y="6489"/>
                  <a:pt x="5064" y="6443"/>
                  <a:pt x="5120" y="6443"/>
                </a:cubicBezTo>
                <a:close/>
                <a:moveTo>
                  <a:pt x="6276" y="6443"/>
                </a:moveTo>
                <a:cubicBezTo>
                  <a:pt x="6334" y="6443"/>
                  <a:pt x="6380" y="6489"/>
                  <a:pt x="6380" y="6546"/>
                </a:cubicBezTo>
                <a:cubicBezTo>
                  <a:pt x="6380" y="6604"/>
                  <a:pt x="6334" y="6650"/>
                  <a:pt x="6276" y="6650"/>
                </a:cubicBezTo>
                <a:lnTo>
                  <a:pt x="6112" y="6650"/>
                </a:lnTo>
                <a:cubicBezTo>
                  <a:pt x="6053" y="6650"/>
                  <a:pt x="6007" y="6604"/>
                  <a:pt x="6007" y="6546"/>
                </a:cubicBezTo>
                <a:cubicBezTo>
                  <a:pt x="6007" y="6489"/>
                  <a:pt x="6055" y="6443"/>
                  <a:pt x="6112" y="6443"/>
                </a:cubicBezTo>
                <a:close/>
                <a:moveTo>
                  <a:pt x="7268" y="6443"/>
                </a:moveTo>
                <a:cubicBezTo>
                  <a:pt x="7325" y="6443"/>
                  <a:pt x="7371" y="6489"/>
                  <a:pt x="7371" y="6546"/>
                </a:cubicBezTo>
                <a:cubicBezTo>
                  <a:pt x="7371" y="6604"/>
                  <a:pt x="7325" y="6650"/>
                  <a:pt x="7268" y="6650"/>
                </a:cubicBezTo>
                <a:lnTo>
                  <a:pt x="7102" y="6650"/>
                </a:lnTo>
                <a:cubicBezTo>
                  <a:pt x="7045" y="6650"/>
                  <a:pt x="6999" y="6604"/>
                  <a:pt x="6999" y="6546"/>
                </a:cubicBezTo>
                <a:cubicBezTo>
                  <a:pt x="6999" y="6489"/>
                  <a:pt x="7046" y="6443"/>
                  <a:pt x="7102" y="6443"/>
                </a:cubicBezTo>
                <a:close/>
                <a:moveTo>
                  <a:pt x="8258" y="6443"/>
                </a:moveTo>
                <a:cubicBezTo>
                  <a:pt x="8317" y="6443"/>
                  <a:pt x="8363" y="6489"/>
                  <a:pt x="8363" y="6546"/>
                </a:cubicBezTo>
                <a:cubicBezTo>
                  <a:pt x="8363" y="6604"/>
                  <a:pt x="8317" y="6650"/>
                  <a:pt x="8258" y="6650"/>
                </a:cubicBezTo>
                <a:lnTo>
                  <a:pt x="8094" y="6650"/>
                </a:lnTo>
                <a:cubicBezTo>
                  <a:pt x="8036" y="6650"/>
                  <a:pt x="7990" y="6604"/>
                  <a:pt x="7990" y="6546"/>
                </a:cubicBezTo>
                <a:cubicBezTo>
                  <a:pt x="7990" y="6489"/>
                  <a:pt x="8036" y="6443"/>
                  <a:pt x="8094" y="6443"/>
                </a:cubicBezTo>
                <a:close/>
                <a:moveTo>
                  <a:pt x="9250" y="6443"/>
                </a:moveTo>
                <a:cubicBezTo>
                  <a:pt x="9307" y="6443"/>
                  <a:pt x="9353" y="6489"/>
                  <a:pt x="9353" y="6546"/>
                </a:cubicBezTo>
                <a:cubicBezTo>
                  <a:pt x="9353" y="6604"/>
                  <a:pt x="9307" y="6650"/>
                  <a:pt x="9250" y="6650"/>
                </a:cubicBezTo>
                <a:lnTo>
                  <a:pt x="9085" y="6650"/>
                </a:lnTo>
                <a:cubicBezTo>
                  <a:pt x="9028" y="6650"/>
                  <a:pt x="8982" y="6604"/>
                  <a:pt x="8982" y="6546"/>
                </a:cubicBezTo>
                <a:cubicBezTo>
                  <a:pt x="8982" y="6489"/>
                  <a:pt x="9028" y="6443"/>
                  <a:pt x="9085" y="6443"/>
                </a:cubicBezTo>
                <a:close/>
                <a:moveTo>
                  <a:pt x="10241" y="6443"/>
                </a:moveTo>
                <a:cubicBezTo>
                  <a:pt x="10299" y="6443"/>
                  <a:pt x="10345" y="6489"/>
                  <a:pt x="10345" y="6546"/>
                </a:cubicBezTo>
                <a:cubicBezTo>
                  <a:pt x="10345" y="6604"/>
                  <a:pt x="10299" y="6650"/>
                  <a:pt x="10241" y="6650"/>
                </a:cubicBezTo>
                <a:lnTo>
                  <a:pt x="10077" y="6650"/>
                </a:lnTo>
                <a:cubicBezTo>
                  <a:pt x="10018" y="6650"/>
                  <a:pt x="9972" y="6604"/>
                  <a:pt x="9972" y="6546"/>
                </a:cubicBezTo>
                <a:cubicBezTo>
                  <a:pt x="9972" y="6489"/>
                  <a:pt x="10018" y="6443"/>
                  <a:pt x="10077" y="6443"/>
                </a:cubicBezTo>
                <a:close/>
                <a:moveTo>
                  <a:pt x="11233" y="6443"/>
                </a:moveTo>
                <a:cubicBezTo>
                  <a:pt x="11290" y="6443"/>
                  <a:pt x="11336" y="6489"/>
                  <a:pt x="11336" y="6546"/>
                </a:cubicBezTo>
                <a:cubicBezTo>
                  <a:pt x="11336" y="6604"/>
                  <a:pt x="11290" y="6650"/>
                  <a:pt x="11233" y="6650"/>
                </a:cubicBezTo>
                <a:lnTo>
                  <a:pt x="11067" y="6650"/>
                </a:lnTo>
                <a:cubicBezTo>
                  <a:pt x="11010" y="6650"/>
                  <a:pt x="10964" y="6604"/>
                  <a:pt x="10964" y="6546"/>
                </a:cubicBezTo>
                <a:cubicBezTo>
                  <a:pt x="10964" y="6489"/>
                  <a:pt x="11010" y="6443"/>
                  <a:pt x="11067" y="6443"/>
                </a:cubicBezTo>
                <a:close/>
                <a:moveTo>
                  <a:pt x="12223" y="6443"/>
                </a:moveTo>
                <a:cubicBezTo>
                  <a:pt x="12282" y="6443"/>
                  <a:pt x="12328" y="6489"/>
                  <a:pt x="12328" y="6546"/>
                </a:cubicBezTo>
                <a:cubicBezTo>
                  <a:pt x="12328" y="6604"/>
                  <a:pt x="12282" y="6650"/>
                  <a:pt x="12223" y="6650"/>
                </a:cubicBezTo>
                <a:lnTo>
                  <a:pt x="12059" y="6650"/>
                </a:lnTo>
                <a:cubicBezTo>
                  <a:pt x="12001" y="6650"/>
                  <a:pt x="11955" y="6604"/>
                  <a:pt x="11955" y="6546"/>
                </a:cubicBezTo>
                <a:cubicBezTo>
                  <a:pt x="11955" y="6489"/>
                  <a:pt x="12001" y="6443"/>
                  <a:pt x="12059" y="6443"/>
                </a:cubicBezTo>
                <a:close/>
                <a:moveTo>
                  <a:pt x="13214" y="6443"/>
                </a:moveTo>
                <a:cubicBezTo>
                  <a:pt x="13271" y="6443"/>
                  <a:pt x="13317" y="6489"/>
                  <a:pt x="13317" y="6546"/>
                </a:cubicBezTo>
                <a:cubicBezTo>
                  <a:pt x="13317" y="6604"/>
                  <a:pt x="13271" y="6650"/>
                  <a:pt x="13214" y="6650"/>
                </a:cubicBezTo>
                <a:lnTo>
                  <a:pt x="13049" y="6650"/>
                </a:lnTo>
                <a:cubicBezTo>
                  <a:pt x="12991" y="6650"/>
                  <a:pt x="12945" y="6604"/>
                  <a:pt x="12945" y="6546"/>
                </a:cubicBezTo>
                <a:cubicBezTo>
                  <a:pt x="12947" y="6489"/>
                  <a:pt x="12993" y="6443"/>
                  <a:pt x="13049" y="6443"/>
                </a:cubicBezTo>
                <a:close/>
                <a:moveTo>
                  <a:pt x="14184" y="6443"/>
                </a:moveTo>
                <a:cubicBezTo>
                  <a:pt x="14242" y="6443"/>
                  <a:pt x="14288" y="6489"/>
                  <a:pt x="14288" y="6546"/>
                </a:cubicBezTo>
                <a:lnTo>
                  <a:pt x="14288" y="6567"/>
                </a:lnTo>
                <a:cubicBezTo>
                  <a:pt x="14288" y="6624"/>
                  <a:pt x="14242" y="6670"/>
                  <a:pt x="14184" y="6670"/>
                </a:cubicBezTo>
                <a:cubicBezTo>
                  <a:pt x="14161" y="6670"/>
                  <a:pt x="14140" y="6663"/>
                  <a:pt x="14123" y="6650"/>
                </a:cubicBezTo>
                <a:lnTo>
                  <a:pt x="14039" y="6650"/>
                </a:lnTo>
                <a:cubicBezTo>
                  <a:pt x="13982" y="6650"/>
                  <a:pt x="13936" y="6604"/>
                  <a:pt x="13936" y="6546"/>
                </a:cubicBezTo>
                <a:cubicBezTo>
                  <a:pt x="13937" y="6489"/>
                  <a:pt x="13983" y="6443"/>
                  <a:pt x="14039" y="6443"/>
                </a:cubicBezTo>
                <a:close/>
                <a:moveTo>
                  <a:pt x="14185" y="7289"/>
                </a:moveTo>
                <a:cubicBezTo>
                  <a:pt x="14242" y="7289"/>
                  <a:pt x="14288" y="7335"/>
                  <a:pt x="14288" y="7394"/>
                </a:cubicBezTo>
                <a:lnTo>
                  <a:pt x="14288" y="7558"/>
                </a:lnTo>
                <a:cubicBezTo>
                  <a:pt x="14288" y="7616"/>
                  <a:pt x="14242" y="7662"/>
                  <a:pt x="14185" y="7662"/>
                </a:cubicBezTo>
                <a:cubicBezTo>
                  <a:pt x="14126" y="7662"/>
                  <a:pt x="14080" y="7616"/>
                  <a:pt x="14080" y="7558"/>
                </a:cubicBezTo>
                <a:lnTo>
                  <a:pt x="14080" y="7394"/>
                </a:lnTo>
                <a:cubicBezTo>
                  <a:pt x="14080" y="7335"/>
                  <a:pt x="14126" y="7289"/>
                  <a:pt x="14185" y="7289"/>
                </a:cubicBezTo>
                <a:close/>
                <a:moveTo>
                  <a:pt x="14185" y="8281"/>
                </a:moveTo>
                <a:cubicBezTo>
                  <a:pt x="14242" y="8281"/>
                  <a:pt x="14288" y="8327"/>
                  <a:pt x="14288" y="8384"/>
                </a:cubicBezTo>
                <a:lnTo>
                  <a:pt x="14288" y="8550"/>
                </a:lnTo>
                <a:cubicBezTo>
                  <a:pt x="14288" y="8607"/>
                  <a:pt x="14242" y="8653"/>
                  <a:pt x="14185" y="8653"/>
                </a:cubicBezTo>
                <a:cubicBezTo>
                  <a:pt x="14126" y="8653"/>
                  <a:pt x="14080" y="8607"/>
                  <a:pt x="14080" y="8550"/>
                </a:cubicBezTo>
                <a:lnTo>
                  <a:pt x="14080" y="8384"/>
                </a:lnTo>
                <a:cubicBezTo>
                  <a:pt x="14080" y="8327"/>
                  <a:pt x="14126" y="8281"/>
                  <a:pt x="14185" y="8281"/>
                </a:cubicBezTo>
                <a:close/>
                <a:moveTo>
                  <a:pt x="14185" y="9272"/>
                </a:moveTo>
                <a:cubicBezTo>
                  <a:pt x="14242" y="9272"/>
                  <a:pt x="14288" y="9318"/>
                  <a:pt x="14288" y="9375"/>
                </a:cubicBezTo>
                <a:lnTo>
                  <a:pt x="14288" y="9540"/>
                </a:lnTo>
                <a:cubicBezTo>
                  <a:pt x="14288" y="9599"/>
                  <a:pt x="14242" y="9645"/>
                  <a:pt x="14185" y="9645"/>
                </a:cubicBezTo>
                <a:cubicBezTo>
                  <a:pt x="14126" y="9645"/>
                  <a:pt x="14080" y="9599"/>
                  <a:pt x="14080" y="9540"/>
                </a:cubicBezTo>
                <a:lnTo>
                  <a:pt x="14080" y="9375"/>
                </a:lnTo>
                <a:cubicBezTo>
                  <a:pt x="14080" y="9318"/>
                  <a:pt x="14126" y="9272"/>
                  <a:pt x="14185" y="9272"/>
                </a:cubicBezTo>
                <a:close/>
                <a:moveTo>
                  <a:pt x="14185" y="10264"/>
                </a:moveTo>
                <a:cubicBezTo>
                  <a:pt x="14242" y="10264"/>
                  <a:pt x="14288" y="10310"/>
                  <a:pt x="14288" y="10367"/>
                </a:cubicBezTo>
                <a:lnTo>
                  <a:pt x="14288" y="10532"/>
                </a:lnTo>
                <a:cubicBezTo>
                  <a:pt x="14288" y="10589"/>
                  <a:pt x="14242" y="10635"/>
                  <a:pt x="14185" y="10635"/>
                </a:cubicBezTo>
                <a:cubicBezTo>
                  <a:pt x="14126" y="10635"/>
                  <a:pt x="14080" y="10589"/>
                  <a:pt x="14080" y="10532"/>
                </a:cubicBezTo>
                <a:lnTo>
                  <a:pt x="14080" y="10367"/>
                </a:lnTo>
                <a:cubicBezTo>
                  <a:pt x="14080" y="10310"/>
                  <a:pt x="14126" y="10264"/>
                  <a:pt x="14185" y="10264"/>
                </a:cubicBezTo>
                <a:close/>
                <a:moveTo>
                  <a:pt x="14185" y="11254"/>
                </a:moveTo>
                <a:cubicBezTo>
                  <a:pt x="14242" y="11254"/>
                  <a:pt x="14288" y="11300"/>
                  <a:pt x="14288" y="11358"/>
                </a:cubicBezTo>
                <a:lnTo>
                  <a:pt x="14288" y="11523"/>
                </a:lnTo>
                <a:cubicBezTo>
                  <a:pt x="14288" y="11580"/>
                  <a:pt x="14242" y="11626"/>
                  <a:pt x="14185" y="11626"/>
                </a:cubicBezTo>
                <a:cubicBezTo>
                  <a:pt x="14126" y="11626"/>
                  <a:pt x="14080" y="11580"/>
                  <a:pt x="14080" y="11523"/>
                </a:cubicBezTo>
                <a:lnTo>
                  <a:pt x="14080" y="11358"/>
                </a:lnTo>
                <a:cubicBezTo>
                  <a:pt x="14080" y="11300"/>
                  <a:pt x="14126" y="11254"/>
                  <a:pt x="14185" y="11254"/>
                </a:cubicBezTo>
                <a:close/>
                <a:moveTo>
                  <a:pt x="4831" y="11811"/>
                </a:moveTo>
                <a:cubicBezTo>
                  <a:pt x="4889" y="11811"/>
                  <a:pt x="4935" y="11857"/>
                  <a:pt x="4935" y="11914"/>
                </a:cubicBezTo>
                <a:cubicBezTo>
                  <a:pt x="4935" y="11972"/>
                  <a:pt x="4889" y="12018"/>
                  <a:pt x="4831" y="12018"/>
                </a:cubicBezTo>
                <a:lnTo>
                  <a:pt x="4666" y="12018"/>
                </a:lnTo>
                <a:cubicBezTo>
                  <a:pt x="4609" y="12018"/>
                  <a:pt x="4563" y="11972"/>
                  <a:pt x="4563" y="11914"/>
                </a:cubicBezTo>
                <a:cubicBezTo>
                  <a:pt x="4563" y="11857"/>
                  <a:pt x="4609" y="11811"/>
                  <a:pt x="4666" y="11811"/>
                </a:cubicBezTo>
                <a:close/>
                <a:moveTo>
                  <a:pt x="5822" y="11811"/>
                </a:moveTo>
                <a:cubicBezTo>
                  <a:pt x="5879" y="11811"/>
                  <a:pt x="5926" y="11857"/>
                  <a:pt x="5926" y="11914"/>
                </a:cubicBezTo>
                <a:cubicBezTo>
                  <a:pt x="5926" y="11972"/>
                  <a:pt x="5879" y="12018"/>
                  <a:pt x="5822" y="12018"/>
                </a:cubicBezTo>
                <a:lnTo>
                  <a:pt x="5657" y="12018"/>
                </a:lnTo>
                <a:cubicBezTo>
                  <a:pt x="5600" y="12018"/>
                  <a:pt x="5554" y="11972"/>
                  <a:pt x="5554" y="11914"/>
                </a:cubicBezTo>
                <a:cubicBezTo>
                  <a:pt x="5554" y="11857"/>
                  <a:pt x="5600" y="11811"/>
                  <a:pt x="5657" y="11811"/>
                </a:cubicBezTo>
                <a:close/>
                <a:moveTo>
                  <a:pt x="6814" y="11811"/>
                </a:moveTo>
                <a:cubicBezTo>
                  <a:pt x="6871" y="11811"/>
                  <a:pt x="6917" y="11857"/>
                  <a:pt x="6917" y="11914"/>
                </a:cubicBezTo>
                <a:cubicBezTo>
                  <a:pt x="6917" y="11972"/>
                  <a:pt x="6871" y="12018"/>
                  <a:pt x="6814" y="12018"/>
                </a:cubicBezTo>
                <a:lnTo>
                  <a:pt x="6649" y="12018"/>
                </a:lnTo>
                <a:cubicBezTo>
                  <a:pt x="6591" y="12018"/>
                  <a:pt x="6545" y="11972"/>
                  <a:pt x="6545" y="11914"/>
                </a:cubicBezTo>
                <a:cubicBezTo>
                  <a:pt x="6545" y="11857"/>
                  <a:pt x="6591" y="11811"/>
                  <a:pt x="6649" y="11811"/>
                </a:cubicBezTo>
                <a:close/>
                <a:moveTo>
                  <a:pt x="7805" y="11811"/>
                </a:moveTo>
                <a:cubicBezTo>
                  <a:pt x="7862" y="11811"/>
                  <a:pt x="7908" y="11857"/>
                  <a:pt x="7908" y="11914"/>
                </a:cubicBezTo>
                <a:cubicBezTo>
                  <a:pt x="7908" y="11972"/>
                  <a:pt x="7862" y="12018"/>
                  <a:pt x="7805" y="12018"/>
                </a:cubicBezTo>
                <a:lnTo>
                  <a:pt x="7639" y="12018"/>
                </a:lnTo>
                <a:cubicBezTo>
                  <a:pt x="7582" y="12018"/>
                  <a:pt x="7536" y="11972"/>
                  <a:pt x="7536" y="11914"/>
                </a:cubicBezTo>
                <a:cubicBezTo>
                  <a:pt x="7536" y="11857"/>
                  <a:pt x="7582" y="11811"/>
                  <a:pt x="7639" y="11811"/>
                </a:cubicBezTo>
                <a:close/>
                <a:moveTo>
                  <a:pt x="8796" y="11811"/>
                </a:moveTo>
                <a:cubicBezTo>
                  <a:pt x="8854" y="11811"/>
                  <a:pt x="8900" y="11857"/>
                  <a:pt x="8900" y="11914"/>
                </a:cubicBezTo>
                <a:cubicBezTo>
                  <a:pt x="8900" y="11972"/>
                  <a:pt x="8852" y="12018"/>
                  <a:pt x="8796" y="12018"/>
                </a:cubicBezTo>
                <a:lnTo>
                  <a:pt x="8631" y="12018"/>
                </a:lnTo>
                <a:cubicBezTo>
                  <a:pt x="8574" y="12018"/>
                  <a:pt x="8527" y="11972"/>
                  <a:pt x="8527" y="11914"/>
                </a:cubicBezTo>
                <a:cubicBezTo>
                  <a:pt x="8527" y="11857"/>
                  <a:pt x="8574" y="11811"/>
                  <a:pt x="8631" y="11811"/>
                </a:cubicBezTo>
                <a:close/>
                <a:moveTo>
                  <a:pt x="9787" y="11811"/>
                </a:moveTo>
                <a:cubicBezTo>
                  <a:pt x="9844" y="11811"/>
                  <a:pt x="9890" y="11857"/>
                  <a:pt x="9890" y="11914"/>
                </a:cubicBezTo>
                <a:cubicBezTo>
                  <a:pt x="9889" y="11972"/>
                  <a:pt x="9843" y="12018"/>
                  <a:pt x="9787" y="12018"/>
                </a:cubicBezTo>
                <a:lnTo>
                  <a:pt x="9622" y="12018"/>
                </a:lnTo>
                <a:cubicBezTo>
                  <a:pt x="9565" y="12018"/>
                  <a:pt x="9519" y="11972"/>
                  <a:pt x="9519" y="11914"/>
                </a:cubicBezTo>
                <a:cubicBezTo>
                  <a:pt x="9519" y="11857"/>
                  <a:pt x="9565" y="11811"/>
                  <a:pt x="9622" y="11811"/>
                </a:cubicBezTo>
                <a:close/>
                <a:moveTo>
                  <a:pt x="10779" y="11811"/>
                </a:moveTo>
                <a:cubicBezTo>
                  <a:pt x="10836" y="11811"/>
                  <a:pt x="10882" y="11857"/>
                  <a:pt x="10882" y="11914"/>
                </a:cubicBezTo>
                <a:cubicBezTo>
                  <a:pt x="10881" y="11972"/>
                  <a:pt x="10835" y="12018"/>
                  <a:pt x="10779" y="12018"/>
                </a:cubicBezTo>
                <a:lnTo>
                  <a:pt x="10614" y="12018"/>
                </a:lnTo>
                <a:cubicBezTo>
                  <a:pt x="10555" y="12018"/>
                  <a:pt x="10509" y="11972"/>
                  <a:pt x="10509" y="11914"/>
                </a:cubicBezTo>
                <a:cubicBezTo>
                  <a:pt x="10509" y="11857"/>
                  <a:pt x="10555" y="11811"/>
                  <a:pt x="10614" y="11811"/>
                </a:cubicBezTo>
                <a:close/>
                <a:moveTo>
                  <a:pt x="11770" y="11811"/>
                </a:moveTo>
                <a:cubicBezTo>
                  <a:pt x="11827" y="11811"/>
                  <a:pt x="11873" y="11857"/>
                  <a:pt x="11873" y="11914"/>
                </a:cubicBezTo>
                <a:cubicBezTo>
                  <a:pt x="11872" y="11972"/>
                  <a:pt x="11826" y="12018"/>
                  <a:pt x="11770" y="12018"/>
                </a:cubicBezTo>
                <a:lnTo>
                  <a:pt x="11604" y="12018"/>
                </a:lnTo>
                <a:cubicBezTo>
                  <a:pt x="11547" y="12018"/>
                  <a:pt x="11501" y="11972"/>
                  <a:pt x="11501" y="11914"/>
                </a:cubicBezTo>
                <a:cubicBezTo>
                  <a:pt x="11501" y="11857"/>
                  <a:pt x="11547" y="11811"/>
                  <a:pt x="11604" y="11811"/>
                </a:cubicBezTo>
                <a:close/>
                <a:moveTo>
                  <a:pt x="12759" y="11811"/>
                </a:moveTo>
                <a:cubicBezTo>
                  <a:pt x="12817" y="11811"/>
                  <a:pt x="12863" y="11857"/>
                  <a:pt x="12863" y="11914"/>
                </a:cubicBezTo>
                <a:cubicBezTo>
                  <a:pt x="12863" y="11972"/>
                  <a:pt x="12817" y="12018"/>
                  <a:pt x="12759" y="12018"/>
                </a:cubicBezTo>
                <a:lnTo>
                  <a:pt x="12595" y="12018"/>
                </a:lnTo>
                <a:cubicBezTo>
                  <a:pt x="12537" y="12018"/>
                  <a:pt x="12491" y="11972"/>
                  <a:pt x="12491" y="11914"/>
                </a:cubicBezTo>
                <a:cubicBezTo>
                  <a:pt x="12491" y="11857"/>
                  <a:pt x="12537" y="11811"/>
                  <a:pt x="12595" y="11811"/>
                </a:cubicBezTo>
                <a:close/>
                <a:moveTo>
                  <a:pt x="13751" y="11812"/>
                </a:moveTo>
                <a:cubicBezTo>
                  <a:pt x="13808" y="11812"/>
                  <a:pt x="13854" y="11858"/>
                  <a:pt x="13854" y="11916"/>
                </a:cubicBezTo>
                <a:cubicBezTo>
                  <a:pt x="13854" y="11973"/>
                  <a:pt x="13808" y="12019"/>
                  <a:pt x="13751" y="12019"/>
                </a:cubicBezTo>
                <a:lnTo>
                  <a:pt x="13586" y="12019"/>
                </a:lnTo>
                <a:cubicBezTo>
                  <a:pt x="13528" y="12019"/>
                  <a:pt x="13482" y="11973"/>
                  <a:pt x="13482" y="11916"/>
                </a:cubicBezTo>
                <a:cubicBezTo>
                  <a:pt x="13482" y="11858"/>
                  <a:pt x="13530" y="11812"/>
                  <a:pt x="13586" y="11812"/>
                </a:cubicBezTo>
                <a:close/>
                <a:moveTo>
                  <a:pt x="4314" y="12286"/>
                </a:moveTo>
                <a:cubicBezTo>
                  <a:pt x="4372" y="12286"/>
                  <a:pt x="4418" y="12332"/>
                  <a:pt x="4418" y="12390"/>
                </a:cubicBezTo>
                <a:lnTo>
                  <a:pt x="4418" y="12556"/>
                </a:lnTo>
                <a:cubicBezTo>
                  <a:pt x="4418" y="12613"/>
                  <a:pt x="4372" y="12659"/>
                  <a:pt x="4314" y="12659"/>
                </a:cubicBezTo>
                <a:cubicBezTo>
                  <a:pt x="4257" y="12659"/>
                  <a:pt x="4211" y="12613"/>
                  <a:pt x="4211" y="12556"/>
                </a:cubicBezTo>
                <a:lnTo>
                  <a:pt x="4211" y="12390"/>
                </a:lnTo>
                <a:cubicBezTo>
                  <a:pt x="4211" y="12332"/>
                  <a:pt x="4257" y="12286"/>
                  <a:pt x="4314" y="12286"/>
                </a:cubicBezTo>
                <a:close/>
                <a:moveTo>
                  <a:pt x="4314" y="13278"/>
                </a:moveTo>
                <a:cubicBezTo>
                  <a:pt x="4372" y="13278"/>
                  <a:pt x="4418" y="13324"/>
                  <a:pt x="4418" y="13381"/>
                </a:cubicBezTo>
                <a:lnTo>
                  <a:pt x="4418" y="13546"/>
                </a:lnTo>
                <a:cubicBezTo>
                  <a:pt x="4418" y="13604"/>
                  <a:pt x="4372" y="13650"/>
                  <a:pt x="4314" y="13650"/>
                </a:cubicBezTo>
                <a:cubicBezTo>
                  <a:pt x="4257" y="13650"/>
                  <a:pt x="4211" y="13604"/>
                  <a:pt x="4211" y="13546"/>
                </a:cubicBezTo>
                <a:lnTo>
                  <a:pt x="4211" y="13381"/>
                </a:lnTo>
                <a:cubicBezTo>
                  <a:pt x="4211" y="13324"/>
                  <a:pt x="4257" y="13278"/>
                  <a:pt x="4314" y="13278"/>
                </a:cubicBezTo>
                <a:close/>
                <a:moveTo>
                  <a:pt x="4314" y="14267"/>
                </a:moveTo>
                <a:cubicBezTo>
                  <a:pt x="4372" y="14267"/>
                  <a:pt x="4418" y="14313"/>
                  <a:pt x="4418" y="14372"/>
                </a:cubicBezTo>
                <a:lnTo>
                  <a:pt x="4418" y="14536"/>
                </a:lnTo>
                <a:cubicBezTo>
                  <a:pt x="4418" y="14594"/>
                  <a:pt x="4372" y="14640"/>
                  <a:pt x="4314" y="14640"/>
                </a:cubicBezTo>
                <a:cubicBezTo>
                  <a:pt x="4257" y="14640"/>
                  <a:pt x="4211" y="14594"/>
                  <a:pt x="4211" y="14536"/>
                </a:cubicBezTo>
                <a:lnTo>
                  <a:pt x="4211" y="14372"/>
                </a:lnTo>
                <a:cubicBezTo>
                  <a:pt x="4211" y="14313"/>
                  <a:pt x="4257" y="14267"/>
                  <a:pt x="4314" y="14267"/>
                </a:cubicBezTo>
                <a:close/>
                <a:moveTo>
                  <a:pt x="4314" y="15259"/>
                </a:moveTo>
                <a:cubicBezTo>
                  <a:pt x="4372" y="15259"/>
                  <a:pt x="4418" y="15305"/>
                  <a:pt x="4418" y="15362"/>
                </a:cubicBezTo>
                <a:lnTo>
                  <a:pt x="4418" y="15528"/>
                </a:lnTo>
                <a:cubicBezTo>
                  <a:pt x="4418" y="15585"/>
                  <a:pt x="4372" y="15631"/>
                  <a:pt x="4314" y="15631"/>
                </a:cubicBezTo>
                <a:cubicBezTo>
                  <a:pt x="4257" y="15631"/>
                  <a:pt x="4211" y="15585"/>
                  <a:pt x="4211" y="15528"/>
                </a:cubicBezTo>
                <a:lnTo>
                  <a:pt x="4211" y="15362"/>
                </a:lnTo>
                <a:cubicBezTo>
                  <a:pt x="4211" y="15305"/>
                  <a:pt x="4257" y="15259"/>
                  <a:pt x="4314" y="15259"/>
                </a:cubicBezTo>
                <a:close/>
                <a:moveTo>
                  <a:pt x="4314" y="16250"/>
                </a:moveTo>
                <a:cubicBezTo>
                  <a:pt x="4372" y="16250"/>
                  <a:pt x="4418" y="16296"/>
                  <a:pt x="4418" y="16354"/>
                </a:cubicBezTo>
                <a:lnTo>
                  <a:pt x="4418" y="16518"/>
                </a:lnTo>
                <a:cubicBezTo>
                  <a:pt x="4418" y="16577"/>
                  <a:pt x="4372" y="16623"/>
                  <a:pt x="4314" y="16623"/>
                </a:cubicBezTo>
                <a:cubicBezTo>
                  <a:pt x="4257" y="16623"/>
                  <a:pt x="4211" y="16577"/>
                  <a:pt x="4211" y="16518"/>
                </a:cubicBezTo>
                <a:lnTo>
                  <a:pt x="4211" y="16354"/>
                </a:lnTo>
                <a:cubicBezTo>
                  <a:pt x="4211" y="16296"/>
                  <a:pt x="4257" y="16250"/>
                  <a:pt x="4314" y="16250"/>
                </a:cubicBezTo>
                <a:close/>
                <a:moveTo>
                  <a:pt x="4314" y="17242"/>
                </a:moveTo>
                <a:cubicBezTo>
                  <a:pt x="4372" y="17242"/>
                  <a:pt x="4418" y="17288"/>
                  <a:pt x="4418" y="17345"/>
                </a:cubicBezTo>
                <a:lnTo>
                  <a:pt x="4418" y="17510"/>
                </a:lnTo>
                <a:cubicBezTo>
                  <a:pt x="4418" y="17567"/>
                  <a:pt x="4372" y="17613"/>
                  <a:pt x="4314" y="17613"/>
                </a:cubicBezTo>
                <a:cubicBezTo>
                  <a:pt x="4257" y="17613"/>
                  <a:pt x="4211" y="17567"/>
                  <a:pt x="4211" y="17510"/>
                </a:cubicBezTo>
                <a:lnTo>
                  <a:pt x="4211" y="17345"/>
                </a:lnTo>
                <a:cubicBezTo>
                  <a:pt x="4211" y="17288"/>
                  <a:pt x="4257" y="17242"/>
                  <a:pt x="4314" y="17242"/>
                </a:cubicBezTo>
                <a:close/>
                <a:moveTo>
                  <a:pt x="4314" y="18232"/>
                </a:moveTo>
                <a:cubicBezTo>
                  <a:pt x="4372" y="18232"/>
                  <a:pt x="4418" y="18278"/>
                  <a:pt x="4418" y="18337"/>
                </a:cubicBezTo>
                <a:lnTo>
                  <a:pt x="4418" y="18501"/>
                </a:lnTo>
                <a:cubicBezTo>
                  <a:pt x="4418" y="18559"/>
                  <a:pt x="4372" y="18605"/>
                  <a:pt x="4314" y="18605"/>
                </a:cubicBezTo>
                <a:cubicBezTo>
                  <a:pt x="4257" y="18605"/>
                  <a:pt x="4211" y="18559"/>
                  <a:pt x="4211" y="18501"/>
                </a:cubicBezTo>
                <a:lnTo>
                  <a:pt x="4211" y="18337"/>
                </a:lnTo>
                <a:cubicBezTo>
                  <a:pt x="4211" y="18278"/>
                  <a:pt x="4257" y="18232"/>
                  <a:pt x="4314" y="18232"/>
                </a:cubicBezTo>
                <a:close/>
                <a:moveTo>
                  <a:pt x="4314" y="19224"/>
                </a:moveTo>
                <a:cubicBezTo>
                  <a:pt x="4372" y="19224"/>
                  <a:pt x="4418" y="19270"/>
                  <a:pt x="4418" y="19327"/>
                </a:cubicBezTo>
                <a:lnTo>
                  <a:pt x="4418" y="19493"/>
                </a:lnTo>
                <a:cubicBezTo>
                  <a:pt x="4418" y="19550"/>
                  <a:pt x="4372" y="19596"/>
                  <a:pt x="4314" y="19596"/>
                </a:cubicBezTo>
                <a:cubicBezTo>
                  <a:pt x="4257" y="19596"/>
                  <a:pt x="4211" y="19550"/>
                  <a:pt x="4211" y="19493"/>
                </a:cubicBezTo>
                <a:lnTo>
                  <a:pt x="4211" y="19327"/>
                </a:lnTo>
                <a:cubicBezTo>
                  <a:pt x="4211" y="19270"/>
                  <a:pt x="4257" y="19224"/>
                  <a:pt x="4314" y="19224"/>
                </a:cubicBezTo>
                <a:close/>
                <a:moveTo>
                  <a:pt x="5161" y="19534"/>
                </a:moveTo>
                <a:cubicBezTo>
                  <a:pt x="5219" y="19534"/>
                  <a:pt x="5265" y="19580"/>
                  <a:pt x="5265" y="19637"/>
                </a:cubicBezTo>
                <a:cubicBezTo>
                  <a:pt x="5265" y="19694"/>
                  <a:pt x="5219" y="19740"/>
                  <a:pt x="5161" y="19740"/>
                </a:cubicBezTo>
                <a:lnTo>
                  <a:pt x="4996" y="19740"/>
                </a:lnTo>
                <a:cubicBezTo>
                  <a:pt x="4938" y="19740"/>
                  <a:pt x="4892" y="19694"/>
                  <a:pt x="4892" y="19637"/>
                </a:cubicBezTo>
                <a:cubicBezTo>
                  <a:pt x="4892" y="19580"/>
                  <a:pt x="4938" y="19534"/>
                  <a:pt x="4996" y="19534"/>
                </a:cubicBezTo>
                <a:close/>
                <a:moveTo>
                  <a:pt x="6153" y="19534"/>
                </a:moveTo>
                <a:cubicBezTo>
                  <a:pt x="6210" y="19534"/>
                  <a:pt x="6256" y="19580"/>
                  <a:pt x="6256" y="19637"/>
                </a:cubicBezTo>
                <a:cubicBezTo>
                  <a:pt x="6256" y="19694"/>
                  <a:pt x="6210" y="19740"/>
                  <a:pt x="6153" y="19740"/>
                </a:cubicBezTo>
                <a:lnTo>
                  <a:pt x="5987" y="19740"/>
                </a:lnTo>
                <a:cubicBezTo>
                  <a:pt x="5930" y="19740"/>
                  <a:pt x="5884" y="19694"/>
                  <a:pt x="5884" y="19637"/>
                </a:cubicBezTo>
                <a:cubicBezTo>
                  <a:pt x="5885" y="19580"/>
                  <a:pt x="5931" y="19534"/>
                  <a:pt x="5987" y="19534"/>
                </a:cubicBezTo>
                <a:close/>
                <a:moveTo>
                  <a:pt x="7143" y="19534"/>
                </a:moveTo>
                <a:cubicBezTo>
                  <a:pt x="7201" y="19534"/>
                  <a:pt x="7247" y="19580"/>
                  <a:pt x="7247" y="19637"/>
                </a:cubicBezTo>
                <a:cubicBezTo>
                  <a:pt x="7247" y="19694"/>
                  <a:pt x="7201" y="19740"/>
                  <a:pt x="7143" y="19740"/>
                </a:cubicBezTo>
                <a:lnTo>
                  <a:pt x="6978" y="19740"/>
                </a:lnTo>
                <a:cubicBezTo>
                  <a:pt x="6921" y="19740"/>
                  <a:pt x="6875" y="19694"/>
                  <a:pt x="6875" y="19637"/>
                </a:cubicBezTo>
                <a:cubicBezTo>
                  <a:pt x="6876" y="19580"/>
                  <a:pt x="6922" y="19534"/>
                  <a:pt x="6978" y="19534"/>
                </a:cubicBezTo>
                <a:close/>
                <a:moveTo>
                  <a:pt x="8135" y="19534"/>
                </a:moveTo>
                <a:cubicBezTo>
                  <a:pt x="8192" y="19534"/>
                  <a:pt x="8238" y="19580"/>
                  <a:pt x="8238" y="19637"/>
                </a:cubicBezTo>
                <a:cubicBezTo>
                  <a:pt x="8238" y="19694"/>
                  <a:pt x="8192" y="19740"/>
                  <a:pt x="8135" y="19740"/>
                </a:cubicBezTo>
                <a:lnTo>
                  <a:pt x="7970" y="19740"/>
                </a:lnTo>
                <a:cubicBezTo>
                  <a:pt x="7913" y="19740"/>
                  <a:pt x="7867" y="19694"/>
                  <a:pt x="7867" y="19637"/>
                </a:cubicBezTo>
                <a:cubicBezTo>
                  <a:pt x="7867" y="19580"/>
                  <a:pt x="7914" y="19534"/>
                  <a:pt x="7970" y="19534"/>
                </a:cubicBezTo>
                <a:close/>
                <a:moveTo>
                  <a:pt x="9126" y="19534"/>
                </a:moveTo>
                <a:cubicBezTo>
                  <a:pt x="9183" y="19534"/>
                  <a:pt x="9229" y="19580"/>
                  <a:pt x="9229" y="19637"/>
                </a:cubicBezTo>
                <a:cubicBezTo>
                  <a:pt x="9229" y="19694"/>
                  <a:pt x="9183" y="19740"/>
                  <a:pt x="9126" y="19740"/>
                </a:cubicBezTo>
                <a:lnTo>
                  <a:pt x="8961" y="19740"/>
                </a:lnTo>
                <a:cubicBezTo>
                  <a:pt x="8903" y="19740"/>
                  <a:pt x="8857" y="19694"/>
                  <a:pt x="8857" y="19637"/>
                </a:cubicBezTo>
                <a:cubicBezTo>
                  <a:pt x="8857" y="19580"/>
                  <a:pt x="8903" y="19534"/>
                  <a:pt x="8961" y="19534"/>
                </a:cubicBezTo>
                <a:close/>
                <a:moveTo>
                  <a:pt x="10118" y="19534"/>
                </a:moveTo>
                <a:cubicBezTo>
                  <a:pt x="10175" y="19534"/>
                  <a:pt x="10221" y="19580"/>
                  <a:pt x="10221" y="19637"/>
                </a:cubicBezTo>
                <a:cubicBezTo>
                  <a:pt x="10221" y="19694"/>
                  <a:pt x="10175" y="19740"/>
                  <a:pt x="10118" y="19740"/>
                </a:cubicBezTo>
                <a:lnTo>
                  <a:pt x="9952" y="19740"/>
                </a:lnTo>
                <a:cubicBezTo>
                  <a:pt x="9894" y="19740"/>
                  <a:pt x="9848" y="19694"/>
                  <a:pt x="9848" y="19637"/>
                </a:cubicBezTo>
                <a:cubicBezTo>
                  <a:pt x="9848" y="19580"/>
                  <a:pt x="9894" y="19534"/>
                  <a:pt x="9952" y="19534"/>
                </a:cubicBezTo>
                <a:close/>
                <a:moveTo>
                  <a:pt x="11108" y="19534"/>
                </a:moveTo>
                <a:cubicBezTo>
                  <a:pt x="11166" y="19534"/>
                  <a:pt x="11212" y="19580"/>
                  <a:pt x="11212" y="19637"/>
                </a:cubicBezTo>
                <a:cubicBezTo>
                  <a:pt x="11212" y="19694"/>
                  <a:pt x="11166" y="19740"/>
                  <a:pt x="11108" y="19740"/>
                </a:cubicBezTo>
                <a:lnTo>
                  <a:pt x="10943" y="19740"/>
                </a:lnTo>
                <a:cubicBezTo>
                  <a:pt x="10886" y="19740"/>
                  <a:pt x="10840" y="19694"/>
                  <a:pt x="10840" y="19637"/>
                </a:cubicBezTo>
                <a:cubicBezTo>
                  <a:pt x="10840" y="19580"/>
                  <a:pt x="10886" y="19534"/>
                  <a:pt x="10943" y="19534"/>
                </a:cubicBezTo>
                <a:close/>
                <a:moveTo>
                  <a:pt x="12099" y="19534"/>
                </a:moveTo>
                <a:cubicBezTo>
                  <a:pt x="12157" y="19534"/>
                  <a:pt x="12203" y="19580"/>
                  <a:pt x="12203" y="19637"/>
                </a:cubicBezTo>
                <a:cubicBezTo>
                  <a:pt x="12203" y="19694"/>
                  <a:pt x="12157" y="19740"/>
                  <a:pt x="12099" y="19740"/>
                </a:cubicBezTo>
                <a:lnTo>
                  <a:pt x="11935" y="19740"/>
                </a:lnTo>
                <a:cubicBezTo>
                  <a:pt x="11877" y="19740"/>
                  <a:pt x="11831" y="19694"/>
                  <a:pt x="11831" y="19637"/>
                </a:cubicBezTo>
                <a:cubicBezTo>
                  <a:pt x="11831" y="19580"/>
                  <a:pt x="11877" y="19534"/>
                  <a:pt x="11935" y="19534"/>
                </a:cubicBezTo>
                <a:close/>
                <a:moveTo>
                  <a:pt x="13091" y="19534"/>
                </a:moveTo>
                <a:cubicBezTo>
                  <a:pt x="13148" y="19534"/>
                  <a:pt x="13194" y="19580"/>
                  <a:pt x="13194" y="19637"/>
                </a:cubicBezTo>
                <a:cubicBezTo>
                  <a:pt x="13194" y="19694"/>
                  <a:pt x="13148" y="19740"/>
                  <a:pt x="13091" y="19740"/>
                </a:cubicBezTo>
                <a:lnTo>
                  <a:pt x="12926" y="19740"/>
                </a:lnTo>
                <a:cubicBezTo>
                  <a:pt x="12868" y="19740"/>
                  <a:pt x="12822" y="19694"/>
                  <a:pt x="12822" y="19637"/>
                </a:cubicBezTo>
                <a:cubicBezTo>
                  <a:pt x="12822" y="19580"/>
                  <a:pt x="12868" y="19534"/>
                  <a:pt x="12926" y="19534"/>
                </a:cubicBezTo>
                <a:close/>
                <a:moveTo>
                  <a:pt x="14080" y="19534"/>
                </a:moveTo>
                <a:cubicBezTo>
                  <a:pt x="14139" y="19534"/>
                  <a:pt x="14185" y="19580"/>
                  <a:pt x="14185" y="19637"/>
                </a:cubicBezTo>
                <a:cubicBezTo>
                  <a:pt x="14185" y="19694"/>
                  <a:pt x="14139" y="19740"/>
                  <a:pt x="14080" y="19740"/>
                </a:cubicBezTo>
                <a:lnTo>
                  <a:pt x="13916" y="19740"/>
                </a:lnTo>
                <a:cubicBezTo>
                  <a:pt x="13858" y="19740"/>
                  <a:pt x="13812" y="19694"/>
                  <a:pt x="13812" y="19637"/>
                </a:cubicBezTo>
                <a:cubicBezTo>
                  <a:pt x="13813" y="19580"/>
                  <a:pt x="13859" y="19534"/>
                  <a:pt x="13916" y="19534"/>
                </a:cubicBezTo>
                <a:close/>
                <a:moveTo>
                  <a:pt x="15072" y="19534"/>
                </a:moveTo>
                <a:cubicBezTo>
                  <a:pt x="15129" y="19534"/>
                  <a:pt x="15175" y="19580"/>
                  <a:pt x="15175" y="19637"/>
                </a:cubicBezTo>
                <a:cubicBezTo>
                  <a:pt x="15175" y="19694"/>
                  <a:pt x="15129" y="19740"/>
                  <a:pt x="15072" y="19740"/>
                </a:cubicBezTo>
                <a:lnTo>
                  <a:pt x="14907" y="19740"/>
                </a:lnTo>
                <a:cubicBezTo>
                  <a:pt x="14850" y="19740"/>
                  <a:pt x="14804" y="19694"/>
                  <a:pt x="14804" y="19637"/>
                </a:cubicBezTo>
                <a:cubicBezTo>
                  <a:pt x="14805" y="19580"/>
                  <a:pt x="14851" y="19534"/>
                  <a:pt x="14907" y="19534"/>
                </a:cubicBezTo>
                <a:close/>
                <a:moveTo>
                  <a:pt x="16063" y="19534"/>
                </a:moveTo>
                <a:cubicBezTo>
                  <a:pt x="16121" y="19534"/>
                  <a:pt x="16167" y="19580"/>
                  <a:pt x="16167" y="19637"/>
                </a:cubicBezTo>
                <a:cubicBezTo>
                  <a:pt x="16167" y="19694"/>
                  <a:pt x="16121" y="19740"/>
                  <a:pt x="16063" y="19740"/>
                </a:cubicBezTo>
                <a:lnTo>
                  <a:pt x="15899" y="19740"/>
                </a:lnTo>
                <a:cubicBezTo>
                  <a:pt x="15840" y="19740"/>
                  <a:pt x="15794" y="19694"/>
                  <a:pt x="15794" y="19637"/>
                </a:cubicBezTo>
                <a:cubicBezTo>
                  <a:pt x="15796" y="19580"/>
                  <a:pt x="15842" y="19534"/>
                  <a:pt x="15899" y="19534"/>
                </a:cubicBezTo>
                <a:close/>
                <a:moveTo>
                  <a:pt x="17034" y="19534"/>
                </a:moveTo>
                <a:cubicBezTo>
                  <a:pt x="17092" y="19534"/>
                  <a:pt x="17138" y="19580"/>
                  <a:pt x="17138" y="19637"/>
                </a:cubicBezTo>
                <a:lnTo>
                  <a:pt x="17138" y="19657"/>
                </a:lnTo>
                <a:cubicBezTo>
                  <a:pt x="17138" y="19715"/>
                  <a:pt x="17092" y="19761"/>
                  <a:pt x="17034" y="19761"/>
                </a:cubicBezTo>
                <a:cubicBezTo>
                  <a:pt x="17011" y="19761"/>
                  <a:pt x="16989" y="19754"/>
                  <a:pt x="16973" y="19740"/>
                </a:cubicBezTo>
                <a:lnTo>
                  <a:pt x="16889" y="19740"/>
                </a:lnTo>
                <a:cubicBezTo>
                  <a:pt x="16832" y="19740"/>
                  <a:pt x="16786" y="19694"/>
                  <a:pt x="16786" y="19637"/>
                </a:cubicBezTo>
                <a:cubicBezTo>
                  <a:pt x="16786" y="19580"/>
                  <a:pt x="16833" y="19534"/>
                  <a:pt x="16889" y="19534"/>
                </a:cubicBezTo>
                <a:close/>
                <a:moveTo>
                  <a:pt x="17034" y="20380"/>
                </a:moveTo>
                <a:cubicBezTo>
                  <a:pt x="17092" y="20380"/>
                  <a:pt x="17138" y="20426"/>
                  <a:pt x="17138" y="20483"/>
                </a:cubicBezTo>
                <a:lnTo>
                  <a:pt x="17138" y="20649"/>
                </a:lnTo>
                <a:cubicBezTo>
                  <a:pt x="17138" y="20706"/>
                  <a:pt x="17092" y="20752"/>
                  <a:pt x="17034" y="20752"/>
                </a:cubicBezTo>
                <a:cubicBezTo>
                  <a:pt x="16976" y="20752"/>
                  <a:pt x="16930" y="20706"/>
                  <a:pt x="16930" y="20649"/>
                </a:cubicBezTo>
                <a:lnTo>
                  <a:pt x="16930" y="20483"/>
                </a:lnTo>
                <a:cubicBezTo>
                  <a:pt x="16930" y="20426"/>
                  <a:pt x="16976" y="20380"/>
                  <a:pt x="17034" y="20380"/>
                </a:cubicBezTo>
                <a:close/>
                <a:moveTo>
                  <a:pt x="17034" y="21371"/>
                </a:moveTo>
                <a:cubicBezTo>
                  <a:pt x="17092" y="21371"/>
                  <a:pt x="17138" y="21417"/>
                  <a:pt x="17138" y="21475"/>
                </a:cubicBezTo>
                <a:lnTo>
                  <a:pt x="17138" y="21639"/>
                </a:lnTo>
                <a:cubicBezTo>
                  <a:pt x="17138" y="21698"/>
                  <a:pt x="17092" y="21744"/>
                  <a:pt x="17034" y="21744"/>
                </a:cubicBezTo>
                <a:cubicBezTo>
                  <a:pt x="16976" y="21744"/>
                  <a:pt x="16930" y="21698"/>
                  <a:pt x="16930" y="21639"/>
                </a:cubicBezTo>
                <a:lnTo>
                  <a:pt x="16930" y="21475"/>
                </a:lnTo>
                <a:cubicBezTo>
                  <a:pt x="16930" y="21417"/>
                  <a:pt x="16976" y="21371"/>
                  <a:pt x="17034" y="21371"/>
                </a:cubicBezTo>
                <a:close/>
                <a:moveTo>
                  <a:pt x="17034" y="22363"/>
                </a:moveTo>
                <a:cubicBezTo>
                  <a:pt x="17092" y="22363"/>
                  <a:pt x="17138" y="22409"/>
                  <a:pt x="17138" y="22466"/>
                </a:cubicBezTo>
                <a:lnTo>
                  <a:pt x="17138" y="22631"/>
                </a:lnTo>
                <a:cubicBezTo>
                  <a:pt x="17138" y="22688"/>
                  <a:pt x="17092" y="22734"/>
                  <a:pt x="17034" y="22734"/>
                </a:cubicBezTo>
                <a:cubicBezTo>
                  <a:pt x="16976" y="22734"/>
                  <a:pt x="16930" y="22688"/>
                  <a:pt x="16930" y="22631"/>
                </a:cubicBezTo>
                <a:lnTo>
                  <a:pt x="16930" y="22466"/>
                </a:lnTo>
                <a:cubicBezTo>
                  <a:pt x="16930" y="22409"/>
                  <a:pt x="16976" y="22363"/>
                  <a:pt x="17034" y="22363"/>
                </a:cubicBezTo>
                <a:close/>
                <a:moveTo>
                  <a:pt x="17034" y="23353"/>
                </a:moveTo>
                <a:cubicBezTo>
                  <a:pt x="17092" y="23353"/>
                  <a:pt x="17138" y="23399"/>
                  <a:pt x="17138" y="23458"/>
                </a:cubicBezTo>
                <a:lnTo>
                  <a:pt x="17138" y="23622"/>
                </a:lnTo>
                <a:cubicBezTo>
                  <a:pt x="17138" y="23680"/>
                  <a:pt x="17092" y="23726"/>
                  <a:pt x="17034" y="23726"/>
                </a:cubicBezTo>
                <a:cubicBezTo>
                  <a:pt x="16976" y="23726"/>
                  <a:pt x="16930" y="23680"/>
                  <a:pt x="16930" y="23622"/>
                </a:cubicBezTo>
                <a:lnTo>
                  <a:pt x="16930" y="23458"/>
                </a:lnTo>
                <a:cubicBezTo>
                  <a:pt x="16930" y="23399"/>
                  <a:pt x="16976" y="23353"/>
                  <a:pt x="17034" y="23353"/>
                </a:cubicBezTo>
                <a:close/>
                <a:moveTo>
                  <a:pt x="17034" y="24345"/>
                </a:moveTo>
                <a:cubicBezTo>
                  <a:pt x="17092" y="24345"/>
                  <a:pt x="17138" y="24391"/>
                  <a:pt x="17138" y="24448"/>
                </a:cubicBezTo>
                <a:lnTo>
                  <a:pt x="17138" y="24614"/>
                </a:lnTo>
                <a:cubicBezTo>
                  <a:pt x="17138" y="24671"/>
                  <a:pt x="17092" y="24717"/>
                  <a:pt x="17034" y="24717"/>
                </a:cubicBezTo>
                <a:cubicBezTo>
                  <a:pt x="16976" y="24717"/>
                  <a:pt x="16930" y="24671"/>
                  <a:pt x="16930" y="24614"/>
                </a:cubicBezTo>
                <a:lnTo>
                  <a:pt x="16930" y="24448"/>
                </a:lnTo>
                <a:cubicBezTo>
                  <a:pt x="16930" y="24391"/>
                  <a:pt x="16976" y="24345"/>
                  <a:pt x="17034" y="24345"/>
                </a:cubicBezTo>
                <a:close/>
                <a:moveTo>
                  <a:pt x="17034" y="25335"/>
                </a:moveTo>
                <a:cubicBezTo>
                  <a:pt x="17092" y="25335"/>
                  <a:pt x="17138" y="25381"/>
                  <a:pt x="17138" y="25438"/>
                </a:cubicBezTo>
                <a:lnTo>
                  <a:pt x="17138" y="25603"/>
                </a:lnTo>
                <a:cubicBezTo>
                  <a:pt x="17138" y="25661"/>
                  <a:pt x="17092" y="25707"/>
                  <a:pt x="17034" y="25707"/>
                </a:cubicBezTo>
                <a:cubicBezTo>
                  <a:pt x="16976" y="25707"/>
                  <a:pt x="16930" y="25661"/>
                  <a:pt x="16930" y="25603"/>
                </a:cubicBezTo>
                <a:lnTo>
                  <a:pt x="16930" y="25438"/>
                </a:lnTo>
                <a:cubicBezTo>
                  <a:pt x="16930" y="25381"/>
                  <a:pt x="16976" y="25335"/>
                  <a:pt x="17034" y="25335"/>
                </a:cubicBezTo>
                <a:close/>
                <a:moveTo>
                  <a:pt x="1362" y="25520"/>
                </a:moveTo>
                <a:cubicBezTo>
                  <a:pt x="1420" y="25520"/>
                  <a:pt x="1466" y="25566"/>
                  <a:pt x="1466" y="25624"/>
                </a:cubicBezTo>
                <a:cubicBezTo>
                  <a:pt x="1466" y="25681"/>
                  <a:pt x="1420" y="25727"/>
                  <a:pt x="1362" y="25727"/>
                </a:cubicBezTo>
                <a:lnTo>
                  <a:pt x="1197" y="25727"/>
                </a:lnTo>
                <a:cubicBezTo>
                  <a:pt x="1140" y="25727"/>
                  <a:pt x="1094" y="25681"/>
                  <a:pt x="1094" y="25624"/>
                </a:cubicBezTo>
                <a:cubicBezTo>
                  <a:pt x="1094" y="25566"/>
                  <a:pt x="1140" y="25520"/>
                  <a:pt x="1197" y="25520"/>
                </a:cubicBezTo>
                <a:close/>
                <a:moveTo>
                  <a:pt x="2354" y="25520"/>
                </a:moveTo>
                <a:cubicBezTo>
                  <a:pt x="2411" y="25520"/>
                  <a:pt x="2457" y="25566"/>
                  <a:pt x="2457" y="25624"/>
                </a:cubicBezTo>
                <a:cubicBezTo>
                  <a:pt x="2457" y="25681"/>
                  <a:pt x="2411" y="25727"/>
                  <a:pt x="2354" y="25727"/>
                </a:cubicBezTo>
                <a:lnTo>
                  <a:pt x="2189" y="25727"/>
                </a:lnTo>
                <a:cubicBezTo>
                  <a:pt x="2132" y="25727"/>
                  <a:pt x="2086" y="25681"/>
                  <a:pt x="2086" y="25624"/>
                </a:cubicBezTo>
                <a:cubicBezTo>
                  <a:pt x="2086" y="25566"/>
                  <a:pt x="2132" y="25520"/>
                  <a:pt x="2189" y="25520"/>
                </a:cubicBezTo>
                <a:close/>
                <a:moveTo>
                  <a:pt x="3345" y="25520"/>
                </a:moveTo>
                <a:cubicBezTo>
                  <a:pt x="3402" y="25520"/>
                  <a:pt x="3448" y="25566"/>
                  <a:pt x="3448" y="25624"/>
                </a:cubicBezTo>
                <a:cubicBezTo>
                  <a:pt x="3448" y="25681"/>
                  <a:pt x="3402" y="25727"/>
                  <a:pt x="3345" y="25727"/>
                </a:cubicBezTo>
                <a:lnTo>
                  <a:pt x="3180" y="25727"/>
                </a:lnTo>
                <a:cubicBezTo>
                  <a:pt x="3122" y="25727"/>
                  <a:pt x="3076" y="25681"/>
                  <a:pt x="3076" y="25624"/>
                </a:cubicBezTo>
                <a:cubicBezTo>
                  <a:pt x="3076" y="25566"/>
                  <a:pt x="3122" y="25520"/>
                  <a:pt x="3180" y="25520"/>
                </a:cubicBezTo>
                <a:close/>
                <a:moveTo>
                  <a:pt x="4337" y="25520"/>
                </a:moveTo>
                <a:cubicBezTo>
                  <a:pt x="4394" y="25520"/>
                  <a:pt x="4440" y="25566"/>
                  <a:pt x="4440" y="25624"/>
                </a:cubicBezTo>
                <a:cubicBezTo>
                  <a:pt x="4440" y="25681"/>
                  <a:pt x="4393" y="25727"/>
                  <a:pt x="4337" y="25727"/>
                </a:cubicBezTo>
                <a:lnTo>
                  <a:pt x="4171" y="25727"/>
                </a:lnTo>
                <a:cubicBezTo>
                  <a:pt x="4113" y="25727"/>
                  <a:pt x="4067" y="25681"/>
                  <a:pt x="4067" y="25624"/>
                </a:cubicBezTo>
                <a:cubicBezTo>
                  <a:pt x="4067" y="25566"/>
                  <a:pt x="4113" y="25520"/>
                  <a:pt x="4171" y="25520"/>
                </a:cubicBezTo>
                <a:close/>
                <a:moveTo>
                  <a:pt x="5327" y="25520"/>
                </a:moveTo>
                <a:cubicBezTo>
                  <a:pt x="5385" y="25520"/>
                  <a:pt x="5431" y="25566"/>
                  <a:pt x="5431" y="25624"/>
                </a:cubicBezTo>
                <a:cubicBezTo>
                  <a:pt x="5429" y="25681"/>
                  <a:pt x="5383" y="25727"/>
                  <a:pt x="5327" y="25727"/>
                </a:cubicBezTo>
                <a:lnTo>
                  <a:pt x="5162" y="25727"/>
                </a:lnTo>
                <a:cubicBezTo>
                  <a:pt x="5105" y="25727"/>
                  <a:pt x="5059" y="25681"/>
                  <a:pt x="5059" y="25624"/>
                </a:cubicBezTo>
                <a:cubicBezTo>
                  <a:pt x="5059" y="25566"/>
                  <a:pt x="5105" y="25520"/>
                  <a:pt x="5162" y="25520"/>
                </a:cubicBezTo>
                <a:close/>
                <a:moveTo>
                  <a:pt x="6318" y="25520"/>
                </a:moveTo>
                <a:cubicBezTo>
                  <a:pt x="6376" y="25520"/>
                  <a:pt x="6422" y="25566"/>
                  <a:pt x="6422" y="25624"/>
                </a:cubicBezTo>
                <a:cubicBezTo>
                  <a:pt x="6421" y="25681"/>
                  <a:pt x="6375" y="25727"/>
                  <a:pt x="6318" y="25727"/>
                </a:cubicBezTo>
                <a:lnTo>
                  <a:pt x="6154" y="25727"/>
                </a:lnTo>
                <a:cubicBezTo>
                  <a:pt x="6096" y="25727"/>
                  <a:pt x="6050" y="25681"/>
                  <a:pt x="6050" y="25624"/>
                </a:cubicBezTo>
                <a:cubicBezTo>
                  <a:pt x="6050" y="25566"/>
                  <a:pt x="6096" y="25520"/>
                  <a:pt x="6154" y="25520"/>
                </a:cubicBezTo>
                <a:close/>
                <a:moveTo>
                  <a:pt x="7310" y="25520"/>
                </a:moveTo>
                <a:cubicBezTo>
                  <a:pt x="7367" y="25520"/>
                  <a:pt x="7413" y="25566"/>
                  <a:pt x="7413" y="25624"/>
                </a:cubicBezTo>
                <a:cubicBezTo>
                  <a:pt x="7412" y="25681"/>
                  <a:pt x="7366" y="25727"/>
                  <a:pt x="7310" y="25727"/>
                </a:cubicBezTo>
                <a:lnTo>
                  <a:pt x="7145" y="25727"/>
                </a:lnTo>
                <a:cubicBezTo>
                  <a:pt x="7087" y="25727"/>
                  <a:pt x="7041" y="25681"/>
                  <a:pt x="7041" y="25624"/>
                </a:cubicBezTo>
                <a:cubicBezTo>
                  <a:pt x="7041" y="25566"/>
                  <a:pt x="7087" y="25520"/>
                  <a:pt x="7145" y="25520"/>
                </a:cubicBezTo>
                <a:close/>
                <a:moveTo>
                  <a:pt x="8299" y="25520"/>
                </a:moveTo>
                <a:cubicBezTo>
                  <a:pt x="8358" y="25520"/>
                  <a:pt x="8404" y="25566"/>
                  <a:pt x="8404" y="25624"/>
                </a:cubicBezTo>
                <a:cubicBezTo>
                  <a:pt x="8404" y="25681"/>
                  <a:pt x="8358" y="25727"/>
                  <a:pt x="8299" y="25727"/>
                </a:cubicBezTo>
                <a:lnTo>
                  <a:pt x="8135" y="25727"/>
                </a:lnTo>
                <a:cubicBezTo>
                  <a:pt x="8077" y="25727"/>
                  <a:pt x="8031" y="25681"/>
                  <a:pt x="8031" y="25624"/>
                </a:cubicBezTo>
                <a:cubicBezTo>
                  <a:pt x="8031" y="25566"/>
                  <a:pt x="8077" y="25520"/>
                  <a:pt x="8135" y="25520"/>
                </a:cubicBezTo>
                <a:close/>
                <a:moveTo>
                  <a:pt x="9291" y="25520"/>
                </a:moveTo>
                <a:cubicBezTo>
                  <a:pt x="9348" y="25520"/>
                  <a:pt x="9394" y="25566"/>
                  <a:pt x="9394" y="25624"/>
                </a:cubicBezTo>
                <a:cubicBezTo>
                  <a:pt x="9394" y="25681"/>
                  <a:pt x="9348" y="25727"/>
                  <a:pt x="9291" y="25727"/>
                </a:cubicBezTo>
                <a:lnTo>
                  <a:pt x="9126" y="25727"/>
                </a:lnTo>
                <a:cubicBezTo>
                  <a:pt x="9069" y="25727"/>
                  <a:pt x="9023" y="25681"/>
                  <a:pt x="9023" y="25624"/>
                </a:cubicBezTo>
                <a:cubicBezTo>
                  <a:pt x="9023" y="25566"/>
                  <a:pt x="9069" y="25520"/>
                  <a:pt x="9126" y="25520"/>
                </a:cubicBezTo>
                <a:close/>
                <a:moveTo>
                  <a:pt x="10282" y="25520"/>
                </a:moveTo>
                <a:cubicBezTo>
                  <a:pt x="10340" y="25520"/>
                  <a:pt x="10386" y="25566"/>
                  <a:pt x="10386" y="25624"/>
                </a:cubicBezTo>
                <a:cubicBezTo>
                  <a:pt x="10386" y="25681"/>
                  <a:pt x="10340" y="25727"/>
                  <a:pt x="10282" y="25727"/>
                </a:cubicBezTo>
                <a:lnTo>
                  <a:pt x="10118" y="25727"/>
                </a:lnTo>
                <a:cubicBezTo>
                  <a:pt x="10059" y="25727"/>
                  <a:pt x="10013" y="25681"/>
                  <a:pt x="10013" y="25624"/>
                </a:cubicBezTo>
                <a:cubicBezTo>
                  <a:pt x="10013" y="25566"/>
                  <a:pt x="10059" y="25520"/>
                  <a:pt x="10118" y="25520"/>
                </a:cubicBezTo>
                <a:close/>
                <a:moveTo>
                  <a:pt x="11274" y="25520"/>
                </a:moveTo>
                <a:cubicBezTo>
                  <a:pt x="11331" y="25520"/>
                  <a:pt x="11377" y="25566"/>
                  <a:pt x="11377" y="25624"/>
                </a:cubicBezTo>
                <a:cubicBezTo>
                  <a:pt x="11377" y="25681"/>
                  <a:pt x="11331" y="25727"/>
                  <a:pt x="11274" y="25727"/>
                </a:cubicBezTo>
                <a:lnTo>
                  <a:pt x="11108" y="25727"/>
                </a:lnTo>
                <a:cubicBezTo>
                  <a:pt x="11051" y="25727"/>
                  <a:pt x="11005" y="25681"/>
                  <a:pt x="11005" y="25624"/>
                </a:cubicBezTo>
                <a:cubicBezTo>
                  <a:pt x="11005" y="25566"/>
                  <a:pt x="11051" y="25520"/>
                  <a:pt x="11108" y="25520"/>
                </a:cubicBezTo>
                <a:close/>
                <a:moveTo>
                  <a:pt x="12264" y="25520"/>
                </a:moveTo>
                <a:cubicBezTo>
                  <a:pt x="12322" y="25520"/>
                  <a:pt x="12369" y="25566"/>
                  <a:pt x="12369" y="25624"/>
                </a:cubicBezTo>
                <a:cubicBezTo>
                  <a:pt x="12369" y="25681"/>
                  <a:pt x="12322" y="25727"/>
                  <a:pt x="12264" y="25727"/>
                </a:cubicBezTo>
                <a:lnTo>
                  <a:pt x="12099" y="25727"/>
                </a:lnTo>
                <a:cubicBezTo>
                  <a:pt x="12042" y="25727"/>
                  <a:pt x="11996" y="25681"/>
                  <a:pt x="11996" y="25624"/>
                </a:cubicBezTo>
                <a:cubicBezTo>
                  <a:pt x="11996" y="25566"/>
                  <a:pt x="12042" y="25520"/>
                  <a:pt x="12099" y="25520"/>
                </a:cubicBezTo>
                <a:close/>
                <a:moveTo>
                  <a:pt x="13256" y="25520"/>
                </a:moveTo>
                <a:cubicBezTo>
                  <a:pt x="13313" y="25520"/>
                  <a:pt x="13359" y="25566"/>
                  <a:pt x="13359" y="25624"/>
                </a:cubicBezTo>
                <a:cubicBezTo>
                  <a:pt x="13359" y="25681"/>
                  <a:pt x="13312" y="25727"/>
                  <a:pt x="13256" y="25727"/>
                </a:cubicBezTo>
                <a:lnTo>
                  <a:pt x="13091" y="25727"/>
                </a:lnTo>
                <a:cubicBezTo>
                  <a:pt x="13034" y="25727"/>
                  <a:pt x="12988" y="25681"/>
                  <a:pt x="12988" y="25624"/>
                </a:cubicBezTo>
                <a:cubicBezTo>
                  <a:pt x="12988" y="25566"/>
                  <a:pt x="13034" y="25520"/>
                  <a:pt x="13091" y="25520"/>
                </a:cubicBezTo>
                <a:close/>
                <a:moveTo>
                  <a:pt x="14247" y="25520"/>
                </a:moveTo>
                <a:cubicBezTo>
                  <a:pt x="14304" y="25520"/>
                  <a:pt x="14350" y="25566"/>
                  <a:pt x="14350" y="25624"/>
                </a:cubicBezTo>
                <a:cubicBezTo>
                  <a:pt x="14350" y="25681"/>
                  <a:pt x="14303" y="25727"/>
                  <a:pt x="14247" y="25727"/>
                </a:cubicBezTo>
                <a:lnTo>
                  <a:pt x="14082" y="25727"/>
                </a:lnTo>
                <a:cubicBezTo>
                  <a:pt x="14024" y="25727"/>
                  <a:pt x="13978" y="25681"/>
                  <a:pt x="13978" y="25624"/>
                </a:cubicBezTo>
                <a:cubicBezTo>
                  <a:pt x="13978" y="25566"/>
                  <a:pt x="14024" y="25520"/>
                  <a:pt x="14082" y="25520"/>
                </a:cubicBezTo>
                <a:close/>
                <a:moveTo>
                  <a:pt x="15239" y="25520"/>
                </a:moveTo>
                <a:cubicBezTo>
                  <a:pt x="15296" y="25520"/>
                  <a:pt x="15342" y="25566"/>
                  <a:pt x="15342" y="25624"/>
                </a:cubicBezTo>
                <a:cubicBezTo>
                  <a:pt x="15341" y="25681"/>
                  <a:pt x="15295" y="25727"/>
                  <a:pt x="15239" y="25727"/>
                </a:cubicBezTo>
                <a:lnTo>
                  <a:pt x="15073" y="25727"/>
                </a:lnTo>
                <a:cubicBezTo>
                  <a:pt x="15016" y="25727"/>
                  <a:pt x="14969" y="25681"/>
                  <a:pt x="14969" y="25624"/>
                </a:cubicBezTo>
                <a:cubicBezTo>
                  <a:pt x="14969" y="25566"/>
                  <a:pt x="15016" y="25520"/>
                  <a:pt x="15073" y="25520"/>
                </a:cubicBezTo>
                <a:close/>
                <a:moveTo>
                  <a:pt x="16228" y="25521"/>
                </a:moveTo>
                <a:cubicBezTo>
                  <a:pt x="16285" y="25521"/>
                  <a:pt x="16331" y="25567"/>
                  <a:pt x="16331" y="25625"/>
                </a:cubicBezTo>
                <a:cubicBezTo>
                  <a:pt x="16331" y="25683"/>
                  <a:pt x="16285" y="25729"/>
                  <a:pt x="16228" y="25729"/>
                </a:cubicBezTo>
                <a:lnTo>
                  <a:pt x="16063" y="25729"/>
                </a:lnTo>
                <a:cubicBezTo>
                  <a:pt x="16006" y="25729"/>
                  <a:pt x="15960" y="25683"/>
                  <a:pt x="15960" y="25625"/>
                </a:cubicBezTo>
                <a:cubicBezTo>
                  <a:pt x="15960" y="25567"/>
                  <a:pt x="16006" y="25521"/>
                  <a:pt x="16063" y="25521"/>
                </a:cubicBezTo>
                <a:close/>
                <a:moveTo>
                  <a:pt x="804" y="25955"/>
                </a:moveTo>
                <a:cubicBezTo>
                  <a:pt x="863" y="25955"/>
                  <a:pt x="909" y="26001"/>
                  <a:pt x="909" y="26059"/>
                </a:cubicBezTo>
                <a:lnTo>
                  <a:pt x="909" y="26223"/>
                </a:lnTo>
                <a:cubicBezTo>
                  <a:pt x="909" y="26282"/>
                  <a:pt x="863" y="26328"/>
                  <a:pt x="804" y="26328"/>
                </a:cubicBezTo>
                <a:cubicBezTo>
                  <a:pt x="747" y="26328"/>
                  <a:pt x="701" y="26282"/>
                  <a:pt x="701" y="26223"/>
                </a:cubicBezTo>
                <a:lnTo>
                  <a:pt x="701" y="26059"/>
                </a:lnTo>
                <a:cubicBezTo>
                  <a:pt x="701" y="26001"/>
                  <a:pt x="747" y="25955"/>
                  <a:pt x="804" y="25955"/>
                </a:cubicBezTo>
                <a:close/>
                <a:moveTo>
                  <a:pt x="804" y="26947"/>
                </a:moveTo>
                <a:cubicBezTo>
                  <a:pt x="863" y="26947"/>
                  <a:pt x="909" y="26993"/>
                  <a:pt x="909" y="27050"/>
                </a:cubicBezTo>
                <a:lnTo>
                  <a:pt x="909" y="27215"/>
                </a:lnTo>
                <a:cubicBezTo>
                  <a:pt x="909" y="27272"/>
                  <a:pt x="863" y="27318"/>
                  <a:pt x="804" y="27318"/>
                </a:cubicBezTo>
                <a:cubicBezTo>
                  <a:pt x="747" y="27318"/>
                  <a:pt x="701" y="27272"/>
                  <a:pt x="701" y="27215"/>
                </a:cubicBezTo>
                <a:lnTo>
                  <a:pt x="701" y="27050"/>
                </a:lnTo>
                <a:cubicBezTo>
                  <a:pt x="701" y="26993"/>
                  <a:pt x="747" y="26947"/>
                  <a:pt x="804" y="26947"/>
                </a:cubicBezTo>
                <a:close/>
                <a:moveTo>
                  <a:pt x="804" y="27937"/>
                </a:moveTo>
                <a:cubicBezTo>
                  <a:pt x="863" y="27937"/>
                  <a:pt x="909" y="27983"/>
                  <a:pt x="909" y="28041"/>
                </a:cubicBezTo>
                <a:lnTo>
                  <a:pt x="909" y="28206"/>
                </a:lnTo>
                <a:cubicBezTo>
                  <a:pt x="909" y="28264"/>
                  <a:pt x="863" y="28310"/>
                  <a:pt x="804" y="28310"/>
                </a:cubicBezTo>
                <a:cubicBezTo>
                  <a:pt x="747" y="28310"/>
                  <a:pt x="701" y="28264"/>
                  <a:pt x="701" y="28206"/>
                </a:cubicBezTo>
                <a:lnTo>
                  <a:pt x="701" y="28041"/>
                </a:lnTo>
                <a:cubicBezTo>
                  <a:pt x="701" y="27983"/>
                  <a:pt x="747" y="27937"/>
                  <a:pt x="804" y="27937"/>
                </a:cubicBezTo>
                <a:close/>
                <a:moveTo>
                  <a:pt x="804" y="28928"/>
                </a:moveTo>
                <a:cubicBezTo>
                  <a:pt x="863" y="28928"/>
                  <a:pt x="909" y="28974"/>
                  <a:pt x="909" y="29031"/>
                </a:cubicBezTo>
                <a:lnTo>
                  <a:pt x="909" y="29196"/>
                </a:lnTo>
                <a:cubicBezTo>
                  <a:pt x="909" y="29254"/>
                  <a:pt x="863" y="29300"/>
                  <a:pt x="804" y="29300"/>
                </a:cubicBezTo>
                <a:cubicBezTo>
                  <a:pt x="747" y="29300"/>
                  <a:pt x="701" y="29254"/>
                  <a:pt x="701" y="29196"/>
                </a:cubicBezTo>
                <a:lnTo>
                  <a:pt x="701" y="29031"/>
                </a:lnTo>
                <a:cubicBezTo>
                  <a:pt x="701" y="28974"/>
                  <a:pt x="747" y="28928"/>
                  <a:pt x="804" y="28928"/>
                </a:cubicBezTo>
                <a:close/>
                <a:moveTo>
                  <a:pt x="804" y="29919"/>
                </a:moveTo>
                <a:cubicBezTo>
                  <a:pt x="863" y="29919"/>
                  <a:pt x="909" y="29965"/>
                  <a:pt x="909" y="30022"/>
                </a:cubicBezTo>
                <a:lnTo>
                  <a:pt x="909" y="30187"/>
                </a:lnTo>
                <a:cubicBezTo>
                  <a:pt x="909" y="30244"/>
                  <a:pt x="863" y="30290"/>
                  <a:pt x="804" y="30290"/>
                </a:cubicBezTo>
                <a:cubicBezTo>
                  <a:pt x="747" y="30290"/>
                  <a:pt x="701" y="30244"/>
                  <a:pt x="701" y="30187"/>
                </a:cubicBezTo>
                <a:lnTo>
                  <a:pt x="701" y="30022"/>
                </a:lnTo>
                <a:cubicBezTo>
                  <a:pt x="701" y="29965"/>
                  <a:pt x="747" y="29919"/>
                  <a:pt x="804" y="29919"/>
                </a:cubicBezTo>
                <a:close/>
                <a:moveTo>
                  <a:pt x="804" y="30909"/>
                </a:moveTo>
                <a:cubicBezTo>
                  <a:pt x="863" y="30909"/>
                  <a:pt x="909" y="30956"/>
                  <a:pt x="909" y="31014"/>
                </a:cubicBezTo>
                <a:lnTo>
                  <a:pt x="909" y="31179"/>
                </a:lnTo>
                <a:cubicBezTo>
                  <a:pt x="909" y="31236"/>
                  <a:pt x="863" y="31282"/>
                  <a:pt x="804" y="31282"/>
                </a:cubicBezTo>
                <a:cubicBezTo>
                  <a:pt x="747" y="31282"/>
                  <a:pt x="701" y="31236"/>
                  <a:pt x="701" y="31179"/>
                </a:cubicBezTo>
                <a:lnTo>
                  <a:pt x="701" y="31014"/>
                </a:lnTo>
                <a:cubicBezTo>
                  <a:pt x="701" y="30956"/>
                  <a:pt x="747" y="30909"/>
                  <a:pt x="804" y="30909"/>
                </a:cubicBezTo>
                <a:close/>
                <a:moveTo>
                  <a:pt x="804" y="31901"/>
                </a:moveTo>
                <a:cubicBezTo>
                  <a:pt x="863" y="31901"/>
                  <a:pt x="909" y="31947"/>
                  <a:pt x="909" y="32004"/>
                </a:cubicBezTo>
                <a:lnTo>
                  <a:pt x="909" y="32170"/>
                </a:lnTo>
                <a:cubicBezTo>
                  <a:pt x="909" y="32227"/>
                  <a:pt x="863" y="32273"/>
                  <a:pt x="804" y="32273"/>
                </a:cubicBezTo>
                <a:cubicBezTo>
                  <a:pt x="747" y="32273"/>
                  <a:pt x="701" y="32227"/>
                  <a:pt x="701" y="32170"/>
                </a:cubicBezTo>
                <a:lnTo>
                  <a:pt x="701" y="32004"/>
                </a:lnTo>
                <a:cubicBezTo>
                  <a:pt x="701" y="31947"/>
                  <a:pt x="747" y="31901"/>
                  <a:pt x="804" y="31901"/>
                </a:cubicBezTo>
                <a:close/>
                <a:moveTo>
                  <a:pt x="1362" y="1"/>
                </a:moveTo>
                <a:lnTo>
                  <a:pt x="1362" y="6525"/>
                </a:lnTo>
                <a:cubicBezTo>
                  <a:pt x="1362" y="6981"/>
                  <a:pt x="1733" y="7353"/>
                  <a:pt x="2189" y="7353"/>
                </a:cubicBezTo>
                <a:lnTo>
                  <a:pt x="13379" y="7353"/>
                </a:lnTo>
                <a:lnTo>
                  <a:pt x="13379" y="11069"/>
                </a:lnTo>
                <a:lnTo>
                  <a:pt x="4337" y="11069"/>
                </a:lnTo>
                <a:cubicBezTo>
                  <a:pt x="3879" y="11069"/>
                  <a:pt x="3510" y="11438"/>
                  <a:pt x="3510" y="11896"/>
                </a:cubicBezTo>
                <a:lnTo>
                  <a:pt x="3510" y="19618"/>
                </a:lnTo>
                <a:cubicBezTo>
                  <a:pt x="3510" y="20074"/>
                  <a:pt x="3879" y="20444"/>
                  <a:pt x="4337" y="20444"/>
                </a:cubicBezTo>
                <a:lnTo>
                  <a:pt x="16229" y="20444"/>
                </a:lnTo>
                <a:lnTo>
                  <a:pt x="16229" y="24780"/>
                </a:lnTo>
                <a:lnTo>
                  <a:pt x="827" y="24780"/>
                </a:lnTo>
                <a:cubicBezTo>
                  <a:pt x="370" y="24780"/>
                  <a:pt x="0" y="25149"/>
                  <a:pt x="0" y="25606"/>
                </a:cubicBezTo>
                <a:lnTo>
                  <a:pt x="0" y="33040"/>
                </a:lnTo>
                <a:lnTo>
                  <a:pt x="702" y="33040"/>
                </a:lnTo>
                <a:lnTo>
                  <a:pt x="702" y="32999"/>
                </a:lnTo>
                <a:cubicBezTo>
                  <a:pt x="702" y="32941"/>
                  <a:pt x="748" y="32894"/>
                  <a:pt x="807" y="32894"/>
                </a:cubicBezTo>
                <a:cubicBezTo>
                  <a:pt x="864" y="32894"/>
                  <a:pt x="910" y="32941"/>
                  <a:pt x="910" y="32999"/>
                </a:cubicBezTo>
                <a:lnTo>
                  <a:pt x="910" y="33040"/>
                </a:lnTo>
                <a:lnTo>
                  <a:pt x="1653" y="33040"/>
                </a:lnTo>
                <a:lnTo>
                  <a:pt x="1653" y="26432"/>
                </a:lnTo>
                <a:lnTo>
                  <a:pt x="17055" y="26432"/>
                </a:lnTo>
                <a:cubicBezTo>
                  <a:pt x="17511" y="26432"/>
                  <a:pt x="17880" y="26063"/>
                  <a:pt x="17880" y="25606"/>
                </a:cubicBezTo>
                <a:lnTo>
                  <a:pt x="17880" y="19618"/>
                </a:lnTo>
                <a:cubicBezTo>
                  <a:pt x="17880" y="19161"/>
                  <a:pt x="17511" y="18792"/>
                  <a:pt x="17055" y="18792"/>
                </a:cubicBezTo>
                <a:lnTo>
                  <a:pt x="5161" y="18792"/>
                </a:lnTo>
                <a:lnTo>
                  <a:pt x="5161" y="12721"/>
                </a:lnTo>
                <a:lnTo>
                  <a:pt x="14205" y="12721"/>
                </a:lnTo>
                <a:cubicBezTo>
                  <a:pt x="14662" y="12721"/>
                  <a:pt x="15031" y="12352"/>
                  <a:pt x="15031" y="11895"/>
                </a:cubicBezTo>
                <a:lnTo>
                  <a:pt x="15031" y="6527"/>
                </a:lnTo>
                <a:cubicBezTo>
                  <a:pt x="15031" y="6071"/>
                  <a:pt x="14662" y="5701"/>
                  <a:pt x="14205" y="5701"/>
                </a:cubicBezTo>
                <a:lnTo>
                  <a:pt x="3014" y="5701"/>
                </a:lnTo>
                <a:lnTo>
                  <a:pt x="3014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2" name="Google Shape;972;p16"/>
          <p:cNvSpPr txBox="1"/>
          <p:nvPr/>
        </p:nvSpPr>
        <p:spPr>
          <a:xfrm>
            <a:off x="368899" y="1281602"/>
            <a:ext cx="1926600" cy="5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3" name="Google Shape;973;p16"/>
          <p:cNvSpPr txBox="1"/>
          <p:nvPr/>
        </p:nvSpPr>
        <p:spPr>
          <a:xfrm>
            <a:off x="574304" y="879060"/>
            <a:ext cx="3210388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fr-FR" sz="1600" b="1" dirty="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Contextes d’émergences</a:t>
            </a:r>
            <a:endParaRPr sz="1600" b="1" dirty="0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976" name="Google Shape;976;p16"/>
          <p:cNvSpPr txBox="1"/>
          <p:nvPr/>
        </p:nvSpPr>
        <p:spPr>
          <a:xfrm>
            <a:off x="6850111" y="1276873"/>
            <a:ext cx="1926600" cy="7257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77" name="Google Shape;977;p16"/>
          <p:cNvSpPr txBox="1"/>
          <p:nvPr/>
        </p:nvSpPr>
        <p:spPr>
          <a:xfrm>
            <a:off x="6678917" y="1406089"/>
            <a:ext cx="1575811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endParaRPr sz="1600" b="1" dirty="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" name="ZoneTexte 2"/>
          <p:cNvSpPr txBox="1"/>
          <p:nvPr/>
        </p:nvSpPr>
        <p:spPr>
          <a:xfrm>
            <a:off x="139310" y="1394995"/>
            <a:ext cx="2555164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/>
              <a:t>La croissance démographique rapide</a:t>
            </a:r>
          </a:p>
          <a:p>
            <a:endParaRPr lang="fr-FR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/>
              <a:t>L’urbanisation accélérée</a:t>
            </a:r>
          </a:p>
          <a:p>
            <a:endParaRPr lang="fr-FR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/>
              <a:t>Le développement économique</a:t>
            </a:r>
          </a:p>
          <a:p>
            <a:endParaRPr lang="fr-FR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fr-FR" dirty="0"/>
              <a:t>Les politiques gouvernementales</a:t>
            </a:r>
          </a:p>
          <a:p>
            <a:endParaRPr lang="fr-FR" sz="1000" dirty="0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fr-FR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642F79-F960-4985-9FCC-9AF813FB9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6" name="Picture 5" descr="A diagram of different buildings&#10;&#10;Description automatically generated">
            <a:extLst>
              <a:ext uri="{FF2B5EF4-FFF2-40B4-BE49-F238E27FC236}">
                <a16:creationId xmlns:a16="http://schemas.microsoft.com/office/drawing/2014/main" id="{BE3B2F67-3D9C-4B67-8C9A-B43F291E27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29" y="0"/>
            <a:ext cx="9120741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816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6" name="Google Shape;986;p17"/>
          <p:cNvSpPr txBox="1"/>
          <p:nvPr/>
        </p:nvSpPr>
        <p:spPr>
          <a:xfrm>
            <a:off x="292048" y="32437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fr-FR" sz="2800" b="1" dirty="0">
                <a:latin typeface="Fira Sans"/>
                <a:ea typeface="Fira Sans"/>
                <a:cs typeface="Fira Sans"/>
                <a:sym typeface="Fira Sans"/>
              </a:rPr>
              <a:t>Les Villes Nouvelles En Afrique </a:t>
            </a:r>
          </a:p>
        </p:txBody>
      </p:sp>
      <p:sp>
        <p:nvSpPr>
          <p:cNvPr id="987" name="Google Shape;987;p17"/>
          <p:cNvSpPr/>
          <p:nvPr/>
        </p:nvSpPr>
        <p:spPr>
          <a:xfrm>
            <a:off x="2925076" y="4268188"/>
            <a:ext cx="3310757" cy="78711"/>
          </a:xfrm>
          <a:custGeom>
            <a:avLst/>
            <a:gdLst/>
            <a:ahLst/>
            <a:cxnLst/>
            <a:rect l="l" t="t" r="r" b="b"/>
            <a:pathLst>
              <a:path w="46519" h="1106" extrusionOk="0">
                <a:moveTo>
                  <a:pt x="1" y="1"/>
                </a:moveTo>
                <a:lnTo>
                  <a:pt x="1" y="1106"/>
                </a:lnTo>
                <a:lnTo>
                  <a:pt x="46519" y="1106"/>
                </a:lnTo>
                <a:lnTo>
                  <a:pt x="46519" y="1"/>
                </a:ln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8" name="Google Shape;988;p17"/>
          <p:cNvSpPr/>
          <p:nvPr/>
        </p:nvSpPr>
        <p:spPr>
          <a:xfrm>
            <a:off x="2925076" y="4189547"/>
            <a:ext cx="3310757" cy="78711"/>
          </a:xfrm>
          <a:custGeom>
            <a:avLst/>
            <a:gdLst/>
            <a:ahLst/>
            <a:cxnLst/>
            <a:rect l="l" t="t" r="r" b="b"/>
            <a:pathLst>
              <a:path w="46519" h="1106" extrusionOk="0">
                <a:moveTo>
                  <a:pt x="1" y="1"/>
                </a:moveTo>
                <a:lnTo>
                  <a:pt x="1" y="1106"/>
                </a:lnTo>
                <a:lnTo>
                  <a:pt x="46519" y="1106"/>
                </a:lnTo>
                <a:lnTo>
                  <a:pt x="4651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9" name="Google Shape;989;p17"/>
          <p:cNvSpPr/>
          <p:nvPr/>
        </p:nvSpPr>
        <p:spPr>
          <a:xfrm>
            <a:off x="5565719" y="1676440"/>
            <a:ext cx="497194" cy="497105"/>
          </a:xfrm>
          <a:custGeom>
            <a:avLst/>
            <a:gdLst/>
            <a:ahLst/>
            <a:cxnLst/>
            <a:rect l="l" t="t" r="r" b="b"/>
            <a:pathLst>
              <a:path w="6986" h="6985" extrusionOk="0">
                <a:moveTo>
                  <a:pt x="3495" y="0"/>
                </a:moveTo>
                <a:cubicBezTo>
                  <a:pt x="3495" y="0"/>
                  <a:pt x="3427" y="109"/>
                  <a:pt x="3340" y="300"/>
                </a:cubicBezTo>
                <a:cubicBezTo>
                  <a:pt x="3280" y="432"/>
                  <a:pt x="3209" y="602"/>
                  <a:pt x="3141" y="801"/>
                </a:cubicBezTo>
                <a:cubicBezTo>
                  <a:pt x="3023" y="626"/>
                  <a:pt x="2911" y="481"/>
                  <a:pt x="2818" y="370"/>
                </a:cubicBezTo>
                <a:cubicBezTo>
                  <a:pt x="2685" y="207"/>
                  <a:pt x="2590" y="120"/>
                  <a:pt x="2590" y="120"/>
                </a:cubicBezTo>
                <a:cubicBezTo>
                  <a:pt x="2590" y="120"/>
                  <a:pt x="2553" y="243"/>
                  <a:pt x="2519" y="450"/>
                </a:cubicBezTo>
                <a:cubicBezTo>
                  <a:pt x="2494" y="592"/>
                  <a:pt x="2472" y="775"/>
                  <a:pt x="2456" y="986"/>
                </a:cubicBezTo>
                <a:cubicBezTo>
                  <a:pt x="2297" y="847"/>
                  <a:pt x="2150" y="735"/>
                  <a:pt x="2033" y="651"/>
                </a:cubicBezTo>
                <a:cubicBezTo>
                  <a:pt x="1862" y="529"/>
                  <a:pt x="1748" y="468"/>
                  <a:pt x="1748" y="468"/>
                </a:cubicBezTo>
                <a:lnTo>
                  <a:pt x="1748" y="468"/>
                </a:lnTo>
                <a:cubicBezTo>
                  <a:pt x="1748" y="468"/>
                  <a:pt x="1745" y="596"/>
                  <a:pt x="1766" y="806"/>
                </a:cubicBezTo>
                <a:cubicBezTo>
                  <a:pt x="1778" y="949"/>
                  <a:pt x="1803" y="1132"/>
                  <a:pt x="1843" y="1341"/>
                </a:cubicBezTo>
                <a:cubicBezTo>
                  <a:pt x="1653" y="1249"/>
                  <a:pt x="1484" y="1177"/>
                  <a:pt x="1347" y="1127"/>
                </a:cubicBezTo>
                <a:cubicBezTo>
                  <a:pt x="1151" y="1052"/>
                  <a:pt x="1026" y="1025"/>
                  <a:pt x="1026" y="1025"/>
                </a:cubicBezTo>
                <a:lnTo>
                  <a:pt x="1026" y="1025"/>
                </a:lnTo>
                <a:cubicBezTo>
                  <a:pt x="1026" y="1025"/>
                  <a:pt x="1056" y="1149"/>
                  <a:pt x="1128" y="1347"/>
                </a:cubicBezTo>
                <a:cubicBezTo>
                  <a:pt x="1178" y="1482"/>
                  <a:pt x="1250" y="1653"/>
                  <a:pt x="1342" y="1843"/>
                </a:cubicBezTo>
                <a:cubicBezTo>
                  <a:pt x="1134" y="1803"/>
                  <a:pt x="952" y="1778"/>
                  <a:pt x="807" y="1765"/>
                </a:cubicBezTo>
                <a:cubicBezTo>
                  <a:pt x="647" y="1750"/>
                  <a:pt x="533" y="1748"/>
                  <a:pt x="489" y="1748"/>
                </a:cubicBezTo>
                <a:cubicBezTo>
                  <a:pt x="476" y="1748"/>
                  <a:pt x="469" y="1748"/>
                  <a:pt x="469" y="1748"/>
                </a:cubicBezTo>
                <a:cubicBezTo>
                  <a:pt x="469" y="1748"/>
                  <a:pt x="530" y="1862"/>
                  <a:pt x="652" y="2032"/>
                </a:cubicBezTo>
                <a:cubicBezTo>
                  <a:pt x="736" y="2150"/>
                  <a:pt x="849" y="2295"/>
                  <a:pt x="987" y="2456"/>
                </a:cubicBezTo>
                <a:cubicBezTo>
                  <a:pt x="775" y="2471"/>
                  <a:pt x="593" y="2494"/>
                  <a:pt x="451" y="2518"/>
                </a:cubicBezTo>
                <a:cubicBezTo>
                  <a:pt x="243" y="2553"/>
                  <a:pt x="120" y="2590"/>
                  <a:pt x="120" y="2590"/>
                </a:cubicBezTo>
                <a:cubicBezTo>
                  <a:pt x="120" y="2590"/>
                  <a:pt x="209" y="2683"/>
                  <a:pt x="370" y="2817"/>
                </a:cubicBezTo>
                <a:cubicBezTo>
                  <a:pt x="482" y="2909"/>
                  <a:pt x="627" y="3022"/>
                  <a:pt x="803" y="3139"/>
                </a:cubicBezTo>
                <a:cubicBezTo>
                  <a:pt x="603" y="3209"/>
                  <a:pt x="431" y="3280"/>
                  <a:pt x="301" y="3339"/>
                </a:cubicBezTo>
                <a:cubicBezTo>
                  <a:pt x="110" y="3426"/>
                  <a:pt x="1" y="3494"/>
                  <a:pt x="1" y="3494"/>
                </a:cubicBezTo>
                <a:cubicBezTo>
                  <a:pt x="1" y="3494"/>
                  <a:pt x="109" y="3562"/>
                  <a:pt x="301" y="3649"/>
                </a:cubicBezTo>
                <a:cubicBezTo>
                  <a:pt x="431" y="3709"/>
                  <a:pt x="603" y="3779"/>
                  <a:pt x="803" y="3849"/>
                </a:cubicBezTo>
                <a:cubicBezTo>
                  <a:pt x="627" y="3967"/>
                  <a:pt x="481" y="4079"/>
                  <a:pt x="370" y="4171"/>
                </a:cubicBezTo>
                <a:cubicBezTo>
                  <a:pt x="207" y="4304"/>
                  <a:pt x="120" y="4398"/>
                  <a:pt x="120" y="4398"/>
                </a:cubicBezTo>
                <a:cubicBezTo>
                  <a:pt x="120" y="4398"/>
                  <a:pt x="243" y="4436"/>
                  <a:pt x="451" y="4470"/>
                </a:cubicBezTo>
                <a:cubicBezTo>
                  <a:pt x="593" y="4494"/>
                  <a:pt x="775" y="4518"/>
                  <a:pt x="987" y="4533"/>
                </a:cubicBezTo>
                <a:cubicBezTo>
                  <a:pt x="849" y="4693"/>
                  <a:pt x="736" y="4838"/>
                  <a:pt x="651" y="4956"/>
                </a:cubicBezTo>
                <a:cubicBezTo>
                  <a:pt x="530" y="5126"/>
                  <a:pt x="468" y="5240"/>
                  <a:pt x="468" y="5240"/>
                </a:cubicBezTo>
                <a:cubicBezTo>
                  <a:pt x="468" y="5240"/>
                  <a:pt x="479" y="5240"/>
                  <a:pt x="499" y="5240"/>
                </a:cubicBezTo>
                <a:cubicBezTo>
                  <a:pt x="549" y="5240"/>
                  <a:pt x="658" y="5238"/>
                  <a:pt x="806" y="5224"/>
                </a:cubicBezTo>
                <a:cubicBezTo>
                  <a:pt x="951" y="5210"/>
                  <a:pt x="1132" y="5185"/>
                  <a:pt x="1341" y="5145"/>
                </a:cubicBezTo>
                <a:lnTo>
                  <a:pt x="1341" y="5145"/>
                </a:lnTo>
                <a:cubicBezTo>
                  <a:pt x="1249" y="5336"/>
                  <a:pt x="1177" y="5506"/>
                  <a:pt x="1127" y="5641"/>
                </a:cubicBezTo>
                <a:cubicBezTo>
                  <a:pt x="1055" y="5839"/>
                  <a:pt x="1025" y="5962"/>
                  <a:pt x="1025" y="5962"/>
                </a:cubicBezTo>
                <a:cubicBezTo>
                  <a:pt x="1025" y="5962"/>
                  <a:pt x="1151" y="5933"/>
                  <a:pt x="1347" y="5860"/>
                </a:cubicBezTo>
                <a:cubicBezTo>
                  <a:pt x="1483" y="5810"/>
                  <a:pt x="1653" y="5738"/>
                  <a:pt x="1842" y="5646"/>
                </a:cubicBezTo>
                <a:lnTo>
                  <a:pt x="1842" y="5646"/>
                </a:lnTo>
                <a:cubicBezTo>
                  <a:pt x="1802" y="5854"/>
                  <a:pt x="1777" y="6037"/>
                  <a:pt x="1764" y="6181"/>
                </a:cubicBezTo>
                <a:cubicBezTo>
                  <a:pt x="1743" y="6390"/>
                  <a:pt x="1747" y="6519"/>
                  <a:pt x="1747" y="6519"/>
                </a:cubicBezTo>
                <a:cubicBezTo>
                  <a:pt x="1747" y="6519"/>
                  <a:pt x="1861" y="6459"/>
                  <a:pt x="2032" y="6336"/>
                </a:cubicBezTo>
                <a:cubicBezTo>
                  <a:pt x="2149" y="6253"/>
                  <a:pt x="2295" y="6140"/>
                  <a:pt x="2454" y="6001"/>
                </a:cubicBezTo>
                <a:cubicBezTo>
                  <a:pt x="2470" y="6212"/>
                  <a:pt x="2493" y="6395"/>
                  <a:pt x="2518" y="6536"/>
                </a:cubicBezTo>
                <a:cubicBezTo>
                  <a:pt x="2551" y="6744"/>
                  <a:pt x="2589" y="6867"/>
                  <a:pt x="2589" y="6867"/>
                </a:cubicBezTo>
                <a:cubicBezTo>
                  <a:pt x="2589" y="6867"/>
                  <a:pt x="2682" y="6779"/>
                  <a:pt x="2815" y="6616"/>
                </a:cubicBezTo>
                <a:cubicBezTo>
                  <a:pt x="2908" y="6506"/>
                  <a:pt x="3019" y="6359"/>
                  <a:pt x="3137" y="6185"/>
                </a:cubicBezTo>
                <a:cubicBezTo>
                  <a:pt x="3155" y="6239"/>
                  <a:pt x="3174" y="6291"/>
                  <a:pt x="3193" y="6340"/>
                </a:cubicBezTo>
                <a:cubicBezTo>
                  <a:pt x="3244" y="6473"/>
                  <a:pt x="3292" y="6590"/>
                  <a:pt x="3336" y="6684"/>
                </a:cubicBezTo>
                <a:cubicBezTo>
                  <a:pt x="3423" y="6874"/>
                  <a:pt x="3492" y="6985"/>
                  <a:pt x="3492" y="6985"/>
                </a:cubicBezTo>
                <a:cubicBezTo>
                  <a:pt x="3492" y="6985"/>
                  <a:pt x="3559" y="6876"/>
                  <a:pt x="3648" y="6684"/>
                </a:cubicBezTo>
                <a:cubicBezTo>
                  <a:pt x="3692" y="6588"/>
                  <a:pt x="3741" y="6473"/>
                  <a:pt x="3792" y="6340"/>
                </a:cubicBezTo>
                <a:cubicBezTo>
                  <a:pt x="3809" y="6291"/>
                  <a:pt x="3828" y="6239"/>
                  <a:pt x="3846" y="6186"/>
                </a:cubicBezTo>
                <a:cubicBezTo>
                  <a:pt x="3879" y="6233"/>
                  <a:pt x="3909" y="6279"/>
                  <a:pt x="3940" y="6321"/>
                </a:cubicBezTo>
                <a:cubicBezTo>
                  <a:pt x="4023" y="6436"/>
                  <a:pt x="4100" y="6535"/>
                  <a:pt x="4167" y="6616"/>
                </a:cubicBezTo>
                <a:cubicBezTo>
                  <a:pt x="4301" y="6779"/>
                  <a:pt x="4395" y="6866"/>
                  <a:pt x="4395" y="6866"/>
                </a:cubicBezTo>
                <a:cubicBezTo>
                  <a:pt x="4395" y="6866"/>
                  <a:pt x="4432" y="6743"/>
                  <a:pt x="4468" y="6535"/>
                </a:cubicBezTo>
                <a:cubicBezTo>
                  <a:pt x="4485" y="6432"/>
                  <a:pt x="4504" y="6306"/>
                  <a:pt x="4518" y="6166"/>
                </a:cubicBezTo>
                <a:cubicBezTo>
                  <a:pt x="4523" y="6114"/>
                  <a:pt x="4528" y="6060"/>
                  <a:pt x="4531" y="6003"/>
                </a:cubicBezTo>
                <a:cubicBezTo>
                  <a:pt x="4574" y="6040"/>
                  <a:pt x="4616" y="6076"/>
                  <a:pt x="4656" y="6109"/>
                </a:cubicBezTo>
                <a:cubicBezTo>
                  <a:pt x="4766" y="6198"/>
                  <a:pt x="4866" y="6274"/>
                  <a:pt x="4953" y="6335"/>
                </a:cubicBezTo>
                <a:cubicBezTo>
                  <a:pt x="5124" y="6457"/>
                  <a:pt x="5237" y="6516"/>
                  <a:pt x="5237" y="6516"/>
                </a:cubicBezTo>
                <a:cubicBezTo>
                  <a:pt x="5237" y="6516"/>
                  <a:pt x="5242" y="6387"/>
                  <a:pt x="5222" y="6178"/>
                </a:cubicBezTo>
                <a:cubicBezTo>
                  <a:pt x="5214" y="6074"/>
                  <a:pt x="5196" y="5948"/>
                  <a:pt x="5175" y="5809"/>
                </a:cubicBezTo>
                <a:cubicBezTo>
                  <a:pt x="5166" y="5758"/>
                  <a:pt x="5157" y="5703"/>
                  <a:pt x="5145" y="5648"/>
                </a:cubicBezTo>
                <a:lnTo>
                  <a:pt x="5145" y="5648"/>
                </a:lnTo>
                <a:cubicBezTo>
                  <a:pt x="5195" y="5672"/>
                  <a:pt x="5247" y="5696"/>
                  <a:pt x="5294" y="5718"/>
                </a:cubicBezTo>
                <a:cubicBezTo>
                  <a:pt x="5424" y="5777"/>
                  <a:pt x="5539" y="5824"/>
                  <a:pt x="5639" y="5860"/>
                </a:cubicBezTo>
                <a:cubicBezTo>
                  <a:pt x="5836" y="5933"/>
                  <a:pt x="5962" y="5962"/>
                  <a:pt x="5962" y="5962"/>
                </a:cubicBezTo>
                <a:cubicBezTo>
                  <a:pt x="5962" y="5962"/>
                  <a:pt x="5932" y="5838"/>
                  <a:pt x="5859" y="5640"/>
                </a:cubicBezTo>
                <a:cubicBezTo>
                  <a:pt x="5824" y="5542"/>
                  <a:pt x="5777" y="5425"/>
                  <a:pt x="5717" y="5295"/>
                </a:cubicBezTo>
                <a:cubicBezTo>
                  <a:pt x="5696" y="5247"/>
                  <a:pt x="5671" y="5198"/>
                  <a:pt x="5647" y="5147"/>
                </a:cubicBezTo>
                <a:lnTo>
                  <a:pt x="5647" y="5147"/>
                </a:lnTo>
                <a:cubicBezTo>
                  <a:pt x="5702" y="5157"/>
                  <a:pt x="5757" y="5167"/>
                  <a:pt x="5808" y="5176"/>
                </a:cubicBezTo>
                <a:cubicBezTo>
                  <a:pt x="5948" y="5199"/>
                  <a:pt x="6073" y="5214"/>
                  <a:pt x="6178" y="5224"/>
                </a:cubicBezTo>
                <a:cubicBezTo>
                  <a:pt x="6335" y="5237"/>
                  <a:pt x="6446" y="5239"/>
                  <a:pt x="6492" y="5239"/>
                </a:cubicBezTo>
                <a:cubicBezTo>
                  <a:pt x="6507" y="5239"/>
                  <a:pt x="6515" y="5239"/>
                  <a:pt x="6515" y="5239"/>
                </a:cubicBezTo>
                <a:cubicBezTo>
                  <a:pt x="6515" y="5239"/>
                  <a:pt x="6455" y="5124"/>
                  <a:pt x="6334" y="4954"/>
                </a:cubicBezTo>
                <a:cubicBezTo>
                  <a:pt x="6274" y="4867"/>
                  <a:pt x="6197" y="4766"/>
                  <a:pt x="6107" y="4657"/>
                </a:cubicBezTo>
                <a:cubicBezTo>
                  <a:pt x="6074" y="4616"/>
                  <a:pt x="6038" y="4575"/>
                  <a:pt x="6003" y="4533"/>
                </a:cubicBezTo>
                <a:cubicBezTo>
                  <a:pt x="6059" y="4529"/>
                  <a:pt x="6114" y="4524"/>
                  <a:pt x="6165" y="4519"/>
                </a:cubicBezTo>
                <a:cubicBezTo>
                  <a:pt x="6307" y="4504"/>
                  <a:pt x="6431" y="4488"/>
                  <a:pt x="6535" y="4469"/>
                </a:cubicBezTo>
                <a:cubicBezTo>
                  <a:pt x="6741" y="4434"/>
                  <a:pt x="6864" y="4396"/>
                  <a:pt x="6864" y="4396"/>
                </a:cubicBezTo>
                <a:cubicBezTo>
                  <a:pt x="6864" y="4396"/>
                  <a:pt x="6779" y="4301"/>
                  <a:pt x="6618" y="4167"/>
                </a:cubicBezTo>
                <a:cubicBezTo>
                  <a:pt x="6538" y="4099"/>
                  <a:pt x="6438" y="4022"/>
                  <a:pt x="6323" y="3940"/>
                </a:cubicBezTo>
                <a:cubicBezTo>
                  <a:pt x="6280" y="3909"/>
                  <a:pt x="6236" y="3878"/>
                  <a:pt x="6188" y="3845"/>
                </a:cubicBezTo>
                <a:cubicBezTo>
                  <a:pt x="6242" y="3828"/>
                  <a:pt x="6293" y="3809"/>
                  <a:pt x="6341" y="3791"/>
                </a:cubicBezTo>
                <a:cubicBezTo>
                  <a:pt x="6474" y="3740"/>
                  <a:pt x="6591" y="3692"/>
                  <a:pt x="6685" y="3648"/>
                </a:cubicBezTo>
                <a:cubicBezTo>
                  <a:pt x="6876" y="3561"/>
                  <a:pt x="6986" y="3491"/>
                  <a:pt x="6986" y="3491"/>
                </a:cubicBezTo>
                <a:cubicBezTo>
                  <a:pt x="6986" y="3491"/>
                  <a:pt x="6877" y="3424"/>
                  <a:pt x="6685" y="3336"/>
                </a:cubicBezTo>
                <a:cubicBezTo>
                  <a:pt x="6590" y="3291"/>
                  <a:pt x="6474" y="3242"/>
                  <a:pt x="6341" y="3193"/>
                </a:cubicBezTo>
                <a:cubicBezTo>
                  <a:pt x="6293" y="3174"/>
                  <a:pt x="6241" y="3155"/>
                  <a:pt x="6188" y="3137"/>
                </a:cubicBezTo>
                <a:cubicBezTo>
                  <a:pt x="6234" y="3106"/>
                  <a:pt x="6280" y="3075"/>
                  <a:pt x="6323" y="3044"/>
                </a:cubicBezTo>
                <a:cubicBezTo>
                  <a:pt x="6438" y="2960"/>
                  <a:pt x="6538" y="2884"/>
                  <a:pt x="6618" y="2816"/>
                </a:cubicBezTo>
                <a:cubicBezTo>
                  <a:pt x="6780" y="2682"/>
                  <a:pt x="6867" y="2589"/>
                  <a:pt x="6867" y="2589"/>
                </a:cubicBezTo>
                <a:cubicBezTo>
                  <a:pt x="6867" y="2589"/>
                  <a:pt x="6744" y="2551"/>
                  <a:pt x="6538" y="2515"/>
                </a:cubicBezTo>
                <a:cubicBezTo>
                  <a:pt x="6433" y="2498"/>
                  <a:pt x="6310" y="2479"/>
                  <a:pt x="6167" y="2466"/>
                </a:cubicBezTo>
                <a:cubicBezTo>
                  <a:pt x="6115" y="2461"/>
                  <a:pt x="6062" y="2456"/>
                  <a:pt x="6006" y="2452"/>
                </a:cubicBezTo>
                <a:cubicBezTo>
                  <a:pt x="6043" y="2410"/>
                  <a:pt x="6078" y="2367"/>
                  <a:pt x="6111" y="2328"/>
                </a:cubicBezTo>
                <a:cubicBezTo>
                  <a:pt x="6201" y="2218"/>
                  <a:pt x="6278" y="2118"/>
                  <a:pt x="6338" y="2031"/>
                </a:cubicBezTo>
                <a:cubicBezTo>
                  <a:pt x="6459" y="1859"/>
                  <a:pt x="6519" y="1746"/>
                  <a:pt x="6519" y="1746"/>
                </a:cubicBezTo>
                <a:cubicBezTo>
                  <a:pt x="6519" y="1746"/>
                  <a:pt x="6505" y="1745"/>
                  <a:pt x="6478" y="1745"/>
                </a:cubicBezTo>
                <a:cubicBezTo>
                  <a:pt x="6425" y="1745"/>
                  <a:pt x="6321" y="1748"/>
                  <a:pt x="6182" y="1761"/>
                </a:cubicBezTo>
                <a:cubicBezTo>
                  <a:pt x="6077" y="1770"/>
                  <a:pt x="5951" y="1787"/>
                  <a:pt x="5812" y="1808"/>
                </a:cubicBezTo>
                <a:cubicBezTo>
                  <a:pt x="5761" y="1817"/>
                  <a:pt x="5706" y="1827"/>
                  <a:pt x="5651" y="1838"/>
                </a:cubicBezTo>
                <a:cubicBezTo>
                  <a:pt x="5675" y="1788"/>
                  <a:pt x="5700" y="1737"/>
                  <a:pt x="5721" y="1691"/>
                </a:cubicBezTo>
                <a:cubicBezTo>
                  <a:pt x="5781" y="1562"/>
                  <a:pt x="5828" y="1445"/>
                  <a:pt x="5863" y="1346"/>
                </a:cubicBezTo>
                <a:cubicBezTo>
                  <a:pt x="5936" y="1148"/>
                  <a:pt x="5966" y="1023"/>
                  <a:pt x="5966" y="1023"/>
                </a:cubicBezTo>
                <a:lnTo>
                  <a:pt x="5966" y="1023"/>
                </a:lnTo>
                <a:cubicBezTo>
                  <a:pt x="5966" y="1023"/>
                  <a:pt x="5840" y="1052"/>
                  <a:pt x="5644" y="1126"/>
                </a:cubicBezTo>
                <a:cubicBezTo>
                  <a:pt x="5543" y="1162"/>
                  <a:pt x="5429" y="1210"/>
                  <a:pt x="5298" y="1267"/>
                </a:cubicBezTo>
                <a:cubicBezTo>
                  <a:pt x="5251" y="1290"/>
                  <a:pt x="5200" y="1313"/>
                  <a:pt x="5149" y="1338"/>
                </a:cubicBezTo>
                <a:cubicBezTo>
                  <a:pt x="5160" y="1282"/>
                  <a:pt x="5170" y="1228"/>
                  <a:pt x="5179" y="1177"/>
                </a:cubicBezTo>
                <a:cubicBezTo>
                  <a:pt x="5203" y="1036"/>
                  <a:pt x="5218" y="912"/>
                  <a:pt x="5226" y="807"/>
                </a:cubicBezTo>
                <a:cubicBezTo>
                  <a:pt x="5245" y="597"/>
                  <a:pt x="5241" y="469"/>
                  <a:pt x="5241" y="469"/>
                </a:cubicBezTo>
                <a:lnTo>
                  <a:pt x="5241" y="469"/>
                </a:lnTo>
                <a:cubicBezTo>
                  <a:pt x="5241" y="469"/>
                  <a:pt x="5128" y="529"/>
                  <a:pt x="4957" y="651"/>
                </a:cubicBezTo>
                <a:cubicBezTo>
                  <a:pt x="4870" y="711"/>
                  <a:pt x="4770" y="788"/>
                  <a:pt x="4660" y="877"/>
                </a:cubicBezTo>
                <a:cubicBezTo>
                  <a:pt x="4620" y="911"/>
                  <a:pt x="4578" y="947"/>
                  <a:pt x="4535" y="983"/>
                </a:cubicBezTo>
                <a:cubicBezTo>
                  <a:pt x="4532" y="926"/>
                  <a:pt x="4527" y="871"/>
                  <a:pt x="4522" y="820"/>
                </a:cubicBezTo>
                <a:cubicBezTo>
                  <a:pt x="4508" y="678"/>
                  <a:pt x="4489" y="554"/>
                  <a:pt x="4472" y="450"/>
                </a:cubicBezTo>
                <a:cubicBezTo>
                  <a:pt x="4436" y="243"/>
                  <a:pt x="4399" y="120"/>
                  <a:pt x="4399" y="120"/>
                </a:cubicBezTo>
                <a:cubicBezTo>
                  <a:pt x="4399" y="120"/>
                  <a:pt x="4304" y="208"/>
                  <a:pt x="4171" y="370"/>
                </a:cubicBezTo>
                <a:cubicBezTo>
                  <a:pt x="4104" y="450"/>
                  <a:pt x="4027" y="550"/>
                  <a:pt x="3944" y="665"/>
                </a:cubicBezTo>
                <a:cubicBezTo>
                  <a:pt x="3913" y="707"/>
                  <a:pt x="3881" y="753"/>
                  <a:pt x="3849" y="800"/>
                </a:cubicBezTo>
                <a:cubicBezTo>
                  <a:pt x="3780" y="601"/>
                  <a:pt x="3711" y="432"/>
                  <a:pt x="3649" y="300"/>
                </a:cubicBezTo>
                <a:cubicBezTo>
                  <a:pt x="3562" y="110"/>
                  <a:pt x="3495" y="0"/>
                  <a:pt x="3495" y="0"/>
                </a:cubicBezTo>
                <a:close/>
              </a:path>
            </a:pathLst>
          </a:cu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0" name="Google Shape;990;p17"/>
          <p:cNvSpPr/>
          <p:nvPr/>
        </p:nvSpPr>
        <p:spPr>
          <a:xfrm>
            <a:off x="5629557" y="1753302"/>
            <a:ext cx="369230" cy="343241"/>
          </a:xfrm>
          <a:custGeom>
            <a:avLst/>
            <a:gdLst/>
            <a:ahLst/>
            <a:cxnLst/>
            <a:rect l="l" t="t" r="r" b="b"/>
            <a:pathLst>
              <a:path w="5188" h="4823" extrusionOk="0">
                <a:moveTo>
                  <a:pt x="2591" y="1"/>
                </a:moveTo>
                <a:cubicBezTo>
                  <a:pt x="1430" y="1"/>
                  <a:pt x="407" y="841"/>
                  <a:pt x="215" y="2025"/>
                </a:cubicBezTo>
                <a:cubicBezTo>
                  <a:pt x="1" y="3338"/>
                  <a:pt x="892" y="4577"/>
                  <a:pt x="2207" y="4791"/>
                </a:cubicBezTo>
                <a:cubicBezTo>
                  <a:pt x="2338" y="4813"/>
                  <a:pt x="2468" y="4823"/>
                  <a:pt x="2597" y="4823"/>
                </a:cubicBezTo>
                <a:cubicBezTo>
                  <a:pt x="3758" y="4823"/>
                  <a:pt x="4781" y="3982"/>
                  <a:pt x="4974" y="2799"/>
                </a:cubicBezTo>
                <a:cubicBezTo>
                  <a:pt x="5188" y="1484"/>
                  <a:pt x="4295" y="246"/>
                  <a:pt x="2982" y="32"/>
                </a:cubicBezTo>
                <a:cubicBezTo>
                  <a:pt x="2850" y="11"/>
                  <a:pt x="2720" y="1"/>
                  <a:pt x="2591" y="1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1" name="Google Shape;991;p17"/>
          <p:cNvSpPr/>
          <p:nvPr/>
        </p:nvSpPr>
        <p:spPr>
          <a:xfrm>
            <a:off x="5207171" y="1875357"/>
            <a:ext cx="617115" cy="379750"/>
          </a:xfrm>
          <a:custGeom>
            <a:avLst/>
            <a:gdLst/>
            <a:ahLst/>
            <a:cxnLst/>
            <a:rect l="l" t="t" r="r" b="b"/>
            <a:pathLst>
              <a:path w="8671" h="5336" extrusionOk="0">
                <a:moveTo>
                  <a:pt x="3954" y="1"/>
                </a:moveTo>
                <a:cubicBezTo>
                  <a:pt x="3214" y="1"/>
                  <a:pt x="2590" y="495"/>
                  <a:pt x="2392" y="1170"/>
                </a:cubicBezTo>
                <a:cubicBezTo>
                  <a:pt x="2370" y="1167"/>
                  <a:pt x="2349" y="1163"/>
                  <a:pt x="2325" y="1163"/>
                </a:cubicBezTo>
                <a:cubicBezTo>
                  <a:pt x="1959" y="1163"/>
                  <a:pt x="1662" y="1447"/>
                  <a:pt x="1633" y="1807"/>
                </a:cubicBezTo>
                <a:cubicBezTo>
                  <a:pt x="1526" y="1777"/>
                  <a:pt x="1412" y="1761"/>
                  <a:pt x="1296" y="1761"/>
                </a:cubicBezTo>
                <a:cubicBezTo>
                  <a:pt x="581" y="1761"/>
                  <a:pt x="0" y="2340"/>
                  <a:pt x="0" y="3056"/>
                </a:cubicBezTo>
                <a:cubicBezTo>
                  <a:pt x="0" y="3771"/>
                  <a:pt x="580" y="4351"/>
                  <a:pt x="1296" y="4351"/>
                </a:cubicBezTo>
                <a:cubicBezTo>
                  <a:pt x="1572" y="4351"/>
                  <a:pt x="1827" y="4264"/>
                  <a:pt x="2038" y="4118"/>
                </a:cubicBezTo>
                <a:cubicBezTo>
                  <a:pt x="2136" y="4208"/>
                  <a:pt x="2248" y="4283"/>
                  <a:pt x="2372" y="4338"/>
                </a:cubicBezTo>
                <a:cubicBezTo>
                  <a:pt x="2344" y="4416"/>
                  <a:pt x="2325" y="4501"/>
                  <a:pt x="2325" y="4589"/>
                </a:cubicBezTo>
                <a:cubicBezTo>
                  <a:pt x="2325" y="5001"/>
                  <a:pt x="2661" y="5336"/>
                  <a:pt x="3072" y="5336"/>
                </a:cubicBezTo>
                <a:cubicBezTo>
                  <a:pt x="3453" y="5336"/>
                  <a:pt x="3763" y="5050"/>
                  <a:pt x="3811" y="4682"/>
                </a:cubicBezTo>
                <a:cubicBezTo>
                  <a:pt x="3961" y="4757"/>
                  <a:pt x="4130" y="4800"/>
                  <a:pt x="4310" y="4800"/>
                </a:cubicBezTo>
                <a:cubicBezTo>
                  <a:pt x="4366" y="4800"/>
                  <a:pt x="4421" y="4795"/>
                  <a:pt x="4474" y="4788"/>
                </a:cubicBezTo>
                <a:cubicBezTo>
                  <a:pt x="4758" y="5111"/>
                  <a:pt x="5174" y="5316"/>
                  <a:pt x="5639" y="5316"/>
                </a:cubicBezTo>
                <a:cubicBezTo>
                  <a:pt x="6128" y="5316"/>
                  <a:pt x="6563" y="5090"/>
                  <a:pt x="6849" y="4738"/>
                </a:cubicBezTo>
                <a:cubicBezTo>
                  <a:pt x="6980" y="4779"/>
                  <a:pt x="7122" y="4801"/>
                  <a:pt x="7268" y="4801"/>
                </a:cubicBezTo>
                <a:cubicBezTo>
                  <a:pt x="8043" y="4801"/>
                  <a:pt x="8671" y="4174"/>
                  <a:pt x="8671" y="3399"/>
                </a:cubicBezTo>
                <a:cubicBezTo>
                  <a:pt x="8670" y="2621"/>
                  <a:pt x="8042" y="1994"/>
                  <a:pt x="7266" y="1994"/>
                </a:cubicBezTo>
                <a:cubicBezTo>
                  <a:pt x="7040" y="1994"/>
                  <a:pt x="6826" y="2048"/>
                  <a:pt x="6637" y="2144"/>
                </a:cubicBezTo>
                <a:cubicBezTo>
                  <a:pt x="6604" y="1744"/>
                  <a:pt x="6272" y="1429"/>
                  <a:pt x="5863" y="1429"/>
                </a:cubicBezTo>
                <a:cubicBezTo>
                  <a:pt x="5761" y="1429"/>
                  <a:pt x="5664" y="1449"/>
                  <a:pt x="5574" y="1485"/>
                </a:cubicBezTo>
                <a:cubicBezTo>
                  <a:pt x="5501" y="653"/>
                  <a:pt x="4804" y="1"/>
                  <a:pt x="3954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2" name="Google Shape;992;p17"/>
          <p:cNvSpPr/>
          <p:nvPr/>
        </p:nvSpPr>
        <p:spPr>
          <a:xfrm>
            <a:off x="5126964" y="3043803"/>
            <a:ext cx="498546" cy="306874"/>
          </a:xfrm>
          <a:custGeom>
            <a:avLst/>
            <a:gdLst/>
            <a:ahLst/>
            <a:cxnLst/>
            <a:rect l="l" t="t" r="r" b="b"/>
            <a:pathLst>
              <a:path w="7005" h="4312" extrusionOk="0">
                <a:moveTo>
                  <a:pt x="3193" y="1"/>
                </a:moveTo>
                <a:cubicBezTo>
                  <a:pt x="2596" y="1"/>
                  <a:pt x="2092" y="400"/>
                  <a:pt x="1932" y="946"/>
                </a:cubicBezTo>
                <a:cubicBezTo>
                  <a:pt x="1914" y="945"/>
                  <a:pt x="1896" y="941"/>
                  <a:pt x="1878" y="941"/>
                </a:cubicBezTo>
                <a:cubicBezTo>
                  <a:pt x="1582" y="941"/>
                  <a:pt x="1341" y="1170"/>
                  <a:pt x="1320" y="1462"/>
                </a:cubicBezTo>
                <a:cubicBezTo>
                  <a:pt x="1233" y="1438"/>
                  <a:pt x="1142" y="1425"/>
                  <a:pt x="1047" y="1425"/>
                </a:cubicBezTo>
                <a:cubicBezTo>
                  <a:pt x="469" y="1425"/>
                  <a:pt x="1" y="1893"/>
                  <a:pt x="1" y="2471"/>
                </a:cubicBezTo>
                <a:cubicBezTo>
                  <a:pt x="1" y="3049"/>
                  <a:pt x="469" y="3517"/>
                  <a:pt x="1047" y="3517"/>
                </a:cubicBezTo>
                <a:cubicBezTo>
                  <a:pt x="1270" y="3517"/>
                  <a:pt x="1476" y="3447"/>
                  <a:pt x="1645" y="3328"/>
                </a:cubicBezTo>
                <a:cubicBezTo>
                  <a:pt x="1725" y="3401"/>
                  <a:pt x="1816" y="3461"/>
                  <a:pt x="1915" y="3505"/>
                </a:cubicBezTo>
                <a:cubicBezTo>
                  <a:pt x="1893" y="3570"/>
                  <a:pt x="1878" y="3636"/>
                  <a:pt x="1878" y="3708"/>
                </a:cubicBezTo>
                <a:cubicBezTo>
                  <a:pt x="1878" y="4041"/>
                  <a:pt x="2149" y="4311"/>
                  <a:pt x="2482" y="4311"/>
                </a:cubicBezTo>
                <a:cubicBezTo>
                  <a:pt x="2789" y="4311"/>
                  <a:pt x="3041" y="4081"/>
                  <a:pt x="3078" y="3783"/>
                </a:cubicBezTo>
                <a:cubicBezTo>
                  <a:pt x="3199" y="3845"/>
                  <a:pt x="3337" y="3879"/>
                  <a:pt x="3482" y="3879"/>
                </a:cubicBezTo>
                <a:cubicBezTo>
                  <a:pt x="3527" y="3879"/>
                  <a:pt x="3572" y="3876"/>
                  <a:pt x="3615" y="3868"/>
                </a:cubicBezTo>
                <a:cubicBezTo>
                  <a:pt x="3845" y="4129"/>
                  <a:pt x="4181" y="4296"/>
                  <a:pt x="4556" y="4296"/>
                </a:cubicBezTo>
                <a:cubicBezTo>
                  <a:pt x="4952" y="4296"/>
                  <a:pt x="5303" y="4113"/>
                  <a:pt x="5532" y="3827"/>
                </a:cubicBezTo>
                <a:cubicBezTo>
                  <a:pt x="5640" y="3861"/>
                  <a:pt x="5753" y="3879"/>
                  <a:pt x="5871" y="3879"/>
                </a:cubicBezTo>
                <a:cubicBezTo>
                  <a:pt x="6498" y="3879"/>
                  <a:pt x="7005" y="3371"/>
                  <a:pt x="7005" y="2745"/>
                </a:cubicBezTo>
                <a:cubicBezTo>
                  <a:pt x="7005" y="2118"/>
                  <a:pt x="6498" y="1611"/>
                  <a:pt x="5871" y="1611"/>
                </a:cubicBezTo>
                <a:cubicBezTo>
                  <a:pt x="5688" y="1611"/>
                  <a:pt x="5516" y="1656"/>
                  <a:pt x="5362" y="1733"/>
                </a:cubicBezTo>
                <a:cubicBezTo>
                  <a:pt x="5335" y="1410"/>
                  <a:pt x="5067" y="1155"/>
                  <a:pt x="4737" y="1155"/>
                </a:cubicBezTo>
                <a:cubicBezTo>
                  <a:pt x="4653" y="1155"/>
                  <a:pt x="4576" y="1171"/>
                  <a:pt x="4503" y="1201"/>
                </a:cubicBezTo>
                <a:cubicBezTo>
                  <a:pt x="4444" y="528"/>
                  <a:pt x="3881" y="1"/>
                  <a:pt x="319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3" name="Google Shape;993;p17"/>
          <p:cNvSpPr/>
          <p:nvPr/>
        </p:nvSpPr>
        <p:spPr>
          <a:xfrm>
            <a:off x="2992259" y="1519300"/>
            <a:ext cx="498475" cy="306803"/>
          </a:xfrm>
          <a:custGeom>
            <a:avLst/>
            <a:gdLst/>
            <a:ahLst/>
            <a:cxnLst/>
            <a:rect l="l" t="t" r="r" b="b"/>
            <a:pathLst>
              <a:path w="7004" h="4311" extrusionOk="0">
                <a:moveTo>
                  <a:pt x="3193" y="0"/>
                </a:moveTo>
                <a:cubicBezTo>
                  <a:pt x="2595" y="0"/>
                  <a:pt x="2091" y="399"/>
                  <a:pt x="1931" y="946"/>
                </a:cubicBezTo>
                <a:cubicBezTo>
                  <a:pt x="1914" y="945"/>
                  <a:pt x="1895" y="941"/>
                  <a:pt x="1878" y="941"/>
                </a:cubicBezTo>
                <a:cubicBezTo>
                  <a:pt x="1581" y="941"/>
                  <a:pt x="1341" y="1171"/>
                  <a:pt x="1318" y="1461"/>
                </a:cubicBezTo>
                <a:cubicBezTo>
                  <a:pt x="1231" y="1438"/>
                  <a:pt x="1141" y="1424"/>
                  <a:pt x="1046" y="1424"/>
                </a:cubicBezTo>
                <a:cubicBezTo>
                  <a:pt x="468" y="1424"/>
                  <a:pt x="0" y="1892"/>
                  <a:pt x="0" y="2470"/>
                </a:cubicBezTo>
                <a:cubicBezTo>
                  <a:pt x="0" y="3048"/>
                  <a:pt x="468" y="3516"/>
                  <a:pt x="1046" y="3516"/>
                </a:cubicBezTo>
                <a:cubicBezTo>
                  <a:pt x="1269" y="3516"/>
                  <a:pt x="1476" y="3446"/>
                  <a:pt x="1644" y="3327"/>
                </a:cubicBezTo>
                <a:cubicBezTo>
                  <a:pt x="1724" y="3400"/>
                  <a:pt x="1814" y="3460"/>
                  <a:pt x="1915" y="3505"/>
                </a:cubicBezTo>
                <a:cubicBezTo>
                  <a:pt x="1891" y="3569"/>
                  <a:pt x="1877" y="3636"/>
                  <a:pt x="1877" y="3707"/>
                </a:cubicBezTo>
                <a:cubicBezTo>
                  <a:pt x="1877" y="4041"/>
                  <a:pt x="2147" y="4311"/>
                  <a:pt x="2481" y="4311"/>
                </a:cubicBezTo>
                <a:cubicBezTo>
                  <a:pt x="2788" y="4311"/>
                  <a:pt x="3040" y="4081"/>
                  <a:pt x="3077" y="3782"/>
                </a:cubicBezTo>
                <a:cubicBezTo>
                  <a:pt x="3199" y="3843"/>
                  <a:pt x="3335" y="3878"/>
                  <a:pt x="3481" y="3878"/>
                </a:cubicBezTo>
                <a:cubicBezTo>
                  <a:pt x="3526" y="3878"/>
                  <a:pt x="3570" y="3874"/>
                  <a:pt x="3614" y="3868"/>
                </a:cubicBezTo>
                <a:cubicBezTo>
                  <a:pt x="3844" y="4129"/>
                  <a:pt x="4179" y="4296"/>
                  <a:pt x="4555" y="4296"/>
                </a:cubicBezTo>
                <a:cubicBezTo>
                  <a:pt x="4950" y="4296"/>
                  <a:pt x="5302" y="4112"/>
                  <a:pt x="5532" y="3827"/>
                </a:cubicBezTo>
                <a:cubicBezTo>
                  <a:pt x="5639" y="3861"/>
                  <a:pt x="5753" y="3878"/>
                  <a:pt x="5870" y="3878"/>
                </a:cubicBezTo>
                <a:cubicBezTo>
                  <a:pt x="6496" y="3878"/>
                  <a:pt x="7003" y="3371"/>
                  <a:pt x="7003" y="2743"/>
                </a:cubicBezTo>
                <a:cubicBezTo>
                  <a:pt x="7004" y="2118"/>
                  <a:pt x="6495" y="1611"/>
                  <a:pt x="5870" y="1611"/>
                </a:cubicBezTo>
                <a:cubicBezTo>
                  <a:pt x="5687" y="1611"/>
                  <a:pt x="5515" y="1656"/>
                  <a:pt x="5362" y="1733"/>
                </a:cubicBezTo>
                <a:cubicBezTo>
                  <a:pt x="5334" y="1408"/>
                  <a:pt x="5066" y="1154"/>
                  <a:pt x="4735" y="1154"/>
                </a:cubicBezTo>
                <a:cubicBezTo>
                  <a:pt x="4653" y="1154"/>
                  <a:pt x="4575" y="1171"/>
                  <a:pt x="4502" y="1200"/>
                </a:cubicBezTo>
                <a:cubicBezTo>
                  <a:pt x="4443" y="527"/>
                  <a:pt x="3880" y="0"/>
                  <a:pt x="3193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4" name="Google Shape;994;p17"/>
          <p:cNvSpPr/>
          <p:nvPr/>
        </p:nvSpPr>
        <p:spPr>
          <a:xfrm>
            <a:off x="3840874" y="2390689"/>
            <a:ext cx="617115" cy="379750"/>
          </a:xfrm>
          <a:custGeom>
            <a:avLst/>
            <a:gdLst/>
            <a:ahLst/>
            <a:cxnLst/>
            <a:rect l="l" t="t" r="r" b="b"/>
            <a:pathLst>
              <a:path w="8671" h="5336" extrusionOk="0">
                <a:moveTo>
                  <a:pt x="4717" y="1"/>
                </a:moveTo>
                <a:cubicBezTo>
                  <a:pt x="3867" y="1"/>
                  <a:pt x="3170" y="654"/>
                  <a:pt x="3098" y="1486"/>
                </a:cubicBezTo>
                <a:cubicBezTo>
                  <a:pt x="3008" y="1451"/>
                  <a:pt x="2910" y="1430"/>
                  <a:pt x="2808" y="1430"/>
                </a:cubicBezTo>
                <a:cubicBezTo>
                  <a:pt x="2400" y="1430"/>
                  <a:pt x="2067" y="1744"/>
                  <a:pt x="2034" y="2145"/>
                </a:cubicBezTo>
                <a:cubicBezTo>
                  <a:pt x="1845" y="2049"/>
                  <a:pt x="1631" y="1994"/>
                  <a:pt x="1405" y="1994"/>
                </a:cubicBezTo>
                <a:cubicBezTo>
                  <a:pt x="631" y="1994"/>
                  <a:pt x="1" y="2623"/>
                  <a:pt x="0" y="3400"/>
                </a:cubicBezTo>
                <a:cubicBezTo>
                  <a:pt x="0" y="4174"/>
                  <a:pt x="629" y="4803"/>
                  <a:pt x="1404" y="4803"/>
                </a:cubicBezTo>
                <a:cubicBezTo>
                  <a:pt x="1549" y="4803"/>
                  <a:pt x="1692" y="4779"/>
                  <a:pt x="1824" y="4738"/>
                </a:cubicBezTo>
                <a:cubicBezTo>
                  <a:pt x="2108" y="5090"/>
                  <a:pt x="2543" y="5316"/>
                  <a:pt x="3032" y="5316"/>
                </a:cubicBezTo>
                <a:cubicBezTo>
                  <a:pt x="3498" y="5316"/>
                  <a:pt x="3913" y="5112"/>
                  <a:pt x="4198" y="4788"/>
                </a:cubicBezTo>
                <a:cubicBezTo>
                  <a:pt x="4251" y="4796"/>
                  <a:pt x="4305" y="4802"/>
                  <a:pt x="4361" y="4802"/>
                </a:cubicBezTo>
                <a:cubicBezTo>
                  <a:pt x="4541" y="4802"/>
                  <a:pt x="4710" y="4758"/>
                  <a:pt x="4861" y="4682"/>
                </a:cubicBezTo>
                <a:cubicBezTo>
                  <a:pt x="4909" y="5050"/>
                  <a:pt x="5219" y="5336"/>
                  <a:pt x="5599" y="5336"/>
                </a:cubicBezTo>
                <a:cubicBezTo>
                  <a:pt x="6011" y="5336"/>
                  <a:pt x="6346" y="5002"/>
                  <a:pt x="6346" y="4589"/>
                </a:cubicBezTo>
                <a:cubicBezTo>
                  <a:pt x="6346" y="4501"/>
                  <a:pt x="6328" y="4416"/>
                  <a:pt x="6300" y="4338"/>
                </a:cubicBezTo>
                <a:cubicBezTo>
                  <a:pt x="6423" y="4283"/>
                  <a:pt x="6535" y="4209"/>
                  <a:pt x="6634" y="4118"/>
                </a:cubicBezTo>
                <a:cubicBezTo>
                  <a:pt x="6844" y="4265"/>
                  <a:pt x="7099" y="4352"/>
                  <a:pt x="7376" y="4352"/>
                </a:cubicBezTo>
                <a:cubicBezTo>
                  <a:pt x="8092" y="4352"/>
                  <a:pt x="8671" y="3771"/>
                  <a:pt x="8671" y="3057"/>
                </a:cubicBezTo>
                <a:cubicBezTo>
                  <a:pt x="8671" y="2341"/>
                  <a:pt x="8091" y="1761"/>
                  <a:pt x="7376" y="1761"/>
                </a:cubicBezTo>
                <a:cubicBezTo>
                  <a:pt x="7259" y="1761"/>
                  <a:pt x="7145" y="1778"/>
                  <a:pt x="7038" y="1807"/>
                </a:cubicBezTo>
                <a:cubicBezTo>
                  <a:pt x="7009" y="1448"/>
                  <a:pt x="6712" y="1164"/>
                  <a:pt x="6346" y="1164"/>
                </a:cubicBezTo>
                <a:cubicBezTo>
                  <a:pt x="6323" y="1164"/>
                  <a:pt x="6301" y="1167"/>
                  <a:pt x="6280" y="1170"/>
                </a:cubicBezTo>
                <a:cubicBezTo>
                  <a:pt x="6081" y="495"/>
                  <a:pt x="5457" y="1"/>
                  <a:pt x="471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5" name="Google Shape;995;p17"/>
          <p:cNvSpPr/>
          <p:nvPr/>
        </p:nvSpPr>
        <p:spPr>
          <a:xfrm>
            <a:off x="4977652" y="3551378"/>
            <a:ext cx="77077" cy="677586"/>
          </a:xfrm>
          <a:custGeom>
            <a:avLst/>
            <a:gdLst/>
            <a:ahLst/>
            <a:cxnLst/>
            <a:rect l="l" t="t" r="r" b="b"/>
            <a:pathLst>
              <a:path w="1083" h="9521" extrusionOk="0">
                <a:moveTo>
                  <a:pt x="427" y="0"/>
                </a:moveTo>
                <a:lnTo>
                  <a:pt x="0" y="9520"/>
                </a:lnTo>
                <a:lnTo>
                  <a:pt x="1083" y="9520"/>
                </a:lnTo>
                <a:lnTo>
                  <a:pt x="655" y="0"/>
                </a:lnTo>
                <a:close/>
              </a:path>
            </a:pathLst>
          </a:custGeom>
          <a:solidFill>
            <a:srgbClr val="F7F7F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6" name="Google Shape;996;p17"/>
          <p:cNvSpPr/>
          <p:nvPr/>
        </p:nvSpPr>
        <p:spPr>
          <a:xfrm>
            <a:off x="5009179" y="3316023"/>
            <a:ext cx="239558" cy="244674"/>
          </a:xfrm>
          <a:custGeom>
            <a:avLst/>
            <a:gdLst/>
            <a:ahLst/>
            <a:cxnLst/>
            <a:rect l="l" t="t" r="r" b="b"/>
            <a:pathLst>
              <a:path w="3366" h="3438" extrusionOk="0">
                <a:moveTo>
                  <a:pt x="3235" y="1"/>
                </a:moveTo>
                <a:cubicBezTo>
                  <a:pt x="3060" y="1"/>
                  <a:pt x="2313" y="660"/>
                  <a:pt x="1496" y="1545"/>
                </a:cubicBezTo>
                <a:cubicBezTo>
                  <a:pt x="624" y="2489"/>
                  <a:pt x="0" y="3332"/>
                  <a:pt x="105" y="3428"/>
                </a:cubicBezTo>
                <a:cubicBezTo>
                  <a:pt x="111" y="3434"/>
                  <a:pt x="120" y="3437"/>
                  <a:pt x="132" y="3437"/>
                </a:cubicBezTo>
                <a:cubicBezTo>
                  <a:pt x="307" y="3437"/>
                  <a:pt x="1053" y="2777"/>
                  <a:pt x="1871" y="1892"/>
                </a:cubicBezTo>
                <a:cubicBezTo>
                  <a:pt x="2743" y="948"/>
                  <a:pt x="3366" y="105"/>
                  <a:pt x="3262" y="10"/>
                </a:cubicBezTo>
                <a:cubicBezTo>
                  <a:pt x="3256" y="4"/>
                  <a:pt x="3247" y="1"/>
                  <a:pt x="3235" y="1"/>
                </a:cubicBez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7" name="Google Shape;997;p17"/>
          <p:cNvSpPr/>
          <p:nvPr/>
        </p:nvSpPr>
        <p:spPr>
          <a:xfrm>
            <a:off x="4691340" y="3482985"/>
            <a:ext cx="327596" cy="81131"/>
          </a:xfrm>
          <a:custGeom>
            <a:avLst/>
            <a:gdLst/>
            <a:ahLst/>
            <a:cxnLst/>
            <a:rect l="l" t="t" r="r" b="b"/>
            <a:pathLst>
              <a:path w="4603" h="1140" extrusionOk="0">
                <a:moveTo>
                  <a:pt x="284" y="0"/>
                </a:moveTo>
                <a:cubicBezTo>
                  <a:pt x="130" y="0"/>
                  <a:pt x="40" y="19"/>
                  <a:pt x="31" y="58"/>
                </a:cubicBezTo>
                <a:cubicBezTo>
                  <a:pt x="0" y="194"/>
                  <a:pt x="992" y="536"/>
                  <a:pt x="2245" y="818"/>
                </a:cubicBezTo>
                <a:cubicBezTo>
                  <a:pt x="3144" y="1021"/>
                  <a:pt x="3934" y="1139"/>
                  <a:pt x="4321" y="1139"/>
                </a:cubicBezTo>
                <a:cubicBezTo>
                  <a:pt x="4473" y="1139"/>
                  <a:pt x="4563" y="1121"/>
                  <a:pt x="4572" y="1082"/>
                </a:cubicBezTo>
                <a:cubicBezTo>
                  <a:pt x="4602" y="945"/>
                  <a:pt x="3611" y="603"/>
                  <a:pt x="2358" y="321"/>
                </a:cubicBezTo>
                <a:cubicBezTo>
                  <a:pt x="1460" y="118"/>
                  <a:pt x="671" y="0"/>
                  <a:pt x="284" y="0"/>
                </a:cubicBez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8" name="Google Shape;998;p17"/>
          <p:cNvSpPr/>
          <p:nvPr/>
        </p:nvSpPr>
        <p:spPr>
          <a:xfrm>
            <a:off x="5007115" y="3559918"/>
            <a:ext cx="117573" cy="316482"/>
          </a:xfrm>
          <a:custGeom>
            <a:avLst/>
            <a:gdLst/>
            <a:ahLst/>
            <a:cxnLst/>
            <a:rect l="l" t="t" r="r" b="b"/>
            <a:pathLst>
              <a:path w="1652" h="4447" extrusionOk="0">
                <a:moveTo>
                  <a:pt x="144" y="1"/>
                </a:moveTo>
                <a:cubicBezTo>
                  <a:pt x="141" y="1"/>
                  <a:pt x="138" y="1"/>
                  <a:pt x="135" y="2"/>
                </a:cubicBezTo>
                <a:cubicBezTo>
                  <a:pt x="1" y="43"/>
                  <a:pt x="201" y="1072"/>
                  <a:pt x="582" y="2299"/>
                </a:cubicBezTo>
                <a:cubicBezTo>
                  <a:pt x="956" y="3500"/>
                  <a:pt x="1364" y="4446"/>
                  <a:pt x="1508" y="4446"/>
                </a:cubicBezTo>
                <a:cubicBezTo>
                  <a:pt x="1511" y="4446"/>
                  <a:pt x="1514" y="4446"/>
                  <a:pt x="1517" y="4445"/>
                </a:cubicBezTo>
                <a:cubicBezTo>
                  <a:pt x="1651" y="4404"/>
                  <a:pt x="1451" y="3375"/>
                  <a:pt x="1070" y="2148"/>
                </a:cubicBezTo>
                <a:cubicBezTo>
                  <a:pt x="695" y="948"/>
                  <a:pt x="286" y="1"/>
                  <a:pt x="144" y="1"/>
                </a:cubicBezTo>
                <a:close/>
              </a:path>
            </a:pathLst>
          </a:custGeom>
          <a:solidFill>
            <a:srgbClr val="B7B7B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9" name="Google Shape;999;p17"/>
          <p:cNvSpPr/>
          <p:nvPr/>
        </p:nvSpPr>
        <p:spPr>
          <a:xfrm>
            <a:off x="4996440" y="3541699"/>
            <a:ext cx="40425" cy="36438"/>
          </a:xfrm>
          <a:custGeom>
            <a:avLst/>
            <a:gdLst/>
            <a:ahLst/>
            <a:cxnLst/>
            <a:rect l="l" t="t" r="r" b="b"/>
            <a:pathLst>
              <a:path w="568" h="512" extrusionOk="0">
                <a:moveTo>
                  <a:pt x="285" y="1"/>
                </a:moveTo>
                <a:cubicBezTo>
                  <a:pt x="216" y="1"/>
                  <a:pt x="147" y="29"/>
                  <a:pt x="97" y="83"/>
                </a:cubicBezTo>
                <a:cubicBezTo>
                  <a:pt x="0" y="186"/>
                  <a:pt x="8" y="348"/>
                  <a:pt x="111" y="443"/>
                </a:cubicBezTo>
                <a:cubicBezTo>
                  <a:pt x="160" y="489"/>
                  <a:pt x="222" y="512"/>
                  <a:pt x="284" y="512"/>
                </a:cubicBezTo>
                <a:cubicBezTo>
                  <a:pt x="353" y="512"/>
                  <a:pt x="421" y="484"/>
                  <a:pt x="471" y="430"/>
                </a:cubicBezTo>
                <a:cubicBezTo>
                  <a:pt x="567" y="328"/>
                  <a:pt x="561" y="165"/>
                  <a:pt x="458" y="69"/>
                </a:cubicBezTo>
                <a:cubicBezTo>
                  <a:pt x="408" y="23"/>
                  <a:pt x="346" y="1"/>
                  <a:pt x="285" y="1"/>
                </a:cubicBezTo>
                <a:close/>
              </a:path>
            </a:pathLst>
          </a:custGeom>
          <a:solidFill>
            <a:srgbClr val="78787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0" name="Google Shape;1000;p17"/>
          <p:cNvSpPr/>
          <p:nvPr/>
        </p:nvSpPr>
        <p:spPr>
          <a:xfrm>
            <a:off x="5004980" y="3549456"/>
            <a:ext cx="23486" cy="21137"/>
          </a:xfrm>
          <a:custGeom>
            <a:avLst/>
            <a:gdLst/>
            <a:ahLst/>
            <a:cxnLst/>
            <a:rect l="l" t="t" r="r" b="b"/>
            <a:pathLst>
              <a:path w="330" h="297" extrusionOk="0">
                <a:moveTo>
                  <a:pt x="164" y="1"/>
                </a:moveTo>
                <a:cubicBezTo>
                  <a:pt x="124" y="1"/>
                  <a:pt x="84" y="17"/>
                  <a:pt x="54" y="48"/>
                </a:cubicBezTo>
                <a:cubicBezTo>
                  <a:pt x="0" y="108"/>
                  <a:pt x="3" y="201"/>
                  <a:pt x="64" y="258"/>
                </a:cubicBezTo>
                <a:cubicBezTo>
                  <a:pt x="92" y="284"/>
                  <a:pt x="128" y="297"/>
                  <a:pt x="164" y="297"/>
                </a:cubicBezTo>
                <a:cubicBezTo>
                  <a:pt x="204" y="297"/>
                  <a:pt x="244" y="281"/>
                  <a:pt x="273" y="249"/>
                </a:cubicBezTo>
                <a:cubicBezTo>
                  <a:pt x="330" y="189"/>
                  <a:pt x="325" y="94"/>
                  <a:pt x="264" y="40"/>
                </a:cubicBezTo>
                <a:cubicBezTo>
                  <a:pt x="236" y="13"/>
                  <a:pt x="200" y="1"/>
                  <a:pt x="164" y="1"/>
                </a:cubicBezTo>
                <a:close/>
              </a:path>
            </a:pathLst>
          </a:custGeom>
          <a:solidFill>
            <a:srgbClr val="ABABA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1" name="Google Shape;1001;p17"/>
          <p:cNvSpPr/>
          <p:nvPr/>
        </p:nvSpPr>
        <p:spPr>
          <a:xfrm>
            <a:off x="4967902" y="4190330"/>
            <a:ext cx="96720" cy="38644"/>
          </a:xfrm>
          <a:custGeom>
            <a:avLst/>
            <a:gdLst/>
            <a:ahLst/>
            <a:cxnLst/>
            <a:rect l="l" t="t" r="r" b="b"/>
            <a:pathLst>
              <a:path w="1359" h="543" extrusionOk="0">
                <a:moveTo>
                  <a:pt x="0" y="1"/>
                </a:moveTo>
                <a:lnTo>
                  <a:pt x="0" y="542"/>
                </a:lnTo>
                <a:lnTo>
                  <a:pt x="1358" y="542"/>
                </a:lnTo>
                <a:lnTo>
                  <a:pt x="1358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2" name="Google Shape;1002;p17"/>
          <p:cNvSpPr/>
          <p:nvPr/>
        </p:nvSpPr>
        <p:spPr>
          <a:xfrm>
            <a:off x="4975944" y="4158375"/>
            <a:ext cx="80493" cy="32025"/>
          </a:xfrm>
          <a:custGeom>
            <a:avLst/>
            <a:gdLst/>
            <a:ahLst/>
            <a:cxnLst/>
            <a:rect l="l" t="t" r="r" b="b"/>
            <a:pathLst>
              <a:path w="1131" h="450" extrusionOk="0">
                <a:moveTo>
                  <a:pt x="1" y="1"/>
                </a:moveTo>
                <a:lnTo>
                  <a:pt x="1" y="450"/>
                </a:lnTo>
                <a:lnTo>
                  <a:pt x="1130" y="450"/>
                </a:lnTo>
                <a:lnTo>
                  <a:pt x="1130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3" name="Google Shape;1003;p17"/>
          <p:cNvSpPr/>
          <p:nvPr/>
        </p:nvSpPr>
        <p:spPr>
          <a:xfrm>
            <a:off x="4765071" y="3308266"/>
            <a:ext cx="104905" cy="920694"/>
          </a:xfrm>
          <a:custGeom>
            <a:avLst/>
            <a:gdLst/>
            <a:ahLst/>
            <a:cxnLst/>
            <a:rect l="l" t="t" r="r" b="b"/>
            <a:pathLst>
              <a:path w="1474" h="12937" extrusionOk="0">
                <a:moveTo>
                  <a:pt x="581" y="1"/>
                </a:moveTo>
                <a:lnTo>
                  <a:pt x="1" y="12936"/>
                </a:lnTo>
                <a:lnTo>
                  <a:pt x="1473" y="12936"/>
                </a:lnTo>
                <a:lnTo>
                  <a:pt x="892" y="1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4" name="Google Shape;1004;p17"/>
          <p:cNvSpPr/>
          <p:nvPr/>
        </p:nvSpPr>
        <p:spPr>
          <a:xfrm>
            <a:off x="4792755" y="2884172"/>
            <a:ext cx="49392" cy="450134"/>
          </a:xfrm>
          <a:custGeom>
            <a:avLst/>
            <a:gdLst/>
            <a:ahLst/>
            <a:cxnLst/>
            <a:rect l="l" t="t" r="r" b="b"/>
            <a:pathLst>
              <a:path w="694" h="6325" extrusionOk="0">
                <a:moveTo>
                  <a:pt x="347" y="1"/>
                </a:moveTo>
                <a:cubicBezTo>
                  <a:pt x="155" y="1"/>
                  <a:pt x="0" y="1417"/>
                  <a:pt x="0" y="3163"/>
                </a:cubicBezTo>
                <a:cubicBezTo>
                  <a:pt x="0" y="4908"/>
                  <a:pt x="155" y="6324"/>
                  <a:pt x="347" y="6324"/>
                </a:cubicBezTo>
                <a:cubicBezTo>
                  <a:pt x="539" y="6324"/>
                  <a:pt x="693" y="4908"/>
                  <a:pt x="693" y="3163"/>
                </a:cubicBezTo>
                <a:cubicBezTo>
                  <a:pt x="693" y="1417"/>
                  <a:pt x="539" y="1"/>
                  <a:pt x="347" y="1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5" name="Google Shape;1005;p17"/>
          <p:cNvSpPr/>
          <p:nvPr/>
        </p:nvSpPr>
        <p:spPr>
          <a:xfrm>
            <a:off x="4420970" y="3332178"/>
            <a:ext cx="403320" cy="229088"/>
          </a:xfrm>
          <a:custGeom>
            <a:avLst/>
            <a:gdLst/>
            <a:ahLst/>
            <a:cxnLst/>
            <a:rect l="l" t="t" r="r" b="b"/>
            <a:pathLst>
              <a:path w="5667" h="3219" extrusionOk="0">
                <a:moveTo>
                  <a:pt x="5490" y="0"/>
                </a:moveTo>
                <a:cubicBezTo>
                  <a:pt x="5169" y="0"/>
                  <a:pt x="3996" y="539"/>
                  <a:pt x="2660" y="1309"/>
                </a:cubicBezTo>
                <a:cubicBezTo>
                  <a:pt x="1148" y="2183"/>
                  <a:pt x="0" y="3026"/>
                  <a:pt x="94" y="3190"/>
                </a:cubicBezTo>
                <a:cubicBezTo>
                  <a:pt x="105" y="3209"/>
                  <a:pt x="133" y="3218"/>
                  <a:pt x="175" y="3218"/>
                </a:cubicBezTo>
                <a:cubicBezTo>
                  <a:pt x="496" y="3218"/>
                  <a:pt x="1670" y="2681"/>
                  <a:pt x="3005" y="1909"/>
                </a:cubicBezTo>
                <a:cubicBezTo>
                  <a:pt x="4518" y="1037"/>
                  <a:pt x="5667" y="194"/>
                  <a:pt x="5571" y="29"/>
                </a:cubicBezTo>
                <a:cubicBezTo>
                  <a:pt x="5560" y="10"/>
                  <a:pt x="5533" y="0"/>
                  <a:pt x="5490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6" name="Google Shape;1006;p17"/>
          <p:cNvSpPr/>
          <p:nvPr/>
        </p:nvSpPr>
        <p:spPr>
          <a:xfrm>
            <a:off x="4810690" y="3332250"/>
            <a:ext cx="403392" cy="229159"/>
          </a:xfrm>
          <a:custGeom>
            <a:avLst/>
            <a:gdLst/>
            <a:ahLst/>
            <a:cxnLst/>
            <a:rect l="l" t="t" r="r" b="b"/>
            <a:pathLst>
              <a:path w="5668" h="3220" extrusionOk="0">
                <a:moveTo>
                  <a:pt x="177" y="1"/>
                </a:moveTo>
                <a:cubicBezTo>
                  <a:pt x="135" y="1"/>
                  <a:pt x="108" y="10"/>
                  <a:pt x="96" y="29"/>
                </a:cubicBezTo>
                <a:cubicBezTo>
                  <a:pt x="0" y="194"/>
                  <a:pt x="1149" y="1037"/>
                  <a:pt x="2660" y="1910"/>
                </a:cubicBezTo>
                <a:cubicBezTo>
                  <a:pt x="3998" y="2681"/>
                  <a:pt x="5172" y="3219"/>
                  <a:pt x="5491" y="3219"/>
                </a:cubicBezTo>
                <a:cubicBezTo>
                  <a:pt x="5533" y="3219"/>
                  <a:pt x="5560" y="3210"/>
                  <a:pt x="5571" y="3191"/>
                </a:cubicBezTo>
                <a:cubicBezTo>
                  <a:pt x="5668" y="3025"/>
                  <a:pt x="4519" y="2183"/>
                  <a:pt x="3007" y="1309"/>
                </a:cubicBezTo>
                <a:cubicBezTo>
                  <a:pt x="1671" y="539"/>
                  <a:pt x="498" y="1"/>
                  <a:pt x="177" y="1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7" name="Google Shape;1007;p17"/>
          <p:cNvSpPr/>
          <p:nvPr/>
        </p:nvSpPr>
        <p:spPr>
          <a:xfrm>
            <a:off x="4792755" y="3309547"/>
            <a:ext cx="49392" cy="49461"/>
          </a:xfrm>
          <a:custGeom>
            <a:avLst/>
            <a:gdLst/>
            <a:ahLst/>
            <a:cxnLst/>
            <a:rect l="l" t="t" r="r" b="b"/>
            <a:pathLst>
              <a:path w="694" h="695" extrusionOk="0">
                <a:moveTo>
                  <a:pt x="347" y="0"/>
                </a:moveTo>
                <a:cubicBezTo>
                  <a:pt x="155" y="0"/>
                  <a:pt x="0" y="155"/>
                  <a:pt x="0" y="347"/>
                </a:cubicBezTo>
                <a:cubicBezTo>
                  <a:pt x="0" y="539"/>
                  <a:pt x="155" y="694"/>
                  <a:pt x="347" y="694"/>
                </a:cubicBezTo>
                <a:cubicBezTo>
                  <a:pt x="539" y="694"/>
                  <a:pt x="693" y="539"/>
                  <a:pt x="693" y="347"/>
                </a:cubicBezTo>
                <a:cubicBezTo>
                  <a:pt x="693" y="155"/>
                  <a:pt x="539" y="0"/>
                  <a:pt x="347" y="0"/>
                </a:cubicBez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8" name="Google Shape;1008;p17"/>
          <p:cNvSpPr/>
          <p:nvPr/>
        </p:nvSpPr>
        <p:spPr>
          <a:xfrm>
            <a:off x="4803004" y="3319795"/>
            <a:ext cx="28824" cy="28823"/>
          </a:xfrm>
          <a:custGeom>
            <a:avLst/>
            <a:gdLst/>
            <a:ahLst/>
            <a:cxnLst/>
            <a:rect l="l" t="t" r="r" b="b"/>
            <a:pathLst>
              <a:path w="405" h="405" extrusionOk="0">
                <a:moveTo>
                  <a:pt x="203" y="1"/>
                </a:moveTo>
                <a:cubicBezTo>
                  <a:pt x="92" y="1"/>
                  <a:pt x="1" y="92"/>
                  <a:pt x="1" y="203"/>
                </a:cubicBezTo>
                <a:cubicBezTo>
                  <a:pt x="1" y="315"/>
                  <a:pt x="92" y="405"/>
                  <a:pt x="203" y="405"/>
                </a:cubicBezTo>
                <a:cubicBezTo>
                  <a:pt x="314" y="405"/>
                  <a:pt x="405" y="315"/>
                  <a:pt x="405" y="203"/>
                </a:cubicBezTo>
                <a:cubicBezTo>
                  <a:pt x="405" y="92"/>
                  <a:pt x="316" y="1"/>
                  <a:pt x="203" y="1"/>
                </a:cubicBezTo>
                <a:close/>
              </a:path>
            </a:pathLst>
          </a:custGeom>
          <a:solidFill>
            <a:srgbClr val="BABA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09" name="Google Shape;1009;p17"/>
          <p:cNvSpPr/>
          <p:nvPr/>
        </p:nvSpPr>
        <p:spPr>
          <a:xfrm>
            <a:off x="4751762" y="4176594"/>
            <a:ext cx="131380" cy="52379"/>
          </a:xfrm>
          <a:custGeom>
            <a:avLst/>
            <a:gdLst/>
            <a:ahLst/>
            <a:cxnLst/>
            <a:rect l="l" t="t" r="r" b="b"/>
            <a:pathLst>
              <a:path w="1846" h="736" extrusionOk="0">
                <a:moveTo>
                  <a:pt x="0" y="0"/>
                </a:moveTo>
                <a:lnTo>
                  <a:pt x="0" y="735"/>
                </a:lnTo>
                <a:lnTo>
                  <a:pt x="1845" y="735"/>
                </a:lnTo>
                <a:lnTo>
                  <a:pt x="1845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0" name="Google Shape;1010;p17"/>
          <p:cNvSpPr/>
          <p:nvPr/>
        </p:nvSpPr>
        <p:spPr>
          <a:xfrm>
            <a:off x="4762865" y="4133110"/>
            <a:ext cx="109175" cy="43555"/>
          </a:xfrm>
          <a:custGeom>
            <a:avLst/>
            <a:gdLst/>
            <a:ahLst/>
            <a:cxnLst/>
            <a:rect l="l" t="t" r="r" b="b"/>
            <a:pathLst>
              <a:path w="1534" h="612" extrusionOk="0">
                <a:moveTo>
                  <a:pt x="1" y="1"/>
                </a:moveTo>
                <a:lnTo>
                  <a:pt x="1" y="611"/>
                </a:lnTo>
                <a:lnTo>
                  <a:pt x="1534" y="611"/>
                </a:lnTo>
                <a:lnTo>
                  <a:pt x="153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1" name="Google Shape;1011;p17"/>
          <p:cNvSpPr/>
          <p:nvPr/>
        </p:nvSpPr>
        <p:spPr>
          <a:xfrm>
            <a:off x="5202758" y="3308266"/>
            <a:ext cx="104905" cy="920694"/>
          </a:xfrm>
          <a:custGeom>
            <a:avLst/>
            <a:gdLst/>
            <a:ahLst/>
            <a:cxnLst/>
            <a:rect l="l" t="t" r="r" b="b"/>
            <a:pathLst>
              <a:path w="1474" h="12937" extrusionOk="0">
                <a:moveTo>
                  <a:pt x="582" y="1"/>
                </a:moveTo>
                <a:lnTo>
                  <a:pt x="0" y="12936"/>
                </a:lnTo>
                <a:lnTo>
                  <a:pt x="1473" y="12936"/>
                </a:lnTo>
                <a:lnTo>
                  <a:pt x="891" y="1"/>
                </a:lnTo>
                <a:close/>
              </a:path>
            </a:pathLst>
          </a:custGeom>
          <a:solidFill>
            <a:srgbClr val="F3F3F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2" name="Google Shape;1012;p17"/>
          <p:cNvSpPr/>
          <p:nvPr/>
        </p:nvSpPr>
        <p:spPr>
          <a:xfrm>
            <a:off x="5254498" y="3298943"/>
            <a:ext cx="450506" cy="68321"/>
          </a:xfrm>
          <a:custGeom>
            <a:avLst/>
            <a:gdLst/>
            <a:ahLst/>
            <a:cxnLst/>
            <a:rect l="l" t="t" r="r" b="b"/>
            <a:pathLst>
              <a:path w="6330" h="960" extrusionOk="0">
                <a:moveTo>
                  <a:pt x="1008" y="0"/>
                </a:moveTo>
                <a:cubicBezTo>
                  <a:pt x="409" y="0"/>
                  <a:pt x="31" y="49"/>
                  <a:pt x="21" y="147"/>
                </a:cubicBezTo>
                <a:cubicBezTo>
                  <a:pt x="1" y="338"/>
                  <a:pt x="1392" y="640"/>
                  <a:pt x="3128" y="825"/>
                </a:cubicBezTo>
                <a:cubicBezTo>
                  <a:pt x="3978" y="915"/>
                  <a:pt x="4753" y="960"/>
                  <a:pt x="5325" y="960"/>
                </a:cubicBezTo>
                <a:cubicBezTo>
                  <a:pt x="5922" y="960"/>
                  <a:pt x="6299" y="911"/>
                  <a:pt x="6310" y="813"/>
                </a:cubicBezTo>
                <a:cubicBezTo>
                  <a:pt x="6330" y="623"/>
                  <a:pt x="4938" y="319"/>
                  <a:pt x="3202" y="135"/>
                </a:cubicBezTo>
                <a:cubicBezTo>
                  <a:pt x="2354" y="45"/>
                  <a:pt x="1580" y="0"/>
                  <a:pt x="1008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3" name="Google Shape;1013;p17"/>
          <p:cNvSpPr/>
          <p:nvPr/>
        </p:nvSpPr>
        <p:spPr>
          <a:xfrm>
            <a:off x="5060777" y="2897836"/>
            <a:ext cx="207674" cy="411846"/>
          </a:xfrm>
          <a:custGeom>
            <a:avLst/>
            <a:gdLst/>
            <a:ahLst/>
            <a:cxnLst/>
            <a:rect l="l" t="t" r="r" b="b"/>
            <a:pathLst>
              <a:path w="2918" h="5787" extrusionOk="0">
                <a:moveTo>
                  <a:pt x="193" y="1"/>
                </a:moveTo>
                <a:cubicBezTo>
                  <a:pt x="187" y="1"/>
                  <a:pt x="181" y="2"/>
                  <a:pt x="176" y="4"/>
                </a:cubicBezTo>
                <a:cubicBezTo>
                  <a:pt x="1" y="82"/>
                  <a:pt x="435" y="1438"/>
                  <a:pt x="1143" y="3034"/>
                </a:cubicBezTo>
                <a:cubicBezTo>
                  <a:pt x="1831" y="4581"/>
                  <a:pt x="2526" y="5787"/>
                  <a:pt x="2726" y="5787"/>
                </a:cubicBezTo>
                <a:cubicBezTo>
                  <a:pt x="2732" y="5787"/>
                  <a:pt x="2738" y="5786"/>
                  <a:pt x="2743" y="5783"/>
                </a:cubicBezTo>
                <a:cubicBezTo>
                  <a:pt x="2918" y="5705"/>
                  <a:pt x="2485" y="4349"/>
                  <a:pt x="1776" y="2753"/>
                </a:cubicBezTo>
                <a:cubicBezTo>
                  <a:pt x="1089" y="1206"/>
                  <a:pt x="395" y="1"/>
                  <a:pt x="193" y="1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4" name="Google Shape;1014;p17"/>
          <p:cNvSpPr/>
          <p:nvPr/>
        </p:nvSpPr>
        <p:spPr>
          <a:xfrm>
            <a:off x="4980214" y="3308906"/>
            <a:ext cx="286815" cy="365018"/>
          </a:xfrm>
          <a:custGeom>
            <a:avLst/>
            <a:gdLst/>
            <a:ahLst/>
            <a:cxnLst/>
            <a:rect l="l" t="t" r="r" b="b"/>
            <a:pathLst>
              <a:path w="4030" h="5129" extrusionOk="0">
                <a:moveTo>
                  <a:pt x="3847" y="0"/>
                </a:moveTo>
                <a:cubicBezTo>
                  <a:pt x="3627" y="0"/>
                  <a:pt x="2712" y="1018"/>
                  <a:pt x="1736" y="2361"/>
                </a:cubicBezTo>
                <a:cubicBezTo>
                  <a:pt x="707" y="3773"/>
                  <a:pt x="0" y="5008"/>
                  <a:pt x="155" y="5120"/>
                </a:cubicBezTo>
                <a:cubicBezTo>
                  <a:pt x="162" y="5126"/>
                  <a:pt x="172" y="5128"/>
                  <a:pt x="183" y="5128"/>
                </a:cubicBezTo>
                <a:cubicBezTo>
                  <a:pt x="404" y="5128"/>
                  <a:pt x="1319" y="4110"/>
                  <a:pt x="2295" y="2768"/>
                </a:cubicBezTo>
                <a:cubicBezTo>
                  <a:pt x="3322" y="1356"/>
                  <a:pt x="4029" y="121"/>
                  <a:pt x="3875" y="8"/>
                </a:cubicBezTo>
                <a:cubicBezTo>
                  <a:pt x="3867" y="3"/>
                  <a:pt x="3858" y="0"/>
                  <a:pt x="3847" y="0"/>
                </a:cubicBezTo>
                <a:close/>
              </a:path>
            </a:pathLst>
          </a:cu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5" name="Google Shape;1015;p17"/>
          <p:cNvSpPr/>
          <p:nvPr/>
        </p:nvSpPr>
        <p:spPr>
          <a:xfrm>
            <a:off x="5230016" y="3284709"/>
            <a:ext cx="52096" cy="49390"/>
          </a:xfrm>
          <a:custGeom>
            <a:avLst/>
            <a:gdLst/>
            <a:ahLst/>
            <a:cxnLst/>
            <a:rect l="l" t="t" r="r" b="b"/>
            <a:pathLst>
              <a:path w="732" h="694" extrusionOk="0">
                <a:moveTo>
                  <a:pt x="364" y="0"/>
                </a:moveTo>
                <a:cubicBezTo>
                  <a:pt x="190" y="0"/>
                  <a:pt x="40" y="133"/>
                  <a:pt x="21" y="311"/>
                </a:cubicBezTo>
                <a:cubicBezTo>
                  <a:pt x="1" y="502"/>
                  <a:pt x="139" y="672"/>
                  <a:pt x="329" y="692"/>
                </a:cubicBezTo>
                <a:cubicBezTo>
                  <a:pt x="341" y="693"/>
                  <a:pt x="353" y="694"/>
                  <a:pt x="365" y="694"/>
                </a:cubicBezTo>
                <a:cubicBezTo>
                  <a:pt x="541" y="694"/>
                  <a:pt x="692" y="562"/>
                  <a:pt x="711" y="384"/>
                </a:cubicBezTo>
                <a:cubicBezTo>
                  <a:pt x="731" y="194"/>
                  <a:pt x="593" y="23"/>
                  <a:pt x="402" y="2"/>
                </a:cubicBezTo>
                <a:cubicBezTo>
                  <a:pt x="389" y="1"/>
                  <a:pt x="377" y="0"/>
                  <a:pt x="364" y="0"/>
                </a:cubicBezTo>
                <a:close/>
              </a:path>
            </a:pathLst>
          </a:custGeom>
          <a:solidFill>
            <a:srgbClr val="8C8C8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6" name="Google Shape;1016;p17"/>
          <p:cNvSpPr/>
          <p:nvPr/>
        </p:nvSpPr>
        <p:spPr>
          <a:xfrm>
            <a:off x="5240905" y="3294886"/>
            <a:ext cx="30390" cy="28965"/>
          </a:xfrm>
          <a:custGeom>
            <a:avLst/>
            <a:gdLst/>
            <a:ahLst/>
            <a:cxnLst/>
            <a:rect l="l" t="t" r="r" b="b"/>
            <a:pathLst>
              <a:path w="427" h="407" extrusionOk="0">
                <a:moveTo>
                  <a:pt x="215" y="1"/>
                </a:moveTo>
                <a:cubicBezTo>
                  <a:pt x="112" y="1"/>
                  <a:pt x="23" y="78"/>
                  <a:pt x="12" y="182"/>
                </a:cubicBezTo>
                <a:cubicBezTo>
                  <a:pt x="0" y="293"/>
                  <a:pt x="80" y="394"/>
                  <a:pt x="192" y="405"/>
                </a:cubicBezTo>
                <a:cubicBezTo>
                  <a:pt x="199" y="406"/>
                  <a:pt x="207" y="406"/>
                  <a:pt x="214" y="406"/>
                </a:cubicBezTo>
                <a:cubicBezTo>
                  <a:pt x="316" y="406"/>
                  <a:pt x="402" y="330"/>
                  <a:pt x="416" y="225"/>
                </a:cubicBezTo>
                <a:cubicBezTo>
                  <a:pt x="427" y="113"/>
                  <a:pt x="346" y="13"/>
                  <a:pt x="236" y="2"/>
                </a:cubicBezTo>
                <a:cubicBezTo>
                  <a:pt x="229" y="1"/>
                  <a:pt x="222" y="1"/>
                  <a:pt x="215" y="1"/>
                </a:cubicBezTo>
                <a:close/>
              </a:path>
            </a:pathLst>
          </a:custGeom>
          <a:solidFill>
            <a:srgbClr val="BABAB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7" name="Google Shape;1017;p17"/>
          <p:cNvSpPr/>
          <p:nvPr/>
        </p:nvSpPr>
        <p:spPr>
          <a:xfrm>
            <a:off x="5189450" y="4176594"/>
            <a:ext cx="131380" cy="52379"/>
          </a:xfrm>
          <a:custGeom>
            <a:avLst/>
            <a:gdLst/>
            <a:ahLst/>
            <a:cxnLst/>
            <a:rect l="l" t="t" r="r" b="b"/>
            <a:pathLst>
              <a:path w="1846" h="736" extrusionOk="0">
                <a:moveTo>
                  <a:pt x="1" y="0"/>
                </a:moveTo>
                <a:lnTo>
                  <a:pt x="1" y="735"/>
                </a:lnTo>
                <a:lnTo>
                  <a:pt x="1846" y="735"/>
                </a:lnTo>
                <a:lnTo>
                  <a:pt x="1846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8" name="Google Shape;1018;p17"/>
          <p:cNvSpPr/>
          <p:nvPr/>
        </p:nvSpPr>
        <p:spPr>
          <a:xfrm>
            <a:off x="5200623" y="4133110"/>
            <a:ext cx="109246" cy="43555"/>
          </a:xfrm>
          <a:custGeom>
            <a:avLst/>
            <a:gdLst/>
            <a:ahLst/>
            <a:cxnLst/>
            <a:rect l="l" t="t" r="r" b="b"/>
            <a:pathLst>
              <a:path w="1535" h="612" extrusionOk="0">
                <a:moveTo>
                  <a:pt x="0" y="1"/>
                </a:moveTo>
                <a:lnTo>
                  <a:pt x="0" y="611"/>
                </a:lnTo>
                <a:lnTo>
                  <a:pt x="1534" y="611"/>
                </a:lnTo>
                <a:lnTo>
                  <a:pt x="1534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19" name="Google Shape;1019;p17"/>
          <p:cNvSpPr/>
          <p:nvPr/>
        </p:nvSpPr>
        <p:spPr>
          <a:xfrm>
            <a:off x="4294930" y="3432597"/>
            <a:ext cx="399193" cy="186530"/>
          </a:xfrm>
          <a:custGeom>
            <a:avLst/>
            <a:gdLst/>
            <a:ahLst/>
            <a:cxnLst/>
            <a:rect l="l" t="t" r="r" b="b"/>
            <a:pathLst>
              <a:path w="5609" h="2621" extrusionOk="0">
                <a:moveTo>
                  <a:pt x="1198" y="1"/>
                </a:moveTo>
                <a:lnTo>
                  <a:pt x="1" y="2620"/>
                </a:lnTo>
                <a:lnTo>
                  <a:pt x="4411" y="2621"/>
                </a:lnTo>
                <a:lnTo>
                  <a:pt x="5608" y="2"/>
                </a:lnTo>
                <a:lnTo>
                  <a:pt x="1198" y="1"/>
                </a:lnTo>
                <a:close/>
              </a:path>
            </a:pathLst>
          </a:custGeom>
          <a:solidFill>
            <a:srgbClr val="19191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0" name="Google Shape;1020;p17"/>
          <p:cNvSpPr/>
          <p:nvPr/>
        </p:nvSpPr>
        <p:spPr>
          <a:xfrm>
            <a:off x="4315925" y="3532803"/>
            <a:ext cx="71455" cy="73018"/>
          </a:xfrm>
          <a:custGeom>
            <a:avLst/>
            <a:gdLst/>
            <a:ahLst/>
            <a:cxnLst/>
            <a:rect l="l" t="t" r="r" b="b"/>
            <a:pathLst>
              <a:path w="1004" h="1026" extrusionOk="0">
                <a:moveTo>
                  <a:pt x="469" y="0"/>
                </a:moveTo>
                <a:lnTo>
                  <a:pt x="1" y="1024"/>
                </a:lnTo>
                <a:lnTo>
                  <a:pt x="537" y="1026"/>
                </a:lnTo>
                <a:lnTo>
                  <a:pt x="1003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1" name="Google Shape;1021;p17"/>
          <p:cNvSpPr/>
          <p:nvPr/>
        </p:nvSpPr>
        <p:spPr>
          <a:xfrm>
            <a:off x="4365103" y="3532803"/>
            <a:ext cx="71597" cy="73018"/>
          </a:xfrm>
          <a:custGeom>
            <a:avLst/>
            <a:gdLst/>
            <a:ahLst/>
            <a:cxnLst/>
            <a:rect l="l" t="t" r="r" b="b"/>
            <a:pathLst>
              <a:path w="1006" h="1026" extrusionOk="0">
                <a:moveTo>
                  <a:pt x="469" y="0"/>
                </a:moveTo>
                <a:lnTo>
                  <a:pt x="0" y="1026"/>
                </a:lnTo>
                <a:lnTo>
                  <a:pt x="536" y="1026"/>
                </a:lnTo>
                <a:lnTo>
                  <a:pt x="100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2" name="Google Shape;1022;p17"/>
          <p:cNvSpPr/>
          <p:nvPr/>
        </p:nvSpPr>
        <p:spPr>
          <a:xfrm>
            <a:off x="4414209" y="3532803"/>
            <a:ext cx="71597" cy="73018"/>
          </a:xfrm>
          <a:custGeom>
            <a:avLst/>
            <a:gdLst/>
            <a:ahLst/>
            <a:cxnLst/>
            <a:rect l="l" t="t" r="r" b="b"/>
            <a:pathLst>
              <a:path w="1006" h="1026" extrusionOk="0">
                <a:moveTo>
                  <a:pt x="470" y="0"/>
                </a:moveTo>
                <a:lnTo>
                  <a:pt x="1" y="1026"/>
                </a:lnTo>
                <a:lnTo>
                  <a:pt x="537" y="1026"/>
                </a:lnTo>
                <a:lnTo>
                  <a:pt x="1006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3" name="Google Shape;1023;p17"/>
          <p:cNvSpPr/>
          <p:nvPr/>
        </p:nvSpPr>
        <p:spPr>
          <a:xfrm>
            <a:off x="4463529" y="3532803"/>
            <a:ext cx="71455" cy="73018"/>
          </a:xfrm>
          <a:custGeom>
            <a:avLst/>
            <a:gdLst/>
            <a:ahLst/>
            <a:cxnLst/>
            <a:rect l="l" t="t" r="r" b="b"/>
            <a:pathLst>
              <a:path w="1004" h="1026" extrusionOk="0">
                <a:moveTo>
                  <a:pt x="468" y="0"/>
                </a:moveTo>
                <a:lnTo>
                  <a:pt x="1" y="1026"/>
                </a:lnTo>
                <a:lnTo>
                  <a:pt x="535" y="1026"/>
                </a:lnTo>
                <a:lnTo>
                  <a:pt x="1003" y="2"/>
                </a:lnTo>
                <a:lnTo>
                  <a:pt x="468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4" name="Google Shape;1024;p17"/>
          <p:cNvSpPr/>
          <p:nvPr/>
        </p:nvSpPr>
        <p:spPr>
          <a:xfrm>
            <a:off x="4512707" y="3532945"/>
            <a:ext cx="71526" cy="72947"/>
          </a:xfrm>
          <a:custGeom>
            <a:avLst/>
            <a:gdLst/>
            <a:ahLst/>
            <a:cxnLst/>
            <a:rect l="l" t="t" r="r" b="b"/>
            <a:pathLst>
              <a:path w="1005" h="1025" extrusionOk="0">
                <a:moveTo>
                  <a:pt x="468" y="0"/>
                </a:moveTo>
                <a:lnTo>
                  <a:pt x="0" y="1024"/>
                </a:lnTo>
                <a:lnTo>
                  <a:pt x="535" y="1025"/>
                </a:lnTo>
                <a:lnTo>
                  <a:pt x="10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5" name="Google Shape;1025;p17"/>
          <p:cNvSpPr/>
          <p:nvPr/>
        </p:nvSpPr>
        <p:spPr>
          <a:xfrm>
            <a:off x="4561813" y="3532945"/>
            <a:ext cx="71526" cy="72947"/>
          </a:xfrm>
          <a:custGeom>
            <a:avLst/>
            <a:gdLst/>
            <a:ahLst/>
            <a:cxnLst/>
            <a:rect l="l" t="t" r="r" b="b"/>
            <a:pathLst>
              <a:path w="1005" h="1025" extrusionOk="0">
                <a:moveTo>
                  <a:pt x="469" y="0"/>
                </a:moveTo>
                <a:lnTo>
                  <a:pt x="1" y="1025"/>
                </a:lnTo>
                <a:lnTo>
                  <a:pt x="536" y="1025"/>
                </a:lnTo>
                <a:lnTo>
                  <a:pt x="1005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6" name="Google Shape;1026;p17"/>
          <p:cNvSpPr/>
          <p:nvPr/>
        </p:nvSpPr>
        <p:spPr>
          <a:xfrm>
            <a:off x="4355637" y="3445906"/>
            <a:ext cx="71597" cy="72947"/>
          </a:xfrm>
          <a:custGeom>
            <a:avLst/>
            <a:gdLst/>
            <a:ahLst/>
            <a:cxnLst/>
            <a:rect l="l" t="t" r="r" b="b"/>
            <a:pathLst>
              <a:path w="1006" h="1025" extrusionOk="0">
                <a:moveTo>
                  <a:pt x="469" y="1"/>
                </a:moveTo>
                <a:lnTo>
                  <a:pt x="0" y="1025"/>
                </a:lnTo>
                <a:lnTo>
                  <a:pt x="536" y="1025"/>
                </a:lnTo>
                <a:lnTo>
                  <a:pt x="10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7" name="Google Shape;1027;p17"/>
          <p:cNvSpPr/>
          <p:nvPr/>
        </p:nvSpPr>
        <p:spPr>
          <a:xfrm>
            <a:off x="4404744" y="3445906"/>
            <a:ext cx="71597" cy="72947"/>
          </a:xfrm>
          <a:custGeom>
            <a:avLst/>
            <a:gdLst/>
            <a:ahLst/>
            <a:cxnLst/>
            <a:rect l="l" t="t" r="r" b="b"/>
            <a:pathLst>
              <a:path w="1006" h="1025" extrusionOk="0">
                <a:moveTo>
                  <a:pt x="470" y="1"/>
                </a:moveTo>
                <a:lnTo>
                  <a:pt x="1" y="1025"/>
                </a:lnTo>
                <a:lnTo>
                  <a:pt x="537" y="1025"/>
                </a:lnTo>
                <a:lnTo>
                  <a:pt x="1006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8" name="Google Shape;1028;p17"/>
          <p:cNvSpPr/>
          <p:nvPr/>
        </p:nvSpPr>
        <p:spPr>
          <a:xfrm>
            <a:off x="4454064" y="3445906"/>
            <a:ext cx="71455" cy="72947"/>
          </a:xfrm>
          <a:custGeom>
            <a:avLst/>
            <a:gdLst/>
            <a:ahLst/>
            <a:cxnLst/>
            <a:rect l="l" t="t" r="r" b="b"/>
            <a:pathLst>
              <a:path w="1004" h="1025" extrusionOk="0">
                <a:moveTo>
                  <a:pt x="468" y="1"/>
                </a:moveTo>
                <a:lnTo>
                  <a:pt x="1" y="1025"/>
                </a:lnTo>
                <a:lnTo>
                  <a:pt x="535" y="1025"/>
                </a:lnTo>
                <a:lnTo>
                  <a:pt x="1003" y="2"/>
                </a:lnTo>
                <a:lnTo>
                  <a:pt x="468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9" name="Google Shape;1029;p17"/>
          <p:cNvSpPr/>
          <p:nvPr/>
        </p:nvSpPr>
        <p:spPr>
          <a:xfrm>
            <a:off x="4503241" y="3445977"/>
            <a:ext cx="71526" cy="72947"/>
          </a:xfrm>
          <a:custGeom>
            <a:avLst/>
            <a:gdLst/>
            <a:ahLst/>
            <a:cxnLst/>
            <a:rect l="l" t="t" r="r" b="b"/>
            <a:pathLst>
              <a:path w="1005" h="1025" extrusionOk="0">
                <a:moveTo>
                  <a:pt x="468" y="1"/>
                </a:moveTo>
                <a:lnTo>
                  <a:pt x="0" y="1024"/>
                </a:lnTo>
                <a:lnTo>
                  <a:pt x="535" y="1025"/>
                </a:lnTo>
                <a:lnTo>
                  <a:pt x="100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0" name="Google Shape;1030;p17"/>
          <p:cNvSpPr/>
          <p:nvPr/>
        </p:nvSpPr>
        <p:spPr>
          <a:xfrm>
            <a:off x="4552348" y="3445977"/>
            <a:ext cx="71526" cy="72947"/>
          </a:xfrm>
          <a:custGeom>
            <a:avLst/>
            <a:gdLst/>
            <a:ahLst/>
            <a:cxnLst/>
            <a:rect l="l" t="t" r="r" b="b"/>
            <a:pathLst>
              <a:path w="1005" h="1025" extrusionOk="0">
                <a:moveTo>
                  <a:pt x="469" y="1"/>
                </a:moveTo>
                <a:lnTo>
                  <a:pt x="1" y="1025"/>
                </a:lnTo>
                <a:lnTo>
                  <a:pt x="536" y="1025"/>
                </a:lnTo>
                <a:lnTo>
                  <a:pt x="10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1" name="Google Shape;1031;p17"/>
          <p:cNvSpPr/>
          <p:nvPr/>
        </p:nvSpPr>
        <p:spPr>
          <a:xfrm>
            <a:off x="4601525" y="3445977"/>
            <a:ext cx="71526" cy="72947"/>
          </a:xfrm>
          <a:custGeom>
            <a:avLst/>
            <a:gdLst/>
            <a:ahLst/>
            <a:cxnLst/>
            <a:rect l="l" t="t" r="r" b="b"/>
            <a:pathLst>
              <a:path w="1005" h="1025" extrusionOk="0">
                <a:moveTo>
                  <a:pt x="468" y="1"/>
                </a:moveTo>
                <a:lnTo>
                  <a:pt x="1" y="1025"/>
                </a:lnTo>
                <a:lnTo>
                  <a:pt x="536" y="1025"/>
                </a:lnTo>
                <a:lnTo>
                  <a:pt x="100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2" name="Google Shape;1032;p17"/>
          <p:cNvSpPr/>
          <p:nvPr/>
        </p:nvSpPr>
        <p:spPr>
          <a:xfrm>
            <a:off x="4294930" y="3618988"/>
            <a:ext cx="313931" cy="22347"/>
          </a:xfrm>
          <a:custGeom>
            <a:avLst/>
            <a:gdLst/>
            <a:ahLst/>
            <a:cxnLst/>
            <a:rect l="l" t="t" r="r" b="b"/>
            <a:pathLst>
              <a:path w="4411" h="314" extrusionOk="0">
                <a:moveTo>
                  <a:pt x="1" y="1"/>
                </a:moveTo>
                <a:lnTo>
                  <a:pt x="1" y="314"/>
                </a:lnTo>
                <a:lnTo>
                  <a:pt x="4411" y="314"/>
                </a:lnTo>
                <a:lnTo>
                  <a:pt x="4411" y="1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3" name="Google Shape;1033;p17"/>
          <p:cNvSpPr/>
          <p:nvPr/>
        </p:nvSpPr>
        <p:spPr>
          <a:xfrm>
            <a:off x="4608642" y="3432669"/>
            <a:ext cx="85475" cy="208663"/>
          </a:xfrm>
          <a:custGeom>
            <a:avLst/>
            <a:gdLst/>
            <a:ahLst/>
            <a:cxnLst/>
            <a:rect l="l" t="t" r="r" b="b"/>
            <a:pathLst>
              <a:path w="1201" h="2932" extrusionOk="0">
                <a:moveTo>
                  <a:pt x="1200" y="1"/>
                </a:moveTo>
                <a:lnTo>
                  <a:pt x="1" y="2619"/>
                </a:lnTo>
                <a:lnTo>
                  <a:pt x="1" y="2932"/>
                </a:lnTo>
                <a:lnTo>
                  <a:pt x="1200" y="315"/>
                </a:lnTo>
                <a:lnTo>
                  <a:pt x="1200" y="1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4" name="Google Shape;1034;p17"/>
          <p:cNvSpPr/>
          <p:nvPr/>
        </p:nvSpPr>
        <p:spPr>
          <a:xfrm>
            <a:off x="4333646" y="3630161"/>
            <a:ext cx="15159" cy="142762"/>
          </a:xfrm>
          <a:custGeom>
            <a:avLst/>
            <a:gdLst/>
            <a:ahLst/>
            <a:cxnLst/>
            <a:rect l="l" t="t" r="r" b="b"/>
            <a:pathLst>
              <a:path w="213" h="2006" extrusionOk="0">
                <a:moveTo>
                  <a:pt x="0" y="0"/>
                </a:moveTo>
                <a:lnTo>
                  <a:pt x="0" y="2006"/>
                </a:lnTo>
                <a:lnTo>
                  <a:pt x="212" y="2006"/>
                </a:lnTo>
                <a:lnTo>
                  <a:pt x="212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5" name="Google Shape;1035;p17"/>
          <p:cNvSpPr/>
          <p:nvPr/>
        </p:nvSpPr>
        <p:spPr>
          <a:xfrm>
            <a:off x="4554838" y="3630161"/>
            <a:ext cx="15230" cy="142762"/>
          </a:xfrm>
          <a:custGeom>
            <a:avLst/>
            <a:gdLst/>
            <a:ahLst/>
            <a:cxnLst/>
            <a:rect l="l" t="t" r="r" b="b"/>
            <a:pathLst>
              <a:path w="214" h="2006" extrusionOk="0">
                <a:moveTo>
                  <a:pt x="1" y="0"/>
                </a:moveTo>
                <a:lnTo>
                  <a:pt x="1" y="2006"/>
                </a:lnTo>
                <a:lnTo>
                  <a:pt x="214" y="2006"/>
                </a:lnTo>
                <a:lnTo>
                  <a:pt x="214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6" name="Google Shape;1036;p17"/>
          <p:cNvSpPr/>
          <p:nvPr/>
        </p:nvSpPr>
        <p:spPr>
          <a:xfrm>
            <a:off x="4257923" y="3812495"/>
            <a:ext cx="393428" cy="416543"/>
          </a:xfrm>
          <a:custGeom>
            <a:avLst/>
            <a:gdLst/>
            <a:ahLst/>
            <a:cxnLst/>
            <a:rect l="l" t="t" r="r" b="b"/>
            <a:pathLst>
              <a:path w="5528" h="5853" extrusionOk="0">
                <a:moveTo>
                  <a:pt x="0" y="0"/>
                </a:moveTo>
                <a:lnTo>
                  <a:pt x="0" y="5852"/>
                </a:lnTo>
                <a:lnTo>
                  <a:pt x="5527" y="5852"/>
                </a:lnTo>
                <a:lnTo>
                  <a:pt x="5527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7" name="Google Shape;1037;p17"/>
          <p:cNvSpPr/>
          <p:nvPr/>
        </p:nvSpPr>
        <p:spPr>
          <a:xfrm>
            <a:off x="4239846" y="3796411"/>
            <a:ext cx="429582" cy="31171"/>
          </a:xfrm>
          <a:custGeom>
            <a:avLst/>
            <a:gdLst/>
            <a:ahLst/>
            <a:cxnLst/>
            <a:rect l="l" t="t" r="r" b="b"/>
            <a:pathLst>
              <a:path w="6036" h="438" extrusionOk="0">
                <a:moveTo>
                  <a:pt x="0" y="0"/>
                </a:moveTo>
                <a:lnTo>
                  <a:pt x="0" y="437"/>
                </a:lnTo>
                <a:lnTo>
                  <a:pt x="6035" y="437"/>
                </a:lnTo>
                <a:lnTo>
                  <a:pt x="60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8" name="Google Shape;1038;p17"/>
          <p:cNvSpPr/>
          <p:nvPr/>
        </p:nvSpPr>
        <p:spPr>
          <a:xfrm>
            <a:off x="4215079" y="3757411"/>
            <a:ext cx="478974" cy="39071"/>
          </a:xfrm>
          <a:custGeom>
            <a:avLst/>
            <a:gdLst/>
            <a:ahLst/>
            <a:cxnLst/>
            <a:rect l="l" t="t" r="r" b="b"/>
            <a:pathLst>
              <a:path w="6730" h="549" extrusionOk="0">
                <a:moveTo>
                  <a:pt x="1" y="1"/>
                </a:moveTo>
                <a:lnTo>
                  <a:pt x="1" y="548"/>
                </a:lnTo>
                <a:lnTo>
                  <a:pt x="6729" y="548"/>
                </a:lnTo>
                <a:lnTo>
                  <a:pt x="6729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39" name="Google Shape;1039;p17"/>
          <p:cNvSpPr/>
          <p:nvPr/>
        </p:nvSpPr>
        <p:spPr>
          <a:xfrm>
            <a:off x="4371650" y="3876334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0" name="Google Shape;1040;p17"/>
          <p:cNvSpPr/>
          <p:nvPr/>
        </p:nvSpPr>
        <p:spPr>
          <a:xfrm>
            <a:off x="4371650" y="401667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1" name="Google Shape;1041;p17"/>
          <p:cNvSpPr/>
          <p:nvPr/>
        </p:nvSpPr>
        <p:spPr>
          <a:xfrm>
            <a:off x="4298987" y="3876334"/>
            <a:ext cx="49250" cy="116501"/>
          </a:xfrm>
          <a:custGeom>
            <a:avLst/>
            <a:gdLst/>
            <a:ahLst/>
            <a:cxnLst/>
            <a:rect l="l" t="t" r="r" b="b"/>
            <a:pathLst>
              <a:path w="692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2" name="Google Shape;1042;p17"/>
          <p:cNvSpPr/>
          <p:nvPr/>
        </p:nvSpPr>
        <p:spPr>
          <a:xfrm>
            <a:off x="4298987" y="4016678"/>
            <a:ext cx="49250" cy="116501"/>
          </a:xfrm>
          <a:custGeom>
            <a:avLst/>
            <a:gdLst/>
            <a:ahLst/>
            <a:cxnLst/>
            <a:rect l="l" t="t" r="r" b="b"/>
            <a:pathLst>
              <a:path w="692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3" name="Google Shape;1043;p17"/>
          <p:cNvSpPr/>
          <p:nvPr/>
        </p:nvSpPr>
        <p:spPr>
          <a:xfrm>
            <a:off x="4567151" y="3876334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4" name="Google Shape;1044;p17"/>
          <p:cNvSpPr/>
          <p:nvPr/>
        </p:nvSpPr>
        <p:spPr>
          <a:xfrm>
            <a:off x="4567151" y="401667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5" name="Google Shape;1045;p17"/>
          <p:cNvSpPr/>
          <p:nvPr/>
        </p:nvSpPr>
        <p:spPr>
          <a:xfrm>
            <a:off x="4494487" y="3876334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6" name="Google Shape;1046;p17"/>
          <p:cNvSpPr/>
          <p:nvPr/>
        </p:nvSpPr>
        <p:spPr>
          <a:xfrm>
            <a:off x="4494487" y="401667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7" name="Google Shape;1047;p17"/>
          <p:cNvSpPr/>
          <p:nvPr/>
        </p:nvSpPr>
        <p:spPr>
          <a:xfrm>
            <a:off x="3901866" y="3102660"/>
            <a:ext cx="399193" cy="186530"/>
          </a:xfrm>
          <a:custGeom>
            <a:avLst/>
            <a:gdLst/>
            <a:ahLst/>
            <a:cxnLst/>
            <a:rect l="l" t="t" r="r" b="b"/>
            <a:pathLst>
              <a:path w="5609" h="2621" extrusionOk="0">
                <a:moveTo>
                  <a:pt x="1198" y="0"/>
                </a:moveTo>
                <a:lnTo>
                  <a:pt x="1" y="2620"/>
                </a:lnTo>
                <a:lnTo>
                  <a:pt x="4412" y="2621"/>
                </a:lnTo>
                <a:lnTo>
                  <a:pt x="5609" y="1"/>
                </a:lnTo>
                <a:lnTo>
                  <a:pt x="1198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8" name="Google Shape;1048;p17"/>
          <p:cNvSpPr/>
          <p:nvPr/>
        </p:nvSpPr>
        <p:spPr>
          <a:xfrm>
            <a:off x="3922932" y="3202865"/>
            <a:ext cx="71526" cy="72947"/>
          </a:xfrm>
          <a:custGeom>
            <a:avLst/>
            <a:gdLst/>
            <a:ahLst/>
            <a:cxnLst/>
            <a:rect l="l" t="t" r="r" b="b"/>
            <a:pathLst>
              <a:path w="1005" h="1025" extrusionOk="0">
                <a:moveTo>
                  <a:pt x="468" y="0"/>
                </a:moveTo>
                <a:lnTo>
                  <a:pt x="1" y="1024"/>
                </a:lnTo>
                <a:lnTo>
                  <a:pt x="537" y="1025"/>
                </a:lnTo>
                <a:lnTo>
                  <a:pt x="10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9" name="Google Shape;1049;p17"/>
          <p:cNvSpPr/>
          <p:nvPr/>
        </p:nvSpPr>
        <p:spPr>
          <a:xfrm>
            <a:off x="3972109" y="3202865"/>
            <a:ext cx="71455" cy="72947"/>
          </a:xfrm>
          <a:custGeom>
            <a:avLst/>
            <a:gdLst/>
            <a:ahLst/>
            <a:cxnLst/>
            <a:rect l="l" t="t" r="r" b="b"/>
            <a:pathLst>
              <a:path w="1004" h="1025" extrusionOk="0">
                <a:moveTo>
                  <a:pt x="468" y="0"/>
                </a:moveTo>
                <a:lnTo>
                  <a:pt x="0" y="1025"/>
                </a:lnTo>
                <a:lnTo>
                  <a:pt x="536" y="1025"/>
                </a:lnTo>
                <a:lnTo>
                  <a:pt x="10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0" name="Google Shape;1050;p17"/>
          <p:cNvSpPr/>
          <p:nvPr/>
        </p:nvSpPr>
        <p:spPr>
          <a:xfrm>
            <a:off x="4021287" y="3202865"/>
            <a:ext cx="71455" cy="72947"/>
          </a:xfrm>
          <a:custGeom>
            <a:avLst/>
            <a:gdLst/>
            <a:ahLst/>
            <a:cxnLst/>
            <a:rect l="l" t="t" r="r" b="b"/>
            <a:pathLst>
              <a:path w="1004" h="1025" extrusionOk="0">
                <a:moveTo>
                  <a:pt x="469" y="0"/>
                </a:moveTo>
                <a:lnTo>
                  <a:pt x="1" y="1025"/>
                </a:lnTo>
                <a:lnTo>
                  <a:pt x="536" y="1025"/>
                </a:lnTo>
                <a:lnTo>
                  <a:pt x="10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1" name="Google Shape;1051;p17"/>
          <p:cNvSpPr/>
          <p:nvPr/>
        </p:nvSpPr>
        <p:spPr>
          <a:xfrm>
            <a:off x="4070464" y="3202865"/>
            <a:ext cx="71526" cy="72947"/>
          </a:xfrm>
          <a:custGeom>
            <a:avLst/>
            <a:gdLst/>
            <a:ahLst/>
            <a:cxnLst/>
            <a:rect l="l" t="t" r="r" b="b"/>
            <a:pathLst>
              <a:path w="1005" h="1025" extrusionOk="0">
                <a:moveTo>
                  <a:pt x="469" y="0"/>
                </a:moveTo>
                <a:lnTo>
                  <a:pt x="0" y="1025"/>
                </a:lnTo>
                <a:lnTo>
                  <a:pt x="537" y="1025"/>
                </a:lnTo>
                <a:lnTo>
                  <a:pt x="1004" y="1"/>
                </a:lnTo>
                <a:lnTo>
                  <a:pt x="46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2" name="Google Shape;1052;p17"/>
          <p:cNvSpPr/>
          <p:nvPr/>
        </p:nvSpPr>
        <p:spPr>
          <a:xfrm>
            <a:off x="4119642" y="3202936"/>
            <a:ext cx="71455" cy="73018"/>
          </a:xfrm>
          <a:custGeom>
            <a:avLst/>
            <a:gdLst/>
            <a:ahLst/>
            <a:cxnLst/>
            <a:rect l="l" t="t" r="r" b="b"/>
            <a:pathLst>
              <a:path w="1004" h="1026" extrusionOk="0">
                <a:moveTo>
                  <a:pt x="469" y="0"/>
                </a:moveTo>
                <a:lnTo>
                  <a:pt x="0" y="1024"/>
                </a:lnTo>
                <a:lnTo>
                  <a:pt x="536" y="1026"/>
                </a:lnTo>
                <a:lnTo>
                  <a:pt x="10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3" name="Google Shape;1053;p17"/>
          <p:cNvSpPr/>
          <p:nvPr/>
        </p:nvSpPr>
        <p:spPr>
          <a:xfrm>
            <a:off x="4168820" y="3202936"/>
            <a:ext cx="71455" cy="73018"/>
          </a:xfrm>
          <a:custGeom>
            <a:avLst/>
            <a:gdLst/>
            <a:ahLst/>
            <a:cxnLst/>
            <a:rect l="l" t="t" r="r" b="b"/>
            <a:pathLst>
              <a:path w="1004" h="1026" extrusionOk="0">
                <a:moveTo>
                  <a:pt x="468" y="0"/>
                </a:moveTo>
                <a:lnTo>
                  <a:pt x="1" y="1026"/>
                </a:lnTo>
                <a:lnTo>
                  <a:pt x="536" y="1026"/>
                </a:lnTo>
                <a:lnTo>
                  <a:pt x="1004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4" name="Google Shape;1054;p17"/>
          <p:cNvSpPr/>
          <p:nvPr/>
        </p:nvSpPr>
        <p:spPr>
          <a:xfrm>
            <a:off x="3962644" y="3115897"/>
            <a:ext cx="71455" cy="73018"/>
          </a:xfrm>
          <a:custGeom>
            <a:avLst/>
            <a:gdLst/>
            <a:ahLst/>
            <a:cxnLst/>
            <a:rect l="l" t="t" r="r" b="b"/>
            <a:pathLst>
              <a:path w="1004" h="1026" extrusionOk="0">
                <a:moveTo>
                  <a:pt x="468" y="1"/>
                </a:moveTo>
                <a:lnTo>
                  <a:pt x="0" y="1026"/>
                </a:lnTo>
                <a:lnTo>
                  <a:pt x="536" y="1026"/>
                </a:lnTo>
                <a:lnTo>
                  <a:pt x="100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5" name="Google Shape;1055;p17"/>
          <p:cNvSpPr/>
          <p:nvPr/>
        </p:nvSpPr>
        <p:spPr>
          <a:xfrm>
            <a:off x="4011821" y="3115897"/>
            <a:ext cx="71455" cy="73018"/>
          </a:xfrm>
          <a:custGeom>
            <a:avLst/>
            <a:gdLst/>
            <a:ahLst/>
            <a:cxnLst/>
            <a:rect l="l" t="t" r="r" b="b"/>
            <a:pathLst>
              <a:path w="1004" h="1026" extrusionOk="0">
                <a:moveTo>
                  <a:pt x="469" y="1"/>
                </a:moveTo>
                <a:lnTo>
                  <a:pt x="1" y="1026"/>
                </a:lnTo>
                <a:lnTo>
                  <a:pt x="536" y="1026"/>
                </a:lnTo>
                <a:lnTo>
                  <a:pt x="100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6" name="Google Shape;1056;p17"/>
          <p:cNvSpPr/>
          <p:nvPr/>
        </p:nvSpPr>
        <p:spPr>
          <a:xfrm>
            <a:off x="4060999" y="3115897"/>
            <a:ext cx="71526" cy="73018"/>
          </a:xfrm>
          <a:custGeom>
            <a:avLst/>
            <a:gdLst/>
            <a:ahLst/>
            <a:cxnLst/>
            <a:rect l="l" t="t" r="r" b="b"/>
            <a:pathLst>
              <a:path w="1005" h="1026" extrusionOk="0">
                <a:moveTo>
                  <a:pt x="469" y="1"/>
                </a:moveTo>
                <a:lnTo>
                  <a:pt x="0" y="1026"/>
                </a:lnTo>
                <a:lnTo>
                  <a:pt x="537" y="1026"/>
                </a:lnTo>
                <a:lnTo>
                  <a:pt x="1004" y="3"/>
                </a:lnTo>
                <a:lnTo>
                  <a:pt x="46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7" name="Google Shape;1057;p17"/>
          <p:cNvSpPr/>
          <p:nvPr/>
        </p:nvSpPr>
        <p:spPr>
          <a:xfrm>
            <a:off x="4110177" y="3116039"/>
            <a:ext cx="71455" cy="72947"/>
          </a:xfrm>
          <a:custGeom>
            <a:avLst/>
            <a:gdLst/>
            <a:ahLst/>
            <a:cxnLst/>
            <a:rect l="l" t="t" r="r" b="b"/>
            <a:pathLst>
              <a:path w="1004" h="1025" extrusionOk="0">
                <a:moveTo>
                  <a:pt x="469" y="1"/>
                </a:moveTo>
                <a:lnTo>
                  <a:pt x="0" y="1024"/>
                </a:lnTo>
                <a:lnTo>
                  <a:pt x="536" y="1025"/>
                </a:lnTo>
                <a:lnTo>
                  <a:pt x="100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8" name="Google Shape;1058;p17"/>
          <p:cNvSpPr/>
          <p:nvPr/>
        </p:nvSpPr>
        <p:spPr>
          <a:xfrm>
            <a:off x="4159354" y="3116039"/>
            <a:ext cx="71455" cy="72947"/>
          </a:xfrm>
          <a:custGeom>
            <a:avLst/>
            <a:gdLst/>
            <a:ahLst/>
            <a:cxnLst/>
            <a:rect l="l" t="t" r="r" b="b"/>
            <a:pathLst>
              <a:path w="1004" h="1025" extrusionOk="0">
                <a:moveTo>
                  <a:pt x="469" y="1"/>
                </a:moveTo>
                <a:lnTo>
                  <a:pt x="1" y="1025"/>
                </a:lnTo>
                <a:lnTo>
                  <a:pt x="536" y="1025"/>
                </a:lnTo>
                <a:lnTo>
                  <a:pt x="1004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9" name="Google Shape;1059;p17"/>
          <p:cNvSpPr/>
          <p:nvPr/>
        </p:nvSpPr>
        <p:spPr>
          <a:xfrm>
            <a:off x="4208532" y="3116039"/>
            <a:ext cx="71597" cy="72947"/>
          </a:xfrm>
          <a:custGeom>
            <a:avLst/>
            <a:gdLst/>
            <a:ahLst/>
            <a:cxnLst/>
            <a:rect l="l" t="t" r="r" b="b"/>
            <a:pathLst>
              <a:path w="1006" h="1025" extrusionOk="0">
                <a:moveTo>
                  <a:pt x="469" y="1"/>
                </a:moveTo>
                <a:lnTo>
                  <a:pt x="0" y="1025"/>
                </a:lnTo>
                <a:lnTo>
                  <a:pt x="537" y="1025"/>
                </a:lnTo>
                <a:lnTo>
                  <a:pt x="1005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0" name="Google Shape;1060;p17"/>
          <p:cNvSpPr/>
          <p:nvPr/>
        </p:nvSpPr>
        <p:spPr>
          <a:xfrm>
            <a:off x="3901866" y="3289050"/>
            <a:ext cx="313931" cy="22347"/>
          </a:xfrm>
          <a:custGeom>
            <a:avLst/>
            <a:gdLst/>
            <a:ahLst/>
            <a:cxnLst/>
            <a:rect l="l" t="t" r="r" b="b"/>
            <a:pathLst>
              <a:path w="4411" h="314" extrusionOk="0">
                <a:moveTo>
                  <a:pt x="1" y="1"/>
                </a:moveTo>
                <a:lnTo>
                  <a:pt x="1" y="314"/>
                </a:lnTo>
                <a:lnTo>
                  <a:pt x="4411" y="314"/>
                </a:lnTo>
                <a:lnTo>
                  <a:pt x="4411" y="1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1" name="Google Shape;1061;p17"/>
          <p:cNvSpPr/>
          <p:nvPr/>
        </p:nvSpPr>
        <p:spPr>
          <a:xfrm>
            <a:off x="4215720" y="3102731"/>
            <a:ext cx="85333" cy="208663"/>
          </a:xfrm>
          <a:custGeom>
            <a:avLst/>
            <a:gdLst/>
            <a:ahLst/>
            <a:cxnLst/>
            <a:rect l="l" t="t" r="r" b="b"/>
            <a:pathLst>
              <a:path w="1199" h="2932" extrusionOk="0">
                <a:moveTo>
                  <a:pt x="1199" y="0"/>
                </a:moveTo>
                <a:lnTo>
                  <a:pt x="1" y="2619"/>
                </a:lnTo>
                <a:lnTo>
                  <a:pt x="1" y="2932"/>
                </a:lnTo>
                <a:lnTo>
                  <a:pt x="1199" y="314"/>
                </a:lnTo>
                <a:lnTo>
                  <a:pt x="1199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17"/>
          <p:cNvSpPr/>
          <p:nvPr/>
        </p:nvSpPr>
        <p:spPr>
          <a:xfrm>
            <a:off x="3940582" y="3300153"/>
            <a:ext cx="15159" cy="142762"/>
          </a:xfrm>
          <a:custGeom>
            <a:avLst/>
            <a:gdLst/>
            <a:ahLst/>
            <a:cxnLst/>
            <a:rect l="l" t="t" r="r" b="b"/>
            <a:pathLst>
              <a:path w="213" h="2006" extrusionOk="0">
                <a:moveTo>
                  <a:pt x="0" y="0"/>
                </a:moveTo>
                <a:lnTo>
                  <a:pt x="0" y="2006"/>
                </a:lnTo>
                <a:lnTo>
                  <a:pt x="213" y="2006"/>
                </a:lnTo>
                <a:lnTo>
                  <a:pt x="213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3" name="Google Shape;1063;p17"/>
          <p:cNvSpPr/>
          <p:nvPr/>
        </p:nvSpPr>
        <p:spPr>
          <a:xfrm>
            <a:off x="4161845" y="3300153"/>
            <a:ext cx="15159" cy="142762"/>
          </a:xfrm>
          <a:custGeom>
            <a:avLst/>
            <a:gdLst/>
            <a:ahLst/>
            <a:cxnLst/>
            <a:rect l="l" t="t" r="r" b="b"/>
            <a:pathLst>
              <a:path w="213" h="2006" extrusionOk="0">
                <a:moveTo>
                  <a:pt x="1" y="0"/>
                </a:moveTo>
                <a:lnTo>
                  <a:pt x="1" y="2006"/>
                </a:lnTo>
                <a:lnTo>
                  <a:pt x="212" y="2006"/>
                </a:lnTo>
                <a:lnTo>
                  <a:pt x="212" y="0"/>
                </a:lnTo>
                <a:close/>
              </a:path>
            </a:pathLst>
          </a:custGeom>
          <a:solidFill>
            <a:srgbClr val="1A1A1A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4" name="Google Shape;1064;p17"/>
          <p:cNvSpPr/>
          <p:nvPr/>
        </p:nvSpPr>
        <p:spPr>
          <a:xfrm>
            <a:off x="3864858" y="3372389"/>
            <a:ext cx="393499" cy="856572"/>
          </a:xfrm>
          <a:custGeom>
            <a:avLst/>
            <a:gdLst/>
            <a:ahLst/>
            <a:cxnLst/>
            <a:rect l="l" t="t" r="r" b="b"/>
            <a:pathLst>
              <a:path w="5529" h="12036" extrusionOk="0">
                <a:moveTo>
                  <a:pt x="2765" y="0"/>
                </a:moveTo>
                <a:lnTo>
                  <a:pt x="0" y="2114"/>
                </a:lnTo>
                <a:lnTo>
                  <a:pt x="0" y="12035"/>
                </a:lnTo>
                <a:lnTo>
                  <a:pt x="5528" y="12035"/>
                </a:lnTo>
                <a:lnTo>
                  <a:pt x="5528" y="2114"/>
                </a:lnTo>
                <a:lnTo>
                  <a:pt x="276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17"/>
          <p:cNvSpPr/>
          <p:nvPr/>
        </p:nvSpPr>
        <p:spPr>
          <a:xfrm>
            <a:off x="3846852" y="3341288"/>
            <a:ext cx="429511" cy="196422"/>
          </a:xfrm>
          <a:custGeom>
            <a:avLst/>
            <a:gdLst/>
            <a:ahLst/>
            <a:cxnLst/>
            <a:rect l="l" t="t" r="r" b="b"/>
            <a:pathLst>
              <a:path w="6035" h="2760" extrusionOk="0">
                <a:moveTo>
                  <a:pt x="3018" y="0"/>
                </a:moveTo>
                <a:lnTo>
                  <a:pt x="0" y="2325"/>
                </a:lnTo>
                <a:lnTo>
                  <a:pt x="0" y="2760"/>
                </a:lnTo>
                <a:lnTo>
                  <a:pt x="3018" y="437"/>
                </a:lnTo>
                <a:lnTo>
                  <a:pt x="6034" y="2760"/>
                </a:lnTo>
                <a:lnTo>
                  <a:pt x="6034" y="2325"/>
                </a:lnTo>
                <a:lnTo>
                  <a:pt x="3018" y="0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6" name="Google Shape;1066;p17"/>
          <p:cNvSpPr/>
          <p:nvPr/>
        </p:nvSpPr>
        <p:spPr>
          <a:xfrm>
            <a:off x="3978657" y="3537571"/>
            <a:ext cx="49250" cy="116572"/>
          </a:xfrm>
          <a:custGeom>
            <a:avLst/>
            <a:gdLst/>
            <a:ahLst/>
            <a:cxnLst/>
            <a:rect l="l" t="t" r="r" b="b"/>
            <a:pathLst>
              <a:path w="692" h="1638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7" name="Google Shape;1067;p17"/>
          <p:cNvSpPr/>
          <p:nvPr/>
        </p:nvSpPr>
        <p:spPr>
          <a:xfrm>
            <a:off x="3978657" y="3678058"/>
            <a:ext cx="49250" cy="116501"/>
          </a:xfrm>
          <a:custGeom>
            <a:avLst/>
            <a:gdLst/>
            <a:ahLst/>
            <a:cxnLst/>
            <a:rect l="l" t="t" r="r" b="b"/>
            <a:pathLst>
              <a:path w="692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8" name="Google Shape;1068;p17"/>
          <p:cNvSpPr/>
          <p:nvPr/>
        </p:nvSpPr>
        <p:spPr>
          <a:xfrm>
            <a:off x="3905922" y="3537571"/>
            <a:ext cx="49250" cy="116572"/>
          </a:xfrm>
          <a:custGeom>
            <a:avLst/>
            <a:gdLst/>
            <a:ahLst/>
            <a:cxnLst/>
            <a:rect l="l" t="t" r="r" b="b"/>
            <a:pathLst>
              <a:path w="692" h="1638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17"/>
          <p:cNvSpPr/>
          <p:nvPr/>
        </p:nvSpPr>
        <p:spPr>
          <a:xfrm>
            <a:off x="3905922" y="3678058"/>
            <a:ext cx="49250" cy="116501"/>
          </a:xfrm>
          <a:custGeom>
            <a:avLst/>
            <a:gdLst/>
            <a:ahLst/>
            <a:cxnLst/>
            <a:rect l="l" t="t" r="r" b="b"/>
            <a:pathLst>
              <a:path w="692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17"/>
          <p:cNvSpPr/>
          <p:nvPr/>
        </p:nvSpPr>
        <p:spPr>
          <a:xfrm>
            <a:off x="4174228" y="3537571"/>
            <a:ext cx="49321" cy="116572"/>
          </a:xfrm>
          <a:custGeom>
            <a:avLst/>
            <a:gdLst/>
            <a:ahLst/>
            <a:cxnLst/>
            <a:rect l="l" t="t" r="r" b="b"/>
            <a:pathLst>
              <a:path w="693" h="1638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1" name="Google Shape;1071;p17"/>
          <p:cNvSpPr/>
          <p:nvPr/>
        </p:nvSpPr>
        <p:spPr>
          <a:xfrm>
            <a:off x="4174228" y="367805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2" name="Google Shape;1072;p17"/>
          <p:cNvSpPr/>
          <p:nvPr/>
        </p:nvSpPr>
        <p:spPr>
          <a:xfrm>
            <a:off x="4101423" y="3537571"/>
            <a:ext cx="49321" cy="116572"/>
          </a:xfrm>
          <a:custGeom>
            <a:avLst/>
            <a:gdLst/>
            <a:ahLst/>
            <a:cxnLst/>
            <a:rect l="l" t="t" r="r" b="b"/>
            <a:pathLst>
              <a:path w="693" h="1638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3" name="Google Shape;1073;p17"/>
          <p:cNvSpPr/>
          <p:nvPr/>
        </p:nvSpPr>
        <p:spPr>
          <a:xfrm>
            <a:off x="4101423" y="367805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4" name="Google Shape;1074;p17"/>
          <p:cNvSpPr/>
          <p:nvPr/>
        </p:nvSpPr>
        <p:spPr>
          <a:xfrm>
            <a:off x="3978657" y="3876120"/>
            <a:ext cx="49250" cy="116501"/>
          </a:xfrm>
          <a:custGeom>
            <a:avLst/>
            <a:gdLst/>
            <a:ahLst/>
            <a:cxnLst/>
            <a:rect l="l" t="t" r="r" b="b"/>
            <a:pathLst>
              <a:path w="692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5" name="Google Shape;1075;p17"/>
          <p:cNvSpPr/>
          <p:nvPr/>
        </p:nvSpPr>
        <p:spPr>
          <a:xfrm>
            <a:off x="3978657" y="4016607"/>
            <a:ext cx="49250" cy="116501"/>
          </a:xfrm>
          <a:custGeom>
            <a:avLst/>
            <a:gdLst/>
            <a:ahLst/>
            <a:cxnLst/>
            <a:rect l="l" t="t" r="r" b="b"/>
            <a:pathLst>
              <a:path w="692" h="1637" extrusionOk="0">
                <a:moveTo>
                  <a:pt x="0" y="0"/>
                </a:moveTo>
                <a:lnTo>
                  <a:pt x="0" y="1637"/>
                </a:lnTo>
                <a:lnTo>
                  <a:pt x="692" y="1637"/>
                </a:lnTo>
                <a:lnTo>
                  <a:pt x="69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6" name="Google Shape;1076;p17"/>
          <p:cNvSpPr/>
          <p:nvPr/>
        </p:nvSpPr>
        <p:spPr>
          <a:xfrm>
            <a:off x="3905922" y="3876120"/>
            <a:ext cx="49250" cy="116501"/>
          </a:xfrm>
          <a:custGeom>
            <a:avLst/>
            <a:gdLst/>
            <a:ahLst/>
            <a:cxnLst/>
            <a:rect l="l" t="t" r="r" b="b"/>
            <a:pathLst>
              <a:path w="692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7" name="Google Shape;1077;p17"/>
          <p:cNvSpPr/>
          <p:nvPr/>
        </p:nvSpPr>
        <p:spPr>
          <a:xfrm>
            <a:off x="3905922" y="4016607"/>
            <a:ext cx="49250" cy="116501"/>
          </a:xfrm>
          <a:custGeom>
            <a:avLst/>
            <a:gdLst/>
            <a:ahLst/>
            <a:cxnLst/>
            <a:rect l="l" t="t" r="r" b="b"/>
            <a:pathLst>
              <a:path w="692" h="1637" extrusionOk="0">
                <a:moveTo>
                  <a:pt x="0" y="0"/>
                </a:moveTo>
                <a:lnTo>
                  <a:pt x="0" y="1637"/>
                </a:lnTo>
                <a:lnTo>
                  <a:pt x="692" y="1637"/>
                </a:lnTo>
                <a:lnTo>
                  <a:pt x="69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8" name="Google Shape;1078;p17"/>
          <p:cNvSpPr/>
          <p:nvPr/>
        </p:nvSpPr>
        <p:spPr>
          <a:xfrm>
            <a:off x="4174228" y="3876120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9" name="Google Shape;1079;p17"/>
          <p:cNvSpPr/>
          <p:nvPr/>
        </p:nvSpPr>
        <p:spPr>
          <a:xfrm>
            <a:off x="4174228" y="4016607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0"/>
                </a:moveTo>
                <a:lnTo>
                  <a:pt x="1" y="1637"/>
                </a:lnTo>
                <a:lnTo>
                  <a:pt x="692" y="1637"/>
                </a:lnTo>
                <a:lnTo>
                  <a:pt x="69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0" name="Google Shape;1080;p17"/>
          <p:cNvSpPr/>
          <p:nvPr/>
        </p:nvSpPr>
        <p:spPr>
          <a:xfrm>
            <a:off x="4101423" y="3876120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1" name="Google Shape;1081;p17"/>
          <p:cNvSpPr/>
          <p:nvPr/>
        </p:nvSpPr>
        <p:spPr>
          <a:xfrm>
            <a:off x="4101423" y="4016607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0" y="0"/>
                </a:moveTo>
                <a:lnTo>
                  <a:pt x="0" y="1637"/>
                </a:lnTo>
                <a:lnTo>
                  <a:pt x="692" y="1637"/>
                </a:lnTo>
                <a:lnTo>
                  <a:pt x="69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2" name="Google Shape;1082;p17"/>
          <p:cNvSpPr/>
          <p:nvPr/>
        </p:nvSpPr>
        <p:spPr>
          <a:xfrm>
            <a:off x="2963720" y="3662686"/>
            <a:ext cx="862794" cy="566280"/>
          </a:xfrm>
          <a:custGeom>
            <a:avLst/>
            <a:gdLst/>
            <a:ahLst/>
            <a:cxnLst/>
            <a:rect l="l" t="t" r="r" b="b"/>
            <a:pathLst>
              <a:path w="12123" h="7957" extrusionOk="0">
                <a:moveTo>
                  <a:pt x="4098" y="1"/>
                </a:moveTo>
                <a:lnTo>
                  <a:pt x="4098" y="3618"/>
                </a:lnTo>
                <a:lnTo>
                  <a:pt x="0" y="3618"/>
                </a:lnTo>
                <a:lnTo>
                  <a:pt x="0" y="7956"/>
                </a:lnTo>
                <a:lnTo>
                  <a:pt x="12123" y="7956"/>
                </a:lnTo>
                <a:lnTo>
                  <a:pt x="12123" y="3928"/>
                </a:lnTo>
                <a:lnTo>
                  <a:pt x="8128" y="1"/>
                </a:lnTo>
                <a:lnTo>
                  <a:pt x="8128" y="3928"/>
                </a:lnTo>
                <a:lnTo>
                  <a:pt x="4098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3" name="Google Shape;1083;p17"/>
          <p:cNvSpPr/>
          <p:nvPr/>
        </p:nvSpPr>
        <p:spPr>
          <a:xfrm>
            <a:off x="2998095" y="3295171"/>
            <a:ext cx="220556" cy="624993"/>
          </a:xfrm>
          <a:custGeom>
            <a:avLst/>
            <a:gdLst/>
            <a:ahLst/>
            <a:cxnLst/>
            <a:rect l="l" t="t" r="r" b="b"/>
            <a:pathLst>
              <a:path w="3099" h="8782" extrusionOk="0">
                <a:moveTo>
                  <a:pt x="897" y="1"/>
                </a:moveTo>
                <a:lnTo>
                  <a:pt x="0" y="8782"/>
                </a:lnTo>
                <a:lnTo>
                  <a:pt x="3098" y="8782"/>
                </a:lnTo>
                <a:lnTo>
                  <a:pt x="2202" y="1"/>
                </a:lnTo>
                <a:close/>
              </a:path>
            </a:pathLst>
          </a:cu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4" name="Google Shape;1084;p17"/>
          <p:cNvSpPr/>
          <p:nvPr/>
        </p:nvSpPr>
        <p:spPr>
          <a:xfrm>
            <a:off x="3010834" y="3757055"/>
            <a:ext cx="195219" cy="39071"/>
          </a:xfrm>
          <a:custGeom>
            <a:avLst/>
            <a:gdLst/>
            <a:ahLst/>
            <a:cxnLst/>
            <a:rect l="l" t="t" r="r" b="b"/>
            <a:pathLst>
              <a:path w="2743" h="549" extrusionOk="0">
                <a:moveTo>
                  <a:pt x="54" y="1"/>
                </a:moveTo>
                <a:lnTo>
                  <a:pt x="0" y="548"/>
                </a:lnTo>
                <a:lnTo>
                  <a:pt x="2742" y="548"/>
                </a:lnTo>
                <a:lnTo>
                  <a:pt x="2687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5" name="Google Shape;1085;p17"/>
          <p:cNvSpPr/>
          <p:nvPr/>
        </p:nvSpPr>
        <p:spPr>
          <a:xfrm>
            <a:off x="3000586" y="3830857"/>
            <a:ext cx="215645" cy="65047"/>
          </a:xfrm>
          <a:custGeom>
            <a:avLst/>
            <a:gdLst/>
            <a:ahLst/>
            <a:cxnLst/>
            <a:rect l="l" t="t" r="r" b="b"/>
            <a:pathLst>
              <a:path w="3030" h="914" extrusionOk="0">
                <a:moveTo>
                  <a:pt x="94" y="0"/>
                </a:moveTo>
                <a:lnTo>
                  <a:pt x="1" y="913"/>
                </a:lnTo>
                <a:lnTo>
                  <a:pt x="3029" y="913"/>
                </a:lnTo>
                <a:lnTo>
                  <a:pt x="2935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17"/>
          <p:cNvSpPr/>
          <p:nvPr/>
        </p:nvSpPr>
        <p:spPr>
          <a:xfrm>
            <a:off x="3042575" y="3271258"/>
            <a:ext cx="131665" cy="47896"/>
          </a:xfrm>
          <a:custGeom>
            <a:avLst/>
            <a:gdLst/>
            <a:ahLst/>
            <a:cxnLst/>
            <a:rect l="l" t="t" r="r" b="b"/>
            <a:pathLst>
              <a:path w="1850" h="673" extrusionOk="0">
                <a:moveTo>
                  <a:pt x="122" y="0"/>
                </a:moveTo>
                <a:cubicBezTo>
                  <a:pt x="55" y="0"/>
                  <a:pt x="0" y="53"/>
                  <a:pt x="0" y="122"/>
                </a:cubicBezTo>
                <a:lnTo>
                  <a:pt x="0" y="552"/>
                </a:lnTo>
                <a:cubicBezTo>
                  <a:pt x="0" y="618"/>
                  <a:pt x="53" y="672"/>
                  <a:pt x="122" y="672"/>
                </a:cubicBezTo>
                <a:lnTo>
                  <a:pt x="1728" y="672"/>
                </a:lnTo>
                <a:cubicBezTo>
                  <a:pt x="1795" y="672"/>
                  <a:pt x="1849" y="619"/>
                  <a:pt x="1849" y="552"/>
                </a:cubicBezTo>
                <a:lnTo>
                  <a:pt x="1849" y="122"/>
                </a:lnTo>
                <a:cubicBezTo>
                  <a:pt x="1849" y="55"/>
                  <a:pt x="1796" y="0"/>
                  <a:pt x="1728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17"/>
          <p:cNvSpPr/>
          <p:nvPr/>
        </p:nvSpPr>
        <p:spPr>
          <a:xfrm>
            <a:off x="3255298" y="3624041"/>
            <a:ext cx="286957" cy="318261"/>
          </a:xfrm>
          <a:custGeom>
            <a:avLst/>
            <a:gdLst/>
            <a:ahLst/>
            <a:cxnLst/>
            <a:rect l="l" t="t" r="r" b="b"/>
            <a:pathLst>
              <a:path w="4032" h="4472" extrusionOk="0">
                <a:moveTo>
                  <a:pt x="1" y="0"/>
                </a:moveTo>
                <a:lnTo>
                  <a:pt x="1" y="544"/>
                </a:lnTo>
                <a:lnTo>
                  <a:pt x="4031" y="4472"/>
                </a:lnTo>
                <a:lnTo>
                  <a:pt x="4031" y="3926"/>
                </a:lnTo>
                <a:lnTo>
                  <a:pt x="1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8" name="Google Shape;1088;p17"/>
          <p:cNvSpPr/>
          <p:nvPr/>
        </p:nvSpPr>
        <p:spPr>
          <a:xfrm>
            <a:off x="3542179" y="3627671"/>
            <a:ext cx="286815" cy="318190"/>
          </a:xfrm>
          <a:custGeom>
            <a:avLst/>
            <a:gdLst/>
            <a:ahLst/>
            <a:cxnLst/>
            <a:rect l="l" t="t" r="r" b="b"/>
            <a:pathLst>
              <a:path w="4030" h="4471" extrusionOk="0">
                <a:moveTo>
                  <a:pt x="0" y="1"/>
                </a:moveTo>
                <a:lnTo>
                  <a:pt x="0" y="544"/>
                </a:lnTo>
                <a:lnTo>
                  <a:pt x="4030" y="4471"/>
                </a:lnTo>
                <a:lnTo>
                  <a:pt x="4030" y="3927"/>
                </a:lnTo>
                <a:lnTo>
                  <a:pt x="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9" name="Google Shape;1089;p17"/>
          <p:cNvSpPr/>
          <p:nvPr/>
        </p:nvSpPr>
        <p:spPr>
          <a:xfrm>
            <a:off x="3301558" y="3900673"/>
            <a:ext cx="64124" cy="21066"/>
          </a:xfrm>
          <a:custGeom>
            <a:avLst/>
            <a:gdLst/>
            <a:ahLst/>
            <a:cxnLst/>
            <a:rect l="l" t="t" r="r" b="b"/>
            <a:pathLst>
              <a:path w="901" h="296" extrusionOk="0">
                <a:moveTo>
                  <a:pt x="1" y="1"/>
                </a:moveTo>
                <a:lnTo>
                  <a:pt x="1" y="295"/>
                </a:lnTo>
                <a:lnTo>
                  <a:pt x="900" y="295"/>
                </a:lnTo>
                <a:lnTo>
                  <a:pt x="90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0" name="Google Shape;1090;p17"/>
          <p:cNvSpPr/>
          <p:nvPr/>
        </p:nvSpPr>
        <p:spPr>
          <a:xfrm>
            <a:off x="3378847" y="3900673"/>
            <a:ext cx="64053" cy="21066"/>
          </a:xfrm>
          <a:custGeom>
            <a:avLst/>
            <a:gdLst/>
            <a:ahLst/>
            <a:cxnLst/>
            <a:rect l="l" t="t" r="r" b="b"/>
            <a:pathLst>
              <a:path w="900" h="296" extrusionOk="0">
                <a:moveTo>
                  <a:pt x="0" y="1"/>
                </a:moveTo>
                <a:lnTo>
                  <a:pt x="0" y="295"/>
                </a:lnTo>
                <a:lnTo>
                  <a:pt x="900" y="295"/>
                </a:lnTo>
                <a:lnTo>
                  <a:pt x="90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1" name="Google Shape;1091;p17"/>
          <p:cNvSpPr/>
          <p:nvPr/>
        </p:nvSpPr>
        <p:spPr>
          <a:xfrm>
            <a:off x="3301558" y="3931703"/>
            <a:ext cx="64124" cy="21137"/>
          </a:xfrm>
          <a:custGeom>
            <a:avLst/>
            <a:gdLst/>
            <a:ahLst/>
            <a:cxnLst/>
            <a:rect l="l" t="t" r="r" b="b"/>
            <a:pathLst>
              <a:path w="901" h="297" extrusionOk="0">
                <a:moveTo>
                  <a:pt x="1" y="0"/>
                </a:moveTo>
                <a:lnTo>
                  <a:pt x="1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2" name="Google Shape;1092;p17"/>
          <p:cNvSpPr/>
          <p:nvPr/>
        </p:nvSpPr>
        <p:spPr>
          <a:xfrm>
            <a:off x="3378847" y="3931703"/>
            <a:ext cx="64053" cy="21137"/>
          </a:xfrm>
          <a:custGeom>
            <a:avLst/>
            <a:gdLst/>
            <a:ahLst/>
            <a:cxnLst/>
            <a:rect l="l" t="t" r="r" b="b"/>
            <a:pathLst>
              <a:path w="900" h="297" extrusionOk="0">
                <a:moveTo>
                  <a:pt x="0" y="0"/>
                </a:moveTo>
                <a:lnTo>
                  <a:pt x="0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3" name="Google Shape;1093;p17"/>
          <p:cNvSpPr/>
          <p:nvPr/>
        </p:nvSpPr>
        <p:spPr>
          <a:xfrm>
            <a:off x="3585592" y="3900673"/>
            <a:ext cx="64053" cy="21066"/>
          </a:xfrm>
          <a:custGeom>
            <a:avLst/>
            <a:gdLst/>
            <a:ahLst/>
            <a:cxnLst/>
            <a:rect l="l" t="t" r="r" b="b"/>
            <a:pathLst>
              <a:path w="900" h="296" extrusionOk="0">
                <a:moveTo>
                  <a:pt x="0" y="1"/>
                </a:moveTo>
                <a:lnTo>
                  <a:pt x="0" y="295"/>
                </a:lnTo>
                <a:lnTo>
                  <a:pt x="899" y="295"/>
                </a:lnTo>
                <a:lnTo>
                  <a:pt x="89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4" name="Google Shape;1094;p17"/>
          <p:cNvSpPr/>
          <p:nvPr/>
        </p:nvSpPr>
        <p:spPr>
          <a:xfrm>
            <a:off x="3662810" y="3900673"/>
            <a:ext cx="64124" cy="21066"/>
          </a:xfrm>
          <a:custGeom>
            <a:avLst/>
            <a:gdLst/>
            <a:ahLst/>
            <a:cxnLst/>
            <a:rect l="l" t="t" r="r" b="b"/>
            <a:pathLst>
              <a:path w="901" h="296" extrusionOk="0">
                <a:moveTo>
                  <a:pt x="1" y="1"/>
                </a:moveTo>
                <a:lnTo>
                  <a:pt x="1" y="295"/>
                </a:lnTo>
                <a:lnTo>
                  <a:pt x="900" y="295"/>
                </a:lnTo>
                <a:lnTo>
                  <a:pt x="90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5" name="Google Shape;1095;p17"/>
          <p:cNvSpPr/>
          <p:nvPr/>
        </p:nvSpPr>
        <p:spPr>
          <a:xfrm>
            <a:off x="3585592" y="3931703"/>
            <a:ext cx="64053" cy="21137"/>
          </a:xfrm>
          <a:custGeom>
            <a:avLst/>
            <a:gdLst/>
            <a:ahLst/>
            <a:cxnLst/>
            <a:rect l="l" t="t" r="r" b="b"/>
            <a:pathLst>
              <a:path w="900" h="297" extrusionOk="0">
                <a:moveTo>
                  <a:pt x="0" y="0"/>
                </a:moveTo>
                <a:lnTo>
                  <a:pt x="0" y="296"/>
                </a:lnTo>
                <a:lnTo>
                  <a:pt x="899" y="296"/>
                </a:lnTo>
                <a:lnTo>
                  <a:pt x="89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6" name="Google Shape;1096;p17"/>
          <p:cNvSpPr/>
          <p:nvPr/>
        </p:nvSpPr>
        <p:spPr>
          <a:xfrm>
            <a:off x="3662810" y="3931703"/>
            <a:ext cx="64124" cy="21137"/>
          </a:xfrm>
          <a:custGeom>
            <a:avLst/>
            <a:gdLst/>
            <a:ahLst/>
            <a:cxnLst/>
            <a:rect l="l" t="t" r="r" b="b"/>
            <a:pathLst>
              <a:path w="901" h="297" extrusionOk="0">
                <a:moveTo>
                  <a:pt x="1" y="0"/>
                </a:moveTo>
                <a:lnTo>
                  <a:pt x="1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7" name="Google Shape;1097;p17"/>
          <p:cNvSpPr/>
          <p:nvPr/>
        </p:nvSpPr>
        <p:spPr>
          <a:xfrm>
            <a:off x="3301558" y="3997178"/>
            <a:ext cx="64124" cy="20994"/>
          </a:xfrm>
          <a:custGeom>
            <a:avLst/>
            <a:gdLst/>
            <a:ahLst/>
            <a:cxnLst/>
            <a:rect l="l" t="t" r="r" b="b"/>
            <a:pathLst>
              <a:path w="901" h="295" extrusionOk="0">
                <a:moveTo>
                  <a:pt x="1" y="0"/>
                </a:moveTo>
                <a:lnTo>
                  <a:pt x="1" y="295"/>
                </a:lnTo>
                <a:lnTo>
                  <a:pt x="900" y="295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8" name="Google Shape;1098;p17"/>
          <p:cNvSpPr/>
          <p:nvPr/>
        </p:nvSpPr>
        <p:spPr>
          <a:xfrm>
            <a:off x="3378847" y="3997178"/>
            <a:ext cx="64053" cy="20994"/>
          </a:xfrm>
          <a:custGeom>
            <a:avLst/>
            <a:gdLst/>
            <a:ahLst/>
            <a:cxnLst/>
            <a:rect l="l" t="t" r="r" b="b"/>
            <a:pathLst>
              <a:path w="900" h="295" extrusionOk="0">
                <a:moveTo>
                  <a:pt x="0" y="0"/>
                </a:moveTo>
                <a:lnTo>
                  <a:pt x="0" y="295"/>
                </a:lnTo>
                <a:lnTo>
                  <a:pt x="900" y="295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9" name="Google Shape;1099;p17"/>
          <p:cNvSpPr/>
          <p:nvPr/>
        </p:nvSpPr>
        <p:spPr>
          <a:xfrm>
            <a:off x="3301558" y="4028279"/>
            <a:ext cx="64124" cy="21066"/>
          </a:xfrm>
          <a:custGeom>
            <a:avLst/>
            <a:gdLst/>
            <a:ahLst/>
            <a:cxnLst/>
            <a:rect l="l" t="t" r="r" b="b"/>
            <a:pathLst>
              <a:path w="901" h="296" extrusionOk="0">
                <a:moveTo>
                  <a:pt x="1" y="0"/>
                </a:moveTo>
                <a:lnTo>
                  <a:pt x="1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0" name="Google Shape;1100;p17"/>
          <p:cNvSpPr/>
          <p:nvPr/>
        </p:nvSpPr>
        <p:spPr>
          <a:xfrm>
            <a:off x="3378847" y="4028279"/>
            <a:ext cx="64053" cy="21066"/>
          </a:xfrm>
          <a:custGeom>
            <a:avLst/>
            <a:gdLst/>
            <a:ahLst/>
            <a:cxnLst/>
            <a:rect l="l" t="t" r="r" b="b"/>
            <a:pathLst>
              <a:path w="900" h="296" extrusionOk="0">
                <a:moveTo>
                  <a:pt x="0" y="0"/>
                </a:moveTo>
                <a:lnTo>
                  <a:pt x="0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1" name="Google Shape;1101;p17"/>
          <p:cNvSpPr/>
          <p:nvPr/>
        </p:nvSpPr>
        <p:spPr>
          <a:xfrm>
            <a:off x="3585592" y="3997178"/>
            <a:ext cx="64053" cy="20994"/>
          </a:xfrm>
          <a:custGeom>
            <a:avLst/>
            <a:gdLst/>
            <a:ahLst/>
            <a:cxnLst/>
            <a:rect l="l" t="t" r="r" b="b"/>
            <a:pathLst>
              <a:path w="900" h="295" extrusionOk="0">
                <a:moveTo>
                  <a:pt x="0" y="0"/>
                </a:moveTo>
                <a:lnTo>
                  <a:pt x="0" y="295"/>
                </a:lnTo>
                <a:lnTo>
                  <a:pt x="899" y="295"/>
                </a:lnTo>
                <a:lnTo>
                  <a:pt x="89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2" name="Google Shape;1102;p17"/>
          <p:cNvSpPr/>
          <p:nvPr/>
        </p:nvSpPr>
        <p:spPr>
          <a:xfrm>
            <a:off x="3662810" y="3997178"/>
            <a:ext cx="64124" cy="20994"/>
          </a:xfrm>
          <a:custGeom>
            <a:avLst/>
            <a:gdLst/>
            <a:ahLst/>
            <a:cxnLst/>
            <a:rect l="l" t="t" r="r" b="b"/>
            <a:pathLst>
              <a:path w="901" h="295" extrusionOk="0">
                <a:moveTo>
                  <a:pt x="1" y="0"/>
                </a:moveTo>
                <a:lnTo>
                  <a:pt x="1" y="295"/>
                </a:lnTo>
                <a:lnTo>
                  <a:pt x="900" y="295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3" name="Google Shape;1103;p17"/>
          <p:cNvSpPr/>
          <p:nvPr/>
        </p:nvSpPr>
        <p:spPr>
          <a:xfrm>
            <a:off x="3585592" y="4028279"/>
            <a:ext cx="64053" cy="21066"/>
          </a:xfrm>
          <a:custGeom>
            <a:avLst/>
            <a:gdLst/>
            <a:ahLst/>
            <a:cxnLst/>
            <a:rect l="l" t="t" r="r" b="b"/>
            <a:pathLst>
              <a:path w="900" h="296" extrusionOk="0">
                <a:moveTo>
                  <a:pt x="0" y="0"/>
                </a:moveTo>
                <a:lnTo>
                  <a:pt x="0" y="296"/>
                </a:lnTo>
                <a:lnTo>
                  <a:pt x="899" y="296"/>
                </a:lnTo>
                <a:lnTo>
                  <a:pt x="89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4" name="Google Shape;1104;p17"/>
          <p:cNvSpPr/>
          <p:nvPr/>
        </p:nvSpPr>
        <p:spPr>
          <a:xfrm>
            <a:off x="3662810" y="4028279"/>
            <a:ext cx="64124" cy="21066"/>
          </a:xfrm>
          <a:custGeom>
            <a:avLst/>
            <a:gdLst/>
            <a:ahLst/>
            <a:cxnLst/>
            <a:rect l="l" t="t" r="r" b="b"/>
            <a:pathLst>
              <a:path w="901" h="296" extrusionOk="0">
                <a:moveTo>
                  <a:pt x="1" y="0"/>
                </a:moveTo>
                <a:lnTo>
                  <a:pt x="1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5" name="Google Shape;1105;p17"/>
          <p:cNvSpPr/>
          <p:nvPr/>
        </p:nvSpPr>
        <p:spPr>
          <a:xfrm>
            <a:off x="3301558" y="4093754"/>
            <a:ext cx="64124" cy="21066"/>
          </a:xfrm>
          <a:custGeom>
            <a:avLst/>
            <a:gdLst/>
            <a:ahLst/>
            <a:cxnLst/>
            <a:rect l="l" t="t" r="r" b="b"/>
            <a:pathLst>
              <a:path w="901" h="296" extrusionOk="0">
                <a:moveTo>
                  <a:pt x="1" y="0"/>
                </a:moveTo>
                <a:lnTo>
                  <a:pt x="1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6" name="Google Shape;1106;p17"/>
          <p:cNvSpPr/>
          <p:nvPr/>
        </p:nvSpPr>
        <p:spPr>
          <a:xfrm>
            <a:off x="3378847" y="4093754"/>
            <a:ext cx="64053" cy="21066"/>
          </a:xfrm>
          <a:custGeom>
            <a:avLst/>
            <a:gdLst/>
            <a:ahLst/>
            <a:cxnLst/>
            <a:rect l="l" t="t" r="r" b="b"/>
            <a:pathLst>
              <a:path w="900" h="296" extrusionOk="0">
                <a:moveTo>
                  <a:pt x="0" y="0"/>
                </a:moveTo>
                <a:lnTo>
                  <a:pt x="0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7" name="Google Shape;1107;p17"/>
          <p:cNvSpPr/>
          <p:nvPr/>
        </p:nvSpPr>
        <p:spPr>
          <a:xfrm>
            <a:off x="3301558" y="4124783"/>
            <a:ext cx="64124" cy="21137"/>
          </a:xfrm>
          <a:custGeom>
            <a:avLst/>
            <a:gdLst/>
            <a:ahLst/>
            <a:cxnLst/>
            <a:rect l="l" t="t" r="r" b="b"/>
            <a:pathLst>
              <a:path w="901" h="297" extrusionOk="0">
                <a:moveTo>
                  <a:pt x="1" y="1"/>
                </a:moveTo>
                <a:lnTo>
                  <a:pt x="1" y="297"/>
                </a:lnTo>
                <a:lnTo>
                  <a:pt x="900" y="297"/>
                </a:lnTo>
                <a:lnTo>
                  <a:pt x="90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8" name="Google Shape;1108;p17"/>
          <p:cNvSpPr/>
          <p:nvPr/>
        </p:nvSpPr>
        <p:spPr>
          <a:xfrm>
            <a:off x="3378847" y="4124783"/>
            <a:ext cx="64053" cy="21137"/>
          </a:xfrm>
          <a:custGeom>
            <a:avLst/>
            <a:gdLst/>
            <a:ahLst/>
            <a:cxnLst/>
            <a:rect l="l" t="t" r="r" b="b"/>
            <a:pathLst>
              <a:path w="900" h="297" extrusionOk="0">
                <a:moveTo>
                  <a:pt x="0" y="1"/>
                </a:moveTo>
                <a:lnTo>
                  <a:pt x="0" y="297"/>
                </a:lnTo>
                <a:lnTo>
                  <a:pt x="900" y="297"/>
                </a:lnTo>
                <a:lnTo>
                  <a:pt x="90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9" name="Google Shape;1109;p17"/>
          <p:cNvSpPr/>
          <p:nvPr/>
        </p:nvSpPr>
        <p:spPr>
          <a:xfrm>
            <a:off x="3585592" y="4093754"/>
            <a:ext cx="64053" cy="21066"/>
          </a:xfrm>
          <a:custGeom>
            <a:avLst/>
            <a:gdLst/>
            <a:ahLst/>
            <a:cxnLst/>
            <a:rect l="l" t="t" r="r" b="b"/>
            <a:pathLst>
              <a:path w="900" h="296" extrusionOk="0">
                <a:moveTo>
                  <a:pt x="0" y="0"/>
                </a:moveTo>
                <a:lnTo>
                  <a:pt x="0" y="296"/>
                </a:lnTo>
                <a:lnTo>
                  <a:pt x="899" y="296"/>
                </a:lnTo>
                <a:lnTo>
                  <a:pt x="899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0" name="Google Shape;1110;p17"/>
          <p:cNvSpPr/>
          <p:nvPr/>
        </p:nvSpPr>
        <p:spPr>
          <a:xfrm>
            <a:off x="3662810" y="4093754"/>
            <a:ext cx="64124" cy="21066"/>
          </a:xfrm>
          <a:custGeom>
            <a:avLst/>
            <a:gdLst/>
            <a:ahLst/>
            <a:cxnLst/>
            <a:rect l="l" t="t" r="r" b="b"/>
            <a:pathLst>
              <a:path w="901" h="296" extrusionOk="0">
                <a:moveTo>
                  <a:pt x="1" y="0"/>
                </a:moveTo>
                <a:lnTo>
                  <a:pt x="1" y="296"/>
                </a:lnTo>
                <a:lnTo>
                  <a:pt x="900" y="296"/>
                </a:lnTo>
                <a:lnTo>
                  <a:pt x="900" y="0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1" name="Google Shape;1111;p17"/>
          <p:cNvSpPr/>
          <p:nvPr/>
        </p:nvSpPr>
        <p:spPr>
          <a:xfrm>
            <a:off x="3585592" y="4124783"/>
            <a:ext cx="64053" cy="21137"/>
          </a:xfrm>
          <a:custGeom>
            <a:avLst/>
            <a:gdLst/>
            <a:ahLst/>
            <a:cxnLst/>
            <a:rect l="l" t="t" r="r" b="b"/>
            <a:pathLst>
              <a:path w="900" h="297" extrusionOk="0">
                <a:moveTo>
                  <a:pt x="0" y="1"/>
                </a:moveTo>
                <a:lnTo>
                  <a:pt x="0" y="297"/>
                </a:lnTo>
                <a:lnTo>
                  <a:pt x="899" y="297"/>
                </a:lnTo>
                <a:lnTo>
                  <a:pt x="899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2" name="Google Shape;1112;p17"/>
          <p:cNvSpPr/>
          <p:nvPr/>
        </p:nvSpPr>
        <p:spPr>
          <a:xfrm>
            <a:off x="3662810" y="4124783"/>
            <a:ext cx="64124" cy="21137"/>
          </a:xfrm>
          <a:custGeom>
            <a:avLst/>
            <a:gdLst/>
            <a:ahLst/>
            <a:cxnLst/>
            <a:rect l="l" t="t" r="r" b="b"/>
            <a:pathLst>
              <a:path w="901" h="297" extrusionOk="0">
                <a:moveTo>
                  <a:pt x="1" y="1"/>
                </a:moveTo>
                <a:lnTo>
                  <a:pt x="1" y="297"/>
                </a:lnTo>
                <a:lnTo>
                  <a:pt x="900" y="297"/>
                </a:lnTo>
                <a:lnTo>
                  <a:pt x="900" y="1"/>
                </a:ln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3" name="Google Shape;1113;p17"/>
          <p:cNvSpPr/>
          <p:nvPr/>
        </p:nvSpPr>
        <p:spPr>
          <a:xfrm>
            <a:off x="6045680" y="3333104"/>
            <a:ext cx="72807" cy="107463"/>
          </a:xfrm>
          <a:custGeom>
            <a:avLst/>
            <a:gdLst/>
            <a:ahLst/>
            <a:cxnLst/>
            <a:rect l="l" t="t" r="r" b="b"/>
            <a:pathLst>
              <a:path w="1023" h="1510" extrusionOk="0">
                <a:moveTo>
                  <a:pt x="0" y="1"/>
                </a:moveTo>
                <a:lnTo>
                  <a:pt x="0" y="1509"/>
                </a:lnTo>
                <a:lnTo>
                  <a:pt x="1023" y="1509"/>
                </a:lnTo>
                <a:lnTo>
                  <a:pt x="1023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4" name="Google Shape;1114;p17"/>
          <p:cNvSpPr/>
          <p:nvPr/>
        </p:nvSpPr>
        <p:spPr>
          <a:xfrm>
            <a:off x="5373065" y="3812495"/>
            <a:ext cx="393428" cy="416543"/>
          </a:xfrm>
          <a:custGeom>
            <a:avLst/>
            <a:gdLst/>
            <a:ahLst/>
            <a:cxnLst/>
            <a:rect l="l" t="t" r="r" b="b"/>
            <a:pathLst>
              <a:path w="5528" h="5853" extrusionOk="0">
                <a:moveTo>
                  <a:pt x="0" y="0"/>
                </a:moveTo>
                <a:lnTo>
                  <a:pt x="0" y="5852"/>
                </a:lnTo>
                <a:lnTo>
                  <a:pt x="5528" y="5852"/>
                </a:lnTo>
                <a:lnTo>
                  <a:pt x="5528" y="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5" name="Google Shape;1115;p17"/>
          <p:cNvSpPr/>
          <p:nvPr/>
        </p:nvSpPr>
        <p:spPr>
          <a:xfrm>
            <a:off x="5354988" y="3796411"/>
            <a:ext cx="429582" cy="31171"/>
          </a:xfrm>
          <a:custGeom>
            <a:avLst/>
            <a:gdLst/>
            <a:ahLst/>
            <a:cxnLst/>
            <a:rect l="l" t="t" r="r" b="b"/>
            <a:pathLst>
              <a:path w="6036" h="438" extrusionOk="0">
                <a:moveTo>
                  <a:pt x="1" y="0"/>
                </a:moveTo>
                <a:lnTo>
                  <a:pt x="1" y="437"/>
                </a:lnTo>
                <a:lnTo>
                  <a:pt x="6035" y="437"/>
                </a:lnTo>
                <a:lnTo>
                  <a:pt x="60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6" name="Google Shape;1116;p17"/>
          <p:cNvSpPr/>
          <p:nvPr/>
        </p:nvSpPr>
        <p:spPr>
          <a:xfrm>
            <a:off x="5330293" y="3757411"/>
            <a:ext cx="479045" cy="39071"/>
          </a:xfrm>
          <a:custGeom>
            <a:avLst/>
            <a:gdLst/>
            <a:ahLst/>
            <a:cxnLst/>
            <a:rect l="l" t="t" r="r" b="b"/>
            <a:pathLst>
              <a:path w="6731" h="549" extrusionOk="0">
                <a:moveTo>
                  <a:pt x="1" y="1"/>
                </a:moveTo>
                <a:lnTo>
                  <a:pt x="1" y="548"/>
                </a:lnTo>
                <a:lnTo>
                  <a:pt x="6730" y="548"/>
                </a:lnTo>
                <a:lnTo>
                  <a:pt x="673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7" name="Google Shape;1117;p17"/>
          <p:cNvSpPr/>
          <p:nvPr/>
        </p:nvSpPr>
        <p:spPr>
          <a:xfrm>
            <a:off x="5603367" y="3876334"/>
            <a:ext cx="49392" cy="116501"/>
          </a:xfrm>
          <a:custGeom>
            <a:avLst/>
            <a:gdLst/>
            <a:ahLst/>
            <a:cxnLst/>
            <a:rect l="l" t="t" r="r" b="b"/>
            <a:pathLst>
              <a:path w="694" h="1637" extrusionOk="0">
                <a:moveTo>
                  <a:pt x="1" y="1"/>
                </a:moveTo>
                <a:lnTo>
                  <a:pt x="1" y="1637"/>
                </a:lnTo>
                <a:lnTo>
                  <a:pt x="693" y="1637"/>
                </a:lnTo>
                <a:lnTo>
                  <a:pt x="69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8" name="Google Shape;1118;p17"/>
          <p:cNvSpPr/>
          <p:nvPr/>
        </p:nvSpPr>
        <p:spPr>
          <a:xfrm>
            <a:off x="5603367" y="4016678"/>
            <a:ext cx="49392" cy="116501"/>
          </a:xfrm>
          <a:custGeom>
            <a:avLst/>
            <a:gdLst/>
            <a:ahLst/>
            <a:cxnLst/>
            <a:rect l="l" t="t" r="r" b="b"/>
            <a:pathLst>
              <a:path w="694" h="1637" extrusionOk="0">
                <a:moveTo>
                  <a:pt x="1" y="1"/>
                </a:moveTo>
                <a:lnTo>
                  <a:pt x="1" y="1637"/>
                </a:lnTo>
                <a:lnTo>
                  <a:pt x="693" y="1637"/>
                </a:lnTo>
                <a:lnTo>
                  <a:pt x="693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9" name="Google Shape;1119;p17"/>
          <p:cNvSpPr/>
          <p:nvPr/>
        </p:nvSpPr>
        <p:spPr>
          <a:xfrm>
            <a:off x="5676101" y="3876334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0" name="Google Shape;1120;p17"/>
          <p:cNvSpPr/>
          <p:nvPr/>
        </p:nvSpPr>
        <p:spPr>
          <a:xfrm>
            <a:off x="5676101" y="401667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1" name="Google Shape;1121;p17"/>
          <p:cNvSpPr/>
          <p:nvPr/>
        </p:nvSpPr>
        <p:spPr>
          <a:xfrm>
            <a:off x="5407866" y="3876334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2" name="Google Shape;1122;p17"/>
          <p:cNvSpPr/>
          <p:nvPr/>
        </p:nvSpPr>
        <p:spPr>
          <a:xfrm>
            <a:off x="5407866" y="401667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0" y="1"/>
                </a:moveTo>
                <a:lnTo>
                  <a:pt x="0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3" name="Google Shape;1123;p17"/>
          <p:cNvSpPr/>
          <p:nvPr/>
        </p:nvSpPr>
        <p:spPr>
          <a:xfrm>
            <a:off x="5480601" y="3876334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4" name="Google Shape;1124;p17"/>
          <p:cNvSpPr/>
          <p:nvPr/>
        </p:nvSpPr>
        <p:spPr>
          <a:xfrm>
            <a:off x="5480601" y="401667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5" name="Google Shape;1125;p17"/>
          <p:cNvSpPr/>
          <p:nvPr/>
        </p:nvSpPr>
        <p:spPr>
          <a:xfrm>
            <a:off x="5766058" y="3492094"/>
            <a:ext cx="393428" cy="736868"/>
          </a:xfrm>
          <a:custGeom>
            <a:avLst/>
            <a:gdLst/>
            <a:ahLst/>
            <a:cxnLst/>
            <a:rect l="l" t="t" r="r" b="b"/>
            <a:pathLst>
              <a:path w="5528" h="10354" extrusionOk="0">
                <a:moveTo>
                  <a:pt x="0" y="0"/>
                </a:moveTo>
                <a:lnTo>
                  <a:pt x="0" y="10353"/>
                </a:lnTo>
                <a:lnTo>
                  <a:pt x="5528" y="10353"/>
                </a:lnTo>
                <a:lnTo>
                  <a:pt x="5528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6" name="Google Shape;1126;p17"/>
          <p:cNvSpPr/>
          <p:nvPr/>
        </p:nvSpPr>
        <p:spPr>
          <a:xfrm>
            <a:off x="5996431" y="3537571"/>
            <a:ext cx="49321" cy="116572"/>
          </a:xfrm>
          <a:custGeom>
            <a:avLst/>
            <a:gdLst/>
            <a:ahLst/>
            <a:cxnLst/>
            <a:rect l="l" t="t" r="r" b="b"/>
            <a:pathLst>
              <a:path w="693" h="1638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7" name="Google Shape;1127;p17"/>
          <p:cNvSpPr/>
          <p:nvPr/>
        </p:nvSpPr>
        <p:spPr>
          <a:xfrm>
            <a:off x="5996431" y="367805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8" name="Google Shape;1128;p17"/>
          <p:cNvSpPr/>
          <p:nvPr/>
        </p:nvSpPr>
        <p:spPr>
          <a:xfrm>
            <a:off x="6069095" y="3537571"/>
            <a:ext cx="49392" cy="116572"/>
          </a:xfrm>
          <a:custGeom>
            <a:avLst/>
            <a:gdLst/>
            <a:ahLst/>
            <a:cxnLst/>
            <a:rect l="l" t="t" r="r" b="b"/>
            <a:pathLst>
              <a:path w="694" h="1638" extrusionOk="0">
                <a:moveTo>
                  <a:pt x="1" y="1"/>
                </a:moveTo>
                <a:lnTo>
                  <a:pt x="1" y="1637"/>
                </a:lnTo>
                <a:lnTo>
                  <a:pt x="694" y="1637"/>
                </a:lnTo>
                <a:lnTo>
                  <a:pt x="69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9" name="Google Shape;1129;p17"/>
          <p:cNvSpPr/>
          <p:nvPr/>
        </p:nvSpPr>
        <p:spPr>
          <a:xfrm>
            <a:off x="6069095" y="3678058"/>
            <a:ext cx="49392" cy="116501"/>
          </a:xfrm>
          <a:custGeom>
            <a:avLst/>
            <a:gdLst/>
            <a:ahLst/>
            <a:cxnLst/>
            <a:rect l="l" t="t" r="r" b="b"/>
            <a:pathLst>
              <a:path w="694" h="1637" extrusionOk="0">
                <a:moveTo>
                  <a:pt x="1" y="1"/>
                </a:moveTo>
                <a:lnTo>
                  <a:pt x="1" y="1637"/>
                </a:lnTo>
                <a:lnTo>
                  <a:pt x="694" y="1637"/>
                </a:lnTo>
                <a:lnTo>
                  <a:pt x="69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0" name="Google Shape;1130;p17"/>
          <p:cNvSpPr/>
          <p:nvPr/>
        </p:nvSpPr>
        <p:spPr>
          <a:xfrm>
            <a:off x="5800860" y="3537571"/>
            <a:ext cx="49321" cy="116572"/>
          </a:xfrm>
          <a:custGeom>
            <a:avLst/>
            <a:gdLst/>
            <a:ahLst/>
            <a:cxnLst/>
            <a:rect l="l" t="t" r="r" b="b"/>
            <a:pathLst>
              <a:path w="693" h="1638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1" name="Google Shape;1131;p17"/>
          <p:cNvSpPr/>
          <p:nvPr/>
        </p:nvSpPr>
        <p:spPr>
          <a:xfrm>
            <a:off x="5800860" y="367805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2" name="Google Shape;1132;p17"/>
          <p:cNvSpPr/>
          <p:nvPr/>
        </p:nvSpPr>
        <p:spPr>
          <a:xfrm>
            <a:off x="5873665" y="3537571"/>
            <a:ext cx="49321" cy="116572"/>
          </a:xfrm>
          <a:custGeom>
            <a:avLst/>
            <a:gdLst/>
            <a:ahLst/>
            <a:cxnLst/>
            <a:rect l="l" t="t" r="r" b="b"/>
            <a:pathLst>
              <a:path w="693" h="1638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3" name="Google Shape;1133;p17"/>
          <p:cNvSpPr/>
          <p:nvPr/>
        </p:nvSpPr>
        <p:spPr>
          <a:xfrm>
            <a:off x="5873665" y="3678058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4" name="Google Shape;1134;p17"/>
          <p:cNvSpPr/>
          <p:nvPr/>
        </p:nvSpPr>
        <p:spPr>
          <a:xfrm>
            <a:off x="5996431" y="3876120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5" name="Google Shape;1135;p17"/>
          <p:cNvSpPr/>
          <p:nvPr/>
        </p:nvSpPr>
        <p:spPr>
          <a:xfrm>
            <a:off x="5996431" y="4016607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0"/>
                </a:moveTo>
                <a:lnTo>
                  <a:pt x="1" y="1637"/>
                </a:lnTo>
                <a:lnTo>
                  <a:pt x="692" y="1637"/>
                </a:lnTo>
                <a:lnTo>
                  <a:pt x="69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6" name="Google Shape;1136;p17"/>
          <p:cNvSpPr/>
          <p:nvPr/>
        </p:nvSpPr>
        <p:spPr>
          <a:xfrm>
            <a:off x="6069095" y="3876120"/>
            <a:ext cx="49392" cy="116501"/>
          </a:xfrm>
          <a:custGeom>
            <a:avLst/>
            <a:gdLst/>
            <a:ahLst/>
            <a:cxnLst/>
            <a:rect l="l" t="t" r="r" b="b"/>
            <a:pathLst>
              <a:path w="694" h="1637" extrusionOk="0">
                <a:moveTo>
                  <a:pt x="1" y="1"/>
                </a:moveTo>
                <a:lnTo>
                  <a:pt x="1" y="1637"/>
                </a:lnTo>
                <a:lnTo>
                  <a:pt x="694" y="1637"/>
                </a:lnTo>
                <a:lnTo>
                  <a:pt x="694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7" name="Google Shape;1137;p17"/>
          <p:cNvSpPr/>
          <p:nvPr/>
        </p:nvSpPr>
        <p:spPr>
          <a:xfrm>
            <a:off x="6069095" y="4016607"/>
            <a:ext cx="49392" cy="116501"/>
          </a:xfrm>
          <a:custGeom>
            <a:avLst/>
            <a:gdLst/>
            <a:ahLst/>
            <a:cxnLst/>
            <a:rect l="l" t="t" r="r" b="b"/>
            <a:pathLst>
              <a:path w="694" h="1637" extrusionOk="0">
                <a:moveTo>
                  <a:pt x="1" y="0"/>
                </a:moveTo>
                <a:lnTo>
                  <a:pt x="1" y="1637"/>
                </a:lnTo>
                <a:lnTo>
                  <a:pt x="694" y="1637"/>
                </a:lnTo>
                <a:lnTo>
                  <a:pt x="694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8" name="Google Shape;1138;p17"/>
          <p:cNvSpPr/>
          <p:nvPr/>
        </p:nvSpPr>
        <p:spPr>
          <a:xfrm>
            <a:off x="5800860" y="3876120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9" name="Google Shape;1139;p17"/>
          <p:cNvSpPr/>
          <p:nvPr/>
        </p:nvSpPr>
        <p:spPr>
          <a:xfrm>
            <a:off x="5800860" y="4016607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0"/>
                </a:moveTo>
                <a:lnTo>
                  <a:pt x="1" y="1637"/>
                </a:lnTo>
                <a:lnTo>
                  <a:pt x="692" y="1637"/>
                </a:lnTo>
                <a:lnTo>
                  <a:pt x="69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0" name="Google Shape;1140;p17"/>
          <p:cNvSpPr/>
          <p:nvPr/>
        </p:nvSpPr>
        <p:spPr>
          <a:xfrm>
            <a:off x="5873665" y="3876120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1"/>
                </a:moveTo>
                <a:lnTo>
                  <a:pt x="1" y="1637"/>
                </a:lnTo>
                <a:lnTo>
                  <a:pt x="692" y="1637"/>
                </a:lnTo>
                <a:lnTo>
                  <a:pt x="692" y="1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1" name="Google Shape;1141;p17"/>
          <p:cNvSpPr/>
          <p:nvPr/>
        </p:nvSpPr>
        <p:spPr>
          <a:xfrm>
            <a:off x="5873665" y="4016607"/>
            <a:ext cx="49321" cy="116501"/>
          </a:xfrm>
          <a:custGeom>
            <a:avLst/>
            <a:gdLst/>
            <a:ahLst/>
            <a:cxnLst/>
            <a:rect l="l" t="t" r="r" b="b"/>
            <a:pathLst>
              <a:path w="693" h="1637" extrusionOk="0">
                <a:moveTo>
                  <a:pt x="1" y="0"/>
                </a:moveTo>
                <a:lnTo>
                  <a:pt x="1" y="1637"/>
                </a:lnTo>
                <a:lnTo>
                  <a:pt x="692" y="1637"/>
                </a:lnTo>
                <a:lnTo>
                  <a:pt x="692" y="0"/>
                </a:lnTo>
                <a:close/>
              </a:path>
            </a:pathLst>
          </a:custGeom>
          <a:solidFill>
            <a:schemeClr val="accent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2" name="Google Shape;1142;p17"/>
          <p:cNvSpPr/>
          <p:nvPr/>
        </p:nvSpPr>
        <p:spPr>
          <a:xfrm>
            <a:off x="5746487" y="3466616"/>
            <a:ext cx="429511" cy="31171"/>
          </a:xfrm>
          <a:custGeom>
            <a:avLst/>
            <a:gdLst/>
            <a:ahLst/>
            <a:cxnLst/>
            <a:rect l="l" t="t" r="r" b="b"/>
            <a:pathLst>
              <a:path w="6035" h="438" extrusionOk="0">
                <a:moveTo>
                  <a:pt x="0" y="0"/>
                </a:moveTo>
                <a:lnTo>
                  <a:pt x="0" y="437"/>
                </a:lnTo>
                <a:lnTo>
                  <a:pt x="6035" y="437"/>
                </a:lnTo>
                <a:lnTo>
                  <a:pt x="603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3" name="Google Shape;1143;p17"/>
          <p:cNvSpPr/>
          <p:nvPr/>
        </p:nvSpPr>
        <p:spPr>
          <a:xfrm>
            <a:off x="5721720" y="3427616"/>
            <a:ext cx="478974" cy="39071"/>
          </a:xfrm>
          <a:custGeom>
            <a:avLst/>
            <a:gdLst/>
            <a:ahLst/>
            <a:cxnLst/>
            <a:rect l="l" t="t" r="r" b="b"/>
            <a:pathLst>
              <a:path w="6730" h="549" extrusionOk="0">
                <a:moveTo>
                  <a:pt x="0" y="1"/>
                </a:moveTo>
                <a:lnTo>
                  <a:pt x="0" y="548"/>
                </a:lnTo>
                <a:lnTo>
                  <a:pt x="6730" y="548"/>
                </a:lnTo>
                <a:lnTo>
                  <a:pt x="6730" y="1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4" name="Google Shape;1144;p17"/>
          <p:cNvSpPr/>
          <p:nvPr/>
        </p:nvSpPr>
        <p:spPr>
          <a:xfrm>
            <a:off x="6029952" y="3299441"/>
            <a:ext cx="104264" cy="40281"/>
          </a:xfrm>
          <a:custGeom>
            <a:avLst/>
            <a:gdLst/>
            <a:ahLst/>
            <a:cxnLst/>
            <a:rect l="l" t="t" r="r" b="b"/>
            <a:pathLst>
              <a:path w="1465" h="566" extrusionOk="0">
                <a:moveTo>
                  <a:pt x="0" y="0"/>
                </a:moveTo>
                <a:lnTo>
                  <a:pt x="0" y="566"/>
                </a:lnTo>
                <a:lnTo>
                  <a:pt x="1465" y="566"/>
                </a:lnTo>
                <a:lnTo>
                  <a:pt x="1465" y="0"/>
                </a:ln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5" name="Google Shape;1145;p17"/>
          <p:cNvSpPr/>
          <p:nvPr/>
        </p:nvSpPr>
        <p:spPr>
          <a:xfrm>
            <a:off x="4908333" y="3053197"/>
            <a:ext cx="180274" cy="234426"/>
          </a:xfrm>
          <a:custGeom>
            <a:avLst/>
            <a:gdLst/>
            <a:ahLst/>
            <a:cxnLst/>
            <a:rect l="l" t="t" r="r" b="b"/>
            <a:pathLst>
              <a:path w="2533" h="3294" extrusionOk="0">
                <a:moveTo>
                  <a:pt x="1267" y="1"/>
                </a:moveTo>
                <a:cubicBezTo>
                  <a:pt x="567" y="1"/>
                  <a:pt x="0" y="569"/>
                  <a:pt x="0" y="1267"/>
                </a:cubicBezTo>
                <a:cubicBezTo>
                  <a:pt x="0" y="1965"/>
                  <a:pt x="1006" y="3293"/>
                  <a:pt x="1267" y="3293"/>
                </a:cubicBezTo>
                <a:cubicBezTo>
                  <a:pt x="1528" y="3293"/>
                  <a:pt x="2533" y="1966"/>
                  <a:pt x="2533" y="1267"/>
                </a:cubicBezTo>
                <a:cubicBezTo>
                  <a:pt x="2533" y="568"/>
                  <a:pt x="1967" y="1"/>
                  <a:pt x="1267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6" name="Google Shape;1146;p17"/>
          <p:cNvSpPr/>
          <p:nvPr/>
        </p:nvSpPr>
        <p:spPr>
          <a:xfrm>
            <a:off x="4930040" y="3074904"/>
            <a:ext cx="136931" cy="136997"/>
          </a:xfrm>
          <a:custGeom>
            <a:avLst/>
            <a:gdLst/>
            <a:ahLst/>
            <a:cxnLst/>
            <a:rect l="l" t="t" r="r" b="b"/>
            <a:pathLst>
              <a:path w="1924" h="1925" extrusionOk="0">
                <a:moveTo>
                  <a:pt x="962" y="1"/>
                </a:moveTo>
                <a:cubicBezTo>
                  <a:pt x="431" y="1"/>
                  <a:pt x="0" y="431"/>
                  <a:pt x="0" y="962"/>
                </a:cubicBezTo>
                <a:cubicBezTo>
                  <a:pt x="0" y="1492"/>
                  <a:pt x="431" y="1924"/>
                  <a:pt x="962" y="1924"/>
                </a:cubicBezTo>
                <a:cubicBezTo>
                  <a:pt x="1493" y="1924"/>
                  <a:pt x="1924" y="1492"/>
                  <a:pt x="1924" y="962"/>
                </a:cubicBezTo>
                <a:cubicBezTo>
                  <a:pt x="1924" y="430"/>
                  <a:pt x="1494" y="1"/>
                  <a:pt x="96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7" name="Google Shape;1147;p17"/>
          <p:cNvSpPr/>
          <p:nvPr/>
        </p:nvSpPr>
        <p:spPr>
          <a:xfrm>
            <a:off x="4951177" y="3107143"/>
            <a:ext cx="100421" cy="84191"/>
          </a:xfrm>
          <a:custGeom>
            <a:avLst/>
            <a:gdLst/>
            <a:ahLst/>
            <a:cxnLst/>
            <a:rect l="l" t="t" r="r" b="b"/>
            <a:pathLst>
              <a:path w="1411" h="1183" extrusionOk="0">
                <a:moveTo>
                  <a:pt x="1238" y="1"/>
                </a:moveTo>
                <a:lnTo>
                  <a:pt x="526" y="835"/>
                </a:lnTo>
                <a:lnTo>
                  <a:pt x="173" y="434"/>
                </a:lnTo>
                <a:lnTo>
                  <a:pt x="1" y="583"/>
                </a:lnTo>
                <a:lnTo>
                  <a:pt x="527" y="1183"/>
                </a:lnTo>
                <a:lnTo>
                  <a:pt x="1411" y="149"/>
                </a:lnTo>
                <a:lnTo>
                  <a:pt x="1238" y="1"/>
                </a:lnTo>
                <a:close/>
              </a:path>
            </a:pathLst>
          </a:custGeom>
          <a:solidFill>
            <a:srgbClr val="8CC6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8" name="Google Shape;1148;p17"/>
          <p:cNvSpPr/>
          <p:nvPr/>
        </p:nvSpPr>
        <p:spPr>
          <a:xfrm>
            <a:off x="4040574" y="2827806"/>
            <a:ext cx="180345" cy="234426"/>
          </a:xfrm>
          <a:custGeom>
            <a:avLst/>
            <a:gdLst/>
            <a:ahLst/>
            <a:cxnLst/>
            <a:rect l="l" t="t" r="r" b="b"/>
            <a:pathLst>
              <a:path w="2534" h="3294" extrusionOk="0">
                <a:moveTo>
                  <a:pt x="1268" y="1"/>
                </a:moveTo>
                <a:cubicBezTo>
                  <a:pt x="568" y="1"/>
                  <a:pt x="1" y="568"/>
                  <a:pt x="1" y="1268"/>
                </a:cubicBezTo>
                <a:cubicBezTo>
                  <a:pt x="1" y="1966"/>
                  <a:pt x="1007" y="3294"/>
                  <a:pt x="1268" y="3294"/>
                </a:cubicBezTo>
                <a:cubicBezTo>
                  <a:pt x="1529" y="3294"/>
                  <a:pt x="2533" y="1966"/>
                  <a:pt x="2533" y="1268"/>
                </a:cubicBezTo>
                <a:cubicBezTo>
                  <a:pt x="2533" y="568"/>
                  <a:pt x="1967" y="1"/>
                  <a:pt x="1268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49" name="Google Shape;1149;p17"/>
          <p:cNvSpPr/>
          <p:nvPr/>
        </p:nvSpPr>
        <p:spPr>
          <a:xfrm>
            <a:off x="4062138" y="2849442"/>
            <a:ext cx="137002" cy="137069"/>
          </a:xfrm>
          <a:custGeom>
            <a:avLst/>
            <a:gdLst/>
            <a:ahLst/>
            <a:cxnLst/>
            <a:rect l="l" t="t" r="r" b="b"/>
            <a:pathLst>
              <a:path w="1925" h="1926" extrusionOk="0">
                <a:moveTo>
                  <a:pt x="963" y="1"/>
                </a:moveTo>
                <a:cubicBezTo>
                  <a:pt x="433" y="1"/>
                  <a:pt x="1" y="433"/>
                  <a:pt x="1" y="964"/>
                </a:cubicBezTo>
                <a:cubicBezTo>
                  <a:pt x="1" y="1494"/>
                  <a:pt x="433" y="1925"/>
                  <a:pt x="963" y="1925"/>
                </a:cubicBezTo>
                <a:cubicBezTo>
                  <a:pt x="1494" y="1925"/>
                  <a:pt x="1924" y="1494"/>
                  <a:pt x="1924" y="964"/>
                </a:cubicBezTo>
                <a:cubicBezTo>
                  <a:pt x="1924" y="432"/>
                  <a:pt x="1495" y="2"/>
                  <a:pt x="96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0" name="Google Shape;1150;p17"/>
          <p:cNvSpPr/>
          <p:nvPr/>
        </p:nvSpPr>
        <p:spPr>
          <a:xfrm>
            <a:off x="4083417" y="2881823"/>
            <a:ext cx="100350" cy="84120"/>
          </a:xfrm>
          <a:custGeom>
            <a:avLst/>
            <a:gdLst/>
            <a:ahLst/>
            <a:cxnLst/>
            <a:rect l="l" t="t" r="r" b="b"/>
            <a:pathLst>
              <a:path w="1410" h="1182" extrusionOk="0">
                <a:moveTo>
                  <a:pt x="1237" y="0"/>
                </a:moveTo>
                <a:lnTo>
                  <a:pt x="524" y="834"/>
                </a:lnTo>
                <a:lnTo>
                  <a:pt x="171" y="433"/>
                </a:lnTo>
                <a:lnTo>
                  <a:pt x="1" y="582"/>
                </a:lnTo>
                <a:lnTo>
                  <a:pt x="526" y="1182"/>
                </a:lnTo>
                <a:lnTo>
                  <a:pt x="1410" y="148"/>
                </a:lnTo>
                <a:lnTo>
                  <a:pt x="1237" y="0"/>
                </a:lnTo>
                <a:close/>
              </a:path>
            </a:pathLst>
          </a:custGeom>
          <a:solidFill>
            <a:srgbClr val="8CC6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1" name="Google Shape;1151;p17"/>
          <p:cNvSpPr/>
          <p:nvPr/>
        </p:nvSpPr>
        <p:spPr>
          <a:xfrm>
            <a:off x="3288748" y="3321218"/>
            <a:ext cx="180274" cy="234355"/>
          </a:xfrm>
          <a:custGeom>
            <a:avLst/>
            <a:gdLst/>
            <a:ahLst/>
            <a:cxnLst/>
            <a:rect l="l" t="t" r="r" b="b"/>
            <a:pathLst>
              <a:path w="2533" h="3293" extrusionOk="0">
                <a:moveTo>
                  <a:pt x="1266" y="0"/>
                </a:moveTo>
                <a:cubicBezTo>
                  <a:pt x="567" y="0"/>
                  <a:pt x="1" y="567"/>
                  <a:pt x="1" y="1267"/>
                </a:cubicBezTo>
                <a:cubicBezTo>
                  <a:pt x="1" y="1966"/>
                  <a:pt x="1005" y="3293"/>
                  <a:pt x="1266" y="3293"/>
                </a:cubicBezTo>
                <a:cubicBezTo>
                  <a:pt x="1528" y="3293"/>
                  <a:pt x="2533" y="1966"/>
                  <a:pt x="2533" y="1267"/>
                </a:cubicBezTo>
                <a:cubicBezTo>
                  <a:pt x="2533" y="567"/>
                  <a:pt x="1966" y="0"/>
                  <a:pt x="1266" y="0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2" name="Google Shape;1152;p17"/>
          <p:cNvSpPr/>
          <p:nvPr/>
        </p:nvSpPr>
        <p:spPr>
          <a:xfrm>
            <a:off x="3310454" y="3342783"/>
            <a:ext cx="137002" cy="137069"/>
          </a:xfrm>
          <a:custGeom>
            <a:avLst/>
            <a:gdLst/>
            <a:ahLst/>
            <a:cxnLst/>
            <a:rect l="l" t="t" r="r" b="b"/>
            <a:pathLst>
              <a:path w="1925" h="1926" extrusionOk="0">
                <a:moveTo>
                  <a:pt x="962" y="1"/>
                </a:moveTo>
                <a:cubicBezTo>
                  <a:pt x="431" y="1"/>
                  <a:pt x="0" y="433"/>
                  <a:pt x="0" y="964"/>
                </a:cubicBezTo>
                <a:cubicBezTo>
                  <a:pt x="0" y="1494"/>
                  <a:pt x="431" y="1926"/>
                  <a:pt x="962" y="1926"/>
                </a:cubicBezTo>
                <a:cubicBezTo>
                  <a:pt x="1492" y="1926"/>
                  <a:pt x="1924" y="1494"/>
                  <a:pt x="1924" y="964"/>
                </a:cubicBezTo>
                <a:cubicBezTo>
                  <a:pt x="1924" y="432"/>
                  <a:pt x="1492" y="2"/>
                  <a:pt x="96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3" name="Google Shape;1153;p17"/>
          <p:cNvSpPr/>
          <p:nvPr/>
        </p:nvSpPr>
        <p:spPr>
          <a:xfrm>
            <a:off x="3338921" y="3371108"/>
            <a:ext cx="79853" cy="79921"/>
          </a:xfrm>
          <a:custGeom>
            <a:avLst/>
            <a:gdLst/>
            <a:ahLst/>
            <a:cxnLst/>
            <a:rect l="l" t="t" r="r" b="b"/>
            <a:pathLst>
              <a:path w="1122" h="1123" extrusionOk="0">
                <a:moveTo>
                  <a:pt x="955" y="1"/>
                </a:moveTo>
                <a:lnTo>
                  <a:pt x="1" y="955"/>
                </a:lnTo>
                <a:lnTo>
                  <a:pt x="168" y="1122"/>
                </a:lnTo>
                <a:lnTo>
                  <a:pt x="1122" y="168"/>
                </a:lnTo>
                <a:lnTo>
                  <a:pt x="955" y="1"/>
                </a:lnTo>
                <a:close/>
              </a:path>
            </a:pathLst>
          </a:custGeom>
          <a:solidFill>
            <a:srgbClr val="C127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4" name="Google Shape;1154;p17"/>
          <p:cNvSpPr/>
          <p:nvPr/>
        </p:nvSpPr>
        <p:spPr>
          <a:xfrm>
            <a:off x="3338850" y="3371179"/>
            <a:ext cx="79853" cy="79921"/>
          </a:xfrm>
          <a:custGeom>
            <a:avLst/>
            <a:gdLst/>
            <a:ahLst/>
            <a:cxnLst/>
            <a:rect l="l" t="t" r="r" b="b"/>
            <a:pathLst>
              <a:path w="1122" h="1123" extrusionOk="0">
                <a:moveTo>
                  <a:pt x="168" y="1"/>
                </a:moveTo>
                <a:lnTo>
                  <a:pt x="1" y="169"/>
                </a:lnTo>
                <a:lnTo>
                  <a:pt x="955" y="1122"/>
                </a:lnTo>
                <a:lnTo>
                  <a:pt x="1122" y="956"/>
                </a:lnTo>
                <a:lnTo>
                  <a:pt x="168" y="1"/>
                </a:lnTo>
                <a:close/>
              </a:path>
            </a:pathLst>
          </a:custGeom>
          <a:solidFill>
            <a:srgbClr val="C127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5" name="Google Shape;1155;p17"/>
          <p:cNvSpPr/>
          <p:nvPr/>
        </p:nvSpPr>
        <p:spPr>
          <a:xfrm>
            <a:off x="5760080" y="3128921"/>
            <a:ext cx="180274" cy="234426"/>
          </a:xfrm>
          <a:custGeom>
            <a:avLst/>
            <a:gdLst/>
            <a:ahLst/>
            <a:cxnLst/>
            <a:rect l="l" t="t" r="r" b="b"/>
            <a:pathLst>
              <a:path w="2533" h="3294" extrusionOk="0">
                <a:moveTo>
                  <a:pt x="1266" y="1"/>
                </a:moveTo>
                <a:cubicBezTo>
                  <a:pt x="566" y="1"/>
                  <a:pt x="1" y="568"/>
                  <a:pt x="1" y="1268"/>
                </a:cubicBezTo>
                <a:cubicBezTo>
                  <a:pt x="1" y="1966"/>
                  <a:pt x="1005" y="3293"/>
                  <a:pt x="1266" y="3293"/>
                </a:cubicBezTo>
                <a:cubicBezTo>
                  <a:pt x="1527" y="3293"/>
                  <a:pt x="2533" y="1966"/>
                  <a:pt x="2533" y="1268"/>
                </a:cubicBezTo>
                <a:cubicBezTo>
                  <a:pt x="2533" y="568"/>
                  <a:pt x="1965" y="1"/>
                  <a:pt x="1266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6" name="Google Shape;1156;p17"/>
          <p:cNvSpPr/>
          <p:nvPr/>
        </p:nvSpPr>
        <p:spPr>
          <a:xfrm>
            <a:off x="5781715" y="3150627"/>
            <a:ext cx="136931" cy="136997"/>
          </a:xfrm>
          <a:custGeom>
            <a:avLst/>
            <a:gdLst/>
            <a:ahLst/>
            <a:cxnLst/>
            <a:rect l="l" t="t" r="r" b="b"/>
            <a:pathLst>
              <a:path w="1924" h="1925" extrusionOk="0">
                <a:moveTo>
                  <a:pt x="962" y="1"/>
                </a:moveTo>
                <a:cubicBezTo>
                  <a:pt x="431" y="1"/>
                  <a:pt x="0" y="431"/>
                  <a:pt x="0" y="963"/>
                </a:cubicBezTo>
                <a:cubicBezTo>
                  <a:pt x="0" y="1493"/>
                  <a:pt x="431" y="1924"/>
                  <a:pt x="962" y="1924"/>
                </a:cubicBezTo>
                <a:cubicBezTo>
                  <a:pt x="1493" y="1924"/>
                  <a:pt x="1924" y="1493"/>
                  <a:pt x="1924" y="963"/>
                </a:cubicBezTo>
                <a:cubicBezTo>
                  <a:pt x="1924" y="431"/>
                  <a:pt x="1493" y="1"/>
                  <a:pt x="962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7" name="Google Shape;1157;p17"/>
          <p:cNvSpPr/>
          <p:nvPr/>
        </p:nvSpPr>
        <p:spPr>
          <a:xfrm>
            <a:off x="5810325" y="3178739"/>
            <a:ext cx="79853" cy="79921"/>
          </a:xfrm>
          <a:custGeom>
            <a:avLst/>
            <a:gdLst/>
            <a:ahLst/>
            <a:cxnLst/>
            <a:rect l="l" t="t" r="r" b="b"/>
            <a:pathLst>
              <a:path w="1122" h="1123" extrusionOk="0">
                <a:moveTo>
                  <a:pt x="954" y="1"/>
                </a:moveTo>
                <a:lnTo>
                  <a:pt x="1" y="955"/>
                </a:lnTo>
                <a:lnTo>
                  <a:pt x="167" y="1122"/>
                </a:lnTo>
                <a:lnTo>
                  <a:pt x="1122" y="168"/>
                </a:lnTo>
                <a:lnTo>
                  <a:pt x="954" y="1"/>
                </a:lnTo>
                <a:close/>
              </a:path>
            </a:pathLst>
          </a:custGeom>
          <a:solidFill>
            <a:srgbClr val="C127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8" name="Google Shape;1158;p17"/>
          <p:cNvSpPr/>
          <p:nvPr/>
        </p:nvSpPr>
        <p:spPr>
          <a:xfrm>
            <a:off x="5809969" y="3179522"/>
            <a:ext cx="79853" cy="79850"/>
          </a:xfrm>
          <a:custGeom>
            <a:avLst/>
            <a:gdLst/>
            <a:ahLst/>
            <a:cxnLst/>
            <a:rect l="l" t="t" r="r" b="b"/>
            <a:pathLst>
              <a:path w="1122" h="1122" extrusionOk="0">
                <a:moveTo>
                  <a:pt x="167" y="1"/>
                </a:moveTo>
                <a:lnTo>
                  <a:pt x="0" y="168"/>
                </a:lnTo>
                <a:lnTo>
                  <a:pt x="954" y="1121"/>
                </a:lnTo>
                <a:lnTo>
                  <a:pt x="1122" y="955"/>
                </a:lnTo>
                <a:lnTo>
                  <a:pt x="167" y="1"/>
                </a:lnTo>
                <a:close/>
              </a:path>
            </a:pathLst>
          </a:custGeom>
          <a:solidFill>
            <a:srgbClr val="C127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9" name="Google Shape;1159;p17"/>
          <p:cNvSpPr/>
          <p:nvPr/>
        </p:nvSpPr>
        <p:spPr>
          <a:xfrm>
            <a:off x="6050804" y="3214537"/>
            <a:ext cx="75725" cy="64691"/>
          </a:xfrm>
          <a:custGeom>
            <a:avLst/>
            <a:gdLst/>
            <a:ahLst/>
            <a:cxnLst/>
            <a:rect l="l" t="t" r="r" b="b"/>
            <a:pathLst>
              <a:path w="1064" h="909" extrusionOk="0">
                <a:moveTo>
                  <a:pt x="609" y="0"/>
                </a:moveTo>
                <a:cubicBezTo>
                  <a:pt x="377" y="0"/>
                  <a:pt x="185" y="174"/>
                  <a:pt x="159" y="399"/>
                </a:cubicBezTo>
                <a:cubicBezTo>
                  <a:pt x="66" y="440"/>
                  <a:pt x="0" y="533"/>
                  <a:pt x="0" y="643"/>
                </a:cubicBezTo>
                <a:cubicBezTo>
                  <a:pt x="0" y="789"/>
                  <a:pt x="119" y="909"/>
                  <a:pt x="266" y="909"/>
                </a:cubicBezTo>
                <a:cubicBezTo>
                  <a:pt x="321" y="909"/>
                  <a:pt x="372" y="891"/>
                  <a:pt x="413" y="864"/>
                </a:cubicBezTo>
                <a:cubicBezTo>
                  <a:pt x="472" y="891"/>
                  <a:pt x="538" y="909"/>
                  <a:pt x="609" y="909"/>
                </a:cubicBezTo>
                <a:cubicBezTo>
                  <a:pt x="860" y="909"/>
                  <a:pt x="1063" y="705"/>
                  <a:pt x="1063" y="454"/>
                </a:cubicBezTo>
                <a:cubicBezTo>
                  <a:pt x="1063" y="204"/>
                  <a:pt x="860" y="0"/>
                  <a:pt x="609" y="0"/>
                </a:cubicBez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0" name="Google Shape;1160;p17"/>
          <p:cNvSpPr/>
          <p:nvPr/>
        </p:nvSpPr>
        <p:spPr>
          <a:xfrm>
            <a:off x="6024045" y="3069424"/>
            <a:ext cx="101773" cy="100916"/>
          </a:xfrm>
          <a:custGeom>
            <a:avLst/>
            <a:gdLst/>
            <a:ahLst/>
            <a:cxnLst/>
            <a:rect l="l" t="t" r="r" b="b"/>
            <a:pathLst>
              <a:path w="1430" h="1418" extrusionOk="0">
                <a:moveTo>
                  <a:pt x="901" y="1"/>
                </a:moveTo>
                <a:cubicBezTo>
                  <a:pt x="641" y="1"/>
                  <a:pt x="426" y="187"/>
                  <a:pt x="380" y="434"/>
                </a:cubicBezTo>
                <a:cubicBezTo>
                  <a:pt x="166" y="458"/>
                  <a:pt x="1" y="638"/>
                  <a:pt x="1" y="858"/>
                </a:cubicBezTo>
                <a:cubicBezTo>
                  <a:pt x="1" y="1096"/>
                  <a:pt x="192" y="1287"/>
                  <a:pt x="428" y="1287"/>
                </a:cubicBezTo>
                <a:cubicBezTo>
                  <a:pt x="482" y="1287"/>
                  <a:pt x="534" y="1277"/>
                  <a:pt x="582" y="1259"/>
                </a:cubicBezTo>
                <a:lnTo>
                  <a:pt x="595" y="1259"/>
                </a:lnTo>
                <a:cubicBezTo>
                  <a:pt x="666" y="1355"/>
                  <a:pt x="780" y="1418"/>
                  <a:pt x="908" y="1418"/>
                </a:cubicBezTo>
                <a:cubicBezTo>
                  <a:pt x="1123" y="1418"/>
                  <a:pt x="1298" y="1244"/>
                  <a:pt x="1298" y="1027"/>
                </a:cubicBezTo>
                <a:cubicBezTo>
                  <a:pt x="1298" y="983"/>
                  <a:pt x="1291" y="940"/>
                  <a:pt x="1276" y="899"/>
                </a:cubicBezTo>
                <a:cubicBezTo>
                  <a:pt x="1371" y="805"/>
                  <a:pt x="1430" y="674"/>
                  <a:pt x="1430" y="530"/>
                </a:cubicBezTo>
                <a:cubicBezTo>
                  <a:pt x="1430" y="238"/>
                  <a:pt x="1194" y="1"/>
                  <a:pt x="901" y="1"/>
                </a:cubicBez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1" name="Google Shape;1161;p17"/>
          <p:cNvSpPr/>
          <p:nvPr/>
        </p:nvSpPr>
        <p:spPr>
          <a:xfrm>
            <a:off x="6085179" y="2870009"/>
            <a:ext cx="140632" cy="138777"/>
          </a:xfrm>
          <a:custGeom>
            <a:avLst/>
            <a:gdLst/>
            <a:ahLst/>
            <a:cxnLst/>
            <a:rect l="l" t="t" r="r" b="b"/>
            <a:pathLst>
              <a:path w="1976" h="1950" extrusionOk="0">
                <a:moveTo>
                  <a:pt x="956" y="0"/>
                </a:moveTo>
                <a:cubicBezTo>
                  <a:pt x="636" y="0"/>
                  <a:pt x="377" y="260"/>
                  <a:pt x="377" y="579"/>
                </a:cubicBezTo>
                <a:cubicBezTo>
                  <a:pt x="377" y="604"/>
                  <a:pt x="379" y="627"/>
                  <a:pt x="382" y="651"/>
                </a:cubicBezTo>
                <a:cubicBezTo>
                  <a:pt x="373" y="651"/>
                  <a:pt x="366" y="650"/>
                  <a:pt x="358" y="650"/>
                </a:cubicBezTo>
                <a:cubicBezTo>
                  <a:pt x="161" y="650"/>
                  <a:pt x="0" y="810"/>
                  <a:pt x="0" y="1008"/>
                </a:cubicBezTo>
                <a:cubicBezTo>
                  <a:pt x="0" y="1169"/>
                  <a:pt x="106" y="1305"/>
                  <a:pt x="253" y="1351"/>
                </a:cubicBezTo>
                <a:cubicBezTo>
                  <a:pt x="250" y="1373"/>
                  <a:pt x="248" y="1397"/>
                  <a:pt x="248" y="1422"/>
                </a:cubicBezTo>
                <a:cubicBezTo>
                  <a:pt x="248" y="1712"/>
                  <a:pt x="484" y="1950"/>
                  <a:pt x="776" y="1950"/>
                </a:cubicBezTo>
                <a:cubicBezTo>
                  <a:pt x="915" y="1950"/>
                  <a:pt x="1042" y="1894"/>
                  <a:pt x="1136" y="1806"/>
                </a:cubicBezTo>
                <a:cubicBezTo>
                  <a:pt x="1176" y="1812"/>
                  <a:pt x="1217" y="1818"/>
                  <a:pt x="1259" y="1818"/>
                </a:cubicBezTo>
                <a:cubicBezTo>
                  <a:pt x="1655" y="1818"/>
                  <a:pt x="1975" y="1496"/>
                  <a:pt x="1975" y="1101"/>
                </a:cubicBezTo>
                <a:cubicBezTo>
                  <a:pt x="1976" y="795"/>
                  <a:pt x="1784" y="537"/>
                  <a:pt x="1516" y="432"/>
                </a:cubicBezTo>
                <a:cubicBezTo>
                  <a:pt x="1451" y="185"/>
                  <a:pt x="1226" y="0"/>
                  <a:pt x="956" y="0"/>
                </a:cubicBezTo>
                <a:close/>
              </a:path>
            </a:pathLst>
          </a:custGeom>
          <a:solidFill>
            <a:srgbClr val="99999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2" name="Google Shape;1162;p17"/>
          <p:cNvSpPr/>
          <p:nvPr/>
        </p:nvSpPr>
        <p:spPr>
          <a:xfrm>
            <a:off x="3069192" y="3181443"/>
            <a:ext cx="75725" cy="64762"/>
          </a:xfrm>
          <a:custGeom>
            <a:avLst/>
            <a:gdLst/>
            <a:ahLst/>
            <a:cxnLst/>
            <a:rect l="l" t="t" r="r" b="b"/>
            <a:pathLst>
              <a:path w="1064" h="910" extrusionOk="0">
                <a:moveTo>
                  <a:pt x="609" y="1"/>
                </a:moveTo>
                <a:cubicBezTo>
                  <a:pt x="377" y="1"/>
                  <a:pt x="186" y="174"/>
                  <a:pt x="159" y="400"/>
                </a:cubicBezTo>
                <a:cubicBezTo>
                  <a:pt x="66" y="441"/>
                  <a:pt x="1" y="535"/>
                  <a:pt x="1" y="643"/>
                </a:cubicBezTo>
                <a:cubicBezTo>
                  <a:pt x="1" y="790"/>
                  <a:pt x="119" y="909"/>
                  <a:pt x="267" y="909"/>
                </a:cubicBezTo>
                <a:cubicBezTo>
                  <a:pt x="322" y="909"/>
                  <a:pt x="371" y="893"/>
                  <a:pt x="414" y="864"/>
                </a:cubicBezTo>
                <a:cubicBezTo>
                  <a:pt x="472" y="893"/>
                  <a:pt x="539" y="909"/>
                  <a:pt x="609" y="909"/>
                </a:cubicBezTo>
                <a:cubicBezTo>
                  <a:pt x="860" y="909"/>
                  <a:pt x="1064" y="706"/>
                  <a:pt x="1064" y="455"/>
                </a:cubicBezTo>
                <a:cubicBezTo>
                  <a:pt x="1064" y="204"/>
                  <a:pt x="860" y="1"/>
                  <a:pt x="609" y="1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3" name="Google Shape;1163;p17"/>
          <p:cNvSpPr/>
          <p:nvPr/>
        </p:nvSpPr>
        <p:spPr>
          <a:xfrm>
            <a:off x="3042504" y="3036402"/>
            <a:ext cx="101773" cy="100916"/>
          </a:xfrm>
          <a:custGeom>
            <a:avLst/>
            <a:gdLst/>
            <a:ahLst/>
            <a:cxnLst/>
            <a:rect l="l" t="t" r="r" b="b"/>
            <a:pathLst>
              <a:path w="1430" h="1418" extrusionOk="0">
                <a:moveTo>
                  <a:pt x="901" y="0"/>
                </a:moveTo>
                <a:cubicBezTo>
                  <a:pt x="641" y="0"/>
                  <a:pt x="426" y="187"/>
                  <a:pt x="380" y="434"/>
                </a:cubicBezTo>
                <a:cubicBezTo>
                  <a:pt x="166" y="458"/>
                  <a:pt x="0" y="639"/>
                  <a:pt x="0" y="859"/>
                </a:cubicBezTo>
                <a:cubicBezTo>
                  <a:pt x="0" y="1095"/>
                  <a:pt x="191" y="1287"/>
                  <a:pt x="428" y="1287"/>
                </a:cubicBezTo>
                <a:cubicBezTo>
                  <a:pt x="482" y="1287"/>
                  <a:pt x="533" y="1276"/>
                  <a:pt x="581" y="1259"/>
                </a:cubicBezTo>
                <a:lnTo>
                  <a:pt x="595" y="1259"/>
                </a:lnTo>
                <a:cubicBezTo>
                  <a:pt x="665" y="1355"/>
                  <a:pt x="780" y="1417"/>
                  <a:pt x="908" y="1417"/>
                </a:cubicBezTo>
                <a:cubicBezTo>
                  <a:pt x="1123" y="1417"/>
                  <a:pt x="1298" y="1244"/>
                  <a:pt x="1298" y="1028"/>
                </a:cubicBezTo>
                <a:cubicBezTo>
                  <a:pt x="1298" y="983"/>
                  <a:pt x="1290" y="941"/>
                  <a:pt x="1276" y="900"/>
                </a:cubicBezTo>
                <a:cubicBezTo>
                  <a:pt x="1371" y="806"/>
                  <a:pt x="1430" y="675"/>
                  <a:pt x="1430" y="529"/>
                </a:cubicBezTo>
                <a:cubicBezTo>
                  <a:pt x="1430" y="238"/>
                  <a:pt x="1193" y="0"/>
                  <a:pt x="901" y="0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4" name="Google Shape;1164;p17"/>
          <p:cNvSpPr/>
          <p:nvPr/>
        </p:nvSpPr>
        <p:spPr>
          <a:xfrm>
            <a:off x="3103638" y="2836916"/>
            <a:ext cx="140632" cy="138777"/>
          </a:xfrm>
          <a:custGeom>
            <a:avLst/>
            <a:gdLst/>
            <a:ahLst/>
            <a:cxnLst/>
            <a:rect l="l" t="t" r="r" b="b"/>
            <a:pathLst>
              <a:path w="1976" h="1950" extrusionOk="0">
                <a:moveTo>
                  <a:pt x="955" y="1"/>
                </a:moveTo>
                <a:cubicBezTo>
                  <a:pt x="636" y="1"/>
                  <a:pt x="376" y="261"/>
                  <a:pt x="376" y="580"/>
                </a:cubicBezTo>
                <a:cubicBezTo>
                  <a:pt x="376" y="605"/>
                  <a:pt x="379" y="628"/>
                  <a:pt x="381" y="652"/>
                </a:cubicBezTo>
                <a:cubicBezTo>
                  <a:pt x="374" y="652"/>
                  <a:pt x="366" y="651"/>
                  <a:pt x="359" y="651"/>
                </a:cubicBezTo>
                <a:cubicBezTo>
                  <a:pt x="160" y="651"/>
                  <a:pt x="1" y="810"/>
                  <a:pt x="1" y="1009"/>
                </a:cubicBezTo>
                <a:cubicBezTo>
                  <a:pt x="1" y="1170"/>
                  <a:pt x="106" y="1305"/>
                  <a:pt x="252" y="1351"/>
                </a:cubicBezTo>
                <a:cubicBezTo>
                  <a:pt x="249" y="1375"/>
                  <a:pt x="247" y="1397"/>
                  <a:pt x="247" y="1422"/>
                </a:cubicBezTo>
                <a:cubicBezTo>
                  <a:pt x="247" y="1714"/>
                  <a:pt x="484" y="1950"/>
                  <a:pt x="775" y="1950"/>
                </a:cubicBezTo>
                <a:cubicBezTo>
                  <a:pt x="914" y="1950"/>
                  <a:pt x="1041" y="1895"/>
                  <a:pt x="1136" y="1807"/>
                </a:cubicBezTo>
                <a:cubicBezTo>
                  <a:pt x="1175" y="1813"/>
                  <a:pt x="1216" y="1818"/>
                  <a:pt x="1259" y="1818"/>
                </a:cubicBezTo>
                <a:cubicBezTo>
                  <a:pt x="1654" y="1818"/>
                  <a:pt x="1975" y="1497"/>
                  <a:pt x="1975" y="1102"/>
                </a:cubicBezTo>
                <a:cubicBezTo>
                  <a:pt x="1975" y="797"/>
                  <a:pt x="1784" y="537"/>
                  <a:pt x="1516" y="434"/>
                </a:cubicBezTo>
                <a:cubicBezTo>
                  <a:pt x="1450" y="185"/>
                  <a:pt x="1225" y="1"/>
                  <a:pt x="955" y="1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5" name="Google Shape;1165;p17"/>
          <p:cNvSpPr/>
          <p:nvPr/>
        </p:nvSpPr>
        <p:spPr>
          <a:xfrm>
            <a:off x="2935110" y="2616934"/>
            <a:ext cx="215005" cy="212008"/>
          </a:xfrm>
          <a:custGeom>
            <a:avLst/>
            <a:gdLst/>
            <a:ahLst/>
            <a:cxnLst/>
            <a:rect l="l" t="t" r="r" b="b"/>
            <a:pathLst>
              <a:path w="3021" h="2979" extrusionOk="0">
                <a:moveTo>
                  <a:pt x="1461" y="1"/>
                </a:moveTo>
                <a:cubicBezTo>
                  <a:pt x="973" y="1"/>
                  <a:pt x="576" y="397"/>
                  <a:pt x="576" y="886"/>
                </a:cubicBezTo>
                <a:cubicBezTo>
                  <a:pt x="576" y="923"/>
                  <a:pt x="579" y="958"/>
                  <a:pt x="584" y="994"/>
                </a:cubicBezTo>
                <a:cubicBezTo>
                  <a:pt x="572" y="993"/>
                  <a:pt x="561" y="993"/>
                  <a:pt x="548" y="993"/>
                </a:cubicBezTo>
                <a:cubicBezTo>
                  <a:pt x="247" y="993"/>
                  <a:pt x="1" y="1239"/>
                  <a:pt x="1" y="1541"/>
                </a:cubicBezTo>
                <a:cubicBezTo>
                  <a:pt x="1" y="1786"/>
                  <a:pt x="164" y="1995"/>
                  <a:pt x="387" y="2064"/>
                </a:cubicBezTo>
                <a:cubicBezTo>
                  <a:pt x="382" y="2098"/>
                  <a:pt x="380" y="2134"/>
                  <a:pt x="380" y="2171"/>
                </a:cubicBezTo>
                <a:cubicBezTo>
                  <a:pt x="380" y="2616"/>
                  <a:pt x="740" y="2978"/>
                  <a:pt x="1187" y="2978"/>
                </a:cubicBezTo>
                <a:cubicBezTo>
                  <a:pt x="1400" y="2978"/>
                  <a:pt x="1593" y="2895"/>
                  <a:pt x="1737" y="2759"/>
                </a:cubicBezTo>
                <a:cubicBezTo>
                  <a:pt x="1799" y="2770"/>
                  <a:pt x="1861" y="2776"/>
                  <a:pt x="1926" y="2776"/>
                </a:cubicBezTo>
                <a:cubicBezTo>
                  <a:pt x="2530" y="2776"/>
                  <a:pt x="3020" y="2287"/>
                  <a:pt x="3020" y="1681"/>
                </a:cubicBezTo>
                <a:cubicBezTo>
                  <a:pt x="3018" y="1215"/>
                  <a:pt x="2728" y="819"/>
                  <a:pt x="2317" y="661"/>
                </a:cubicBezTo>
                <a:cubicBezTo>
                  <a:pt x="2217" y="281"/>
                  <a:pt x="1872" y="1"/>
                  <a:pt x="1461" y="1"/>
                </a:cubicBezTo>
                <a:close/>
              </a:path>
            </a:pathLst>
          </a:cu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6" name="Google Shape;1166;p17"/>
          <p:cNvSpPr/>
          <p:nvPr/>
        </p:nvSpPr>
        <p:spPr>
          <a:xfrm>
            <a:off x="501778" y="1580993"/>
            <a:ext cx="283851" cy="283979"/>
          </a:xfrm>
          <a:custGeom>
            <a:avLst/>
            <a:gdLst/>
            <a:ahLst/>
            <a:cxnLst/>
            <a:rect l="l" t="t" r="r" b="b"/>
            <a:pathLst>
              <a:path w="1925" h="1926" extrusionOk="0">
                <a:moveTo>
                  <a:pt x="963" y="1"/>
                </a:moveTo>
                <a:cubicBezTo>
                  <a:pt x="433" y="1"/>
                  <a:pt x="1" y="433"/>
                  <a:pt x="1" y="964"/>
                </a:cubicBezTo>
                <a:cubicBezTo>
                  <a:pt x="1" y="1494"/>
                  <a:pt x="433" y="1925"/>
                  <a:pt x="963" y="1925"/>
                </a:cubicBezTo>
                <a:cubicBezTo>
                  <a:pt x="1494" y="1925"/>
                  <a:pt x="1924" y="1494"/>
                  <a:pt x="1924" y="964"/>
                </a:cubicBezTo>
                <a:cubicBezTo>
                  <a:pt x="1924" y="432"/>
                  <a:pt x="1495" y="2"/>
                  <a:pt x="963" y="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7" name="Google Shape;1167;p17"/>
          <p:cNvSpPr/>
          <p:nvPr/>
        </p:nvSpPr>
        <p:spPr>
          <a:xfrm>
            <a:off x="577717" y="1212761"/>
            <a:ext cx="207912" cy="174280"/>
          </a:xfrm>
          <a:custGeom>
            <a:avLst/>
            <a:gdLst/>
            <a:ahLst/>
            <a:cxnLst/>
            <a:rect l="l" t="t" r="r" b="b"/>
            <a:pathLst>
              <a:path w="1410" h="1182" extrusionOk="0">
                <a:moveTo>
                  <a:pt x="1237" y="0"/>
                </a:moveTo>
                <a:lnTo>
                  <a:pt x="524" y="834"/>
                </a:lnTo>
                <a:lnTo>
                  <a:pt x="171" y="433"/>
                </a:lnTo>
                <a:lnTo>
                  <a:pt x="1" y="582"/>
                </a:lnTo>
                <a:lnTo>
                  <a:pt x="526" y="1182"/>
                </a:lnTo>
                <a:lnTo>
                  <a:pt x="1410" y="148"/>
                </a:lnTo>
                <a:lnTo>
                  <a:pt x="1237" y="0"/>
                </a:lnTo>
                <a:close/>
              </a:path>
            </a:pathLst>
          </a:custGeom>
          <a:solidFill>
            <a:srgbClr val="8CC6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1" name="Google Shape;1171;p17"/>
          <p:cNvSpPr txBox="1"/>
          <p:nvPr/>
        </p:nvSpPr>
        <p:spPr>
          <a:xfrm>
            <a:off x="853521" y="1077051"/>
            <a:ext cx="2565182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1600"/>
              </a:spcAft>
            </a:pPr>
            <a:r>
              <a:rPr lang="fr-FR" sz="1600" b="1" dirty="0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Accessibilité et d'infrastructures</a:t>
            </a:r>
          </a:p>
        </p:txBody>
      </p:sp>
      <p:sp>
        <p:nvSpPr>
          <p:cNvPr id="1172" name="Google Shape;1172;p17"/>
          <p:cNvSpPr txBox="1"/>
          <p:nvPr/>
        </p:nvSpPr>
        <p:spPr>
          <a:xfrm>
            <a:off x="826097" y="3811829"/>
            <a:ext cx="2375049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1600"/>
              </a:spcAft>
            </a:pPr>
            <a:r>
              <a:rPr lang="fr-FR" sz="1600" b="1">
                <a:solidFill>
                  <a:schemeClr val="accent2"/>
                </a:solidFill>
                <a:latin typeface="Fira Sans"/>
                <a:ea typeface="Fira Sans"/>
                <a:cs typeface="Fira Sans"/>
                <a:sym typeface="Fira Sans"/>
              </a:rPr>
              <a:t>création d'emplois</a:t>
            </a:r>
          </a:p>
        </p:txBody>
      </p:sp>
      <p:sp>
        <p:nvSpPr>
          <p:cNvPr id="1173" name="Google Shape;1173;p17"/>
          <p:cNvSpPr txBox="1"/>
          <p:nvPr/>
        </p:nvSpPr>
        <p:spPr>
          <a:xfrm>
            <a:off x="826098" y="2343337"/>
            <a:ext cx="1781929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>
              <a:lnSpc>
                <a:spcPct val="115000"/>
              </a:lnSpc>
              <a:spcAft>
                <a:spcPts val="1600"/>
              </a:spcAft>
            </a:pPr>
            <a:r>
              <a:rPr lang="fr-FR" sz="16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mobilité urbaine</a:t>
            </a:r>
          </a:p>
        </p:txBody>
      </p:sp>
      <p:sp>
        <p:nvSpPr>
          <p:cNvPr id="1175" name="Google Shape;1175;p17"/>
          <p:cNvSpPr txBox="1"/>
          <p:nvPr/>
        </p:nvSpPr>
        <p:spPr>
          <a:xfrm>
            <a:off x="6885014" y="1070579"/>
            <a:ext cx="2108977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>
              <a:lnSpc>
                <a:spcPct val="115000"/>
              </a:lnSpc>
              <a:spcAft>
                <a:spcPts val="1600"/>
              </a:spcAft>
            </a:pPr>
            <a:r>
              <a:rPr lang="fr-FR" sz="1600" b="1" dirty="0">
                <a:solidFill>
                  <a:schemeClr val="accent3"/>
                </a:solidFill>
                <a:latin typeface="Fira Sans"/>
                <a:ea typeface="Fira Sans"/>
                <a:cs typeface="Fira Sans"/>
                <a:sym typeface="Fira Sans"/>
              </a:rPr>
              <a:t>Gestion des déchets et de sécurité</a:t>
            </a:r>
            <a:endParaRPr sz="1600" b="1" dirty="0">
              <a:solidFill>
                <a:schemeClr val="accent3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6" name="Google Shape;1176;p17"/>
          <p:cNvSpPr txBox="1"/>
          <p:nvPr/>
        </p:nvSpPr>
        <p:spPr>
          <a:xfrm>
            <a:off x="6781058" y="2295181"/>
            <a:ext cx="2076129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>
              <a:lnSpc>
                <a:spcPct val="115000"/>
              </a:lnSpc>
              <a:spcAft>
                <a:spcPts val="1600"/>
              </a:spcAft>
            </a:pPr>
            <a:r>
              <a:rPr lang="fr-FR" sz="1600" b="1" dirty="0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L'intégration de la population locale </a:t>
            </a:r>
            <a:endParaRPr sz="1600" b="1" dirty="0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77" name="Google Shape;1177;p17"/>
          <p:cNvSpPr txBox="1"/>
          <p:nvPr/>
        </p:nvSpPr>
        <p:spPr>
          <a:xfrm>
            <a:off x="6957547" y="3947190"/>
            <a:ext cx="2118265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r">
              <a:lnSpc>
                <a:spcPct val="115000"/>
              </a:lnSpc>
              <a:spcAft>
                <a:spcPts val="1600"/>
              </a:spcAft>
            </a:pPr>
            <a:r>
              <a:rPr lang="fr-FR" sz="1600" b="1" dirty="0">
                <a:solidFill>
                  <a:schemeClr val="accent5"/>
                </a:solidFill>
                <a:latin typeface="Fira Sans"/>
                <a:ea typeface="Fira Sans"/>
                <a:cs typeface="Fira Sans"/>
                <a:sym typeface="Fira Sans"/>
              </a:rPr>
              <a:t>La durabilité sociale et écologique</a:t>
            </a:r>
            <a:endParaRPr sz="1600" b="1" dirty="0">
              <a:solidFill>
                <a:schemeClr val="accent5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1183" name="Google Shape;1183;p17"/>
          <p:cNvSpPr/>
          <p:nvPr/>
        </p:nvSpPr>
        <p:spPr>
          <a:xfrm>
            <a:off x="545866" y="2486281"/>
            <a:ext cx="207912" cy="174280"/>
          </a:xfrm>
          <a:custGeom>
            <a:avLst/>
            <a:gdLst/>
            <a:ahLst/>
            <a:cxnLst/>
            <a:rect l="l" t="t" r="r" b="b"/>
            <a:pathLst>
              <a:path w="1410" h="1182" extrusionOk="0">
                <a:moveTo>
                  <a:pt x="1237" y="0"/>
                </a:moveTo>
                <a:lnTo>
                  <a:pt x="524" y="834"/>
                </a:lnTo>
                <a:lnTo>
                  <a:pt x="171" y="433"/>
                </a:lnTo>
                <a:lnTo>
                  <a:pt x="1" y="582"/>
                </a:lnTo>
                <a:lnTo>
                  <a:pt x="526" y="1182"/>
                </a:lnTo>
                <a:lnTo>
                  <a:pt x="1410" y="148"/>
                </a:lnTo>
                <a:lnTo>
                  <a:pt x="1237" y="0"/>
                </a:lnTo>
                <a:close/>
              </a:path>
            </a:pathLst>
          </a:custGeom>
          <a:solidFill>
            <a:srgbClr val="8CC6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4" name="Google Shape;1184;p17"/>
          <p:cNvSpPr/>
          <p:nvPr/>
        </p:nvSpPr>
        <p:spPr>
          <a:xfrm>
            <a:off x="545866" y="3934081"/>
            <a:ext cx="207912" cy="174280"/>
          </a:xfrm>
          <a:custGeom>
            <a:avLst/>
            <a:gdLst/>
            <a:ahLst/>
            <a:cxnLst/>
            <a:rect l="l" t="t" r="r" b="b"/>
            <a:pathLst>
              <a:path w="1410" h="1182" extrusionOk="0">
                <a:moveTo>
                  <a:pt x="1237" y="0"/>
                </a:moveTo>
                <a:lnTo>
                  <a:pt x="524" y="834"/>
                </a:lnTo>
                <a:lnTo>
                  <a:pt x="171" y="433"/>
                </a:lnTo>
                <a:lnTo>
                  <a:pt x="1" y="582"/>
                </a:lnTo>
                <a:lnTo>
                  <a:pt x="526" y="1182"/>
                </a:lnTo>
                <a:lnTo>
                  <a:pt x="1410" y="148"/>
                </a:lnTo>
                <a:lnTo>
                  <a:pt x="1237" y="0"/>
                </a:lnTo>
                <a:close/>
              </a:path>
            </a:pathLst>
          </a:custGeom>
          <a:solidFill>
            <a:srgbClr val="8CC6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ZoneTexte 1"/>
          <p:cNvSpPr txBox="1"/>
          <p:nvPr/>
        </p:nvSpPr>
        <p:spPr>
          <a:xfrm>
            <a:off x="3901866" y="1151474"/>
            <a:ext cx="210897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2"/>
                </a:solidFill>
              </a:rPr>
              <a:t>ENJEUX</a:t>
            </a:r>
          </a:p>
        </p:txBody>
      </p:sp>
      <p:sp>
        <p:nvSpPr>
          <p:cNvPr id="208" name="Google Shape;1167;p17">
            <a:extLst>
              <a:ext uri="{FF2B5EF4-FFF2-40B4-BE49-F238E27FC236}">
                <a16:creationId xmlns:a16="http://schemas.microsoft.com/office/drawing/2014/main" id="{F08D5813-5CD2-4661-B633-0286E2935D6F}"/>
              </a:ext>
            </a:extLst>
          </p:cNvPr>
          <p:cNvSpPr/>
          <p:nvPr/>
        </p:nvSpPr>
        <p:spPr>
          <a:xfrm>
            <a:off x="6781059" y="1181011"/>
            <a:ext cx="207912" cy="174280"/>
          </a:xfrm>
          <a:custGeom>
            <a:avLst/>
            <a:gdLst/>
            <a:ahLst/>
            <a:cxnLst/>
            <a:rect l="l" t="t" r="r" b="b"/>
            <a:pathLst>
              <a:path w="1410" h="1182" extrusionOk="0">
                <a:moveTo>
                  <a:pt x="1237" y="0"/>
                </a:moveTo>
                <a:lnTo>
                  <a:pt x="524" y="834"/>
                </a:lnTo>
                <a:lnTo>
                  <a:pt x="171" y="433"/>
                </a:lnTo>
                <a:lnTo>
                  <a:pt x="1" y="582"/>
                </a:lnTo>
                <a:lnTo>
                  <a:pt x="526" y="1182"/>
                </a:lnTo>
                <a:lnTo>
                  <a:pt x="1410" y="148"/>
                </a:lnTo>
                <a:lnTo>
                  <a:pt x="1237" y="0"/>
                </a:lnTo>
                <a:close/>
              </a:path>
            </a:pathLst>
          </a:custGeom>
          <a:solidFill>
            <a:srgbClr val="8CC6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1183;p17">
            <a:extLst>
              <a:ext uri="{FF2B5EF4-FFF2-40B4-BE49-F238E27FC236}">
                <a16:creationId xmlns:a16="http://schemas.microsoft.com/office/drawing/2014/main" id="{77A93F36-E877-4336-A1E1-9325B5FA5F8E}"/>
              </a:ext>
            </a:extLst>
          </p:cNvPr>
          <p:cNvSpPr/>
          <p:nvPr/>
        </p:nvSpPr>
        <p:spPr>
          <a:xfrm>
            <a:off x="6781058" y="2474332"/>
            <a:ext cx="207912" cy="174280"/>
          </a:xfrm>
          <a:custGeom>
            <a:avLst/>
            <a:gdLst/>
            <a:ahLst/>
            <a:cxnLst/>
            <a:rect l="l" t="t" r="r" b="b"/>
            <a:pathLst>
              <a:path w="1410" h="1182" extrusionOk="0">
                <a:moveTo>
                  <a:pt x="1237" y="0"/>
                </a:moveTo>
                <a:lnTo>
                  <a:pt x="524" y="834"/>
                </a:lnTo>
                <a:lnTo>
                  <a:pt x="171" y="433"/>
                </a:lnTo>
                <a:lnTo>
                  <a:pt x="1" y="582"/>
                </a:lnTo>
                <a:lnTo>
                  <a:pt x="526" y="1182"/>
                </a:lnTo>
                <a:lnTo>
                  <a:pt x="1410" y="148"/>
                </a:lnTo>
                <a:lnTo>
                  <a:pt x="1237" y="0"/>
                </a:lnTo>
                <a:close/>
              </a:path>
            </a:pathLst>
          </a:custGeom>
          <a:solidFill>
            <a:srgbClr val="8CC6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0" name="Google Shape;1184;p17">
            <a:extLst>
              <a:ext uri="{FF2B5EF4-FFF2-40B4-BE49-F238E27FC236}">
                <a16:creationId xmlns:a16="http://schemas.microsoft.com/office/drawing/2014/main" id="{79B69F6A-E057-4C27-853D-4B626E9B68A9}"/>
              </a:ext>
            </a:extLst>
          </p:cNvPr>
          <p:cNvSpPr/>
          <p:nvPr/>
        </p:nvSpPr>
        <p:spPr>
          <a:xfrm>
            <a:off x="6781058" y="4006614"/>
            <a:ext cx="207912" cy="174280"/>
          </a:xfrm>
          <a:custGeom>
            <a:avLst/>
            <a:gdLst/>
            <a:ahLst/>
            <a:cxnLst/>
            <a:rect l="l" t="t" r="r" b="b"/>
            <a:pathLst>
              <a:path w="1410" h="1182" extrusionOk="0">
                <a:moveTo>
                  <a:pt x="1237" y="0"/>
                </a:moveTo>
                <a:lnTo>
                  <a:pt x="524" y="834"/>
                </a:lnTo>
                <a:lnTo>
                  <a:pt x="171" y="433"/>
                </a:lnTo>
                <a:lnTo>
                  <a:pt x="1" y="582"/>
                </a:lnTo>
                <a:lnTo>
                  <a:pt x="526" y="1182"/>
                </a:lnTo>
                <a:lnTo>
                  <a:pt x="1410" y="148"/>
                </a:lnTo>
                <a:lnTo>
                  <a:pt x="1237" y="0"/>
                </a:lnTo>
                <a:close/>
              </a:path>
            </a:pathLst>
          </a:custGeom>
          <a:solidFill>
            <a:srgbClr val="8CC63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0" name="Google Shape;3130;p27"/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fr-FR" sz="2800" b="1" dirty="0">
                <a:latin typeface="Fira Sans"/>
                <a:ea typeface="Fira Sans"/>
                <a:cs typeface="Fira Sans"/>
                <a:sym typeface="Fira Sans"/>
              </a:rPr>
              <a:t>Les Villes Nouvelles En Afrique </a:t>
            </a:r>
          </a:p>
        </p:txBody>
      </p:sp>
      <p:grpSp>
        <p:nvGrpSpPr>
          <p:cNvPr id="3131" name="Google Shape;3131;p27"/>
          <p:cNvGrpSpPr/>
          <p:nvPr/>
        </p:nvGrpSpPr>
        <p:grpSpPr>
          <a:xfrm>
            <a:off x="3072403" y="1656324"/>
            <a:ext cx="3000787" cy="2155511"/>
            <a:chOff x="2805225" y="1705450"/>
            <a:chExt cx="3559230" cy="2556650"/>
          </a:xfrm>
        </p:grpSpPr>
        <p:sp>
          <p:nvSpPr>
            <p:cNvPr id="3132" name="Google Shape;3132;p27"/>
            <p:cNvSpPr/>
            <p:nvPr/>
          </p:nvSpPr>
          <p:spPr>
            <a:xfrm>
              <a:off x="2805225" y="1705450"/>
              <a:ext cx="3559230" cy="2556640"/>
            </a:xfrm>
            <a:custGeom>
              <a:avLst/>
              <a:gdLst/>
              <a:ahLst/>
              <a:cxnLst/>
              <a:rect l="l" t="t" r="r" b="b"/>
              <a:pathLst>
                <a:path w="32284" h="23190" extrusionOk="0">
                  <a:moveTo>
                    <a:pt x="32283" y="16141"/>
                  </a:moveTo>
                  <a:cubicBezTo>
                    <a:pt x="32283" y="17825"/>
                    <a:pt x="32027" y="19448"/>
                    <a:pt x="31548" y="20974"/>
                  </a:cubicBezTo>
                  <a:cubicBezTo>
                    <a:pt x="31466" y="21237"/>
                    <a:pt x="31377" y="21497"/>
                    <a:pt x="31282" y="21754"/>
                  </a:cubicBezTo>
                  <a:cubicBezTo>
                    <a:pt x="31272" y="21782"/>
                    <a:pt x="31261" y="21810"/>
                    <a:pt x="31250" y="21838"/>
                  </a:cubicBezTo>
                  <a:cubicBezTo>
                    <a:pt x="31200" y="21970"/>
                    <a:pt x="31149" y="22101"/>
                    <a:pt x="31097" y="22232"/>
                  </a:cubicBezTo>
                  <a:cubicBezTo>
                    <a:pt x="31030" y="22393"/>
                    <a:pt x="30963" y="22554"/>
                    <a:pt x="30892" y="22710"/>
                  </a:cubicBezTo>
                  <a:cubicBezTo>
                    <a:pt x="30820" y="22872"/>
                    <a:pt x="30747" y="23032"/>
                    <a:pt x="30668" y="23189"/>
                  </a:cubicBezTo>
                  <a:lnTo>
                    <a:pt x="1618" y="23189"/>
                  </a:lnTo>
                  <a:cubicBezTo>
                    <a:pt x="1553" y="23058"/>
                    <a:pt x="1492" y="22926"/>
                    <a:pt x="1432" y="22795"/>
                  </a:cubicBezTo>
                  <a:lnTo>
                    <a:pt x="1393" y="22710"/>
                  </a:lnTo>
                  <a:cubicBezTo>
                    <a:pt x="1323" y="22552"/>
                    <a:pt x="1255" y="22393"/>
                    <a:pt x="1189" y="22232"/>
                  </a:cubicBezTo>
                  <a:cubicBezTo>
                    <a:pt x="1125" y="22074"/>
                    <a:pt x="1062" y="21915"/>
                    <a:pt x="1004" y="21754"/>
                  </a:cubicBezTo>
                  <a:cubicBezTo>
                    <a:pt x="886" y="21438"/>
                    <a:pt x="779" y="21118"/>
                    <a:pt x="681" y="20794"/>
                  </a:cubicBezTo>
                  <a:cubicBezTo>
                    <a:pt x="642" y="20664"/>
                    <a:pt x="605" y="20534"/>
                    <a:pt x="570" y="20403"/>
                  </a:cubicBezTo>
                  <a:cubicBezTo>
                    <a:pt x="199" y="19046"/>
                    <a:pt x="1" y="17618"/>
                    <a:pt x="1" y="16141"/>
                  </a:cubicBezTo>
                  <a:cubicBezTo>
                    <a:pt x="1" y="14729"/>
                    <a:pt x="182" y="13358"/>
                    <a:pt x="523" y="12054"/>
                  </a:cubicBezTo>
                  <a:cubicBezTo>
                    <a:pt x="2333" y="5120"/>
                    <a:pt x="8639" y="1"/>
                    <a:pt x="16142" y="1"/>
                  </a:cubicBezTo>
                  <a:cubicBezTo>
                    <a:pt x="23934" y="1"/>
                    <a:pt x="30437" y="5523"/>
                    <a:pt x="31950" y="12867"/>
                  </a:cubicBezTo>
                  <a:cubicBezTo>
                    <a:pt x="32170" y="13924"/>
                    <a:pt x="32283" y="15019"/>
                    <a:pt x="32283" y="1614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3" name="Google Shape;3133;p27"/>
            <p:cNvSpPr/>
            <p:nvPr/>
          </p:nvSpPr>
          <p:spPr>
            <a:xfrm>
              <a:off x="3643441" y="2530325"/>
              <a:ext cx="42225" cy="577035"/>
            </a:xfrm>
            <a:custGeom>
              <a:avLst/>
              <a:gdLst/>
              <a:ahLst/>
              <a:cxnLst/>
              <a:rect l="l" t="t" r="r" b="b"/>
              <a:pathLst>
                <a:path w="383" h="5234" extrusionOk="0">
                  <a:moveTo>
                    <a:pt x="97" y="0"/>
                  </a:moveTo>
                  <a:lnTo>
                    <a:pt x="0" y="5234"/>
                  </a:lnTo>
                  <a:lnTo>
                    <a:pt x="383" y="5234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4" name="Google Shape;3134;p27"/>
            <p:cNvSpPr/>
            <p:nvPr/>
          </p:nvSpPr>
          <p:spPr>
            <a:xfrm>
              <a:off x="3631204" y="2520403"/>
              <a:ext cx="66479" cy="28554"/>
            </a:xfrm>
            <a:custGeom>
              <a:avLst/>
              <a:gdLst/>
              <a:ahLst/>
              <a:cxnLst/>
              <a:rect l="l" t="t" r="r" b="b"/>
              <a:pathLst>
                <a:path w="603" h="259" extrusionOk="0">
                  <a:moveTo>
                    <a:pt x="97" y="0"/>
                  </a:moveTo>
                  <a:cubicBezTo>
                    <a:pt x="45" y="0"/>
                    <a:pt x="1" y="57"/>
                    <a:pt x="1" y="129"/>
                  </a:cubicBezTo>
                  <a:cubicBezTo>
                    <a:pt x="1" y="201"/>
                    <a:pt x="43" y="259"/>
                    <a:pt x="97" y="259"/>
                  </a:cubicBezTo>
                  <a:lnTo>
                    <a:pt x="506" y="259"/>
                  </a:lnTo>
                  <a:cubicBezTo>
                    <a:pt x="558" y="259"/>
                    <a:pt x="602" y="201"/>
                    <a:pt x="602" y="129"/>
                  </a:cubicBezTo>
                  <a:cubicBezTo>
                    <a:pt x="602" y="57"/>
                    <a:pt x="560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5" name="Google Shape;3135;p27"/>
            <p:cNvSpPr/>
            <p:nvPr/>
          </p:nvSpPr>
          <p:spPr>
            <a:xfrm>
              <a:off x="3468257" y="2531097"/>
              <a:ext cx="172427" cy="96577"/>
            </a:xfrm>
            <a:custGeom>
              <a:avLst/>
              <a:gdLst/>
              <a:ahLst/>
              <a:cxnLst/>
              <a:rect l="l" t="t" r="r" b="b"/>
              <a:pathLst>
                <a:path w="1564" h="876" extrusionOk="0">
                  <a:moveTo>
                    <a:pt x="1549" y="0"/>
                  </a:moveTo>
                  <a:lnTo>
                    <a:pt x="1370" y="5"/>
                  </a:lnTo>
                  <a:cubicBezTo>
                    <a:pt x="1310" y="6"/>
                    <a:pt x="1252" y="26"/>
                    <a:pt x="1200" y="60"/>
                  </a:cubicBezTo>
                  <a:lnTo>
                    <a:pt x="21" y="833"/>
                  </a:lnTo>
                  <a:cubicBezTo>
                    <a:pt x="1" y="847"/>
                    <a:pt x="12" y="876"/>
                    <a:pt x="32" y="876"/>
                  </a:cubicBezTo>
                  <a:cubicBezTo>
                    <a:pt x="35" y="876"/>
                    <a:pt x="38" y="875"/>
                    <a:pt x="41" y="874"/>
                  </a:cubicBezTo>
                  <a:lnTo>
                    <a:pt x="1261" y="429"/>
                  </a:lnTo>
                  <a:cubicBezTo>
                    <a:pt x="1302" y="414"/>
                    <a:pt x="1337" y="387"/>
                    <a:pt x="1361" y="351"/>
                  </a:cubicBezTo>
                  <a:cubicBezTo>
                    <a:pt x="1361" y="351"/>
                    <a:pt x="1556" y="97"/>
                    <a:pt x="1564" y="85"/>
                  </a:cubicBezTo>
                  <a:lnTo>
                    <a:pt x="15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6" name="Google Shape;3136;p27"/>
            <p:cNvSpPr/>
            <p:nvPr/>
          </p:nvSpPr>
          <p:spPr>
            <a:xfrm>
              <a:off x="3640575" y="2534294"/>
              <a:ext cx="168568" cy="106389"/>
            </a:xfrm>
            <a:custGeom>
              <a:avLst/>
              <a:gdLst/>
              <a:ahLst/>
              <a:cxnLst/>
              <a:rect l="l" t="t" r="r" b="b"/>
              <a:pathLst>
                <a:path w="1529" h="965" extrusionOk="0">
                  <a:moveTo>
                    <a:pt x="68" y="1"/>
                  </a:moveTo>
                  <a:cubicBezTo>
                    <a:pt x="66" y="1"/>
                    <a:pt x="66" y="1"/>
                    <a:pt x="65" y="1"/>
                  </a:cubicBezTo>
                  <a:lnTo>
                    <a:pt x="1" y="54"/>
                  </a:lnTo>
                  <a:lnTo>
                    <a:pt x="94" y="207"/>
                  </a:lnTo>
                  <a:cubicBezTo>
                    <a:pt x="125" y="258"/>
                    <a:pt x="170" y="300"/>
                    <a:pt x="226" y="327"/>
                  </a:cubicBezTo>
                  <a:lnTo>
                    <a:pt x="1485" y="962"/>
                  </a:lnTo>
                  <a:cubicBezTo>
                    <a:pt x="1489" y="964"/>
                    <a:pt x="1493" y="964"/>
                    <a:pt x="1496" y="964"/>
                  </a:cubicBezTo>
                  <a:cubicBezTo>
                    <a:pt x="1515" y="964"/>
                    <a:pt x="1528" y="938"/>
                    <a:pt x="1511" y="923"/>
                  </a:cubicBezTo>
                  <a:lnTo>
                    <a:pt x="514" y="90"/>
                  </a:lnTo>
                  <a:cubicBezTo>
                    <a:pt x="482" y="62"/>
                    <a:pt x="441" y="46"/>
                    <a:pt x="397" y="42"/>
                  </a:cubicBezTo>
                  <a:cubicBezTo>
                    <a:pt x="397" y="42"/>
                    <a:pt x="100" y="1"/>
                    <a:pt x="68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7" name="Google Shape;3137;p27"/>
            <p:cNvSpPr/>
            <p:nvPr/>
          </p:nvSpPr>
          <p:spPr>
            <a:xfrm>
              <a:off x="3621943" y="2340368"/>
              <a:ext cx="40020" cy="194036"/>
            </a:xfrm>
            <a:custGeom>
              <a:avLst/>
              <a:gdLst/>
              <a:ahLst/>
              <a:cxnLst/>
              <a:rect l="l" t="t" r="r" b="b"/>
              <a:pathLst>
                <a:path w="363" h="1760" extrusionOk="0">
                  <a:moveTo>
                    <a:pt x="255" y="0"/>
                  </a:moveTo>
                  <a:cubicBezTo>
                    <a:pt x="245" y="0"/>
                    <a:pt x="234" y="6"/>
                    <a:pt x="232" y="20"/>
                  </a:cubicBezTo>
                  <a:lnTo>
                    <a:pt x="8" y="1296"/>
                  </a:lnTo>
                  <a:cubicBezTo>
                    <a:pt x="1" y="1340"/>
                    <a:pt x="7" y="1383"/>
                    <a:pt x="26" y="1423"/>
                  </a:cubicBezTo>
                  <a:cubicBezTo>
                    <a:pt x="26" y="1423"/>
                    <a:pt x="148" y="1720"/>
                    <a:pt x="155" y="1730"/>
                  </a:cubicBezTo>
                  <a:lnTo>
                    <a:pt x="235" y="1760"/>
                  </a:lnTo>
                  <a:lnTo>
                    <a:pt x="320" y="1602"/>
                  </a:lnTo>
                  <a:cubicBezTo>
                    <a:pt x="350" y="1548"/>
                    <a:pt x="363" y="1489"/>
                    <a:pt x="359" y="1428"/>
                  </a:cubicBezTo>
                  <a:lnTo>
                    <a:pt x="278" y="22"/>
                  </a:lnTo>
                  <a:cubicBezTo>
                    <a:pt x="278" y="8"/>
                    <a:pt x="266" y="0"/>
                    <a:pt x="255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8" name="Google Shape;3138;p27"/>
            <p:cNvSpPr/>
            <p:nvPr/>
          </p:nvSpPr>
          <p:spPr>
            <a:xfrm>
              <a:off x="3631204" y="2520403"/>
              <a:ext cx="21388" cy="28444"/>
            </a:xfrm>
            <a:custGeom>
              <a:avLst/>
              <a:gdLst/>
              <a:ahLst/>
              <a:cxnLst/>
              <a:rect l="l" t="t" r="r" b="b"/>
              <a:pathLst>
                <a:path w="194" h="258" extrusionOk="0">
                  <a:moveTo>
                    <a:pt x="97" y="0"/>
                  </a:moveTo>
                  <a:cubicBezTo>
                    <a:pt x="44" y="0"/>
                    <a:pt x="1" y="58"/>
                    <a:pt x="1" y="129"/>
                  </a:cubicBezTo>
                  <a:cubicBezTo>
                    <a:pt x="1" y="201"/>
                    <a:pt x="44" y="258"/>
                    <a:pt x="97" y="258"/>
                  </a:cubicBezTo>
                  <a:cubicBezTo>
                    <a:pt x="150" y="258"/>
                    <a:pt x="193" y="201"/>
                    <a:pt x="193" y="129"/>
                  </a:cubicBezTo>
                  <a:cubicBezTo>
                    <a:pt x="193" y="58"/>
                    <a:pt x="150" y="0"/>
                    <a:pt x="97" y="0"/>
                  </a:cubicBezTo>
                  <a:close/>
                </a:path>
              </a:pathLst>
            </a:custGeom>
            <a:solidFill>
              <a:srgbClr val="51B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39" name="Google Shape;3139;p27"/>
            <p:cNvSpPr/>
            <p:nvPr/>
          </p:nvSpPr>
          <p:spPr>
            <a:xfrm>
              <a:off x="3637929" y="2529112"/>
              <a:ext cx="8048" cy="10915"/>
            </a:xfrm>
            <a:custGeom>
              <a:avLst/>
              <a:gdLst/>
              <a:ahLst/>
              <a:cxnLst/>
              <a:rect l="l" t="t" r="r" b="b"/>
              <a:pathLst>
                <a:path w="73" h="99" extrusionOk="0">
                  <a:moveTo>
                    <a:pt x="36" y="1"/>
                  </a:moveTo>
                  <a:cubicBezTo>
                    <a:pt x="15" y="1"/>
                    <a:pt x="0" y="22"/>
                    <a:pt x="0" y="49"/>
                  </a:cubicBezTo>
                  <a:cubicBezTo>
                    <a:pt x="0" y="76"/>
                    <a:pt x="16" y="98"/>
                    <a:pt x="36" y="98"/>
                  </a:cubicBezTo>
                  <a:cubicBezTo>
                    <a:pt x="55" y="98"/>
                    <a:pt x="72" y="76"/>
                    <a:pt x="72" y="49"/>
                  </a:cubicBezTo>
                  <a:cubicBezTo>
                    <a:pt x="73" y="23"/>
                    <a:pt x="56" y="1"/>
                    <a:pt x="36" y="1"/>
                  </a:cubicBezTo>
                  <a:close/>
                </a:path>
              </a:pathLst>
            </a:custGeom>
            <a:solidFill>
              <a:srgbClr val="51B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0" name="Google Shape;3140;p27"/>
            <p:cNvSpPr/>
            <p:nvPr/>
          </p:nvSpPr>
          <p:spPr>
            <a:xfrm>
              <a:off x="3616982" y="2523490"/>
              <a:ext cx="28995" cy="22380"/>
            </a:xfrm>
            <a:custGeom>
              <a:avLst/>
              <a:gdLst/>
              <a:ahLst/>
              <a:cxnLst/>
              <a:rect l="l" t="t" r="r" b="b"/>
              <a:pathLst>
                <a:path w="263" h="203" extrusionOk="0">
                  <a:moveTo>
                    <a:pt x="171" y="1"/>
                  </a:moveTo>
                  <a:cubicBezTo>
                    <a:pt x="139" y="1"/>
                    <a:pt x="1" y="49"/>
                    <a:pt x="2" y="101"/>
                  </a:cubicBezTo>
                  <a:cubicBezTo>
                    <a:pt x="2" y="150"/>
                    <a:pt x="143" y="202"/>
                    <a:pt x="171" y="202"/>
                  </a:cubicBezTo>
                  <a:lnTo>
                    <a:pt x="195" y="202"/>
                  </a:lnTo>
                  <a:cubicBezTo>
                    <a:pt x="232" y="202"/>
                    <a:pt x="263" y="157"/>
                    <a:pt x="263" y="101"/>
                  </a:cubicBezTo>
                  <a:cubicBezTo>
                    <a:pt x="263" y="45"/>
                    <a:pt x="232" y="1"/>
                    <a:pt x="1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1" name="Google Shape;3141;p27"/>
            <p:cNvSpPr/>
            <p:nvPr/>
          </p:nvSpPr>
          <p:spPr>
            <a:xfrm>
              <a:off x="5621623" y="2797456"/>
              <a:ext cx="42335" cy="577035"/>
            </a:xfrm>
            <a:custGeom>
              <a:avLst/>
              <a:gdLst/>
              <a:ahLst/>
              <a:cxnLst/>
              <a:rect l="l" t="t" r="r" b="b"/>
              <a:pathLst>
                <a:path w="384" h="5234" extrusionOk="0">
                  <a:moveTo>
                    <a:pt x="98" y="0"/>
                  </a:moveTo>
                  <a:lnTo>
                    <a:pt x="1" y="5234"/>
                  </a:lnTo>
                  <a:lnTo>
                    <a:pt x="383" y="5234"/>
                  </a:lnTo>
                  <a:lnTo>
                    <a:pt x="286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2" name="Google Shape;3142;p27"/>
            <p:cNvSpPr/>
            <p:nvPr/>
          </p:nvSpPr>
          <p:spPr>
            <a:xfrm>
              <a:off x="5609716" y="2787864"/>
              <a:ext cx="66369" cy="28554"/>
            </a:xfrm>
            <a:custGeom>
              <a:avLst/>
              <a:gdLst/>
              <a:ahLst/>
              <a:cxnLst/>
              <a:rect l="l" t="t" r="r" b="b"/>
              <a:pathLst>
                <a:path w="602" h="259" extrusionOk="0">
                  <a:moveTo>
                    <a:pt x="97" y="0"/>
                  </a:moveTo>
                  <a:cubicBezTo>
                    <a:pt x="44" y="0"/>
                    <a:pt x="0" y="58"/>
                    <a:pt x="0" y="130"/>
                  </a:cubicBezTo>
                  <a:cubicBezTo>
                    <a:pt x="0" y="202"/>
                    <a:pt x="42" y="259"/>
                    <a:pt x="97" y="259"/>
                  </a:cubicBezTo>
                  <a:lnTo>
                    <a:pt x="506" y="259"/>
                  </a:lnTo>
                  <a:cubicBezTo>
                    <a:pt x="558" y="259"/>
                    <a:pt x="602" y="202"/>
                    <a:pt x="602" y="130"/>
                  </a:cubicBezTo>
                  <a:cubicBezTo>
                    <a:pt x="600" y="58"/>
                    <a:pt x="558" y="0"/>
                    <a:pt x="50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3" name="Google Shape;3143;p27"/>
            <p:cNvSpPr/>
            <p:nvPr/>
          </p:nvSpPr>
          <p:spPr>
            <a:xfrm>
              <a:off x="5446770" y="2798558"/>
              <a:ext cx="172317" cy="96577"/>
            </a:xfrm>
            <a:custGeom>
              <a:avLst/>
              <a:gdLst/>
              <a:ahLst/>
              <a:cxnLst/>
              <a:rect l="l" t="t" r="r" b="b"/>
              <a:pathLst>
                <a:path w="1563" h="876" extrusionOk="0">
                  <a:moveTo>
                    <a:pt x="1549" y="0"/>
                  </a:moveTo>
                  <a:lnTo>
                    <a:pt x="1370" y="5"/>
                  </a:lnTo>
                  <a:cubicBezTo>
                    <a:pt x="1310" y="7"/>
                    <a:pt x="1251" y="26"/>
                    <a:pt x="1200" y="60"/>
                  </a:cubicBezTo>
                  <a:lnTo>
                    <a:pt x="20" y="833"/>
                  </a:lnTo>
                  <a:cubicBezTo>
                    <a:pt x="1" y="847"/>
                    <a:pt x="12" y="876"/>
                    <a:pt x="32" y="876"/>
                  </a:cubicBezTo>
                  <a:cubicBezTo>
                    <a:pt x="35" y="876"/>
                    <a:pt x="38" y="875"/>
                    <a:pt x="41" y="874"/>
                  </a:cubicBezTo>
                  <a:lnTo>
                    <a:pt x="1259" y="429"/>
                  </a:lnTo>
                  <a:cubicBezTo>
                    <a:pt x="1300" y="414"/>
                    <a:pt x="1336" y="387"/>
                    <a:pt x="1361" y="351"/>
                  </a:cubicBezTo>
                  <a:cubicBezTo>
                    <a:pt x="1361" y="351"/>
                    <a:pt x="1556" y="97"/>
                    <a:pt x="1562" y="85"/>
                  </a:cubicBezTo>
                  <a:lnTo>
                    <a:pt x="1549" y="0"/>
                  </a:ln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4" name="Google Shape;3144;p27"/>
            <p:cNvSpPr/>
            <p:nvPr/>
          </p:nvSpPr>
          <p:spPr>
            <a:xfrm>
              <a:off x="5618977" y="2801756"/>
              <a:ext cx="168568" cy="106389"/>
            </a:xfrm>
            <a:custGeom>
              <a:avLst/>
              <a:gdLst/>
              <a:ahLst/>
              <a:cxnLst/>
              <a:rect l="l" t="t" r="r" b="b"/>
              <a:pathLst>
                <a:path w="1529" h="965" extrusionOk="0">
                  <a:moveTo>
                    <a:pt x="67" y="1"/>
                  </a:moveTo>
                  <a:cubicBezTo>
                    <a:pt x="67" y="1"/>
                    <a:pt x="66" y="1"/>
                    <a:pt x="66" y="1"/>
                  </a:cubicBezTo>
                  <a:lnTo>
                    <a:pt x="0" y="55"/>
                  </a:lnTo>
                  <a:lnTo>
                    <a:pt x="94" y="207"/>
                  </a:lnTo>
                  <a:cubicBezTo>
                    <a:pt x="126" y="258"/>
                    <a:pt x="171" y="301"/>
                    <a:pt x="225" y="327"/>
                  </a:cubicBezTo>
                  <a:lnTo>
                    <a:pt x="1486" y="962"/>
                  </a:lnTo>
                  <a:cubicBezTo>
                    <a:pt x="1490" y="964"/>
                    <a:pt x="1493" y="964"/>
                    <a:pt x="1496" y="964"/>
                  </a:cubicBezTo>
                  <a:cubicBezTo>
                    <a:pt x="1515" y="964"/>
                    <a:pt x="1529" y="938"/>
                    <a:pt x="1512" y="923"/>
                  </a:cubicBezTo>
                  <a:lnTo>
                    <a:pt x="515" y="91"/>
                  </a:lnTo>
                  <a:cubicBezTo>
                    <a:pt x="481" y="62"/>
                    <a:pt x="441" y="46"/>
                    <a:pt x="397" y="42"/>
                  </a:cubicBezTo>
                  <a:cubicBezTo>
                    <a:pt x="397" y="42"/>
                    <a:pt x="95" y="1"/>
                    <a:pt x="6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5" name="Google Shape;3145;p27"/>
            <p:cNvSpPr/>
            <p:nvPr/>
          </p:nvSpPr>
          <p:spPr>
            <a:xfrm>
              <a:off x="5600235" y="2607829"/>
              <a:ext cx="40020" cy="194036"/>
            </a:xfrm>
            <a:custGeom>
              <a:avLst/>
              <a:gdLst/>
              <a:ahLst/>
              <a:cxnLst/>
              <a:rect l="l" t="t" r="r" b="b"/>
              <a:pathLst>
                <a:path w="363" h="1760" extrusionOk="0">
                  <a:moveTo>
                    <a:pt x="256" y="1"/>
                  </a:moveTo>
                  <a:cubicBezTo>
                    <a:pt x="245" y="1"/>
                    <a:pt x="235" y="7"/>
                    <a:pt x="233" y="19"/>
                  </a:cubicBezTo>
                  <a:lnTo>
                    <a:pt x="9" y="1297"/>
                  </a:lnTo>
                  <a:cubicBezTo>
                    <a:pt x="0" y="1340"/>
                    <a:pt x="8" y="1384"/>
                    <a:pt x="26" y="1423"/>
                  </a:cubicBezTo>
                  <a:cubicBezTo>
                    <a:pt x="26" y="1423"/>
                    <a:pt x="148" y="1720"/>
                    <a:pt x="156" y="1730"/>
                  </a:cubicBezTo>
                  <a:lnTo>
                    <a:pt x="235" y="1760"/>
                  </a:lnTo>
                  <a:lnTo>
                    <a:pt x="321" y="1602"/>
                  </a:lnTo>
                  <a:cubicBezTo>
                    <a:pt x="350" y="1549"/>
                    <a:pt x="363" y="1489"/>
                    <a:pt x="359" y="1428"/>
                  </a:cubicBezTo>
                  <a:lnTo>
                    <a:pt x="279" y="22"/>
                  </a:lnTo>
                  <a:cubicBezTo>
                    <a:pt x="278" y="8"/>
                    <a:pt x="267" y="1"/>
                    <a:pt x="256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6" name="Google Shape;3146;p27"/>
            <p:cNvSpPr/>
            <p:nvPr/>
          </p:nvSpPr>
          <p:spPr>
            <a:xfrm>
              <a:off x="5609716" y="2787864"/>
              <a:ext cx="21278" cy="28554"/>
            </a:xfrm>
            <a:custGeom>
              <a:avLst/>
              <a:gdLst/>
              <a:ahLst/>
              <a:cxnLst/>
              <a:rect l="l" t="t" r="r" b="b"/>
              <a:pathLst>
                <a:path w="193" h="259" extrusionOk="0">
                  <a:moveTo>
                    <a:pt x="97" y="0"/>
                  </a:moveTo>
                  <a:cubicBezTo>
                    <a:pt x="44" y="0"/>
                    <a:pt x="0" y="58"/>
                    <a:pt x="0" y="130"/>
                  </a:cubicBezTo>
                  <a:cubicBezTo>
                    <a:pt x="0" y="202"/>
                    <a:pt x="42" y="259"/>
                    <a:pt x="97" y="259"/>
                  </a:cubicBezTo>
                  <a:cubicBezTo>
                    <a:pt x="149" y="259"/>
                    <a:pt x="193" y="202"/>
                    <a:pt x="193" y="130"/>
                  </a:cubicBezTo>
                  <a:cubicBezTo>
                    <a:pt x="191" y="58"/>
                    <a:pt x="149" y="0"/>
                    <a:pt x="97" y="0"/>
                  </a:cubicBezTo>
                  <a:close/>
                </a:path>
              </a:pathLst>
            </a:custGeom>
            <a:solidFill>
              <a:srgbClr val="51B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7" name="Google Shape;3147;p27"/>
            <p:cNvSpPr/>
            <p:nvPr/>
          </p:nvSpPr>
          <p:spPr>
            <a:xfrm>
              <a:off x="5616331" y="2796684"/>
              <a:ext cx="8048" cy="10915"/>
            </a:xfrm>
            <a:custGeom>
              <a:avLst/>
              <a:gdLst/>
              <a:ahLst/>
              <a:cxnLst/>
              <a:rect l="l" t="t" r="r" b="b"/>
              <a:pathLst>
                <a:path w="73" h="99" extrusionOk="0">
                  <a:moveTo>
                    <a:pt x="37" y="1"/>
                  </a:moveTo>
                  <a:cubicBezTo>
                    <a:pt x="16" y="1"/>
                    <a:pt x="1" y="22"/>
                    <a:pt x="1" y="50"/>
                  </a:cubicBezTo>
                  <a:cubicBezTo>
                    <a:pt x="1" y="77"/>
                    <a:pt x="17" y="98"/>
                    <a:pt x="37" y="98"/>
                  </a:cubicBezTo>
                  <a:cubicBezTo>
                    <a:pt x="57" y="98"/>
                    <a:pt x="72" y="77"/>
                    <a:pt x="72" y="50"/>
                  </a:cubicBezTo>
                  <a:cubicBezTo>
                    <a:pt x="72" y="22"/>
                    <a:pt x="56" y="1"/>
                    <a:pt x="37" y="1"/>
                  </a:cubicBezTo>
                  <a:close/>
                </a:path>
              </a:pathLst>
            </a:custGeom>
            <a:solidFill>
              <a:srgbClr val="51B89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8" name="Google Shape;3148;p27"/>
            <p:cNvSpPr/>
            <p:nvPr/>
          </p:nvSpPr>
          <p:spPr>
            <a:xfrm>
              <a:off x="5595384" y="2790951"/>
              <a:ext cx="28995" cy="22380"/>
            </a:xfrm>
            <a:custGeom>
              <a:avLst/>
              <a:gdLst/>
              <a:ahLst/>
              <a:cxnLst/>
              <a:rect l="l" t="t" r="r" b="b"/>
              <a:pathLst>
                <a:path w="263" h="203" extrusionOk="0">
                  <a:moveTo>
                    <a:pt x="170" y="1"/>
                  </a:moveTo>
                  <a:cubicBezTo>
                    <a:pt x="139" y="1"/>
                    <a:pt x="0" y="49"/>
                    <a:pt x="1" y="102"/>
                  </a:cubicBezTo>
                  <a:cubicBezTo>
                    <a:pt x="1" y="150"/>
                    <a:pt x="142" y="202"/>
                    <a:pt x="170" y="202"/>
                  </a:cubicBezTo>
                  <a:lnTo>
                    <a:pt x="195" y="202"/>
                  </a:lnTo>
                  <a:cubicBezTo>
                    <a:pt x="232" y="202"/>
                    <a:pt x="262" y="158"/>
                    <a:pt x="262" y="102"/>
                  </a:cubicBezTo>
                  <a:cubicBezTo>
                    <a:pt x="262" y="46"/>
                    <a:pt x="232" y="1"/>
                    <a:pt x="19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49" name="Google Shape;3149;p27"/>
            <p:cNvSpPr/>
            <p:nvPr/>
          </p:nvSpPr>
          <p:spPr>
            <a:xfrm>
              <a:off x="2805335" y="3009463"/>
              <a:ext cx="3559120" cy="1209195"/>
            </a:xfrm>
            <a:custGeom>
              <a:avLst/>
              <a:gdLst/>
              <a:ahLst/>
              <a:cxnLst/>
              <a:rect l="l" t="t" r="r" b="b"/>
              <a:pathLst>
                <a:path w="32283" h="10968" extrusionOk="0">
                  <a:moveTo>
                    <a:pt x="32282" y="4313"/>
                  </a:moveTo>
                  <a:cubicBezTo>
                    <a:pt x="32282" y="5997"/>
                    <a:pt x="32026" y="7620"/>
                    <a:pt x="31547" y="9146"/>
                  </a:cubicBezTo>
                  <a:cubicBezTo>
                    <a:pt x="31465" y="9409"/>
                    <a:pt x="31376" y="9669"/>
                    <a:pt x="31281" y="9926"/>
                  </a:cubicBezTo>
                  <a:cubicBezTo>
                    <a:pt x="31271" y="9954"/>
                    <a:pt x="31260" y="9982"/>
                    <a:pt x="31249" y="10010"/>
                  </a:cubicBezTo>
                  <a:cubicBezTo>
                    <a:pt x="31122" y="10145"/>
                    <a:pt x="30991" y="10276"/>
                    <a:pt x="30855" y="10404"/>
                  </a:cubicBezTo>
                  <a:cubicBezTo>
                    <a:pt x="30682" y="10568"/>
                    <a:pt x="30502" y="10728"/>
                    <a:pt x="30314" y="10882"/>
                  </a:cubicBezTo>
                  <a:cubicBezTo>
                    <a:pt x="30280" y="10911"/>
                    <a:pt x="30246" y="10939"/>
                    <a:pt x="30212" y="10967"/>
                  </a:cubicBezTo>
                  <a:lnTo>
                    <a:pt x="1432" y="10967"/>
                  </a:lnTo>
                  <a:lnTo>
                    <a:pt x="1393" y="10882"/>
                  </a:lnTo>
                  <a:cubicBezTo>
                    <a:pt x="1324" y="10724"/>
                    <a:pt x="1255" y="10565"/>
                    <a:pt x="1189" y="10404"/>
                  </a:cubicBezTo>
                  <a:cubicBezTo>
                    <a:pt x="1125" y="10246"/>
                    <a:pt x="1063" y="10087"/>
                    <a:pt x="1004" y="9926"/>
                  </a:cubicBezTo>
                  <a:cubicBezTo>
                    <a:pt x="886" y="9610"/>
                    <a:pt x="779" y="9290"/>
                    <a:pt x="681" y="8966"/>
                  </a:cubicBezTo>
                  <a:cubicBezTo>
                    <a:pt x="643" y="8836"/>
                    <a:pt x="605" y="8706"/>
                    <a:pt x="570" y="8575"/>
                  </a:cubicBezTo>
                  <a:cubicBezTo>
                    <a:pt x="199" y="7218"/>
                    <a:pt x="1" y="5790"/>
                    <a:pt x="1" y="4313"/>
                  </a:cubicBezTo>
                  <a:cubicBezTo>
                    <a:pt x="1" y="2901"/>
                    <a:pt x="183" y="1530"/>
                    <a:pt x="523" y="226"/>
                  </a:cubicBezTo>
                  <a:cubicBezTo>
                    <a:pt x="1811" y="41"/>
                    <a:pt x="3360" y="1"/>
                    <a:pt x="5202" y="223"/>
                  </a:cubicBezTo>
                  <a:cubicBezTo>
                    <a:pt x="8678" y="640"/>
                    <a:pt x="10500" y="1351"/>
                    <a:pt x="12007" y="2009"/>
                  </a:cubicBezTo>
                  <a:cubicBezTo>
                    <a:pt x="12076" y="2040"/>
                    <a:pt x="12144" y="2070"/>
                    <a:pt x="12212" y="2098"/>
                  </a:cubicBezTo>
                  <a:cubicBezTo>
                    <a:pt x="12370" y="2169"/>
                    <a:pt x="12526" y="2238"/>
                    <a:pt x="12682" y="2306"/>
                  </a:cubicBezTo>
                  <a:cubicBezTo>
                    <a:pt x="12990" y="2441"/>
                    <a:pt x="13295" y="2572"/>
                    <a:pt x="13607" y="2695"/>
                  </a:cubicBezTo>
                  <a:cubicBezTo>
                    <a:pt x="14557" y="3067"/>
                    <a:pt x="15583" y="3360"/>
                    <a:pt x="17056" y="3479"/>
                  </a:cubicBezTo>
                  <a:cubicBezTo>
                    <a:pt x="17389" y="3507"/>
                    <a:pt x="17744" y="3524"/>
                    <a:pt x="18128" y="3533"/>
                  </a:cubicBezTo>
                  <a:cubicBezTo>
                    <a:pt x="19322" y="3556"/>
                    <a:pt x="20402" y="3444"/>
                    <a:pt x="21440" y="3254"/>
                  </a:cubicBezTo>
                  <a:cubicBezTo>
                    <a:pt x="21634" y="3219"/>
                    <a:pt x="21827" y="3181"/>
                    <a:pt x="22019" y="3141"/>
                  </a:cubicBezTo>
                  <a:cubicBezTo>
                    <a:pt x="25023" y="2504"/>
                    <a:pt x="27756" y="1297"/>
                    <a:pt x="31953" y="1041"/>
                  </a:cubicBezTo>
                  <a:cubicBezTo>
                    <a:pt x="32169" y="2096"/>
                    <a:pt x="32282" y="3191"/>
                    <a:pt x="32282" y="431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0" name="Google Shape;3150;p27"/>
            <p:cNvSpPr/>
            <p:nvPr/>
          </p:nvSpPr>
          <p:spPr>
            <a:xfrm>
              <a:off x="3101462" y="2988295"/>
              <a:ext cx="3112507" cy="585745"/>
            </a:xfrm>
            <a:custGeom>
              <a:avLst/>
              <a:gdLst/>
              <a:ahLst/>
              <a:cxnLst/>
              <a:rect l="l" t="t" r="r" b="b"/>
              <a:pathLst>
                <a:path w="28232" h="5313" extrusionOk="0">
                  <a:moveTo>
                    <a:pt x="2677" y="2302"/>
                  </a:moveTo>
                  <a:cubicBezTo>
                    <a:pt x="2877" y="2302"/>
                    <a:pt x="3039" y="2845"/>
                    <a:pt x="3039" y="3260"/>
                  </a:cubicBezTo>
                  <a:cubicBezTo>
                    <a:pt x="3039" y="3676"/>
                    <a:pt x="2876" y="3808"/>
                    <a:pt x="2677" y="3808"/>
                  </a:cubicBezTo>
                  <a:cubicBezTo>
                    <a:pt x="2480" y="3808"/>
                    <a:pt x="2317" y="3675"/>
                    <a:pt x="2317" y="3260"/>
                  </a:cubicBezTo>
                  <a:cubicBezTo>
                    <a:pt x="2315" y="2845"/>
                    <a:pt x="2478" y="2302"/>
                    <a:pt x="2677" y="2302"/>
                  </a:cubicBezTo>
                  <a:close/>
                  <a:moveTo>
                    <a:pt x="249" y="0"/>
                  </a:moveTo>
                  <a:cubicBezTo>
                    <a:pt x="386" y="0"/>
                    <a:pt x="497" y="372"/>
                    <a:pt x="497" y="658"/>
                  </a:cubicBezTo>
                  <a:cubicBezTo>
                    <a:pt x="497" y="945"/>
                    <a:pt x="386" y="1036"/>
                    <a:pt x="249" y="1036"/>
                  </a:cubicBezTo>
                  <a:cubicBezTo>
                    <a:pt x="112" y="1036"/>
                    <a:pt x="1" y="945"/>
                    <a:pt x="1" y="658"/>
                  </a:cubicBezTo>
                  <a:cubicBezTo>
                    <a:pt x="1" y="374"/>
                    <a:pt x="112" y="0"/>
                    <a:pt x="249" y="0"/>
                  </a:cubicBezTo>
                  <a:close/>
                  <a:moveTo>
                    <a:pt x="25177" y="1080"/>
                  </a:moveTo>
                  <a:cubicBezTo>
                    <a:pt x="25358" y="1080"/>
                    <a:pt x="25505" y="1571"/>
                    <a:pt x="25505" y="1946"/>
                  </a:cubicBezTo>
                  <a:cubicBezTo>
                    <a:pt x="25505" y="2323"/>
                    <a:pt x="25358" y="2443"/>
                    <a:pt x="25177" y="2443"/>
                  </a:cubicBezTo>
                  <a:cubicBezTo>
                    <a:pt x="24997" y="2443"/>
                    <a:pt x="24850" y="2323"/>
                    <a:pt x="24850" y="1946"/>
                  </a:cubicBezTo>
                  <a:cubicBezTo>
                    <a:pt x="24850" y="1571"/>
                    <a:pt x="24997" y="1080"/>
                    <a:pt x="25177" y="1080"/>
                  </a:cubicBezTo>
                  <a:close/>
                  <a:moveTo>
                    <a:pt x="27871" y="3808"/>
                  </a:moveTo>
                  <a:cubicBezTo>
                    <a:pt x="28071" y="3808"/>
                    <a:pt x="28232" y="4350"/>
                    <a:pt x="28232" y="4765"/>
                  </a:cubicBezTo>
                  <a:cubicBezTo>
                    <a:pt x="28232" y="5181"/>
                    <a:pt x="28070" y="5313"/>
                    <a:pt x="27871" y="5313"/>
                  </a:cubicBezTo>
                  <a:cubicBezTo>
                    <a:pt x="27672" y="5313"/>
                    <a:pt x="27510" y="5180"/>
                    <a:pt x="27510" y="4765"/>
                  </a:cubicBezTo>
                  <a:cubicBezTo>
                    <a:pt x="27510" y="4350"/>
                    <a:pt x="27673" y="3808"/>
                    <a:pt x="27871" y="3808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1" name="Google Shape;3151;p27"/>
            <p:cNvSpPr/>
            <p:nvPr/>
          </p:nvSpPr>
          <p:spPr>
            <a:xfrm>
              <a:off x="3852692" y="2605955"/>
              <a:ext cx="356430" cy="140566"/>
            </a:xfrm>
            <a:custGeom>
              <a:avLst/>
              <a:gdLst/>
              <a:ahLst/>
              <a:cxnLst/>
              <a:rect l="l" t="t" r="r" b="b"/>
              <a:pathLst>
                <a:path w="3233" h="1275" extrusionOk="0">
                  <a:moveTo>
                    <a:pt x="1700" y="1"/>
                  </a:moveTo>
                  <a:cubicBezTo>
                    <a:pt x="1501" y="1"/>
                    <a:pt x="1341" y="156"/>
                    <a:pt x="1325" y="355"/>
                  </a:cubicBezTo>
                  <a:cubicBezTo>
                    <a:pt x="1269" y="337"/>
                    <a:pt x="1208" y="327"/>
                    <a:pt x="1145" y="327"/>
                  </a:cubicBezTo>
                  <a:cubicBezTo>
                    <a:pt x="813" y="327"/>
                    <a:pt x="544" y="601"/>
                    <a:pt x="544" y="942"/>
                  </a:cubicBezTo>
                  <a:cubicBezTo>
                    <a:pt x="544" y="953"/>
                    <a:pt x="545" y="963"/>
                    <a:pt x="545" y="975"/>
                  </a:cubicBezTo>
                  <a:cubicBezTo>
                    <a:pt x="493" y="948"/>
                    <a:pt x="436" y="933"/>
                    <a:pt x="374" y="933"/>
                  </a:cubicBezTo>
                  <a:cubicBezTo>
                    <a:pt x="180" y="933"/>
                    <a:pt x="21" y="1082"/>
                    <a:pt x="0" y="1275"/>
                  </a:cubicBezTo>
                  <a:lnTo>
                    <a:pt x="3232" y="1275"/>
                  </a:lnTo>
                  <a:cubicBezTo>
                    <a:pt x="3229" y="1064"/>
                    <a:pt x="3062" y="895"/>
                    <a:pt x="2856" y="895"/>
                  </a:cubicBezTo>
                  <a:cubicBezTo>
                    <a:pt x="2842" y="895"/>
                    <a:pt x="2829" y="896"/>
                    <a:pt x="2816" y="897"/>
                  </a:cubicBezTo>
                  <a:cubicBezTo>
                    <a:pt x="2817" y="882"/>
                    <a:pt x="2819" y="866"/>
                    <a:pt x="2819" y="851"/>
                  </a:cubicBezTo>
                  <a:cubicBezTo>
                    <a:pt x="2819" y="552"/>
                    <a:pt x="2581" y="308"/>
                    <a:pt x="2288" y="308"/>
                  </a:cubicBezTo>
                  <a:cubicBezTo>
                    <a:pt x="2212" y="308"/>
                    <a:pt x="2140" y="324"/>
                    <a:pt x="2074" y="354"/>
                  </a:cubicBezTo>
                  <a:cubicBezTo>
                    <a:pt x="2059" y="155"/>
                    <a:pt x="1898" y="1"/>
                    <a:pt x="17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2" name="Google Shape;3152;p27"/>
            <p:cNvSpPr/>
            <p:nvPr/>
          </p:nvSpPr>
          <p:spPr>
            <a:xfrm>
              <a:off x="4367551" y="1954390"/>
              <a:ext cx="593462" cy="165481"/>
            </a:xfrm>
            <a:custGeom>
              <a:avLst/>
              <a:gdLst/>
              <a:ahLst/>
              <a:cxnLst/>
              <a:rect l="l" t="t" r="r" b="b"/>
              <a:pathLst>
                <a:path w="5383" h="1501" extrusionOk="0">
                  <a:moveTo>
                    <a:pt x="2026" y="1"/>
                  </a:moveTo>
                  <a:cubicBezTo>
                    <a:pt x="1599" y="1"/>
                    <a:pt x="1251" y="336"/>
                    <a:pt x="1221" y="764"/>
                  </a:cubicBezTo>
                  <a:cubicBezTo>
                    <a:pt x="1100" y="689"/>
                    <a:pt x="959" y="647"/>
                    <a:pt x="808" y="647"/>
                  </a:cubicBezTo>
                  <a:cubicBezTo>
                    <a:pt x="361" y="647"/>
                    <a:pt x="0" y="1017"/>
                    <a:pt x="0" y="1474"/>
                  </a:cubicBezTo>
                  <a:lnTo>
                    <a:pt x="0" y="1501"/>
                  </a:lnTo>
                  <a:lnTo>
                    <a:pt x="5383" y="1501"/>
                  </a:lnTo>
                  <a:cubicBezTo>
                    <a:pt x="5291" y="1147"/>
                    <a:pt x="4976" y="886"/>
                    <a:pt x="4601" y="886"/>
                  </a:cubicBezTo>
                  <a:cubicBezTo>
                    <a:pt x="4419" y="886"/>
                    <a:pt x="4252" y="948"/>
                    <a:pt x="4116" y="1052"/>
                  </a:cubicBezTo>
                  <a:cubicBezTo>
                    <a:pt x="4074" y="636"/>
                    <a:pt x="3731" y="311"/>
                    <a:pt x="3313" y="311"/>
                  </a:cubicBezTo>
                  <a:cubicBezTo>
                    <a:pt x="3106" y="311"/>
                    <a:pt x="2918" y="392"/>
                    <a:pt x="2776" y="523"/>
                  </a:cubicBezTo>
                  <a:cubicBezTo>
                    <a:pt x="2657" y="217"/>
                    <a:pt x="2367" y="1"/>
                    <a:pt x="20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3" name="Google Shape;3153;p27"/>
            <p:cNvSpPr/>
            <p:nvPr/>
          </p:nvSpPr>
          <p:spPr>
            <a:xfrm>
              <a:off x="2983937" y="2204983"/>
              <a:ext cx="523235" cy="188082"/>
            </a:xfrm>
            <a:custGeom>
              <a:avLst/>
              <a:gdLst/>
              <a:ahLst/>
              <a:cxnLst/>
              <a:rect l="l" t="t" r="r" b="b"/>
              <a:pathLst>
                <a:path w="4746" h="1706" extrusionOk="0">
                  <a:moveTo>
                    <a:pt x="2401" y="0"/>
                  </a:moveTo>
                  <a:cubicBezTo>
                    <a:pt x="1986" y="0"/>
                    <a:pt x="1645" y="329"/>
                    <a:pt x="1614" y="745"/>
                  </a:cubicBezTo>
                  <a:cubicBezTo>
                    <a:pt x="1496" y="707"/>
                    <a:pt x="1368" y="687"/>
                    <a:pt x="1236" y="687"/>
                  </a:cubicBezTo>
                  <a:cubicBezTo>
                    <a:pt x="630" y="687"/>
                    <a:pt x="123" y="1125"/>
                    <a:pt x="1" y="1706"/>
                  </a:cubicBezTo>
                  <a:lnTo>
                    <a:pt x="4745" y="1706"/>
                  </a:lnTo>
                  <a:cubicBezTo>
                    <a:pt x="4705" y="1114"/>
                    <a:pt x="4224" y="646"/>
                    <a:pt x="3635" y="646"/>
                  </a:cubicBezTo>
                  <a:cubicBezTo>
                    <a:pt x="3475" y="646"/>
                    <a:pt x="3324" y="681"/>
                    <a:pt x="3188" y="742"/>
                  </a:cubicBezTo>
                  <a:cubicBezTo>
                    <a:pt x="3155" y="327"/>
                    <a:pt x="2815" y="0"/>
                    <a:pt x="240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4" name="Google Shape;3154;p27"/>
            <p:cNvSpPr/>
            <p:nvPr/>
          </p:nvSpPr>
          <p:spPr>
            <a:xfrm>
              <a:off x="5812904" y="2417762"/>
              <a:ext cx="523235" cy="188303"/>
            </a:xfrm>
            <a:custGeom>
              <a:avLst/>
              <a:gdLst/>
              <a:ahLst/>
              <a:cxnLst/>
              <a:rect l="l" t="t" r="r" b="b"/>
              <a:pathLst>
                <a:path w="4746" h="1708" extrusionOk="0">
                  <a:moveTo>
                    <a:pt x="2402" y="1"/>
                  </a:moveTo>
                  <a:cubicBezTo>
                    <a:pt x="1985" y="1"/>
                    <a:pt x="1645" y="330"/>
                    <a:pt x="1615" y="747"/>
                  </a:cubicBezTo>
                  <a:cubicBezTo>
                    <a:pt x="1496" y="708"/>
                    <a:pt x="1368" y="688"/>
                    <a:pt x="1236" y="688"/>
                  </a:cubicBezTo>
                  <a:cubicBezTo>
                    <a:pt x="629" y="688"/>
                    <a:pt x="123" y="1125"/>
                    <a:pt x="0" y="1708"/>
                  </a:cubicBezTo>
                  <a:lnTo>
                    <a:pt x="4746" y="1708"/>
                  </a:lnTo>
                  <a:cubicBezTo>
                    <a:pt x="4707" y="1115"/>
                    <a:pt x="4225" y="648"/>
                    <a:pt x="3636" y="648"/>
                  </a:cubicBezTo>
                  <a:cubicBezTo>
                    <a:pt x="3476" y="648"/>
                    <a:pt x="3324" y="681"/>
                    <a:pt x="3187" y="743"/>
                  </a:cubicBezTo>
                  <a:cubicBezTo>
                    <a:pt x="3156" y="327"/>
                    <a:pt x="2815" y="1"/>
                    <a:pt x="24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5" name="Google Shape;3155;p27"/>
            <p:cNvSpPr/>
            <p:nvPr/>
          </p:nvSpPr>
          <p:spPr>
            <a:xfrm>
              <a:off x="4042540" y="2365945"/>
              <a:ext cx="66038" cy="41674"/>
            </a:xfrm>
            <a:custGeom>
              <a:avLst/>
              <a:gdLst/>
              <a:ahLst/>
              <a:cxnLst/>
              <a:rect l="l" t="t" r="r" b="b"/>
              <a:pathLst>
                <a:path w="599" h="378" extrusionOk="0">
                  <a:moveTo>
                    <a:pt x="514" y="1"/>
                  </a:moveTo>
                  <a:cubicBezTo>
                    <a:pt x="493" y="1"/>
                    <a:pt x="473" y="9"/>
                    <a:pt x="458" y="25"/>
                  </a:cubicBezTo>
                  <a:lnTo>
                    <a:pt x="301" y="183"/>
                  </a:lnTo>
                  <a:lnTo>
                    <a:pt x="146" y="25"/>
                  </a:lnTo>
                  <a:cubicBezTo>
                    <a:pt x="130" y="9"/>
                    <a:pt x="109" y="1"/>
                    <a:pt x="89" y="1"/>
                  </a:cubicBezTo>
                  <a:cubicBezTo>
                    <a:pt x="69" y="1"/>
                    <a:pt x="49" y="9"/>
                    <a:pt x="33" y="24"/>
                  </a:cubicBezTo>
                  <a:cubicBezTo>
                    <a:pt x="2" y="55"/>
                    <a:pt x="0" y="104"/>
                    <a:pt x="31" y="136"/>
                  </a:cubicBezTo>
                  <a:lnTo>
                    <a:pt x="244" y="353"/>
                  </a:lnTo>
                  <a:cubicBezTo>
                    <a:pt x="259" y="369"/>
                    <a:pt x="280" y="378"/>
                    <a:pt x="300" y="378"/>
                  </a:cubicBezTo>
                  <a:cubicBezTo>
                    <a:pt x="322" y="378"/>
                    <a:pt x="342" y="369"/>
                    <a:pt x="356" y="353"/>
                  </a:cubicBezTo>
                  <a:lnTo>
                    <a:pt x="568" y="136"/>
                  </a:lnTo>
                  <a:cubicBezTo>
                    <a:pt x="599" y="106"/>
                    <a:pt x="598" y="55"/>
                    <a:pt x="567" y="24"/>
                  </a:cubicBezTo>
                  <a:cubicBezTo>
                    <a:pt x="553" y="9"/>
                    <a:pt x="533" y="1"/>
                    <a:pt x="5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6" name="Google Shape;3156;p27"/>
            <p:cNvSpPr/>
            <p:nvPr/>
          </p:nvSpPr>
          <p:spPr>
            <a:xfrm>
              <a:off x="5290989" y="2996454"/>
              <a:ext cx="66149" cy="41674"/>
            </a:xfrm>
            <a:custGeom>
              <a:avLst/>
              <a:gdLst/>
              <a:ahLst/>
              <a:cxnLst/>
              <a:rect l="l" t="t" r="r" b="b"/>
              <a:pathLst>
                <a:path w="600" h="378" extrusionOk="0">
                  <a:moveTo>
                    <a:pt x="514" y="1"/>
                  </a:moveTo>
                  <a:cubicBezTo>
                    <a:pt x="493" y="1"/>
                    <a:pt x="473" y="8"/>
                    <a:pt x="457" y="24"/>
                  </a:cubicBezTo>
                  <a:lnTo>
                    <a:pt x="302" y="183"/>
                  </a:lnTo>
                  <a:lnTo>
                    <a:pt x="145" y="24"/>
                  </a:lnTo>
                  <a:cubicBezTo>
                    <a:pt x="130" y="9"/>
                    <a:pt x="109" y="1"/>
                    <a:pt x="88" y="1"/>
                  </a:cubicBezTo>
                  <a:cubicBezTo>
                    <a:pt x="68" y="1"/>
                    <a:pt x="48" y="8"/>
                    <a:pt x="33" y="23"/>
                  </a:cubicBezTo>
                  <a:cubicBezTo>
                    <a:pt x="2" y="54"/>
                    <a:pt x="1" y="103"/>
                    <a:pt x="32" y="136"/>
                  </a:cubicBezTo>
                  <a:lnTo>
                    <a:pt x="243" y="353"/>
                  </a:lnTo>
                  <a:cubicBezTo>
                    <a:pt x="259" y="368"/>
                    <a:pt x="279" y="377"/>
                    <a:pt x="300" y="377"/>
                  </a:cubicBezTo>
                  <a:cubicBezTo>
                    <a:pt x="320" y="377"/>
                    <a:pt x="343" y="368"/>
                    <a:pt x="356" y="353"/>
                  </a:cubicBezTo>
                  <a:lnTo>
                    <a:pt x="569" y="136"/>
                  </a:lnTo>
                  <a:cubicBezTo>
                    <a:pt x="599" y="105"/>
                    <a:pt x="598" y="54"/>
                    <a:pt x="568" y="23"/>
                  </a:cubicBezTo>
                  <a:cubicBezTo>
                    <a:pt x="554" y="8"/>
                    <a:pt x="534" y="1"/>
                    <a:pt x="51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7" name="Google Shape;3157;p27"/>
            <p:cNvSpPr/>
            <p:nvPr/>
          </p:nvSpPr>
          <p:spPr>
            <a:xfrm>
              <a:off x="4616601" y="3148816"/>
              <a:ext cx="191500" cy="326112"/>
            </a:xfrm>
            <a:custGeom>
              <a:avLst/>
              <a:gdLst/>
              <a:ahLst/>
              <a:cxnLst/>
              <a:rect l="l" t="t" r="r" b="b"/>
              <a:pathLst>
                <a:path w="1737" h="2958" extrusionOk="0">
                  <a:moveTo>
                    <a:pt x="849" y="0"/>
                  </a:moveTo>
                  <a:cubicBezTo>
                    <a:pt x="755" y="0"/>
                    <a:pt x="662" y="58"/>
                    <a:pt x="634" y="172"/>
                  </a:cubicBezTo>
                  <a:lnTo>
                    <a:pt x="0" y="2768"/>
                  </a:lnTo>
                  <a:lnTo>
                    <a:pt x="1737" y="2957"/>
                  </a:lnTo>
                  <a:lnTo>
                    <a:pt x="1063" y="173"/>
                  </a:lnTo>
                  <a:cubicBezTo>
                    <a:pt x="1036" y="58"/>
                    <a:pt x="942" y="0"/>
                    <a:pt x="849" y="0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8" name="Google Shape;3158;p27"/>
            <p:cNvSpPr/>
            <p:nvPr/>
          </p:nvSpPr>
          <p:spPr>
            <a:xfrm>
              <a:off x="4706123" y="3218934"/>
              <a:ext cx="8379" cy="189185"/>
            </a:xfrm>
            <a:custGeom>
              <a:avLst/>
              <a:gdLst/>
              <a:ahLst/>
              <a:cxnLst/>
              <a:rect l="l" t="t" r="r" b="b"/>
              <a:pathLst>
                <a:path w="76" h="1716" extrusionOk="0">
                  <a:moveTo>
                    <a:pt x="37" y="1"/>
                  </a:moveTo>
                  <a:cubicBezTo>
                    <a:pt x="17" y="1"/>
                    <a:pt x="1" y="17"/>
                    <a:pt x="1" y="38"/>
                  </a:cubicBezTo>
                  <a:lnTo>
                    <a:pt x="1" y="1678"/>
                  </a:lnTo>
                  <a:cubicBezTo>
                    <a:pt x="1" y="1699"/>
                    <a:pt x="17" y="1716"/>
                    <a:pt x="37" y="1716"/>
                  </a:cubicBezTo>
                  <a:cubicBezTo>
                    <a:pt x="58" y="1716"/>
                    <a:pt x="75" y="1699"/>
                    <a:pt x="75" y="1678"/>
                  </a:cubicBezTo>
                  <a:lnTo>
                    <a:pt x="75" y="38"/>
                  </a:lnTo>
                  <a:cubicBezTo>
                    <a:pt x="75" y="17"/>
                    <a:pt x="58" y="1"/>
                    <a:pt x="3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59" name="Google Shape;3159;p27"/>
            <p:cNvSpPr/>
            <p:nvPr/>
          </p:nvSpPr>
          <p:spPr>
            <a:xfrm>
              <a:off x="4679553" y="3257410"/>
              <a:ext cx="71771" cy="90403"/>
            </a:xfrm>
            <a:custGeom>
              <a:avLst/>
              <a:gdLst/>
              <a:ahLst/>
              <a:cxnLst/>
              <a:rect l="l" t="t" r="r" b="b"/>
              <a:pathLst>
                <a:path w="651" h="820" extrusionOk="0">
                  <a:moveTo>
                    <a:pt x="43" y="1"/>
                  </a:moveTo>
                  <a:cubicBezTo>
                    <a:pt x="36" y="1"/>
                    <a:pt x="29" y="3"/>
                    <a:pt x="23" y="7"/>
                  </a:cubicBezTo>
                  <a:cubicBezTo>
                    <a:pt x="5" y="18"/>
                    <a:pt x="0" y="42"/>
                    <a:pt x="11" y="58"/>
                  </a:cubicBezTo>
                  <a:lnTo>
                    <a:pt x="242" y="421"/>
                  </a:lnTo>
                  <a:lnTo>
                    <a:pt x="242" y="782"/>
                  </a:lnTo>
                  <a:cubicBezTo>
                    <a:pt x="242" y="798"/>
                    <a:pt x="251" y="811"/>
                    <a:pt x="265" y="816"/>
                  </a:cubicBezTo>
                  <a:cubicBezTo>
                    <a:pt x="270" y="818"/>
                    <a:pt x="273" y="819"/>
                    <a:pt x="278" y="819"/>
                  </a:cubicBezTo>
                  <a:cubicBezTo>
                    <a:pt x="289" y="819"/>
                    <a:pt x="298" y="815"/>
                    <a:pt x="306" y="808"/>
                  </a:cubicBezTo>
                  <a:lnTo>
                    <a:pt x="637" y="468"/>
                  </a:lnTo>
                  <a:cubicBezTo>
                    <a:pt x="651" y="453"/>
                    <a:pt x="651" y="430"/>
                    <a:pt x="637" y="416"/>
                  </a:cubicBezTo>
                  <a:cubicBezTo>
                    <a:pt x="629" y="409"/>
                    <a:pt x="620" y="405"/>
                    <a:pt x="610" y="405"/>
                  </a:cubicBezTo>
                  <a:cubicBezTo>
                    <a:pt x="601" y="405"/>
                    <a:pt x="591" y="409"/>
                    <a:pt x="583" y="417"/>
                  </a:cubicBezTo>
                  <a:lnTo>
                    <a:pt x="316" y="691"/>
                  </a:lnTo>
                  <a:lnTo>
                    <a:pt x="316" y="411"/>
                  </a:lnTo>
                  <a:cubicBezTo>
                    <a:pt x="316" y="404"/>
                    <a:pt x="313" y="397"/>
                    <a:pt x="309" y="390"/>
                  </a:cubicBezTo>
                  <a:lnTo>
                    <a:pt x="74" y="18"/>
                  </a:lnTo>
                  <a:cubicBezTo>
                    <a:pt x="67" y="7"/>
                    <a:pt x="55" y="1"/>
                    <a:pt x="4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0" name="Google Shape;3160;p27"/>
            <p:cNvSpPr/>
            <p:nvPr/>
          </p:nvSpPr>
          <p:spPr>
            <a:xfrm>
              <a:off x="2867956" y="3523328"/>
              <a:ext cx="1060030" cy="580453"/>
            </a:xfrm>
            <a:custGeom>
              <a:avLst/>
              <a:gdLst/>
              <a:ahLst/>
              <a:cxnLst/>
              <a:rect l="l" t="t" r="r" b="b"/>
              <a:pathLst>
                <a:path w="9615" h="5265" extrusionOk="0">
                  <a:moveTo>
                    <a:pt x="3362" y="0"/>
                  </a:moveTo>
                  <a:cubicBezTo>
                    <a:pt x="2500" y="0"/>
                    <a:pt x="1714" y="487"/>
                    <a:pt x="1329" y="1258"/>
                  </a:cubicBezTo>
                  <a:cubicBezTo>
                    <a:pt x="886" y="2143"/>
                    <a:pt x="444" y="3029"/>
                    <a:pt x="1" y="3914"/>
                  </a:cubicBezTo>
                  <a:cubicBezTo>
                    <a:pt x="36" y="4045"/>
                    <a:pt x="73" y="4175"/>
                    <a:pt x="112" y="4305"/>
                  </a:cubicBezTo>
                  <a:cubicBezTo>
                    <a:pt x="210" y="4629"/>
                    <a:pt x="317" y="4949"/>
                    <a:pt x="435" y="5265"/>
                  </a:cubicBezTo>
                  <a:lnTo>
                    <a:pt x="9615" y="5265"/>
                  </a:lnTo>
                  <a:lnTo>
                    <a:pt x="9615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1" name="Google Shape;3161;p27"/>
            <p:cNvSpPr/>
            <p:nvPr/>
          </p:nvSpPr>
          <p:spPr>
            <a:xfrm>
              <a:off x="3065300" y="3608440"/>
              <a:ext cx="191390" cy="326112"/>
            </a:xfrm>
            <a:custGeom>
              <a:avLst/>
              <a:gdLst/>
              <a:ahLst/>
              <a:cxnLst/>
              <a:rect l="l" t="t" r="r" b="b"/>
              <a:pathLst>
                <a:path w="1736" h="2958" extrusionOk="0">
                  <a:moveTo>
                    <a:pt x="847" y="1"/>
                  </a:moveTo>
                  <a:cubicBezTo>
                    <a:pt x="754" y="1"/>
                    <a:pt x="661" y="58"/>
                    <a:pt x="634" y="173"/>
                  </a:cubicBezTo>
                  <a:lnTo>
                    <a:pt x="0" y="2768"/>
                  </a:lnTo>
                  <a:lnTo>
                    <a:pt x="1736" y="2958"/>
                  </a:lnTo>
                  <a:lnTo>
                    <a:pt x="1063" y="174"/>
                  </a:lnTo>
                  <a:cubicBezTo>
                    <a:pt x="1035" y="58"/>
                    <a:pt x="941" y="1"/>
                    <a:pt x="847" y="1"/>
                  </a:cubicBezTo>
                  <a:close/>
                </a:path>
              </a:pathLst>
            </a:cu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2" name="Google Shape;3162;p27"/>
            <p:cNvSpPr/>
            <p:nvPr/>
          </p:nvSpPr>
          <p:spPr>
            <a:xfrm>
              <a:off x="3154601" y="3678668"/>
              <a:ext cx="8489" cy="268232"/>
            </a:xfrm>
            <a:custGeom>
              <a:avLst/>
              <a:gdLst/>
              <a:ahLst/>
              <a:cxnLst/>
              <a:rect l="l" t="t" r="r" b="b"/>
              <a:pathLst>
                <a:path w="77" h="2433" extrusionOk="0">
                  <a:moveTo>
                    <a:pt x="39" y="0"/>
                  </a:moveTo>
                  <a:cubicBezTo>
                    <a:pt x="17" y="0"/>
                    <a:pt x="1" y="17"/>
                    <a:pt x="1" y="37"/>
                  </a:cubicBezTo>
                  <a:lnTo>
                    <a:pt x="1" y="2395"/>
                  </a:lnTo>
                  <a:cubicBezTo>
                    <a:pt x="1" y="2416"/>
                    <a:pt x="17" y="2432"/>
                    <a:pt x="39" y="2432"/>
                  </a:cubicBezTo>
                  <a:cubicBezTo>
                    <a:pt x="59" y="2432"/>
                    <a:pt x="75" y="2416"/>
                    <a:pt x="75" y="2395"/>
                  </a:cubicBezTo>
                  <a:lnTo>
                    <a:pt x="75" y="37"/>
                  </a:lnTo>
                  <a:cubicBezTo>
                    <a:pt x="76" y="17"/>
                    <a:pt x="59" y="0"/>
                    <a:pt x="39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3" name="Google Shape;3163;p27"/>
            <p:cNvSpPr/>
            <p:nvPr/>
          </p:nvSpPr>
          <p:spPr>
            <a:xfrm>
              <a:off x="3128142" y="3717144"/>
              <a:ext cx="71992" cy="90293"/>
            </a:xfrm>
            <a:custGeom>
              <a:avLst/>
              <a:gdLst/>
              <a:ahLst/>
              <a:cxnLst/>
              <a:rect l="l" t="t" r="r" b="b"/>
              <a:pathLst>
                <a:path w="653" h="819" extrusionOk="0">
                  <a:moveTo>
                    <a:pt x="43" y="0"/>
                  </a:moveTo>
                  <a:cubicBezTo>
                    <a:pt x="37" y="0"/>
                    <a:pt x="30" y="2"/>
                    <a:pt x="24" y="6"/>
                  </a:cubicBezTo>
                  <a:cubicBezTo>
                    <a:pt x="7" y="17"/>
                    <a:pt x="0" y="41"/>
                    <a:pt x="13" y="57"/>
                  </a:cubicBezTo>
                  <a:lnTo>
                    <a:pt x="243" y="421"/>
                  </a:lnTo>
                  <a:lnTo>
                    <a:pt x="243" y="782"/>
                  </a:lnTo>
                  <a:cubicBezTo>
                    <a:pt x="243" y="797"/>
                    <a:pt x="251" y="810"/>
                    <a:pt x="265" y="816"/>
                  </a:cubicBezTo>
                  <a:cubicBezTo>
                    <a:pt x="270" y="818"/>
                    <a:pt x="274" y="819"/>
                    <a:pt x="280" y="819"/>
                  </a:cubicBezTo>
                  <a:cubicBezTo>
                    <a:pt x="290" y="819"/>
                    <a:pt x="299" y="815"/>
                    <a:pt x="306" y="807"/>
                  </a:cubicBezTo>
                  <a:lnTo>
                    <a:pt x="638" y="468"/>
                  </a:lnTo>
                  <a:cubicBezTo>
                    <a:pt x="652" y="452"/>
                    <a:pt x="652" y="430"/>
                    <a:pt x="638" y="415"/>
                  </a:cubicBezTo>
                  <a:cubicBezTo>
                    <a:pt x="630" y="408"/>
                    <a:pt x="620" y="405"/>
                    <a:pt x="611" y="405"/>
                  </a:cubicBezTo>
                  <a:cubicBezTo>
                    <a:pt x="601" y="405"/>
                    <a:pt x="591" y="409"/>
                    <a:pt x="583" y="417"/>
                  </a:cubicBezTo>
                  <a:lnTo>
                    <a:pt x="316" y="691"/>
                  </a:lnTo>
                  <a:lnTo>
                    <a:pt x="316" y="410"/>
                  </a:lnTo>
                  <a:cubicBezTo>
                    <a:pt x="316" y="403"/>
                    <a:pt x="313" y="396"/>
                    <a:pt x="310" y="390"/>
                  </a:cubicBezTo>
                  <a:lnTo>
                    <a:pt x="75" y="17"/>
                  </a:lnTo>
                  <a:cubicBezTo>
                    <a:pt x="68" y="6"/>
                    <a:pt x="56" y="0"/>
                    <a:pt x="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4" name="Google Shape;3164;p27"/>
            <p:cNvSpPr/>
            <p:nvPr/>
          </p:nvSpPr>
          <p:spPr>
            <a:xfrm>
              <a:off x="4191815" y="3248480"/>
              <a:ext cx="728515" cy="274957"/>
            </a:xfrm>
            <a:custGeom>
              <a:avLst/>
              <a:gdLst/>
              <a:ahLst/>
              <a:cxnLst/>
              <a:rect l="l" t="t" r="r" b="b"/>
              <a:pathLst>
                <a:path w="6608" h="2494" extrusionOk="0">
                  <a:moveTo>
                    <a:pt x="1682" y="1"/>
                  </a:moveTo>
                  <a:cubicBezTo>
                    <a:pt x="1329" y="1"/>
                    <a:pt x="1039" y="280"/>
                    <a:pt x="1014" y="634"/>
                  </a:cubicBezTo>
                  <a:cubicBezTo>
                    <a:pt x="915" y="573"/>
                    <a:pt x="797" y="537"/>
                    <a:pt x="671" y="537"/>
                  </a:cubicBezTo>
                  <a:cubicBezTo>
                    <a:pt x="302" y="537"/>
                    <a:pt x="1" y="844"/>
                    <a:pt x="1" y="1222"/>
                  </a:cubicBezTo>
                  <a:lnTo>
                    <a:pt x="1" y="2493"/>
                  </a:lnTo>
                  <a:lnTo>
                    <a:pt x="6608" y="2493"/>
                  </a:lnTo>
                  <a:cubicBezTo>
                    <a:pt x="6606" y="2115"/>
                    <a:pt x="6306" y="1808"/>
                    <a:pt x="5935" y="1808"/>
                  </a:cubicBezTo>
                  <a:cubicBezTo>
                    <a:pt x="5739" y="1808"/>
                    <a:pt x="5562" y="1895"/>
                    <a:pt x="5439" y="2035"/>
                  </a:cubicBezTo>
                  <a:cubicBezTo>
                    <a:pt x="5428" y="1667"/>
                    <a:pt x="5132" y="1372"/>
                    <a:pt x="4771" y="1372"/>
                  </a:cubicBezTo>
                  <a:cubicBezTo>
                    <a:pt x="4670" y="1372"/>
                    <a:pt x="4574" y="1395"/>
                    <a:pt x="4488" y="1436"/>
                  </a:cubicBezTo>
                  <a:cubicBezTo>
                    <a:pt x="4488" y="1431"/>
                    <a:pt x="4490" y="1426"/>
                    <a:pt x="4490" y="1421"/>
                  </a:cubicBezTo>
                  <a:cubicBezTo>
                    <a:pt x="4490" y="1042"/>
                    <a:pt x="4189" y="735"/>
                    <a:pt x="3819" y="735"/>
                  </a:cubicBezTo>
                  <a:cubicBezTo>
                    <a:pt x="3668" y="735"/>
                    <a:pt x="3529" y="787"/>
                    <a:pt x="3417" y="874"/>
                  </a:cubicBezTo>
                  <a:cubicBezTo>
                    <a:pt x="3383" y="528"/>
                    <a:pt x="3098" y="260"/>
                    <a:pt x="2751" y="260"/>
                  </a:cubicBezTo>
                  <a:cubicBezTo>
                    <a:pt x="2579" y="260"/>
                    <a:pt x="2424" y="326"/>
                    <a:pt x="2305" y="434"/>
                  </a:cubicBezTo>
                  <a:cubicBezTo>
                    <a:pt x="2206" y="180"/>
                    <a:pt x="1964" y="1"/>
                    <a:pt x="168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5" name="Google Shape;3165;p27"/>
            <p:cNvSpPr/>
            <p:nvPr/>
          </p:nvSpPr>
          <p:spPr>
            <a:xfrm>
              <a:off x="2880304" y="3780537"/>
              <a:ext cx="691031" cy="323135"/>
            </a:xfrm>
            <a:custGeom>
              <a:avLst/>
              <a:gdLst/>
              <a:ahLst/>
              <a:cxnLst/>
              <a:rect l="l" t="t" r="r" b="b"/>
              <a:pathLst>
                <a:path w="6268" h="2931" extrusionOk="0">
                  <a:moveTo>
                    <a:pt x="4288" y="0"/>
                  </a:moveTo>
                  <a:cubicBezTo>
                    <a:pt x="4270" y="0"/>
                    <a:pt x="4254" y="0"/>
                    <a:pt x="4236" y="2"/>
                  </a:cubicBezTo>
                  <a:cubicBezTo>
                    <a:pt x="3926" y="24"/>
                    <a:pt x="3665" y="227"/>
                    <a:pt x="3556" y="510"/>
                  </a:cubicBezTo>
                  <a:cubicBezTo>
                    <a:pt x="3416" y="382"/>
                    <a:pt x="3234" y="304"/>
                    <a:pt x="3031" y="304"/>
                  </a:cubicBezTo>
                  <a:cubicBezTo>
                    <a:pt x="2625" y="304"/>
                    <a:pt x="2288" y="621"/>
                    <a:pt x="2247" y="1026"/>
                  </a:cubicBezTo>
                  <a:cubicBezTo>
                    <a:pt x="2115" y="925"/>
                    <a:pt x="1952" y="864"/>
                    <a:pt x="1774" y="864"/>
                  </a:cubicBezTo>
                  <a:cubicBezTo>
                    <a:pt x="1339" y="864"/>
                    <a:pt x="986" y="1225"/>
                    <a:pt x="986" y="1670"/>
                  </a:cubicBezTo>
                  <a:cubicBezTo>
                    <a:pt x="986" y="1676"/>
                    <a:pt x="988" y="1682"/>
                    <a:pt x="988" y="1687"/>
                  </a:cubicBezTo>
                  <a:cubicBezTo>
                    <a:pt x="886" y="1639"/>
                    <a:pt x="774" y="1611"/>
                    <a:pt x="655" y="1611"/>
                  </a:cubicBezTo>
                  <a:cubicBezTo>
                    <a:pt x="381" y="1611"/>
                    <a:pt x="140" y="1753"/>
                    <a:pt x="0" y="1970"/>
                  </a:cubicBezTo>
                  <a:cubicBezTo>
                    <a:pt x="98" y="2295"/>
                    <a:pt x="205" y="2614"/>
                    <a:pt x="323" y="2931"/>
                  </a:cubicBezTo>
                  <a:lnTo>
                    <a:pt x="6267" y="2931"/>
                  </a:lnTo>
                  <a:lnTo>
                    <a:pt x="6267" y="1436"/>
                  </a:lnTo>
                  <a:cubicBezTo>
                    <a:pt x="6267" y="992"/>
                    <a:pt x="5917" y="632"/>
                    <a:pt x="5482" y="632"/>
                  </a:cubicBezTo>
                  <a:cubicBezTo>
                    <a:pt x="5480" y="632"/>
                    <a:pt x="5478" y="632"/>
                    <a:pt x="5476" y="632"/>
                  </a:cubicBezTo>
                  <a:lnTo>
                    <a:pt x="5460" y="632"/>
                  </a:lnTo>
                  <a:cubicBezTo>
                    <a:pt x="5318" y="634"/>
                    <a:pt x="5186" y="676"/>
                    <a:pt x="5073" y="746"/>
                  </a:cubicBezTo>
                  <a:cubicBezTo>
                    <a:pt x="5043" y="330"/>
                    <a:pt x="4703" y="0"/>
                    <a:pt x="428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6" name="Google Shape;3166;p27"/>
            <p:cNvSpPr/>
            <p:nvPr/>
          </p:nvSpPr>
          <p:spPr>
            <a:xfrm>
              <a:off x="4666544" y="3523328"/>
              <a:ext cx="1477427" cy="580343"/>
            </a:xfrm>
            <a:custGeom>
              <a:avLst/>
              <a:gdLst/>
              <a:ahLst/>
              <a:cxnLst/>
              <a:rect l="l" t="t" r="r" b="b"/>
              <a:pathLst>
                <a:path w="13401" h="5264" extrusionOk="0">
                  <a:moveTo>
                    <a:pt x="0" y="0"/>
                  </a:moveTo>
                  <a:lnTo>
                    <a:pt x="0" y="5264"/>
                  </a:lnTo>
                  <a:lnTo>
                    <a:pt x="13400" y="5264"/>
                  </a:lnTo>
                  <a:lnTo>
                    <a:pt x="861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7" name="Google Shape;3167;p27"/>
            <p:cNvSpPr/>
            <p:nvPr/>
          </p:nvSpPr>
          <p:spPr>
            <a:xfrm>
              <a:off x="3482589" y="3230841"/>
              <a:ext cx="211344" cy="293148"/>
            </a:xfrm>
            <a:custGeom>
              <a:avLst/>
              <a:gdLst/>
              <a:ahLst/>
              <a:cxnLst/>
              <a:rect l="l" t="t" r="r" b="b"/>
              <a:pathLst>
                <a:path w="1917" h="2659" extrusionOk="0">
                  <a:moveTo>
                    <a:pt x="958" y="0"/>
                  </a:moveTo>
                  <a:lnTo>
                    <a:pt x="0" y="2658"/>
                  </a:lnTo>
                  <a:lnTo>
                    <a:pt x="1917" y="2658"/>
                  </a:lnTo>
                  <a:lnTo>
                    <a:pt x="95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8" name="Google Shape;3168;p27"/>
            <p:cNvSpPr/>
            <p:nvPr/>
          </p:nvSpPr>
          <p:spPr>
            <a:xfrm>
              <a:off x="3588097" y="3230841"/>
              <a:ext cx="709222" cy="293148"/>
            </a:xfrm>
            <a:custGeom>
              <a:avLst/>
              <a:gdLst/>
              <a:ahLst/>
              <a:cxnLst/>
              <a:rect l="l" t="t" r="r" b="b"/>
              <a:pathLst>
                <a:path w="6433" h="2659" extrusionOk="0">
                  <a:moveTo>
                    <a:pt x="1" y="0"/>
                  </a:moveTo>
                  <a:lnTo>
                    <a:pt x="960" y="2658"/>
                  </a:lnTo>
                  <a:lnTo>
                    <a:pt x="6433" y="2658"/>
                  </a:lnTo>
                  <a:lnTo>
                    <a:pt x="547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69" name="Google Shape;3169;p27"/>
            <p:cNvSpPr/>
            <p:nvPr/>
          </p:nvSpPr>
          <p:spPr>
            <a:xfrm>
              <a:off x="3633850" y="3230841"/>
              <a:ext cx="142881" cy="293148"/>
            </a:xfrm>
            <a:custGeom>
              <a:avLst/>
              <a:gdLst/>
              <a:ahLst/>
              <a:cxnLst/>
              <a:rect l="l" t="t" r="r" b="b"/>
              <a:pathLst>
                <a:path w="1296" h="2659" extrusionOk="0">
                  <a:moveTo>
                    <a:pt x="0" y="0"/>
                  </a:moveTo>
                  <a:lnTo>
                    <a:pt x="959" y="2658"/>
                  </a:lnTo>
                  <a:lnTo>
                    <a:pt x="1296" y="2658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0" name="Google Shape;3170;p27"/>
            <p:cNvSpPr/>
            <p:nvPr/>
          </p:nvSpPr>
          <p:spPr>
            <a:xfrm>
              <a:off x="4110893" y="3230841"/>
              <a:ext cx="142881" cy="293148"/>
            </a:xfrm>
            <a:custGeom>
              <a:avLst/>
              <a:gdLst/>
              <a:ahLst/>
              <a:cxnLst/>
              <a:rect l="l" t="t" r="r" b="b"/>
              <a:pathLst>
                <a:path w="1296" h="2659" extrusionOk="0">
                  <a:moveTo>
                    <a:pt x="0" y="0"/>
                  </a:moveTo>
                  <a:lnTo>
                    <a:pt x="958" y="2658"/>
                  </a:lnTo>
                  <a:lnTo>
                    <a:pt x="1296" y="2658"/>
                  </a:lnTo>
                  <a:lnTo>
                    <a:pt x="33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1" name="Google Shape;3171;p27"/>
            <p:cNvSpPr/>
            <p:nvPr/>
          </p:nvSpPr>
          <p:spPr>
            <a:xfrm>
              <a:off x="3729214" y="3230841"/>
              <a:ext cx="142991" cy="293148"/>
            </a:xfrm>
            <a:custGeom>
              <a:avLst/>
              <a:gdLst/>
              <a:ahLst/>
              <a:cxnLst/>
              <a:rect l="l" t="t" r="r" b="b"/>
              <a:pathLst>
                <a:path w="1297" h="2659" extrusionOk="0">
                  <a:moveTo>
                    <a:pt x="1" y="0"/>
                  </a:moveTo>
                  <a:lnTo>
                    <a:pt x="959" y="2658"/>
                  </a:lnTo>
                  <a:lnTo>
                    <a:pt x="1296" y="265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2" name="Google Shape;3172;p27"/>
            <p:cNvSpPr/>
            <p:nvPr/>
          </p:nvSpPr>
          <p:spPr>
            <a:xfrm>
              <a:off x="3824579" y="3230841"/>
              <a:ext cx="142881" cy="293148"/>
            </a:xfrm>
            <a:custGeom>
              <a:avLst/>
              <a:gdLst/>
              <a:ahLst/>
              <a:cxnLst/>
              <a:rect l="l" t="t" r="r" b="b"/>
              <a:pathLst>
                <a:path w="1296" h="2659" extrusionOk="0">
                  <a:moveTo>
                    <a:pt x="0" y="0"/>
                  </a:moveTo>
                  <a:lnTo>
                    <a:pt x="960" y="2658"/>
                  </a:lnTo>
                  <a:lnTo>
                    <a:pt x="1296" y="2658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3" name="Google Shape;3173;p27"/>
            <p:cNvSpPr/>
            <p:nvPr/>
          </p:nvSpPr>
          <p:spPr>
            <a:xfrm>
              <a:off x="3920054" y="3230841"/>
              <a:ext cx="142991" cy="293148"/>
            </a:xfrm>
            <a:custGeom>
              <a:avLst/>
              <a:gdLst/>
              <a:ahLst/>
              <a:cxnLst/>
              <a:rect l="l" t="t" r="r" b="b"/>
              <a:pathLst>
                <a:path w="1297" h="2659" extrusionOk="0">
                  <a:moveTo>
                    <a:pt x="0" y="0"/>
                  </a:moveTo>
                  <a:lnTo>
                    <a:pt x="959" y="2658"/>
                  </a:lnTo>
                  <a:lnTo>
                    <a:pt x="1296" y="2658"/>
                  </a:lnTo>
                  <a:lnTo>
                    <a:pt x="33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4" name="Google Shape;3174;p27"/>
            <p:cNvSpPr/>
            <p:nvPr/>
          </p:nvSpPr>
          <p:spPr>
            <a:xfrm>
              <a:off x="4015308" y="3230841"/>
              <a:ext cx="142991" cy="293148"/>
            </a:xfrm>
            <a:custGeom>
              <a:avLst/>
              <a:gdLst/>
              <a:ahLst/>
              <a:cxnLst/>
              <a:rect l="l" t="t" r="r" b="b"/>
              <a:pathLst>
                <a:path w="1297" h="2659" extrusionOk="0">
                  <a:moveTo>
                    <a:pt x="1" y="0"/>
                  </a:moveTo>
                  <a:lnTo>
                    <a:pt x="960" y="2658"/>
                  </a:lnTo>
                  <a:lnTo>
                    <a:pt x="1297" y="2658"/>
                  </a:lnTo>
                  <a:lnTo>
                    <a:pt x="33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5" name="Google Shape;3175;p27"/>
            <p:cNvSpPr/>
            <p:nvPr/>
          </p:nvSpPr>
          <p:spPr>
            <a:xfrm>
              <a:off x="3482589" y="3523880"/>
              <a:ext cx="211344" cy="579902"/>
            </a:xfrm>
            <a:custGeom>
              <a:avLst/>
              <a:gdLst/>
              <a:ahLst/>
              <a:cxnLst/>
              <a:rect l="l" t="t" r="r" b="b"/>
              <a:pathLst>
                <a:path w="1917" h="5260" extrusionOk="0">
                  <a:moveTo>
                    <a:pt x="0" y="0"/>
                  </a:moveTo>
                  <a:lnTo>
                    <a:pt x="0" y="5260"/>
                  </a:lnTo>
                  <a:lnTo>
                    <a:pt x="1917" y="5260"/>
                  </a:lnTo>
                  <a:lnTo>
                    <a:pt x="191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6" name="Google Shape;3176;p27"/>
            <p:cNvSpPr/>
            <p:nvPr/>
          </p:nvSpPr>
          <p:spPr>
            <a:xfrm>
              <a:off x="3693825" y="3523880"/>
              <a:ext cx="603495" cy="579902"/>
            </a:xfrm>
            <a:custGeom>
              <a:avLst/>
              <a:gdLst/>
              <a:ahLst/>
              <a:cxnLst/>
              <a:rect l="l" t="t" r="r" b="b"/>
              <a:pathLst>
                <a:path w="5474" h="5260" extrusionOk="0">
                  <a:moveTo>
                    <a:pt x="1" y="0"/>
                  </a:moveTo>
                  <a:lnTo>
                    <a:pt x="1" y="5260"/>
                  </a:lnTo>
                  <a:lnTo>
                    <a:pt x="5474" y="5260"/>
                  </a:lnTo>
                  <a:lnTo>
                    <a:pt x="5474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7" name="Google Shape;3177;p27"/>
            <p:cNvSpPr/>
            <p:nvPr/>
          </p:nvSpPr>
          <p:spPr>
            <a:xfrm>
              <a:off x="3480715" y="3576137"/>
              <a:ext cx="552781" cy="158426"/>
            </a:xfrm>
            <a:custGeom>
              <a:avLst/>
              <a:gdLst/>
              <a:ahLst/>
              <a:cxnLst/>
              <a:rect l="l" t="t" r="r" b="b"/>
              <a:pathLst>
                <a:path w="5014" h="1437" extrusionOk="0">
                  <a:moveTo>
                    <a:pt x="1" y="0"/>
                  </a:moveTo>
                  <a:cubicBezTo>
                    <a:pt x="397" y="478"/>
                    <a:pt x="791" y="957"/>
                    <a:pt x="1186" y="1437"/>
                  </a:cubicBezTo>
                  <a:lnTo>
                    <a:pt x="5013" y="1437"/>
                  </a:lnTo>
                  <a:cubicBezTo>
                    <a:pt x="4610" y="958"/>
                    <a:pt x="4208" y="480"/>
                    <a:pt x="38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8" name="Google Shape;3178;p27"/>
            <p:cNvSpPr/>
            <p:nvPr/>
          </p:nvSpPr>
          <p:spPr>
            <a:xfrm>
              <a:off x="3347535" y="3576027"/>
              <a:ext cx="263933" cy="158315"/>
            </a:xfrm>
            <a:custGeom>
              <a:avLst/>
              <a:gdLst/>
              <a:ahLst/>
              <a:cxnLst/>
              <a:rect l="l" t="t" r="r" b="b"/>
              <a:pathLst>
                <a:path w="2394" h="1436" extrusionOk="0">
                  <a:moveTo>
                    <a:pt x="1209" y="0"/>
                  </a:moveTo>
                  <a:cubicBezTo>
                    <a:pt x="807" y="479"/>
                    <a:pt x="403" y="958"/>
                    <a:pt x="0" y="1436"/>
                  </a:cubicBezTo>
                  <a:lnTo>
                    <a:pt x="2394" y="1436"/>
                  </a:lnTo>
                  <a:cubicBezTo>
                    <a:pt x="1999" y="958"/>
                    <a:pt x="1604" y="479"/>
                    <a:pt x="120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79" name="Google Shape;3179;p27"/>
            <p:cNvSpPr/>
            <p:nvPr/>
          </p:nvSpPr>
          <p:spPr>
            <a:xfrm>
              <a:off x="3347535" y="3734233"/>
              <a:ext cx="263933" cy="369439"/>
            </a:xfrm>
            <a:custGeom>
              <a:avLst/>
              <a:gdLst/>
              <a:ahLst/>
              <a:cxnLst/>
              <a:rect l="l" t="t" r="r" b="b"/>
              <a:pathLst>
                <a:path w="2394" h="3351" extrusionOk="0">
                  <a:moveTo>
                    <a:pt x="0" y="1"/>
                  </a:moveTo>
                  <a:lnTo>
                    <a:pt x="0" y="3351"/>
                  </a:lnTo>
                  <a:lnTo>
                    <a:pt x="2394" y="3351"/>
                  </a:lnTo>
                  <a:lnTo>
                    <a:pt x="23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0" name="Google Shape;3180;p27"/>
            <p:cNvSpPr/>
            <p:nvPr/>
          </p:nvSpPr>
          <p:spPr>
            <a:xfrm>
              <a:off x="3611359" y="3734233"/>
              <a:ext cx="422138" cy="369439"/>
            </a:xfrm>
            <a:custGeom>
              <a:avLst/>
              <a:gdLst/>
              <a:ahLst/>
              <a:cxnLst/>
              <a:rect l="l" t="t" r="r" b="b"/>
              <a:pathLst>
                <a:path w="3829" h="3351" extrusionOk="0">
                  <a:moveTo>
                    <a:pt x="1" y="1"/>
                  </a:moveTo>
                  <a:lnTo>
                    <a:pt x="1" y="3351"/>
                  </a:lnTo>
                  <a:lnTo>
                    <a:pt x="3828" y="3351"/>
                  </a:lnTo>
                  <a:lnTo>
                    <a:pt x="382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1" name="Google Shape;3181;p27"/>
            <p:cNvSpPr/>
            <p:nvPr/>
          </p:nvSpPr>
          <p:spPr>
            <a:xfrm>
              <a:off x="3456902" y="3758818"/>
              <a:ext cx="50383" cy="50273"/>
            </a:xfrm>
            <a:custGeom>
              <a:avLst/>
              <a:gdLst/>
              <a:ahLst/>
              <a:cxnLst/>
              <a:rect l="l" t="t" r="r" b="b"/>
              <a:pathLst>
                <a:path w="457" h="456" extrusionOk="0">
                  <a:moveTo>
                    <a:pt x="1" y="1"/>
                  </a:moveTo>
                  <a:lnTo>
                    <a:pt x="1" y="456"/>
                  </a:lnTo>
                  <a:lnTo>
                    <a:pt x="456" y="456"/>
                  </a:lnTo>
                  <a:lnTo>
                    <a:pt x="4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2" name="Google Shape;3182;p27"/>
            <p:cNvSpPr/>
            <p:nvPr/>
          </p:nvSpPr>
          <p:spPr>
            <a:xfrm>
              <a:off x="3875183" y="3681534"/>
              <a:ext cx="580563" cy="422138"/>
            </a:xfrm>
            <a:custGeom>
              <a:avLst/>
              <a:gdLst/>
              <a:ahLst/>
              <a:cxnLst/>
              <a:rect l="l" t="t" r="r" b="b"/>
              <a:pathLst>
                <a:path w="5266" h="3829" extrusionOk="0">
                  <a:moveTo>
                    <a:pt x="1" y="1"/>
                  </a:moveTo>
                  <a:lnTo>
                    <a:pt x="1" y="3829"/>
                  </a:lnTo>
                  <a:lnTo>
                    <a:pt x="5265" y="3829"/>
                  </a:lnTo>
                  <a:lnTo>
                    <a:pt x="5265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3" name="Google Shape;3183;p27"/>
            <p:cNvSpPr/>
            <p:nvPr/>
          </p:nvSpPr>
          <p:spPr>
            <a:xfrm>
              <a:off x="4455639" y="3681534"/>
              <a:ext cx="422027" cy="422138"/>
            </a:xfrm>
            <a:custGeom>
              <a:avLst/>
              <a:gdLst/>
              <a:ahLst/>
              <a:cxnLst/>
              <a:rect l="l" t="t" r="r" b="b"/>
              <a:pathLst>
                <a:path w="3828" h="3829" extrusionOk="0">
                  <a:moveTo>
                    <a:pt x="0" y="1"/>
                  </a:moveTo>
                  <a:lnTo>
                    <a:pt x="0" y="3829"/>
                  </a:lnTo>
                  <a:lnTo>
                    <a:pt x="3828" y="3829"/>
                  </a:lnTo>
                  <a:lnTo>
                    <a:pt x="382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4" name="Google Shape;3184;p27"/>
            <p:cNvSpPr/>
            <p:nvPr/>
          </p:nvSpPr>
          <p:spPr>
            <a:xfrm>
              <a:off x="3875183" y="3470520"/>
              <a:ext cx="791577" cy="211124"/>
            </a:xfrm>
            <a:custGeom>
              <a:avLst/>
              <a:gdLst/>
              <a:ahLst/>
              <a:cxnLst/>
              <a:rect l="l" t="t" r="r" b="b"/>
              <a:pathLst>
                <a:path w="7180" h="1915" extrusionOk="0">
                  <a:moveTo>
                    <a:pt x="2048" y="0"/>
                  </a:moveTo>
                  <a:cubicBezTo>
                    <a:pt x="1366" y="638"/>
                    <a:pt x="682" y="1276"/>
                    <a:pt x="1" y="1915"/>
                  </a:cubicBezTo>
                  <a:lnTo>
                    <a:pt x="5265" y="1915"/>
                  </a:lnTo>
                  <a:lnTo>
                    <a:pt x="718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5" name="Google Shape;3185;p27"/>
            <p:cNvSpPr/>
            <p:nvPr/>
          </p:nvSpPr>
          <p:spPr>
            <a:xfrm>
              <a:off x="4455639" y="3470520"/>
              <a:ext cx="422027" cy="211124"/>
            </a:xfrm>
            <a:custGeom>
              <a:avLst/>
              <a:gdLst/>
              <a:ahLst/>
              <a:cxnLst/>
              <a:rect l="l" t="t" r="r" b="b"/>
              <a:pathLst>
                <a:path w="3828" h="1915" extrusionOk="0">
                  <a:moveTo>
                    <a:pt x="1913" y="0"/>
                  </a:moveTo>
                  <a:cubicBezTo>
                    <a:pt x="1275" y="638"/>
                    <a:pt x="639" y="1276"/>
                    <a:pt x="0" y="1915"/>
                  </a:cubicBezTo>
                  <a:lnTo>
                    <a:pt x="3828" y="1915"/>
                  </a:lnTo>
                  <a:lnTo>
                    <a:pt x="1913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6" name="Google Shape;3186;p27"/>
            <p:cNvSpPr/>
            <p:nvPr/>
          </p:nvSpPr>
          <p:spPr>
            <a:xfrm>
              <a:off x="4177042" y="3572830"/>
              <a:ext cx="225787" cy="108814"/>
            </a:xfrm>
            <a:custGeom>
              <a:avLst/>
              <a:gdLst/>
              <a:ahLst/>
              <a:cxnLst/>
              <a:rect l="l" t="t" r="r" b="b"/>
              <a:pathLst>
                <a:path w="2048" h="987" extrusionOk="0">
                  <a:moveTo>
                    <a:pt x="1" y="0"/>
                  </a:moveTo>
                  <a:lnTo>
                    <a:pt x="1091" y="987"/>
                  </a:lnTo>
                  <a:lnTo>
                    <a:pt x="2047" y="30"/>
                  </a:lnTo>
                  <a:cubicBezTo>
                    <a:pt x="1366" y="20"/>
                    <a:pt x="682" y="11"/>
                    <a:pt x="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7" name="Google Shape;3187;p27"/>
            <p:cNvSpPr/>
            <p:nvPr/>
          </p:nvSpPr>
          <p:spPr>
            <a:xfrm>
              <a:off x="4086198" y="3572830"/>
              <a:ext cx="211124" cy="163718"/>
            </a:xfrm>
            <a:custGeom>
              <a:avLst/>
              <a:gdLst/>
              <a:ahLst/>
              <a:cxnLst/>
              <a:rect l="l" t="t" r="r" b="b"/>
              <a:pathLst>
                <a:path w="1915" h="1485" extrusionOk="0">
                  <a:moveTo>
                    <a:pt x="825" y="0"/>
                  </a:moveTo>
                  <a:lnTo>
                    <a:pt x="0" y="987"/>
                  </a:lnTo>
                  <a:cubicBezTo>
                    <a:pt x="307" y="1153"/>
                    <a:pt x="614" y="1319"/>
                    <a:pt x="922" y="1484"/>
                  </a:cubicBezTo>
                  <a:cubicBezTo>
                    <a:pt x="1254" y="1318"/>
                    <a:pt x="1583" y="1152"/>
                    <a:pt x="1915" y="987"/>
                  </a:cubicBezTo>
                  <a:lnTo>
                    <a:pt x="82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8" name="Google Shape;3188;p27"/>
            <p:cNvSpPr/>
            <p:nvPr/>
          </p:nvSpPr>
          <p:spPr>
            <a:xfrm>
              <a:off x="4536561" y="3787042"/>
              <a:ext cx="22380" cy="22821"/>
            </a:xfrm>
            <a:custGeom>
              <a:avLst/>
              <a:gdLst/>
              <a:ahLst/>
              <a:cxnLst/>
              <a:rect l="l" t="t" r="r" b="b"/>
              <a:pathLst>
                <a:path w="203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89" name="Google Shape;3189;p27"/>
            <p:cNvSpPr/>
            <p:nvPr/>
          </p:nvSpPr>
          <p:spPr>
            <a:xfrm>
              <a:off x="4536561" y="3855065"/>
              <a:ext cx="22380" cy="22931"/>
            </a:xfrm>
            <a:custGeom>
              <a:avLst/>
              <a:gdLst/>
              <a:ahLst/>
              <a:cxnLst/>
              <a:rect l="l" t="t" r="r" b="b"/>
              <a:pathLst>
                <a:path w="203" h="208" extrusionOk="0">
                  <a:moveTo>
                    <a:pt x="1" y="0"/>
                  </a:moveTo>
                  <a:lnTo>
                    <a:pt x="1" y="207"/>
                  </a:lnTo>
                  <a:lnTo>
                    <a:pt x="202" y="20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0" name="Google Shape;3190;p27"/>
            <p:cNvSpPr/>
            <p:nvPr/>
          </p:nvSpPr>
          <p:spPr>
            <a:xfrm>
              <a:off x="4536561" y="3923088"/>
              <a:ext cx="22380" cy="22821"/>
            </a:xfrm>
            <a:custGeom>
              <a:avLst/>
              <a:gdLst/>
              <a:ahLst/>
              <a:cxnLst/>
              <a:rect l="l" t="t" r="r" b="b"/>
              <a:pathLst>
                <a:path w="203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1" name="Google Shape;3191;p27"/>
            <p:cNvSpPr/>
            <p:nvPr/>
          </p:nvSpPr>
          <p:spPr>
            <a:xfrm>
              <a:off x="4536561" y="3991111"/>
              <a:ext cx="22380" cy="22821"/>
            </a:xfrm>
            <a:custGeom>
              <a:avLst/>
              <a:gdLst/>
              <a:ahLst/>
              <a:cxnLst/>
              <a:rect l="l" t="t" r="r" b="b"/>
              <a:pathLst>
                <a:path w="203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2" name="Google Shape;3192;p27"/>
            <p:cNvSpPr/>
            <p:nvPr/>
          </p:nvSpPr>
          <p:spPr>
            <a:xfrm>
              <a:off x="4603041" y="3787042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3" name="Google Shape;3193;p27"/>
            <p:cNvSpPr/>
            <p:nvPr/>
          </p:nvSpPr>
          <p:spPr>
            <a:xfrm>
              <a:off x="4603041" y="3855065"/>
              <a:ext cx="22270" cy="22931"/>
            </a:xfrm>
            <a:custGeom>
              <a:avLst/>
              <a:gdLst/>
              <a:ahLst/>
              <a:cxnLst/>
              <a:rect l="l" t="t" r="r" b="b"/>
              <a:pathLst>
                <a:path w="202" h="208" extrusionOk="0">
                  <a:moveTo>
                    <a:pt x="0" y="0"/>
                  </a:moveTo>
                  <a:lnTo>
                    <a:pt x="0" y="207"/>
                  </a:lnTo>
                  <a:lnTo>
                    <a:pt x="202" y="20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4" name="Google Shape;3194;p27"/>
            <p:cNvSpPr/>
            <p:nvPr/>
          </p:nvSpPr>
          <p:spPr>
            <a:xfrm>
              <a:off x="4603041" y="3923088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5" name="Google Shape;3195;p27"/>
            <p:cNvSpPr/>
            <p:nvPr/>
          </p:nvSpPr>
          <p:spPr>
            <a:xfrm>
              <a:off x="4603041" y="3991111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6" name="Google Shape;3196;p27"/>
            <p:cNvSpPr/>
            <p:nvPr/>
          </p:nvSpPr>
          <p:spPr>
            <a:xfrm>
              <a:off x="4669631" y="3787042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7" name="Google Shape;3197;p27"/>
            <p:cNvSpPr/>
            <p:nvPr/>
          </p:nvSpPr>
          <p:spPr>
            <a:xfrm>
              <a:off x="4669631" y="3855065"/>
              <a:ext cx="22270" cy="22931"/>
            </a:xfrm>
            <a:custGeom>
              <a:avLst/>
              <a:gdLst/>
              <a:ahLst/>
              <a:cxnLst/>
              <a:rect l="l" t="t" r="r" b="b"/>
              <a:pathLst>
                <a:path w="202" h="208" extrusionOk="0">
                  <a:moveTo>
                    <a:pt x="0" y="0"/>
                  </a:moveTo>
                  <a:lnTo>
                    <a:pt x="0" y="207"/>
                  </a:lnTo>
                  <a:lnTo>
                    <a:pt x="202" y="207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8" name="Google Shape;3198;p27"/>
            <p:cNvSpPr/>
            <p:nvPr/>
          </p:nvSpPr>
          <p:spPr>
            <a:xfrm>
              <a:off x="4669631" y="3923088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99" name="Google Shape;3199;p27"/>
            <p:cNvSpPr/>
            <p:nvPr/>
          </p:nvSpPr>
          <p:spPr>
            <a:xfrm>
              <a:off x="4669631" y="3991111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2" y="206"/>
                  </a:lnTo>
                  <a:lnTo>
                    <a:pt x="202" y="0"/>
                  </a:lnTo>
                  <a:close/>
                </a:path>
              </a:pathLst>
            </a:custGeom>
            <a:solidFill>
              <a:srgbClr val="0052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0" name="Google Shape;3200;p27"/>
            <p:cNvSpPr/>
            <p:nvPr/>
          </p:nvSpPr>
          <p:spPr>
            <a:xfrm>
              <a:off x="4736110" y="3787042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1" name="Google Shape;3201;p27"/>
            <p:cNvSpPr/>
            <p:nvPr/>
          </p:nvSpPr>
          <p:spPr>
            <a:xfrm>
              <a:off x="4736110" y="3855065"/>
              <a:ext cx="22270" cy="22931"/>
            </a:xfrm>
            <a:custGeom>
              <a:avLst/>
              <a:gdLst/>
              <a:ahLst/>
              <a:cxnLst/>
              <a:rect l="l" t="t" r="r" b="b"/>
              <a:pathLst>
                <a:path w="202" h="208" extrusionOk="0">
                  <a:moveTo>
                    <a:pt x="1" y="0"/>
                  </a:moveTo>
                  <a:lnTo>
                    <a:pt x="1" y="207"/>
                  </a:lnTo>
                  <a:lnTo>
                    <a:pt x="201" y="207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2" name="Google Shape;3202;p27"/>
            <p:cNvSpPr/>
            <p:nvPr/>
          </p:nvSpPr>
          <p:spPr>
            <a:xfrm>
              <a:off x="4736110" y="3923088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3" name="Google Shape;3203;p27"/>
            <p:cNvSpPr/>
            <p:nvPr/>
          </p:nvSpPr>
          <p:spPr>
            <a:xfrm>
              <a:off x="4736110" y="3991111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1" y="0"/>
                  </a:moveTo>
                  <a:lnTo>
                    <a:pt x="1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0052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4" name="Google Shape;3204;p27"/>
            <p:cNvSpPr/>
            <p:nvPr/>
          </p:nvSpPr>
          <p:spPr>
            <a:xfrm>
              <a:off x="4802700" y="3787042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5" name="Google Shape;3205;p27"/>
            <p:cNvSpPr/>
            <p:nvPr/>
          </p:nvSpPr>
          <p:spPr>
            <a:xfrm>
              <a:off x="4802700" y="3855065"/>
              <a:ext cx="22270" cy="22931"/>
            </a:xfrm>
            <a:custGeom>
              <a:avLst/>
              <a:gdLst/>
              <a:ahLst/>
              <a:cxnLst/>
              <a:rect l="l" t="t" r="r" b="b"/>
              <a:pathLst>
                <a:path w="202" h="208" extrusionOk="0">
                  <a:moveTo>
                    <a:pt x="0" y="0"/>
                  </a:moveTo>
                  <a:lnTo>
                    <a:pt x="0" y="207"/>
                  </a:lnTo>
                  <a:lnTo>
                    <a:pt x="201" y="207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6" name="Google Shape;3206;p27"/>
            <p:cNvSpPr/>
            <p:nvPr/>
          </p:nvSpPr>
          <p:spPr>
            <a:xfrm>
              <a:off x="4802700" y="3923088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7" name="Google Shape;3207;p27"/>
            <p:cNvSpPr/>
            <p:nvPr/>
          </p:nvSpPr>
          <p:spPr>
            <a:xfrm>
              <a:off x="4802700" y="3991111"/>
              <a:ext cx="22270" cy="22821"/>
            </a:xfrm>
            <a:custGeom>
              <a:avLst/>
              <a:gdLst/>
              <a:ahLst/>
              <a:cxnLst/>
              <a:rect l="l" t="t" r="r" b="b"/>
              <a:pathLst>
                <a:path w="202" h="207" extrusionOk="0">
                  <a:moveTo>
                    <a:pt x="0" y="0"/>
                  </a:moveTo>
                  <a:lnTo>
                    <a:pt x="0" y="206"/>
                  </a:lnTo>
                  <a:lnTo>
                    <a:pt x="201" y="206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rgbClr val="005267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8" name="Google Shape;3208;p27"/>
            <p:cNvSpPr/>
            <p:nvPr/>
          </p:nvSpPr>
          <p:spPr>
            <a:xfrm>
              <a:off x="3927882" y="3791562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0"/>
                  </a:moveTo>
                  <a:lnTo>
                    <a:pt x="1" y="707"/>
                  </a:lnTo>
                  <a:lnTo>
                    <a:pt x="259" y="707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09" name="Google Shape;3209;p27"/>
            <p:cNvSpPr/>
            <p:nvPr/>
          </p:nvSpPr>
          <p:spPr>
            <a:xfrm>
              <a:off x="4043532" y="3791562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0" y="0"/>
                  </a:moveTo>
                  <a:lnTo>
                    <a:pt x="0" y="707"/>
                  </a:lnTo>
                  <a:lnTo>
                    <a:pt x="258" y="707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0" name="Google Shape;3210;p27"/>
            <p:cNvSpPr/>
            <p:nvPr/>
          </p:nvSpPr>
          <p:spPr>
            <a:xfrm>
              <a:off x="4159182" y="3791562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0" y="0"/>
                  </a:moveTo>
                  <a:lnTo>
                    <a:pt x="0" y="707"/>
                  </a:lnTo>
                  <a:lnTo>
                    <a:pt x="258" y="707"/>
                  </a:lnTo>
                  <a:lnTo>
                    <a:pt x="25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1" name="Google Shape;3211;p27"/>
            <p:cNvSpPr/>
            <p:nvPr/>
          </p:nvSpPr>
          <p:spPr>
            <a:xfrm>
              <a:off x="4274722" y="3791562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0"/>
                  </a:moveTo>
                  <a:lnTo>
                    <a:pt x="1" y="707"/>
                  </a:lnTo>
                  <a:lnTo>
                    <a:pt x="259" y="707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2" name="Google Shape;3212;p27"/>
            <p:cNvSpPr/>
            <p:nvPr/>
          </p:nvSpPr>
          <p:spPr>
            <a:xfrm>
              <a:off x="4390372" y="3791562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0"/>
                  </a:moveTo>
                  <a:lnTo>
                    <a:pt x="1" y="707"/>
                  </a:lnTo>
                  <a:lnTo>
                    <a:pt x="259" y="707"/>
                  </a:lnTo>
                  <a:lnTo>
                    <a:pt x="25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3" name="Google Shape;3213;p27"/>
            <p:cNvSpPr/>
            <p:nvPr/>
          </p:nvSpPr>
          <p:spPr>
            <a:xfrm>
              <a:off x="3927882" y="3929151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1"/>
                  </a:moveTo>
                  <a:lnTo>
                    <a:pt x="1" y="708"/>
                  </a:lnTo>
                  <a:lnTo>
                    <a:pt x="259" y="70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4" name="Google Shape;3214;p27"/>
            <p:cNvSpPr/>
            <p:nvPr/>
          </p:nvSpPr>
          <p:spPr>
            <a:xfrm>
              <a:off x="4043532" y="3929151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0" y="1"/>
                  </a:moveTo>
                  <a:lnTo>
                    <a:pt x="0" y="708"/>
                  </a:lnTo>
                  <a:lnTo>
                    <a:pt x="258" y="708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5" name="Google Shape;3215;p27"/>
            <p:cNvSpPr/>
            <p:nvPr/>
          </p:nvSpPr>
          <p:spPr>
            <a:xfrm>
              <a:off x="4159182" y="3929151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0" y="1"/>
                  </a:moveTo>
                  <a:lnTo>
                    <a:pt x="0" y="708"/>
                  </a:lnTo>
                  <a:lnTo>
                    <a:pt x="258" y="708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6" name="Google Shape;3216;p27"/>
            <p:cNvSpPr/>
            <p:nvPr/>
          </p:nvSpPr>
          <p:spPr>
            <a:xfrm>
              <a:off x="4274722" y="3929151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1"/>
                  </a:moveTo>
                  <a:lnTo>
                    <a:pt x="1" y="708"/>
                  </a:lnTo>
                  <a:lnTo>
                    <a:pt x="259" y="70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7" name="Google Shape;3217;p27"/>
            <p:cNvSpPr/>
            <p:nvPr/>
          </p:nvSpPr>
          <p:spPr>
            <a:xfrm>
              <a:off x="4390372" y="3929151"/>
              <a:ext cx="28554" cy="78055"/>
            </a:xfrm>
            <a:custGeom>
              <a:avLst/>
              <a:gdLst/>
              <a:ahLst/>
              <a:cxnLst/>
              <a:rect l="l" t="t" r="r" b="b"/>
              <a:pathLst>
                <a:path w="259" h="708" extrusionOk="0">
                  <a:moveTo>
                    <a:pt x="1" y="1"/>
                  </a:moveTo>
                  <a:lnTo>
                    <a:pt x="1" y="708"/>
                  </a:lnTo>
                  <a:lnTo>
                    <a:pt x="259" y="708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8" name="Google Shape;3218;p27"/>
            <p:cNvSpPr/>
            <p:nvPr/>
          </p:nvSpPr>
          <p:spPr>
            <a:xfrm>
              <a:off x="3927882" y="38603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79"/>
                  </a:lnTo>
                  <a:lnTo>
                    <a:pt x="259" y="79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19" name="Google Shape;3219;p27"/>
            <p:cNvSpPr/>
            <p:nvPr/>
          </p:nvSpPr>
          <p:spPr>
            <a:xfrm>
              <a:off x="4043532" y="38603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0" y="1"/>
                  </a:moveTo>
                  <a:lnTo>
                    <a:pt x="0" y="79"/>
                  </a:lnTo>
                  <a:lnTo>
                    <a:pt x="258" y="79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0" name="Google Shape;3220;p27"/>
            <p:cNvSpPr/>
            <p:nvPr/>
          </p:nvSpPr>
          <p:spPr>
            <a:xfrm>
              <a:off x="4159182" y="38603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0" y="1"/>
                  </a:moveTo>
                  <a:lnTo>
                    <a:pt x="0" y="79"/>
                  </a:lnTo>
                  <a:lnTo>
                    <a:pt x="258" y="79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1" name="Google Shape;3221;p27"/>
            <p:cNvSpPr/>
            <p:nvPr/>
          </p:nvSpPr>
          <p:spPr>
            <a:xfrm>
              <a:off x="4274722" y="38603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79"/>
                  </a:lnTo>
                  <a:lnTo>
                    <a:pt x="259" y="79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2" name="Google Shape;3222;p27"/>
            <p:cNvSpPr/>
            <p:nvPr/>
          </p:nvSpPr>
          <p:spPr>
            <a:xfrm>
              <a:off x="4390372" y="38603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79"/>
                  </a:lnTo>
                  <a:lnTo>
                    <a:pt x="259" y="79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3" name="Google Shape;3223;p27"/>
            <p:cNvSpPr/>
            <p:nvPr/>
          </p:nvSpPr>
          <p:spPr>
            <a:xfrm>
              <a:off x="3927882" y="39980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80"/>
                  </a:lnTo>
                  <a:lnTo>
                    <a:pt x="259" y="8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4" name="Google Shape;3224;p27"/>
            <p:cNvSpPr/>
            <p:nvPr/>
          </p:nvSpPr>
          <p:spPr>
            <a:xfrm>
              <a:off x="4043532" y="39980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0" y="1"/>
                  </a:moveTo>
                  <a:lnTo>
                    <a:pt x="0" y="80"/>
                  </a:lnTo>
                  <a:lnTo>
                    <a:pt x="258" y="8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5" name="Google Shape;3225;p27"/>
            <p:cNvSpPr/>
            <p:nvPr/>
          </p:nvSpPr>
          <p:spPr>
            <a:xfrm>
              <a:off x="4159182" y="39980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0" y="1"/>
                  </a:moveTo>
                  <a:lnTo>
                    <a:pt x="0" y="80"/>
                  </a:lnTo>
                  <a:lnTo>
                    <a:pt x="258" y="80"/>
                  </a:lnTo>
                  <a:lnTo>
                    <a:pt x="25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6" name="Google Shape;3226;p27"/>
            <p:cNvSpPr/>
            <p:nvPr/>
          </p:nvSpPr>
          <p:spPr>
            <a:xfrm>
              <a:off x="4274722" y="39980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80"/>
                  </a:lnTo>
                  <a:lnTo>
                    <a:pt x="259" y="8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7" name="Google Shape;3227;p27"/>
            <p:cNvSpPr/>
            <p:nvPr/>
          </p:nvSpPr>
          <p:spPr>
            <a:xfrm>
              <a:off x="4390372" y="3998056"/>
              <a:ext cx="28554" cy="8820"/>
            </a:xfrm>
            <a:custGeom>
              <a:avLst/>
              <a:gdLst/>
              <a:ahLst/>
              <a:cxnLst/>
              <a:rect l="l" t="t" r="r" b="b"/>
              <a:pathLst>
                <a:path w="259" h="80" extrusionOk="0">
                  <a:moveTo>
                    <a:pt x="1" y="1"/>
                  </a:moveTo>
                  <a:lnTo>
                    <a:pt x="1" y="80"/>
                  </a:lnTo>
                  <a:lnTo>
                    <a:pt x="259" y="80"/>
                  </a:lnTo>
                  <a:lnTo>
                    <a:pt x="25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8" name="Google Shape;3228;p27"/>
            <p:cNvSpPr/>
            <p:nvPr/>
          </p:nvSpPr>
          <p:spPr>
            <a:xfrm>
              <a:off x="5194081" y="3521013"/>
              <a:ext cx="266468" cy="158426"/>
            </a:xfrm>
            <a:custGeom>
              <a:avLst/>
              <a:gdLst/>
              <a:ahLst/>
              <a:cxnLst/>
              <a:rect l="l" t="t" r="r" b="b"/>
              <a:pathLst>
                <a:path w="2417" h="1437" extrusionOk="0">
                  <a:moveTo>
                    <a:pt x="1210" y="1"/>
                  </a:moveTo>
                  <a:lnTo>
                    <a:pt x="1" y="1436"/>
                  </a:lnTo>
                  <a:lnTo>
                    <a:pt x="2417" y="1436"/>
                  </a:lnTo>
                  <a:lnTo>
                    <a:pt x="121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29" name="Google Shape;3229;p27"/>
            <p:cNvSpPr/>
            <p:nvPr/>
          </p:nvSpPr>
          <p:spPr>
            <a:xfrm>
              <a:off x="5327481" y="3521013"/>
              <a:ext cx="552560" cy="158426"/>
            </a:xfrm>
            <a:custGeom>
              <a:avLst/>
              <a:gdLst/>
              <a:ahLst/>
              <a:cxnLst/>
              <a:rect l="l" t="t" r="r" b="b"/>
              <a:pathLst>
                <a:path w="5012" h="1437" extrusionOk="0">
                  <a:moveTo>
                    <a:pt x="0" y="1"/>
                  </a:moveTo>
                  <a:lnTo>
                    <a:pt x="1207" y="1436"/>
                  </a:lnTo>
                  <a:lnTo>
                    <a:pt x="5012" y="1436"/>
                  </a:lnTo>
                  <a:lnTo>
                    <a:pt x="380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0" name="Google Shape;3230;p27"/>
            <p:cNvSpPr/>
            <p:nvPr/>
          </p:nvSpPr>
          <p:spPr>
            <a:xfrm>
              <a:off x="5194081" y="3679329"/>
              <a:ext cx="260405" cy="424343"/>
            </a:xfrm>
            <a:custGeom>
              <a:avLst/>
              <a:gdLst/>
              <a:ahLst/>
              <a:cxnLst/>
              <a:rect l="l" t="t" r="r" b="b"/>
              <a:pathLst>
                <a:path w="2362" h="3849" extrusionOk="0">
                  <a:moveTo>
                    <a:pt x="1" y="0"/>
                  </a:moveTo>
                  <a:lnTo>
                    <a:pt x="1" y="3849"/>
                  </a:lnTo>
                  <a:lnTo>
                    <a:pt x="2361" y="3849"/>
                  </a:lnTo>
                  <a:lnTo>
                    <a:pt x="236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1" name="Google Shape;3231;p27"/>
            <p:cNvSpPr/>
            <p:nvPr/>
          </p:nvSpPr>
          <p:spPr>
            <a:xfrm>
              <a:off x="5454377" y="3679329"/>
              <a:ext cx="425666" cy="424343"/>
            </a:xfrm>
            <a:custGeom>
              <a:avLst/>
              <a:gdLst/>
              <a:ahLst/>
              <a:cxnLst/>
              <a:rect l="l" t="t" r="r" b="b"/>
              <a:pathLst>
                <a:path w="3861" h="3849" extrusionOk="0">
                  <a:moveTo>
                    <a:pt x="0" y="0"/>
                  </a:moveTo>
                  <a:lnTo>
                    <a:pt x="0" y="3849"/>
                  </a:lnTo>
                  <a:lnTo>
                    <a:pt x="3861" y="3849"/>
                  </a:lnTo>
                  <a:lnTo>
                    <a:pt x="3861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2" name="Google Shape;3232;p27"/>
            <p:cNvSpPr/>
            <p:nvPr/>
          </p:nvSpPr>
          <p:spPr>
            <a:xfrm>
              <a:off x="5510824" y="3732248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3" name="Google Shape;3233;p27"/>
            <p:cNvSpPr/>
            <p:nvPr/>
          </p:nvSpPr>
          <p:spPr>
            <a:xfrm>
              <a:off x="5510824" y="3784396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4" name="Google Shape;3234;p27"/>
            <p:cNvSpPr/>
            <p:nvPr/>
          </p:nvSpPr>
          <p:spPr>
            <a:xfrm>
              <a:off x="5510824" y="3836763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5" name="Google Shape;3235;p27"/>
            <p:cNvSpPr/>
            <p:nvPr/>
          </p:nvSpPr>
          <p:spPr>
            <a:xfrm>
              <a:off x="5510824" y="3889241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6" name="Google Shape;3236;p27"/>
            <p:cNvSpPr/>
            <p:nvPr/>
          </p:nvSpPr>
          <p:spPr>
            <a:xfrm>
              <a:off x="5510824" y="3941609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7" name="Google Shape;3237;p27"/>
            <p:cNvSpPr/>
            <p:nvPr/>
          </p:nvSpPr>
          <p:spPr>
            <a:xfrm>
              <a:off x="5561869" y="3732248"/>
              <a:ext cx="17309" cy="17529"/>
            </a:xfrm>
            <a:custGeom>
              <a:avLst/>
              <a:gdLst/>
              <a:ahLst/>
              <a:cxnLst/>
              <a:rect l="l" t="t" r="r" b="b"/>
              <a:pathLst>
                <a:path w="157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6" y="159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8" name="Google Shape;3238;p27"/>
            <p:cNvSpPr/>
            <p:nvPr/>
          </p:nvSpPr>
          <p:spPr>
            <a:xfrm>
              <a:off x="5561869" y="3784396"/>
              <a:ext cx="17309" cy="17640"/>
            </a:xfrm>
            <a:custGeom>
              <a:avLst/>
              <a:gdLst/>
              <a:ahLst/>
              <a:cxnLst/>
              <a:rect l="l" t="t" r="r" b="b"/>
              <a:pathLst>
                <a:path w="157" h="160" extrusionOk="0">
                  <a:moveTo>
                    <a:pt x="1" y="1"/>
                  </a:moveTo>
                  <a:lnTo>
                    <a:pt x="1" y="160"/>
                  </a:lnTo>
                  <a:lnTo>
                    <a:pt x="156" y="160"/>
                  </a:lnTo>
                  <a:lnTo>
                    <a:pt x="1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39" name="Google Shape;3239;p27"/>
            <p:cNvSpPr/>
            <p:nvPr/>
          </p:nvSpPr>
          <p:spPr>
            <a:xfrm>
              <a:off x="5561869" y="3836763"/>
              <a:ext cx="17309" cy="17640"/>
            </a:xfrm>
            <a:custGeom>
              <a:avLst/>
              <a:gdLst/>
              <a:ahLst/>
              <a:cxnLst/>
              <a:rect l="l" t="t" r="r" b="b"/>
              <a:pathLst>
                <a:path w="157" h="160" extrusionOk="0">
                  <a:moveTo>
                    <a:pt x="1" y="1"/>
                  </a:moveTo>
                  <a:lnTo>
                    <a:pt x="1" y="159"/>
                  </a:lnTo>
                  <a:lnTo>
                    <a:pt x="156" y="159"/>
                  </a:lnTo>
                  <a:lnTo>
                    <a:pt x="1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0" name="Google Shape;3240;p27"/>
            <p:cNvSpPr/>
            <p:nvPr/>
          </p:nvSpPr>
          <p:spPr>
            <a:xfrm>
              <a:off x="5561869" y="3889241"/>
              <a:ext cx="17309" cy="17640"/>
            </a:xfrm>
            <a:custGeom>
              <a:avLst/>
              <a:gdLst/>
              <a:ahLst/>
              <a:cxnLst/>
              <a:rect l="l" t="t" r="r" b="b"/>
              <a:pathLst>
                <a:path w="157" h="160" extrusionOk="0">
                  <a:moveTo>
                    <a:pt x="1" y="0"/>
                  </a:moveTo>
                  <a:lnTo>
                    <a:pt x="1" y="159"/>
                  </a:lnTo>
                  <a:lnTo>
                    <a:pt x="156" y="159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1" name="Google Shape;3241;p27"/>
            <p:cNvSpPr/>
            <p:nvPr/>
          </p:nvSpPr>
          <p:spPr>
            <a:xfrm>
              <a:off x="5561869" y="3941609"/>
              <a:ext cx="17309" cy="17529"/>
            </a:xfrm>
            <a:custGeom>
              <a:avLst/>
              <a:gdLst/>
              <a:ahLst/>
              <a:cxnLst/>
              <a:rect l="l" t="t" r="r" b="b"/>
              <a:pathLst>
                <a:path w="157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6" y="159"/>
                  </a:lnTo>
                  <a:lnTo>
                    <a:pt x="156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2" name="Google Shape;3242;p27"/>
            <p:cNvSpPr/>
            <p:nvPr/>
          </p:nvSpPr>
          <p:spPr>
            <a:xfrm>
              <a:off x="5613244" y="3732248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3" name="Google Shape;3243;p27"/>
            <p:cNvSpPr/>
            <p:nvPr/>
          </p:nvSpPr>
          <p:spPr>
            <a:xfrm>
              <a:off x="5613244" y="3784396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4" name="Google Shape;3244;p27"/>
            <p:cNvSpPr/>
            <p:nvPr/>
          </p:nvSpPr>
          <p:spPr>
            <a:xfrm>
              <a:off x="5613244" y="3836763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5" name="Google Shape;3245;p27"/>
            <p:cNvSpPr/>
            <p:nvPr/>
          </p:nvSpPr>
          <p:spPr>
            <a:xfrm>
              <a:off x="5613244" y="3889241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6" name="Google Shape;3246;p27"/>
            <p:cNvSpPr/>
            <p:nvPr/>
          </p:nvSpPr>
          <p:spPr>
            <a:xfrm>
              <a:off x="5613244" y="3941609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7" name="Google Shape;3247;p27"/>
            <p:cNvSpPr/>
            <p:nvPr/>
          </p:nvSpPr>
          <p:spPr>
            <a:xfrm>
              <a:off x="5664399" y="3732248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8" name="Google Shape;3248;p27"/>
            <p:cNvSpPr/>
            <p:nvPr/>
          </p:nvSpPr>
          <p:spPr>
            <a:xfrm>
              <a:off x="5664399" y="3784396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1"/>
                  </a:moveTo>
                  <a:lnTo>
                    <a:pt x="1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49" name="Google Shape;3249;p27"/>
            <p:cNvSpPr/>
            <p:nvPr/>
          </p:nvSpPr>
          <p:spPr>
            <a:xfrm>
              <a:off x="5664399" y="3836763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1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0" name="Google Shape;3250;p27"/>
            <p:cNvSpPr/>
            <p:nvPr/>
          </p:nvSpPr>
          <p:spPr>
            <a:xfrm>
              <a:off x="5664399" y="3889241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1" name="Google Shape;3251;p27"/>
            <p:cNvSpPr/>
            <p:nvPr/>
          </p:nvSpPr>
          <p:spPr>
            <a:xfrm>
              <a:off x="5664399" y="3941609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2" name="Google Shape;3252;p27"/>
            <p:cNvSpPr/>
            <p:nvPr/>
          </p:nvSpPr>
          <p:spPr>
            <a:xfrm>
              <a:off x="5715665" y="3732248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3" name="Google Shape;3253;p27"/>
            <p:cNvSpPr/>
            <p:nvPr/>
          </p:nvSpPr>
          <p:spPr>
            <a:xfrm>
              <a:off x="5715665" y="3784396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4" name="Google Shape;3254;p27"/>
            <p:cNvSpPr/>
            <p:nvPr/>
          </p:nvSpPr>
          <p:spPr>
            <a:xfrm>
              <a:off x="5715665" y="3836763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5" name="Google Shape;3255;p27"/>
            <p:cNvSpPr/>
            <p:nvPr/>
          </p:nvSpPr>
          <p:spPr>
            <a:xfrm>
              <a:off x="5715665" y="3889241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6" name="Google Shape;3256;p27"/>
            <p:cNvSpPr/>
            <p:nvPr/>
          </p:nvSpPr>
          <p:spPr>
            <a:xfrm>
              <a:off x="5715665" y="3941609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7" name="Google Shape;3257;p27"/>
            <p:cNvSpPr/>
            <p:nvPr/>
          </p:nvSpPr>
          <p:spPr>
            <a:xfrm>
              <a:off x="5766930" y="3732248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8" name="Google Shape;3258;p27"/>
            <p:cNvSpPr/>
            <p:nvPr/>
          </p:nvSpPr>
          <p:spPr>
            <a:xfrm>
              <a:off x="5766930" y="3784396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1"/>
                  </a:moveTo>
                  <a:lnTo>
                    <a:pt x="1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9" name="Google Shape;3259;p27"/>
            <p:cNvSpPr/>
            <p:nvPr/>
          </p:nvSpPr>
          <p:spPr>
            <a:xfrm>
              <a:off x="5766930" y="3836763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1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0" name="Google Shape;3260;p27"/>
            <p:cNvSpPr/>
            <p:nvPr/>
          </p:nvSpPr>
          <p:spPr>
            <a:xfrm>
              <a:off x="5766930" y="3889241"/>
              <a:ext cx="17199" cy="17640"/>
            </a:xfrm>
            <a:custGeom>
              <a:avLst/>
              <a:gdLst/>
              <a:ahLst/>
              <a:cxnLst/>
              <a:rect l="l" t="t" r="r" b="b"/>
              <a:pathLst>
                <a:path w="156" h="160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1" name="Google Shape;3261;p27"/>
            <p:cNvSpPr/>
            <p:nvPr/>
          </p:nvSpPr>
          <p:spPr>
            <a:xfrm>
              <a:off x="5766930" y="3941609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0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2" name="Google Shape;3262;p27"/>
            <p:cNvSpPr/>
            <p:nvPr/>
          </p:nvSpPr>
          <p:spPr>
            <a:xfrm>
              <a:off x="5818196" y="3732248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3" name="Google Shape;3263;p27"/>
            <p:cNvSpPr/>
            <p:nvPr/>
          </p:nvSpPr>
          <p:spPr>
            <a:xfrm>
              <a:off x="5818196" y="3784396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60"/>
                  </a:lnTo>
                  <a:lnTo>
                    <a:pt x="155" y="160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4" name="Google Shape;3264;p27"/>
            <p:cNvSpPr/>
            <p:nvPr/>
          </p:nvSpPr>
          <p:spPr>
            <a:xfrm>
              <a:off x="5818196" y="3836763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5" name="Google Shape;3265;p27"/>
            <p:cNvSpPr/>
            <p:nvPr/>
          </p:nvSpPr>
          <p:spPr>
            <a:xfrm>
              <a:off x="5818196" y="3889241"/>
              <a:ext cx="17088" cy="17640"/>
            </a:xfrm>
            <a:custGeom>
              <a:avLst/>
              <a:gdLst/>
              <a:ahLst/>
              <a:cxnLst/>
              <a:rect l="l" t="t" r="r" b="b"/>
              <a:pathLst>
                <a:path w="155" h="160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6" name="Google Shape;3266;p27"/>
            <p:cNvSpPr/>
            <p:nvPr/>
          </p:nvSpPr>
          <p:spPr>
            <a:xfrm>
              <a:off x="5818196" y="3941609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0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7" name="Google Shape;3267;p27"/>
            <p:cNvSpPr/>
            <p:nvPr/>
          </p:nvSpPr>
          <p:spPr>
            <a:xfrm>
              <a:off x="5510824" y="3993867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8" name="Google Shape;3268;p27"/>
            <p:cNvSpPr/>
            <p:nvPr/>
          </p:nvSpPr>
          <p:spPr>
            <a:xfrm>
              <a:off x="5561869" y="3993867"/>
              <a:ext cx="17309" cy="17529"/>
            </a:xfrm>
            <a:custGeom>
              <a:avLst/>
              <a:gdLst/>
              <a:ahLst/>
              <a:cxnLst/>
              <a:rect l="l" t="t" r="r" b="b"/>
              <a:pathLst>
                <a:path w="157" h="159" extrusionOk="0">
                  <a:moveTo>
                    <a:pt x="1" y="1"/>
                  </a:moveTo>
                  <a:lnTo>
                    <a:pt x="1" y="159"/>
                  </a:lnTo>
                  <a:lnTo>
                    <a:pt x="156" y="159"/>
                  </a:lnTo>
                  <a:lnTo>
                    <a:pt x="156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9" name="Google Shape;3269;p27"/>
            <p:cNvSpPr/>
            <p:nvPr/>
          </p:nvSpPr>
          <p:spPr>
            <a:xfrm>
              <a:off x="5613244" y="3993867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0" name="Google Shape;3270;p27"/>
            <p:cNvSpPr/>
            <p:nvPr/>
          </p:nvSpPr>
          <p:spPr>
            <a:xfrm>
              <a:off x="5664399" y="3993867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1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1" name="Google Shape;3271;p27"/>
            <p:cNvSpPr/>
            <p:nvPr/>
          </p:nvSpPr>
          <p:spPr>
            <a:xfrm>
              <a:off x="5715665" y="3993867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2" name="Google Shape;3272;p27"/>
            <p:cNvSpPr/>
            <p:nvPr/>
          </p:nvSpPr>
          <p:spPr>
            <a:xfrm>
              <a:off x="5766930" y="3993867"/>
              <a:ext cx="17199" cy="17529"/>
            </a:xfrm>
            <a:custGeom>
              <a:avLst/>
              <a:gdLst/>
              <a:ahLst/>
              <a:cxnLst/>
              <a:rect l="l" t="t" r="r" b="b"/>
              <a:pathLst>
                <a:path w="156" h="159" extrusionOk="0">
                  <a:moveTo>
                    <a:pt x="1" y="1"/>
                  </a:moveTo>
                  <a:lnTo>
                    <a:pt x="1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3" name="Google Shape;3273;p27"/>
            <p:cNvSpPr/>
            <p:nvPr/>
          </p:nvSpPr>
          <p:spPr>
            <a:xfrm>
              <a:off x="5818196" y="3993867"/>
              <a:ext cx="17088" cy="17529"/>
            </a:xfrm>
            <a:custGeom>
              <a:avLst/>
              <a:gdLst/>
              <a:ahLst/>
              <a:cxnLst/>
              <a:rect l="l" t="t" r="r" b="b"/>
              <a:pathLst>
                <a:path w="155" h="159" extrusionOk="0">
                  <a:moveTo>
                    <a:pt x="0" y="1"/>
                  </a:moveTo>
                  <a:lnTo>
                    <a:pt x="0" y="159"/>
                  </a:lnTo>
                  <a:lnTo>
                    <a:pt x="155" y="159"/>
                  </a:lnTo>
                  <a:lnTo>
                    <a:pt x="155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4" name="Google Shape;3274;p27"/>
            <p:cNvSpPr/>
            <p:nvPr/>
          </p:nvSpPr>
          <p:spPr>
            <a:xfrm>
              <a:off x="5699128" y="3521013"/>
              <a:ext cx="146519" cy="158426"/>
            </a:xfrm>
            <a:custGeom>
              <a:avLst/>
              <a:gdLst/>
              <a:ahLst/>
              <a:cxnLst/>
              <a:rect l="l" t="t" r="r" b="b"/>
              <a:pathLst>
                <a:path w="1329" h="1437" extrusionOk="0">
                  <a:moveTo>
                    <a:pt x="1" y="1"/>
                  </a:moveTo>
                  <a:lnTo>
                    <a:pt x="1209" y="1436"/>
                  </a:lnTo>
                  <a:lnTo>
                    <a:pt x="1329" y="1436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5" name="Google Shape;3275;p27"/>
            <p:cNvSpPr/>
            <p:nvPr/>
          </p:nvSpPr>
          <p:spPr>
            <a:xfrm>
              <a:off x="5643011" y="3521013"/>
              <a:ext cx="146629" cy="158426"/>
            </a:xfrm>
            <a:custGeom>
              <a:avLst/>
              <a:gdLst/>
              <a:ahLst/>
              <a:cxnLst/>
              <a:rect l="l" t="t" r="r" b="b"/>
              <a:pathLst>
                <a:path w="1330" h="1437" extrusionOk="0">
                  <a:moveTo>
                    <a:pt x="0" y="1"/>
                  </a:moveTo>
                  <a:lnTo>
                    <a:pt x="1208" y="1436"/>
                  </a:lnTo>
                  <a:lnTo>
                    <a:pt x="1329" y="1436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6" name="Google Shape;3276;p27"/>
            <p:cNvSpPr/>
            <p:nvPr/>
          </p:nvSpPr>
          <p:spPr>
            <a:xfrm>
              <a:off x="5586675" y="3521013"/>
              <a:ext cx="146629" cy="158426"/>
            </a:xfrm>
            <a:custGeom>
              <a:avLst/>
              <a:gdLst/>
              <a:ahLst/>
              <a:cxnLst/>
              <a:rect l="l" t="t" r="r" b="b"/>
              <a:pathLst>
                <a:path w="1330" h="1437" extrusionOk="0">
                  <a:moveTo>
                    <a:pt x="1" y="1"/>
                  </a:moveTo>
                  <a:lnTo>
                    <a:pt x="1208" y="1436"/>
                  </a:lnTo>
                  <a:lnTo>
                    <a:pt x="1330" y="1436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7" name="Google Shape;3277;p27"/>
            <p:cNvSpPr/>
            <p:nvPr/>
          </p:nvSpPr>
          <p:spPr>
            <a:xfrm>
              <a:off x="5530558" y="3521013"/>
              <a:ext cx="146519" cy="158426"/>
            </a:xfrm>
            <a:custGeom>
              <a:avLst/>
              <a:gdLst/>
              <a:ahLst/>
              <a:cxnLst/>
              <a:rect l="l" t="t" r="r" b="b"/>
              <a:pathLst>
                <a:path w="1329" h="1437" extrusionOk="0">
                  <a:moveTo>
                    <a:pt x="0" y="1"/>
                  </a:moveTo>
                  <a:lnTo>
                    <a:pt x="1208" y="1436"/>
                  </a:lnTo>
                  <a:lnTo>
                    <a:pt x="1328" y="1436"/>
                  </a:lnTo>
                  <a:lnTo>
                    <a:pt x="12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8" name="Google Shape;3278;p27"/>
            <p:cNvSpPr/>
            <p:nvPr/>
          </p:nvSpPr>
          <p:spPr>
            <a:xfrm>
              <a:off x="5474222" y="3521013"/>
              <a:ext cx="146629" cy="158426"/>
            </a:xfrm>
            <a:custGeom>
              <a:avLst/>
              <a:gdLst/>
              <a:ahLst/>
              <a:cxnLst/>
              <a:rect l="l" t="t" r="r" b="b"/>
              <a:pathLst>
                <a:path w="1330" h="1437" extrusionOk="0">
                  <a:moveTo>
                    <a:pt x="1" y="1"/>
                  </a:moveTo>
                  <a:lnTo>
                    <a:pt x="1209" y="1436"/>
                  </a:lnTo>
                  <a:lnTo>
                    <a:pt x="1330" y="1436"/>
                  </a:lnTo>
                  <a:lnTo>
                    <a:pt x="122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9" name="Google Shape;3279;p27"/>
            <p:cNvSpPr/>
            <p:nvPr/>
          </p:nvSpPr>
          <p:spPr>
            <a:xfrm>
              <a:off x="5417885" y="3521013"/>
              <a:ext cx="146739" cy="158426"/>
            </a:xfrm>
            <a:custGeom>
              <a:avLst/>
              <a:gdLst/>
              <a:ahLst/>
              <a:cxnLst/>
              <a:rect l="l" t="t" r="r" b="b"/>
              <a:pathLst>
                <a:path w="1331" h="1437" extrusionOk="0">
                  <a:moveTo>
                    <a:pt x="1" y="1"/>
                  </a:moveTo>
                  <a:lnTo>
                    <a:pt x="1209" y="1436"/>
                  </a:lnTo>
                  <a:lnTo>
                    <a:pt x="1330" y="1436"/>
                  </a:lnTo>
                  <a:lnTo>
                    <a:pt x="123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0" name="Google Shape;3280;p27"/>
            <p:cNvSpPr/>
            <p:nvPr/>
          </p:nvSpPr>
          <p:spPr>
            <a:xfrm>
              <a:off x="5361768" y="3521013"/>
              <a:ext cx="146629" cy="158426"/>
            </a:xfrm>
            <a:custGeom>
              <a:avLst/>
              <a:gdLst/>
              <a:ahLst/>
              <a:cxnLst/>
              <a:rect l="l" t="t" r="r" b="b"/>
              <a:pathLst>
                <a:path w="1330" h="1437" extrusionOk="0">
                  <a:moveTo>
                    <a:pt x="0" y="1"/>
                  </a:moveTo>
                  <a:lnTo>
                    <a:pt x="1209" y="1436"/>
                  </a:lnTo>
                  <a:lnTo>
                    <a:pt x="1330" y="1436"/>
                  </a:lnTo>
                  <a:lnTo>
                    <a:pt x="12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1" name="Google Shape;3281;p27"/>
            <p:cNvSpPr/>
            <p:nvPr/>
          </p:nvSpPr>
          <p:spPr>
            <a:xfrm>
              <a:off x="5039072" y="2567589"/>
              <a:ext cx="70007" cy="955846"/>
            </a:xfrm>
            <a:custGeom>
              <a:avLst/>
              <a:gdLst/>
              <a:ahLst/>
              <a:cxnLst/>
              <a:rect l="l" t="t" r="r" b="b"/>
              <a:pathLst>
                <a:path w="635" h="8670" extrusionOk="0">
                  <a:moveTo>
                    <a:pt x="163" y="1"/>
                  </a:moveTo>
                  <a:lnTo>
                    <a:pt x="0" y="8669"/>
                  </a:lnTo>
                  <a:lnTo>
                    <a:pt x="634" y="8669"/>
                  </a:lnTo>
                  <a:lnTo>
                    <a:pt x="474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2" name="Google Shape;3282;p27"/>
            <p:cNvSpPr/>
            <p:nvPr/>
          </p:nvSpPr>
          <p:spPr>
            <a:xfrm>
              <a:off x="5019117" y="2550942"/>
              <a:ext cx="109917" cy="47296"/>
            </a:xfrm>
            <a:custGeom>
              <a:avLst/>
              <a:gdLst/>
              <a:ahLst/>
              <a:cxnLst/>
              <a:rect l="l" t="t" r="r" b="b"/>
              <a:pathLst>
                <a:path w="997" h="429" extrusionOk="0">
                  <a:moveTo>
                    <a:pt x="160" y="0"/>
                  </a:moveTo>
                  <a:cubicBezTo>
                    <a:pt x="73" y="0"/>
                    <a:pt x="1" y="97"/>
                    <a:pt x="1" y="214"/>
                  </a:cubicBezTo>
                  <a:cubicBezTo>
                    <a:pt x="1" y="332"/>
                    <a:pt x="72" y="428"/>
                    <a:pt x="160" y="428"/>
                  </a:cubicBezTo>
                  <a:lnTo>
                    <a:pt x="838" y="428"/>
                  </a:lnTo>
                  <a:cubicBezTo>
                    <a:pt x="925" y="428"/>
                    <a:pt x="997" y="332"/>
                    <a:pt x="997" y="214"/>
                  </a:cubicBezTo>
                  <a:cubicBezTo>
                    <a:pt x="997" y="97"/>
                    <a:pt x="925" y="0"/>
                    <a:pt x="838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3" name="Google Shape;3283;p27"/>
            <p:cNvSpPr/>
            <p:nvPr/>
          </p:nvSpPr>
          <p:spPr>
            <a:xfrm>
              <a:off x="4749230" y="2568802"/>
              <a:ext cx="285651" cy="159749"/>
            </a:xfrm>
            <a:custGeom>
              <a:avLst/>
              <a:gdLst/>
              <a:ahLst/>
              <a:cxnLst/>
              <a:rect l="l" t="t" r="r" b="b"/>
              <a:pathLst>
                <a:path w="2591" h="1449" extrusionOk="0">
                  <a:moveTo>
                    <a:pt x="2567" y="0"/>
                  </a:moveTo>
                  <a:lnTo>
                    <a:pt x="2269" y="7"/>
                  </a:lnTo>
                  <a:cubicBezTo>
                    <a:pt x="2169" y="10"/>
                    <a:pt x="2070" y="41"/>
                    <a:pt x="1988" y="96"/>
                  </a:cubicBezTo>
                  <a:lnTo>
                    <a:pt x="34" y="1378"/>
                  </a:lnTo>
                  <a:cubicBezTo>
                    <a:pt x="1" y="1401"/>
                    <a:pt x="19" y="1448"/>
                    <a:pt x="55" y="1448"/>
                  </a:cubicBezTo>
                  <a:cubicBezTo>
                    <a:pt x="59" y="1448"/>
                    <a:pt x="64" y="1448"/>
                    <a:pt x="69" y="1446"/>
                  </a:cubicBezTo>
                  <a:lnTo>
                    <a:pt x="2089" y="709"/>
                  </a:lnTo>
                  <a:cubicBezTo>
                    <a:pt x="2156" y="686"/>
                    <a:pt x="2215" y="640"/>
                    <a:pt x="2256" y="580"/>
                  </a:cubicBezTo>
                  <a:cubicBezTo>
                    <a:pt x="2256" y="580"/>
                    <a:pt x="2581" y="161"/>
                    <a:pt x="2590" y="139"/>
                  </a:cubicBezTo>
                  <a:lnTo>
                    <a:pt x="256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4" name="Google Shape;3284;p27"/>
            <p:cNvSpPr/>
            <p:nvPr/>
          </p:nvSpPr>
          <p:spPr>
            <a:xfrm>
              <a:off x="5034442" y="2574314"/>
              <a:ext cx="279147" cy="175955"/>
            </a:xfrm>
            <a:custGeom>
              <a:avLst/>
              <a:gdLst/>
              <a:ahLst/>
              <a:cxnLst/>
              <a:rect l="l" t="t" r="r" b="b"/>
              <a:pathLst>
                <a:path w="2532" h="1596" extrusionOk="0">
                  <a:moveTo>
                    <a:pt x="111" y="0"/>
                  </a:moveTo>
                  <a:cubicBezTo>
                    <a:pt x="110" y="0"/>
                    <a:pt x="109" y="0"/>
                    <a:pt x="109" y="0"/>
                  </a:cubicBezTo>
                  <a:lnTo>
                    <a:pt x="0" y="89"/>
                  </a:lnTo>
                  <a:lnTo>
                    <a:pt x="155" y="341"/>
                  </a:lnTo>
                  <a:cubicBezTo>
                    <a:pt x="208" y="427"/>
                    <a:pt x="283" y="496"/>
                    <a:pt x="373" y="540"/>
                  </a:cubicBezTo>
                  <a:lnTo>
                    <a:pt x="2460" y="1591"/>
                  </a:lnTo>
                  <a:cubicBezTo>
                    <a:pt x="2466" y="1594"/>
                    <a:pt x="2472" y="1596"/>
                    <a:pt x="2478" y="1596"/>
                  </a:cubicBezTo>
                  <a:cubicBezTo>
                    <a:pt x="2510" y="1596"/>
                    <a:pt x="2531" y="1552"/>
                    <a:pt x="2502" y="1527"/>
                  </a:cubicBezTo>
                  <a:lnTo>
                    <a:pt x="853" y="149"/>
                  </a:lnTo>
                  <a:cubicBezTo>
                    <a:pt x="798" y="102"/>
                    <a:pt x="729" y="74"/>
                    <a:pt x="658" y="69"/>
                  </a:cubicBezTo>
                  <a:cubicBezTo>
                    <a:pt x="658" y="69"/>
                    <a:pt x="154" y="0"/>
                    <a:pt x="1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5" name="Google Shape;3285;p27"/>
            <p:cNvSpPr/>
            <p:nvPr/>
          </p:nvSpPr>
          <p:spPr>
            <a:xfrm>
              <a:off x="5003683" y="2252500"/>
              <a:ext cx="66149" cy="321923"/>
            </a:xfrm>
            <a:custGeom>
              <a:avLst/>
              <a:gdLst/>
              <a:ahLst/>
              <a:cxnLst/>
              <a:rect l="l" t="t" r="r" b="b"/>
              <a:pathLst>
                <a:path w="600" h="2920" extrusionOk="0">
                  <a:moveTo>
                    <a:pt x="422" y="1"/>
                  </a:moveTo>
                  <a:cubicBezTo>
                    <a:pt x="405" y="1"/>
                    <a:pt x="388" y="12"/>
                    <a:pt x="384" y="34"/>
                  </a:cubicBezTo>
                  <a:lnTo>
                    <a:pt x="13" y="2150"/>
                  </a:lnTo>
                  <a:cubicBezTo>
                    <a:pt x="1" y="2221"/>
                    <a:pt x="11" y="2295"/>
                    <a:pt x="42" y="2359"/>
                  </a:cubicBezTo>
                  <a:cubicBezTo>
                    <a:pt x="42" y="2359"/>
                    <a:pt x="242" y="2851"/>
                    <a:pt x="257" y="2869"/>
                  </a:cubicBezTo>
                  <a:lnTo>
                    <a:pt x="388" y="2919"/>
                  </a:lnTo>
                  <a:lnTo>
                    <a:pt x="529" y="2659"/>
                  </a:lnTo>
                  <a:cubicBezTo>
                    <a:pt x="576" y="2571"/>
                    <a:pt x="599" y="2471"/>
                    <a:pt x="592" y="2372"/>
                  </a:cubicBezTo>
                  <a:lnTo>
                    <a:pt x="459" y="37"/>
                  </a:lnTo>
                  <a:cubicBezTo>
                    <a:pt x="458" y="13"/>
                    <a:pt x="440" y="1"/>
                    <a:pt x="42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6" name="Google Shape;3286;p27"/>
            <p:cNvSpPr/>
            <p:nvPr/>
          </p:nvSpPr>
          <p:spPr>
            <a:xfrm>
              <a:off x="5019117" y="2550942"/>
              <a:ext cx="35169" cy="47296"/>
            </a:xfrm>
            <a:custGeom>
              <a:avLst/>
              <a:gdLst/>
              <a:ahLst/>
              <a:cxnLst/>
              <a:rect l="l" t="t" r="r" b="b"/>
              <a:pathLst>
                <a:path w="319" h="429" extrusionOk="0">
                  <a:moveTo>
                    <a:pt x="160" y="0"/>
                  </a:moveTo>
                  <a:cubicBezTo>
                    <a:pt x="73" y="0"/>
                    <a:pt x="1" y="97"/>
                    <a:pt x="1" y="214"/>
                  </a:cubicBezTo>
                  <a:cubicBezTo>
                    <a:pt x="1" y="332"/>
                    <a:pt x="72" y="428"/>
                    <a:pt x="160" y="428"/>
                  </a:cubicBezTo>
                  <a:cubicBezTo>
                    <a:pt x="247" y="428"/>
                    <a:pt x="318" y="332"/>
                    <a:pt x="318" y="214"/>
                  </a:cubicBezTo>
                  <a:cubicBezTo>
                    <a:pt x="318" y="97"/>
                    <a:pt x="247" y="0"/>
                    <a:pt x="16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7" name="Google Shape;3287;p27"/>
            <p:cNvSpPr/>
            <p:nvPr/>
          </p:nvSpPr>
          <p:spPr>
            <a:xfrm>
              <a:off x="5030032" y="2565605"/>
              <a:ext cx="13340" cy="17970"/>
            </a:xfrm>
            <a:custGeom>
              <a:avLst/>
              <a:gdLst/>
              <a:ahLst/>
              <a:cxnLst/>
              <a:rect l="l" t="t" r="r" b="b"/>
              <a:pathLst>
                <a:path w="121" h="163" extrusionOk="0">
                  <a:moveTo>
                    <a:pt x="61" y="0"/>
                  </a:moveTo>
                  <a:cubicBezTo>
                    <a:pt x="28" y="0"/>
                    <a:pt x="0" y="36"/>
                    <a:pt x="0" y="81"/>
                  </a:cubicBezTo>
                  <a:cubicBezTo>
                    <a:pt x="0" y="126"/>
                    <a:pt x="28" y="162"/>
                    <a:pt x="61" y="162"/>
                  </a:cubicBezTo>
                  <a:cubicBezTo>
                    <a:pt x="94" y="162"/>
                    <a:pt x="121" y="126"/>
                    <a:pt x="121" y="81"/>
                  </a:cubicBezTo>
                  <a:cubicBezTo>
                    <a:pt x="121" y="36"/>
                    <a:pt x="93" y="0"/>
                    <a:pt x="61" y="0"/>
                  </a:cubicBezTo>
                  <a:close/>
                </a:path>
              </a:pathLst>
            </a:custGeom>
            <a:solidFill>
              <a:srgbClr val="E7E5E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8" name="Google Shape;3288;p27"/>
            <p:cNvSpPr/>
            <p:nvPr/>
          </p:nvSpPr>
          <p:spPr>
            <a:xfrm>
              <a:off x="4995524" y="2555792"/>
              <a:ext cx="47958" cy="36823"/>
            </a:xfrm>
            <a:custGeom>
              <a:avLst/>
              <a:gdLst/>
              <a:ahLst/>
              <a:cxnLst/>
              <a:rect l="l" t="t" r="r" b="b"/>
              <a:pathLst>
                <a:path w="435" h="334" extrusionOk="0">
                  <a:moveTo>
                    <a:pt x="281" y="0"/>
                  </a:moveTo>
                  <a:cubicBezTo>
                    <a:pt x="229" y="0"/>
                    <a:pt x="0" y="81"/>
                    <a:pt x="1" y="168"/>
                  </a:cubicBezTo>
                  <a:cubicBezTo>
                    <a:pt x="3" y="248"/>
                    <a:pt x="233" y="334"/>
                    <a:pt x="281" y="334"/>
                  </a:cubicBezTo>
                  <a:cubicBezTo>
                    <a:pt x="281" y="334"/>
                    <a:pt x="281" y="334"/>
                    <a:pt x="281" y="334"/>
                  </a:cubicBezTo>
                  <a:lnTo>
                    <a:pt x="322" y="334"/>
                  </a:lnTo>
                  <a:cubicBezTo>
                    <a:pt x="384" y="334"/>
                    <a:pt x="434" y="258"/>
                    <a:pt x="434" y="166"/>
                  </a:cubicBezTo>
                  <a:cubicBezTo>
                    <a:pt x="435" y="76"/>
                    <a:pt x="384" y="0"/>
                    <a:pt x="322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9" name="Google Shape;3289;p27"/>
            <p:cNvSpPr/>
            <p:nvPr/>
          </p:nvSpPr>
          <p:spPr>
            <a:xfrm>
              <a:off x="4561036" y="3967848"/>
              <a:ext cx="475056" cy="135825"/>
            </a:xfrm>
            <a:custGeom>
              <a:avLst/>
              <a:gdLst/>
              <a:ahLst/>
              <a:cxnLst/>
              <a:rect l="l" t="t" r="r" b="b"/>
              <a:pathLst>
                <a:path w="4309" h="1232" extrusionOk="0">
                  <a:moveTo>
                    <a:pt x="1092" y="1"/>
                  </a:moveTo>
                  <a:cubicBezTo>
                    <a:pt x="800" y="1"/>
                    <a:pt x="534" y="165"/>
                    <a:pt x="404" y="426"/>
                  </a:cubicBezTo>
                  <a:lnTo>
                    <a:pt x="1" y="1232"/>
                  </a:lnTo>
                  <a:lnTo>
                    <a:pt x="4308" y="1232"/>
                  </a:lnTo>
                  <a:lnTo>
                    <a:pt x="3905" y="426"/>
                  </a:lnTo>
                  <a:cubicBezTo>
                    <a:pt x="3775" y="166"/>
                    <a:pt x="3508" y="1"/>
                    <a:pt x="321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0" name="Google Shape;3290;p27"/>
            <p:cNvSpPr/>
            <p:nvPr/>
          </p:nvSpPr>
          <p:spPr>
            <a:xfrm>
              <a:off x="4930257" y="3839850"/>
              <a:ext cx="158536" cy="263933"/>
            </a:xfrm>
            <a:custGeom>
              <a:avLst/>
              <a:gdLst/>
              <a:ahLst/>
              <a:cxnLst/>
              <a:rect l="l" t="t" r="r" b="b"/>
              <a:pathLst>
                <a:path w="1438" h="2394" extrusionOk="0">
                  <a:moveTo>
                    <a:pt x="1" y="0"/>
                  </a:moveTo>
                  <a:lnTo>
                    <a:pt x="1" y="2394"/>
                  </a:lnTo>
                  <a:lnTo>
                    <a:pt x="1437" y="2394"/>
                  </a:lnTo>
                  <a:lnTo>
                    <a:pt x="143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1" name="Google Shape;3291;p27"/>
            <p:cNvSpPr/>
            <p:nvPr/>
          </p:nvSpPr>
          <p:spPr>
            <a:xfrm>
              <a:off x="5088684" y="3839850"/>
              <a:ext cx="263933" cy="263933"/>
            </a:xfrm>
            <a:custGeom>
              <a:avLst/>
              <a:gdLst/>
              <a:ahLst/>
              <a:cxnLst/>
              <a:rect l="l" t="t" r="r" b="b"/>
              <a:pathLst>
                <a:path w="2394" h="2394" extrusionOk="0">
                  <a:moveTo>
                    <a:pt x="0" y="0"/>
                  </a:moveTo>
                  <a:lnTo>
                    <a:pt x="0" y="2394"/>
                  </a:lnTo>
                  <a:lnTo>
                    <a:pt x="2393" y="2394"/>
                  </a:lnTo>
                  <a:lnTo>
                    <a:pt x="2393" y="0"/>
                  </a:ln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2" name="Google Shape;3292;p27"/>
            <p:cNvSpPr/>
            <p:nvPr/>
          </p:nvSpPr>
          <p:spPr>
            <a:xfrm>
              <a:off x="4930257" y="3628726"/>
              <a:ext cx="158536" cy="211344"/>
            </a:xfrm>
            <a:custGeom>
              <a:avLst/>
              <a:gdLst/>
              <a:ahLst/>
              <a:cxnLst/>
              <a:rect l="l" t="t" r="r" b="b"/>
              <a:pathLst>
                <a:path w="1438" h="1917" extrusionOk="0">
                  <a:moveTo>
                    <a:pt x="1" y="1"/>
                  </a:moveTo>
                  <a:lnTo>
                    <a:pt x="1" y="1916"/>
                  </a:lnTo>
                  <a:lnTo>
                    <a:pt x="1437" y="1916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3" name="Google Shape;3293;p27"/>
            <p:cNvSpPr/>
            <p:nvPr/>
          </p:nvSpPr>
          <p:spPr>
            <a:xfrm>
              <a:off x="4930257" y="3628726"/>
              <a:ext cx="422358" cy="211344"/>
            </a:xfrm>
            <a:custGeom>
              <a:avLst/>
              <a:gdLst/>
              <a:ahLst/>
              <a:cxnLst/>
              <a:rect l="l" t="t" r="r" b="b"/>
              <a:pathLst>
                <a:path w="3831" h="1917" extrusionOk="0">
                  <a:moveTo>
                    <a:pt x="1" y="1"/>
                  </a:moveTo>
                  <a:lnTo>
                    <a:pt x="1437" y="1916"/>
                  </a:lnTo>
                  <a:lnTo>
                    <a:pt x="3830" y="1916"/>
                  </a:lnTo>
                  <a:lnTo>
                    <a:pt x="2394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4" name="Google Shape;3294;p27"/>
            <p:cNvSpPr/>
            <p:nvPr/>
          </p:nvSpPr>
          <p:spPr>
            <a:xfrm>
              <a:off x="5194081" y="3892659"/>
              <a:ext cx="52919" cy="48178"/>
            </a:xfrm>
            <a:custGeom>
              <a:avLst/>
              <a:gdLst/>
              <a:ahLst/>
              <a:cxnLst/>
              <a:rect l="l" t="t" r="r" b="b"/>
              <a:pathLst>
                <a:path w="480" h="437" extrusionOk="0">
                  <a:moveTo>
                    <a:pt x="1" y="0"/>
                  </a:moveTo>
                  <a:lnTo>
                    <a:pt x="1" y="436"/>
                  </a:lnTo>
                  <a:lnTo>
                    <a:pt x="480" y="436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5" name="Google Shape;3295;p27"/>
            <p:cNvSpPr/>
            <p:nvPr/>
          </p:nvSpPr>
          <p:spPr>
            <a:xfrm>
              <a:off x="5194081" y="3935987"/>
              <a:ext cx="52919" cy="9481"/>
            </a:xfrm>
            <a:custGeom>
              <a:avLst/>
              <a:gdLst/>
              <a:ahLst/>
              <a:cxnLst/>
              <a:rect l="l" t="t" r="r" b="b"/>
              <a:pathLst>
                <a:path w="480" h="86" extrusionOk="0">
                  <a:moveTo>
                    <a:pt x="1" y="0"/>
                  </a:moveTo>
                  <a:lnTo>
                    <a:pt x="1" y="86"/>
                  </a:lnTo>
                  <a:lnTo>
                    <a:pt x="480" y="86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6" name="Google Shape;3296;p27"/>
            <p:cNvSpPr/>
            <p:nvPr/>
          </p:nvSpPr>
          <p:spPr>
            <a:xfrm>
              <a:off x="5194081" y="3998056"/>
              <a:ext cx="52919" cy="48178"/>
            </a:xfrm>
            <a:custGeom>
              <a:avLst/>
              <a:gdLst/>
              <a:ahLst/>
              <a:cxnLst/>
              <a:rect l="l" t="t" r="r" b="b"/>
              <a:pathLst>
                <a:path w="480" h="437" extrusionOk="0">
                  <a:moveTo>
                    <a:pt x="1" y="1"/>
                  </a:moveTo>
                  <a:lnTo>
                    <a:pt x="1" y="437"/>
                  </a:lnTo>
                  <a:lnTo>
                    <a:pt x="480" y="437"/>
                  </a:lnTo>
                  <a:lnTo>
                    <a:pt x="480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7" name="Google Shape;3297;p27"/>
            <p:cNvSpPr/>
            <p:nvPr/>
          </p:nvSpPr>
          <p:spPr>
            <a:xfrm>
              <a:off x="5194081" y="4041384"/>
              <a:ext cx="52919" cy="9592"/>
            </a:xfrm>
            <a:custGeom>
              <a:avLst/>
              <a:gdLst/>
              <a:ahLst/>
              <a:cxnLst/>
              <a:rect l="l" t="t" r="r" b="b"/>
              <a:pathLst>
                <a:path w="480" h="87" extrusionOk="0">
                  <a:moveTo>
                    <a:pt x="1" y="1"/>
                  </a:moveTo>
                  <a:lnTo>
                    <a:pt x="1" y="87"/>
                  </a:lnTo>
                  <a:lnTo>
                    <a:pt x="480" y="87"/>
                  </a:lnTo>
                  <a:lnTo>
                    <a:pt x="48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8" name="Google Shape;3298;p27"/>
            <p:cNvSpPr/>
            <p:nvPr/>
          </p:nvSpPr>
          <p:spPr>
            <a:xfrm>
              <a:off x="2915914" y="4103563"/>
              <a:ext cx="3338074" cy="105617"/>
            </a:xfrm>
            <a:custGeom>
              <a:avLst/>
              <a:gdLst/>
              <a:ahLst/>
              <a:cxnLst/>
              <a:rect l="l" t="t" r="r" b="b"/>
              <a:pathLst>
                <a:path w="30278" h="958" extrusionOk="0">
                  <a:moveTo>
                    <a:pt x="1" y="1"/>
                  </a:moveTo>
                  <a:cubicBezTo>
                    <a:pt x="60" y="162"/>
                    <a:pt x="122" y="321"/>
                    <a:pt x="186" y="479"/>
                  </a:cubicBezTo>
                  <a:cubicBezTo>
                    <a:pt x="252" y="640"/>
                    <a:pt x="321" y="799"/>
                    <a:pt x="390" y="957"/>
                  </a:cubicBezTo>
                  <a:lnTo>
                    <a:pt x="29888" y="957"/>
                  </a:lnTo>
                  <a:cubicBezTo>
                    <a:pt x="29959" y="800"/>
                    <a:pt x="30026" y="640"/>
                    <a:pt x="30093" y="479"/>
                  </a:cubicBezTo>
                  <a:cubicBezTo>
                    <a:pt x="30145" y="348"/>
                    <a:pt x="30196" y="216"/>
                    <a:pt x="30246" y="85"/>
                  </a:cubicBezTo>
                  <a:cubicBezTo>
                    <a:pt x="30257" y="57"/>
                    <a:pt x="30268" y="29"/>
                    <a:pt x="3027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9" name="Google Shape;3299;p27"/>
            <p:cNvSpPr/>
            <p:nvPr/>
          </p:nvSpPr>
          <p:spPr>
            <a:xfrm>
              <a:off x="2936200" y="4156482"/>
              <a:ext cx="3297282" cy="105617"/>
            </a:xfrm>
            <a:custGeom>
              <a:avLst/>
              <a:gdLst/>
              <a:ahLst/>
              <a:cxnLst/>
              <a:rect l="l" t="t" r="r" b="b"/>
              <a:pathLst>
                <a:path w="29908" h="958" extrusionOk="0">
                  <a:moveTo>
                    <a:pt x="1" y="0"/>
                  </a:moveTo>
                  <a:cubicBezTo>
                    <a:pt x="67" y="161"/>
                    <a:pt x="135" y="320"/>
                    <a:pt x="205" y="478"/>
                  </a:cubicBezTo>
                  <a:lnTo>
                    <a:pt x="244" y="563"/>
                  </a:lnTo>
                  <a:cubicBezTo>
                    <a:pt x="304" y="694"/>
                    <a:pt x="365" y="826"/>
                    <a:pt x="430" y="957"/>
                  </a:cubicBezTo>
                  <a:lnTo>
                    <a:pt x="29479" y="957"/>
                  </a:lnTo>
                  <a:cubicBezTo>
                    <a:pt x="29557" y="800"/>
                    <a:pt x="29631" y="640"/>
                    <a:pt x="29703" y="478"/>
                  </a:cubicBezTo>
                  <a:cubicBezTo>
                    <a:pt x="29774" y="322"/>
                    <a:pt x="29841" y="161"/>
                    <a:pt x="2990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0" name="Google Shape;3300;p27"/>
            <p:cNvSpPr/>
            <p:nvPr/>
          </p:nvSpPr>
          <p:spPr>
            <a:xfrm>
              <a:off x="5880155" y="3734453"/>
              <a:ext cx="403175" cy="369329"/>
            </a:xfrm>
            <a:custGeom>
              <a:avLst/>
              <a:gdLst/>
              <a:ahLst/>
              <a:cxnLst/>
              <a:rect l="l" t="t" r="r" b="b"/>
              <a:pathLst>
                <a:path w="3657" h="3350" extrusionOk="0">
                  <a:moveTo>
                    <a:pt x="1" y="1"/>
                  </a:moveTo>
                  <a:lnTo>
                    <a:pt x="1" y="3350"/>
                  </a:lnTo>
                  <a:lnTo>
                    <a:pt x="3391" y="3350"/>
                  </a:lnTo>
                  <a:cubicBezTo>
                    <a:pt x="3486" y="3093"/>
                    <a:pt x="3575" y="2833"/>
                    <a:pt x="3657" y="2570"/>
                  </a:cubicBezTo>
                  <a:cubicBezTo>
                    <a:pt x="3490" y="2430"/>
                    <a:pt x="3278" y="2345"/>
                    <a:pt x="3048" y="2345"/>
                  </a:cubicBezTo>
                  <a:cubicBezTo>
                    <a:pt x="3044" y="2345"/>
                    <a:pt x="3040" y="2345"/>
                    <a:pt x="3036" y="2345"/>
                  </a:cubicBezTo>
                  <a:cubicBezTo>
                    <a:pt x="3000" y="2345"/>
                    <a:pt x="2965" y="2347"/>
                    <a:pt x="2930" y="2351"/>
                  </a:cubicBezTo>
                  <a:cubicBezTo>
                    <a:pt x="2933" y="2311"/>
                    <a:pt x="2935" y="2273"/>
                    <a:pt x="2935" y="2232"/>
                  </a:cubicBezTo>
                  <a:cubicBezTo>
                    <a:pt x="2935" y="1445"/>
                    <a:pt x="2312" y="807"/>
                    <a:pt x="1543" y="807"/>
                  </a:cubicBezTo>
                  <a:cubicBezTo>
                    <a:pt x="1343" y="807"/>
                    <a:pt x="1154" y="851"/>
                    <a:pt x="982" y="928"/>
                  </a:cubicBezTo>
                  <a:cubicBezTo>
                    <a:pt x="943" y="408"/>
                    <a:pt x="522" y="1"/>
                    <a:pt x="1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01" name="Google Shape;3301;p27"/>
          <p:cNvSpPr/>
          <p:nvPr/>
        </p:nvSpPr>
        <p:spPr>
          <a:xfrm>
            <a:off x="2126786" y="2085163"/>
            <a:ext cx="656209" cy="656146"/>
          </a:xfrm>
          <a:custGeom>
            <a:avLst/>
            <a:gdLst/>
            <a:ahLst/>
            <a:cxnLst/>
            <a:rect l="l" t="t" r="r" b="b"/>
            <a:pathLst>
              <a:path w="10381" h="10380" extrusionOk="0">
                <a:moveTo>
                  <a:pt x="5190" y="1"/>
                </a:moveTo>
                <a:cubicBezTo>
                  <a:pt x="3814" y="1"/>
                  <a:pt x="2494" y="547"/>
                  <a:pt x="1520" y="1520"/>
                </a:cubicBezTo>
                <a:cubicBezTo>
                  <a:pt x="547" y="2494"/>
                  <a:pt x="0" y="3814"/>
                  <a:pt x="0" y="5190"/>
                </a:cubicBezTo>
                <a:cubicBezTo>
                  <a:pt x="0" y="6566"/>
                  <a:pt x="547" y="7887"/>
                  <a:pt x="1520" y="8860"/>
                </a:cubicBezTo>
                <a:cubicBezTo>
                  <a:pt x="2494" y="9833"/>
                  <a:pt x="3814" y="10380"/>
                  <a:pt x="5190" y="10380"/>
                </a:cubicBezTo>
                <a:cubicBezTo>
                  <a:pt x="6566" y="10380"/>
                  <a:pt x="7887" y="9833"/>
                  <a:pt x="8860" y="8860"/>
                </a:cubicBezTo>
                <a:cubicBezTo>
                  <a:pt x="9833" y="7887"/>
                  <a:pt x="10381" y="6566"/>
                  <a:pt x="10381" y="5190"/>
                </a:cubicBezTo>
                <a:cubicBezTo>
                  <a:pt x="10381" y="3814"/>
                  <a:pt x="9833" y="2494"/>
                  <a:pt x="8860" y="1520"/>
                </a:cubicBezTo>
                <a:cubicBezTo>
                  <a:pt x="7887" y="547"/>
                  <a:pt x="6566" y="1"/>
                  <a:pt x="5190" y="1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2" name="Google Shape;3302;p27"/>
          <p:cNvSpPr/>
          <p:nvPr/>
        </p:nvSpPr>
        <p:spPr>
          <a:xfrm>
            <a:off x="2332845" y="2213735"/>
            <a:ext cx="253166" cy="306644"/>
          </a:xfrm>
          <a:custGeom>
            <a:avLst/>
            <a:gdLst/>
            <a:ahLst/>
            <a:cxnLst/>
            <a:rect l="l" t="t" r="r" b="b"/>
            <a:pathLst>
              <a:path w="4005" h="4851" extrusionOk="0">
                <a:moveTo>
                  <a:pt x="2003" y="1"/>
                </a:moveTo>
                <a:lnTo>
                  <a:pt x="468" y="2039"/>
                </a:lnTo>
                <a:lnTo>
                  <a:pt x="1185" y="2039"/>
                </a:lnTo>
                <a:lnTo>
                  <a:pt x="137" y="3430"/>
                </a:lnTo>
                <a:lnTo>
                  <a:pt x="1045" y="3430"/>
                </a:lnTo>
                <a:lnTo>
                  <a:pt x="1" y="4851"/>
                </a:lnTo>
                <a:lnTo>
                  <a:pt x="4004" y="4851"/>
                </a:lnTo>
                <a:lnTo>
                  <a:pt x="2960" y="3430"/>
                </a:lnTo>
                <a:lnTo>
                  <a:pt x="3868" y="3430"/>
                </a:lnTo>
                <a:lnTo>
                  <a:pt x="2821" y="2039"/>
                </a:lnTo>
                <a:lnTo>
                  <a:pt x="3538" y="2039"/>
                </a:lnTo>
                <a:lnTo>
                  <a:pt x="2003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03" name="Google Shape;3303;p27"/>
          <p:cNvSpPr/>
          <p:nvPr/>
        </p:nvSpPr>
        <p:spPr>
          <a:xfrm>
            <a:off x="2424638" y="2547237"/>
            <a:ext cx="60684" cy="62391"/>
          </a:xfrm>
          <a:custGeom>
            <a:avLst/>
            <a:gdLst/>
            <a:ahLst/>
            <a:cxnLst/>
            <a:rect l="l" t="t" r="r" b="b"/>
            <a:pathLst>
              <a:path w="960" h="987" extrusionOk="0">
                <a:moveTo>
                  <a:pt x="0" y="0"/>
                </a:moveTo>
                <a:lnTo>
                  <a:pt x="0" y="987"/>
                </a:lnTo>
                <a:lnTo>
                  <a:pt x="960" y="987"/>
                </a:lnTo>
                <a:lnTo>
                  <a:pt x="96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04" name="Google Shape;3304;p27"/>
          <p:cNvCxnSpPr/>
          <p:nvPr/>
        </p:nvCxnSpPr>
        <p:spPr>
          <a:xfrm rot="10800000" flipH="1">
            <a:off x="2623000" y="2439000"/>
            <a:ext cx="1166400" cy="12000"/>
          </a:xfrm>
          <a:prstGeom prst="straightConnector1">
            <a:avLst/>
          </a:prstGeom>
          <a:noFill/>
          <a:ln w="28575" cap="flat" cmpd="sng">
            <a:solidFill>
              <a:schemeClr val="lt2"/>
            </a:solidFill>
            <a:prstDash val="solid"/>
            <a:round/>
            <a:headEnd type="oval" w="med" len="med"/>
            <a:tailEnd type="oval" w="med" len="med"/>
          </a:ln>
        </p:spPr>
      </p:cxnSp>
      <p:cxnSp>
        <p:nvCxnSpPr>
          <p:cNvPr id="3305" name="Google Shape;3305;p27"/>
          <p:cNvCxnSpPr/>
          <p:nvPr/>
        </p:nvCxnSpPr>
        <p:spPr>
          <a:xfrm rot="10800000" flipH="1">
            <a:off x="5576625" y="3577075"/>
            <a:ext cx="959400" cy="4800"/>
          </a:xfrm>
          <a:prstGeom prst="straightConnector1">
            <a:avLst/>
          </a:prstGeom>
          <a:noFill/>
          <a:ln w="28575" cap="flat" cmpd="sng">
            <a:solidFill>
              <a:srgbClr val="F7D754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306" name="Google Shape;3306;p27"/>
          <p:cNvGrpSpPr/>
          <p:nvPr/>
        </p:nvGrpSpPr>
        <p:grpSpPr>
          <a:xfrm>
            <a:off x="2131324" y="3228600"/>
            <a:ext cx="656209" cy="656209"/>
            <a:chOff x="2839501" y="3850250"/>
            <a:chExt cx="656209" cy="656209"/>
          </a:xfrm>
        </p:grpSpPr>
        <p:sp>
          <p:nvSpPr>
            <p:cNvPr id="3307" name="Google Shape;3307;p27"/>
            <p:cNvSpPr/>
            <p:nvPr/>
          </p:nvSpPr>
          <p:spPr>
            <a:xfrm>
              <a:off x="2839501" y="3850250"/>
              <a:ext cx="656209" cy="656209"/>
            </a:xfrm>
            <a:custGeom>
              <a:avLst/>
              <a:gdLst/>
              <a:ahLst/>
              <a:cxnLst/>
              <a:rect l="l" t="t" r="r" b="b"/>
              <a:pathLst>
                <a:path w="10381" h="10381" extrusionOk="0">
                  <a:moveTo>
                    <a:pt x="5191" y="0"/>
                  </a:moveTo>
                  <a:cubicBezTo>
                    <a:pt x="3814" y="0"/>
                    <a:pt x="2494" y="546"/>
                    <a:pt x="1521" y="1520"/>
                  </a:cubicBezTo>
                  <a:cubicBezTo>
                    <a:pt x="548" y="2494"/>
                    <a:pt x="0" y="3813"/>
                    <a:pt x="0" y="5190"/>
                  </a:cubicBezTo>
                  <a:cubicBezTo>
                    <a:pt x="0" y="6567"/>
                    <a:pt x="548" y="7887"/>
                    <a:pt x="1521" y="8860"/>
                  </a:cubicBezTo>
                  <a:cubicBezTo>
                    <a:pt x="2494" y="9833"/>
                    <a:pt x="3814" y="10380"/>
                    <a:pt x="5191" y="10380"/>
                  </a:cubicBezTo>
                  <a:cubicBezTo>
                    <a:pt x="6567" y="10380"/>
                    <a:pt x="7887" y="9833"/>
                    <a:pt x="8861" y="8860"/>
                  </a:cubicBezTo>
                  <a:cubicBezTo>
                    <a:pt x="9834" y="7887"/>
                    <a:pt x="10381" y="6567"/>
                    <a:pt x="10381" y="5190"/>
                  </a:cubicBezTo>
                  <a:cubicBezTo>
                    <a:pt x="10381" y="3813"/>
                    <a:pt x="9834" y="2494"/>
                    <a:pt x="8861" y="1520"/>
                  </a:cubicBezTo>
                  <a:cubicBezTo>
                    <a:pt x="7887" y="546"/>
                    <a:pt x="6567" y="0"/>
                    <a:pt x="5191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8" name="Google Shape;3308;p27"/>
            <p:cNvSpPr/>
            <p:nvPr/>
          </p:nvSpPr>
          <p:spPr>
            <a:xfrm>
              <a:off x="3038048" y="4055686"/>
              <a:ext cx="256200" cy="261826"/>
            </a:xfrm>
            <a:custGeom>
              <a:avLst/>
              <a:gdLst/>
              <a:ahLst/>
              <a:cxnLst/>
              <a:rect l="l" t="t" r="r" b="b"/>
              <a:pathLst>
                <a:path w="4053" h="4142" extrusionOk="0">
                  <a:moveTo>
                    <a:pt x="2027" y="1"/>
                  </a:moveTo>
                  <a:lnTo>
                    <a:pt x="1" y="2036"/>
                  </a:lnTo>
                  <a:lnTo>
                    <a:pt x="1" y="4142"/>
                  </a:lnTo>
                  <a:lnTo>
                    <a:pt x="1091" y="4142"/>
                  </a:lnTo>
                  <a:lnTo>
                    <a:pt x="1091" y="2531"/>
                  </a:lnTo>
                  <a:lnTo>
                    <a:pt x="2961" y="2531"/>
                  </a:lnTo>
                  <a:lnTo>
                    <a:pt x="2961" y="4142"/>
                  </a:lnTo>
                  <a:lnTo>
                    <a:pt x="4052" y="4142"/>
                  </a:lnTo>
                  <a:lnTo>
                    <a:pt x="4052" y="2036"/>
                  </a:lnTo>
                  <a:lnTo>
                    <a:pt x="202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9" name="Google Shape;3309;p27"/>
            <p:cNvSpPr/>
            <p:nvPr/>
          </p:nvSpPr>
          <p:spPr>
            <a:xfrm>
              <a:off x="2974394" y="3980908"/>
              <a:ext cx="383447" cy="192419"/>
            </a:xfrm>
            <a:custGeom>
              <a:avLst/>
              <a:gdLst/>
              <a:ahLst/>
              <a:cxnLst/>
              <a:rect l="l" t="t" r="r" b="b"/>
              <a:pathLst>
                <a:path w="6066" h="3044" extrusionOk="0">
                  <a:moveTo>
                    <a:pt x="3034" y="1"/>
                  </a:moveTo>
                  <a:lnTo>
                    <a:pt x="1" y="3044"/>
                  </a:lnTo>
                  <a:lnTo>
                    <a:pt x="772" y="3044"/>
                  </a:lnTo>
                  <a:lnTo>
                    <a:pt x="3034" y="773"/>
                  </a:lnTo>
                  <a:lnTo>
                    <a:pt x="5295" y="3044"/>
                  </a:lnTo>
                  <a:lnTo>
                    <a:pt x="6065" y="3044"/>
                  </a:lnTo>
                  <a:lnTo>
                    <a:pt x="4983" y="1956"/>
                  </a:lnTo>
                  <a:lnTo>
                    <a:pt x="4983" y="1955"/>
                  </a:lnTo>
                  <a:lnTo>
                    <a:pt x="303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315" name="Google Shape;3315;p27"/>
          <p:cNvSpPr txBox="1"/>
          <p:nvPr/>
        </p:nvSpPr>
        <p:spPr>
          <a:xfrm>
            <a:off x="5832694" y="810644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accent1"/>
                </a:solidFill>
                <a:latin typeface="Fira Sans"/>
                <a:ea typeface="Fira Sans"/>
                <a:cs typeface="Fira Sans"/>
                <a:sym typeface="Fira Sans"/>
              </a:rPr>
              <a:t>B</a:t>
            </a:r>
            <a:endParaRPr sz="3000" b="1">
              <a:solidFill>
                <a:schemeClr val="accent1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6" name="Google Shape;3316;p27"/>
          <p:cNvSpPr txBox="1"/>
          <p:nvPr/>
        </p:nvSpPr>
        <p:spPr>
          <a:xfrm>
            <a:off x="385159" y="3330885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dk2"/>
                </a:solidFill>
                <a:latin typeface="Fira Sans"/>
                <a:ea typeface="Fira Sans"/>
                <a:cs typeface="Fira Sans"/>
                <a:sym typeface="Fira Sans"/>
              </a:rPr>
              <a:t>C</a:t>
            </a:r>
            <a:endParaRPr sz="3000" b="1">
              <a:solidFill>
                <a:schemeClr val="dk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sp>
        <p:nvSpPr>
          <p:cNvPr id="3317" name="Google Shape;3317;p27"/>
          <p:cNvSpPr txBox="1"/>
          <p:nvPr/>
        </p:nvSpPr>
        <p:spPr>
          <a:xfrm>
            <a:off x="385159" y="904548"/>
            <a:ext cx="1308900" cy="38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000" b="1">
                <a:solidFill>
                  <a:schemeClr val="lt2"/>
                </a:solidFill>
                <a:latin typeface="Fira Sans"/>
                <a:ea typeface="Fira Sans"/>
                <a:cs typeface="Fira Sans"/>
                <a:sym typeface="Fira Sans"/>
              </a:rPr>
              <a:t>A</a:t>
            </a:r>
            <a:endParaRPr sz="3000" b="1">
              <a:solidFill>
                <a:schemeClr val="lt2"/>
              </a:solidFill>
              <a:latin typeface="Fira Sans"/>
              <a:ea typeface="Fira Sans"/>
              <a:cs typeface="Fira Sans"/>
              <a:sym typeface="Fira Sans"/>
            </a:endParaRPr>
          </a:p>
        </p:txBody>
      </p:sp>
      <p:cxnSp>
        <p:nvCxnSpPr>
          <p:cNvPr id="3318" name="Google Shape;3318;p27"/>
          <p:cNvCxnSpPr/>
          <p:nvPr/>
        </p:nvCxnSpPr>
        <p:spPr>
          <a:xfrm rot="10800000" flipH="1">
            <a:off x="2623000" y="3591525"/>
            <a:ext cx="1166400" cy="12000"/>
          </a:xfrm>
          <a:prstGeom prst="straightConnector1">
            <a:avLst/>
          </a:prstGeom>
          <a:noFill/>
          <a:ln w="28575" cap="flat" cmpd="sng">
            <a:solidFill>
              <a:schemeClr val="dk2"/>
            </a:solidFill>
            <a:prstDash val="solid"/>
            <a:round/>
            <a:headEnd type="oval" w="med" len="med"/>
            <a:tailEnd type="oval" w="med" len="med"/>
          </a:ln>
        </p:spPr>
      </p:cxnSp>
      <p:sp>
        <p:nvSpPr>
          <p:cNvPr id="3319" name="Google Shape;3319;p27"/>
          <p:cNvSpPr/>
          <p:nvPr/>
        </p:nvSpPr>
        <p:spPr>
          <a:xfrm>
            <a:off x="6367982" y="3228600"/>
            <a:ext cx="656209" cy="656209"/>
          </a:xfrm>
          <a:custGeom>
            <a:avLst/>
            <a:gdLst/>
            <a:ahLst/>
            <a:cxnLst/>
            <a:rect l="l" t="t" r="r" b="b"/>
            <a:pathLst>
              <a:path w="10381" h="10381" extrusionOk="0">
                <a:moveTo>
                  <a:pt x="5191" y="0"/>
                </a:moveTo>
                <a:cubicBezTo>
                  <a:pt x="3815" y="0"/>
                  <a:pt x="2494" y="547"/>
                  <a:pt x="1521" y="1520"/>
                </a:cubicBezTo>
                <a:cubicBezTo>
                  <a:pt x="548" y="2494"/>
                  <a:pt x="0" y="3813"/>
                  <a:pt x="0" y="5191"/>
                </a:cubicBezTo>
                <a:cubicBezTo>
                  <a:pt x="0" y="6567"/>
                  <a:pt x="548" y="7887"/>
                  <a:pt x="1521" y="8860"/>
                </a:cubicBezTo>
                <a:cubicBezTo>
                  <a:pt x="2494" y="9834"/>
                  <a:pt x="3815" y="10380"/>
                  <a:pt x="5191" y="10380"/>
                </a:cubicBezTo>
                <a:cubicBezTo>
                  <a:pt x="6567" y="10380"/>
                  <a:pt x="7887" y="9834"/>
                  <a:pt x="8861" y="8860"/>
                </a:cubicBezTo>
                <a:cubicBezTo>
                  <a:pt x="9834" y="7887"/>
                  <a:pt x="10380" y="6567"/>
                  <a:pt x="10380" y="5191"/>
                </a:cubicBezTo>
                <a:cubicBezTo>
                  <a:pt x="10380" y="3813"/>
                  <a:pt x="9834" y="2494"/>
                  <a:pt x="8861" y="1520"/>
                </a:cubicBezTo>
                <a:cubicBezTo>
                  <a:pt x="7887" y="547"/>
                  <a:pt x="6567" y="0"/>
                  <a:pt x="5191" y="0"/>
                </a:cubicBezTo>
                <a:close/>
              </a:path>
            </a:pathLst>
          </a:custGeom>
          <a:solidFill>
            <a:srgbClr val="F7D75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20" name="Google Shape;3320;p27"/>
          <p:cNvSpPr/>
          <p:nvPr/>
        </p:nvSpPr>
        <p:spPr>
          <a:xfrm>
            <a:off x="6539853" y="3396489"/>
            <a:ext cx="335089" cy="311638"/>
          </a:xfrm>
          <a:custGeom>
            <a:avLst/>
            <a:gdLst/>
            <a:ahLst/>
            <a:cxnLst/>
            <a:rect l="l" t="t" r="r" b="b"/>
            <a:pathLst>
              <a:path w="5301" h="4930" extrusionOk="0">
                <a:moveTo>
                  <a:pt x="2807" y="758"/>
                </a:moveTo>
                <a:lnTo>
                  <a:pt x="2807" y="1119"/>
                </a:lnTo>
                <a:lnTo>
                  <a:pt x="333" y="1119"/>
                </a:lnTo>
                <a:lnTo>
                  <a:pt x="333" y="758"/>
                </a:lnTo>
                <a:close/>
                <a:moveTo>
                  <a:pt x="2807" y="1761"/>
                </a:moveTo>
                <a:lnTo>
                  <a:pt x="2807" y="2121"/>
                </a:lnTo>
                <a:lnTo>
                  <a:pt x="333" y="2121"/>
                </a:lnTo>
                <a:lnTo>
                  <a:pt x="333" y="1761"/>
                </a:lnTo>
                <a:close/>
                <a:moveTo>
                  <a:pt x="3592" y="2441"/>
                </a:moveTo>
                <a:lnTo>
                  <a:pt x="3592" y="2843"/>
                </a:lnTo>
                <a:lnTo>
                  <a:pt x="3263" y="2843"/>
                </a:lnTo>
                <a:lnTo>
                  <a:pt x="3263" y="2441"/>
                </a:lnTo>
                <a:close/>
                <a:moveTo>
                  <a:pt x="4279" y="2441"/>
                </a:moveTo>
                <a:lnTo>
                  <a:pt x="4279" y="2843"/>
                </a:lnTo>
                <a:lnTo>
                  <a:pt x="3949" y="2843"/>
                </a:lnTo>
                <a:lnTo>
                  <a:pt x="3949" y="2441"/>
                </a:lnTo>
                <a:close/>
                <a:moveTo>
                  <a:pt x="4964" y="2441"/>
                </a:moveTo>
                <a:lnTo>
                  <a:pt x="4964" y="2843"/>
                </a:lnTo>
                <a:lnTo>
                  <a:pt x="4635" y="2843"/>
                </a:lnTo>
                <a:lnTo>
                  <a:pt x="4635" y="2441"/>
                </a:lnTo>
                <a:close/>
                <a:moveTo>
                  <a:pt x="2807" y="2764"/>
                </a:moveTo>
                <a:lnTo>
                  <a:pt x="2807" y="3124"/>
                </a:lnTo>
                <a:lnTo>
                  <a:pt x="333" y="3124"/>
                </a:lnTo>
                <a:lnTo>
                  <a:pt x="333" y="2764"/>
                </a:lnTo>
                <a:close/>
                <a:moveTo>
                  <a:pt x="3592" y="3253"/>
                </a:moveTo>
                <a:lnTo>
                  <a:pt x="3592" y="3654"/>
                </a:lnTo>
                <a:lnTo>
                  <a:pt x="3263" y="3654"/>
                </a:lnTo>
                <a:lnTo>
                  <a:pt x="3263" y="3253"/>
                </a:lnTo>
                <a:close/>
                <a:moveTo>
                  <a:pt x="4279" y="3253"/>
                </a:moveTo>
                <a:lnTo>
                  <a:pt x="4279" y="3654"/>
                </a:lnTo>
                <a:lnTo>
                  <a:pt x="3949" y="3654"/>
                </a:lnTo>
                <a:lnTo>
                  <a:pt x="3949" y="3253"/>
                </a:lnTo>
                <a:close/>
                <a:moveTo>
                  <a:pt x="4964" y="3253"/>
                </a:moveTo>
                <a:lnTo>
                  <a:pt x="4964" y="3654"/>
                </a:lnTo>
                <a:lnTo>
                  <a:pt x="4635" y="3654"/>
                </a:lnTo>
                <a:lnTo>
                  <a:pt x="4635" y="3253"/>
                </a:lnTo>
                <a:close/>
                <a:moveTo>
                  <a:pt x="2807" y="3766"/>
                </a:moveTo>
                <a:lnTo>
                  <a:pt x="2807" y="4125"/>
                </a:lnTo>
                <a:lnTo>
                  <a:pt x="333" y="4125"/>
                </a:lnTo>
                <a:lnTo>
                  <a:pt x="333" y="3766"/>
                </a:lnTo>
                <a:close/>
                <a:moveTo>
                  <a:pt x="3592" y="4066"/>
                </a:moveTo>
                <a:lnTo>
                  <a:pt x="3592" y="4467"/>
                </a:lnTo>
                <a:lnTo>
                  <a:pt x="3263" y="4467"/>
                </a:lnTo>
                <a:lnTo>
                  <a:pt x="3263" y="4066"/>
                </a:lnTo>
                <a:close/>
                <a:moveTo>
                  <a:pt x="4279" y="4066"/>
                </a:moveTo>
                <a:lnTo>
                  <a:pt x="4279" y="4467"/>
                </a:lnTo>
                <a:lnTo>
                  <a:pt x="3949" y="4467"/>
                </a:lnTo>
                <a:lnTo>
                  <a:pt x="3949" y="4066"/>
                </a:lnTo>
                <a:close/>
                <a:moveTo>
                  <a:pt x="4964" y="4066"/>
                </a:moveTo>
                <a:lnTo>
                  <a:pt x="4964" y="4467"/>
                </a:lnTo>
                <a:lnTo>
                  <a:pt x="4635" y="4467"/>
                </a:lnTo>
                <a:lnTo>
                  <a:pt x="4635" y="4066"/>
                </a:lnTo>
                <a:close/>
                <a:moveTo>
                  <a:pt x="1" y="0"/>
                </a:moveTo>
                <a:lnTo>
                  <a:pt x="1" y="4930"/>
                </a:lnTo>
                <a:lnTo>
                  <a:pt x="5301" y="4930"/>
                </a:lnTo>
                <a:lnTo>
                  <a:pt x="5301" y="2031"/>
                </a:lnTo>
                <a:lnTo>
                  <a:pt x="3138" y="2031"/>
                </a:lnTo>
                <a:lnTo>
                  <a:pt x="3138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321" name="Google Shape;3321;p27"/>
          <p:cNvCxnSpPr/>
          <p:nvPr/>
        </p:nvCxnSpPr>
        <p:spPr>
          <a:xfrm rot="10800000" flipH="1">
            <a:off x="5671000" y="2439000"/>
            <a:ext cx="1166400" cy="1200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oval" w="med" len="med"/>
            <a:tailEnd type="oval" w="med" len="med"/>
          </a:ln>
        </p:spPr>
      </p:cxnSp>
      <p:grpSp>
        <p:nvGrpSpPr>
          <p:cNvPr id="3322" name="Google Shape;3322;p27"/>
          <p:cNvGrpSpPr/>
          <p:nvPr/>
        </p:nvGrpSpPr>
        <p:grpSpPr>
          <a:xfrm>
            <a:off x="6318586" y="2038909"/>
            <a:ext cx="656146" cy="656272"/>
            <a:chOff x="6022061" y="2633434"/>
            <a:chExt cx="656146" cy="656272"/>
          </a:xfrm>
        </p:grpSpPr>
        <p:sp>
          <p:nvSpPr>
            <p:cNvPr id="3323" name="Google Shape;3323;p27"/>
            <p:cNvSpPr/>
            <p:nvPr/>
          </p:nvSpPr>
          <p:spPr>
            <a:xfrm>
              <a:off x="6022061" y="2633434"/>
              <a:ext cx="656146" cy="656272"/>
            </a:xfrm>
            <a:custGeom>
              <a:avLst/>
              <a:gdLst/>
              <a:ahLst/>
              <a:cxnLst/>
              <a:rect l="l" t="t" r="r" b="b"/>
              <a:pathLst>
                <a:path w="10380" h="10382" extrusionOk="0">
                  <a:moveTo>
                    <a:pt x="5190" y="1"/>
                  </a:moveTo>
                  <a:cubicBezTo>
                    <a:pt x="3814" y="1"/>
                    <a:pt x="2493" y="548"/>
                    <a:pt x="1520" y="1521"/>
                  </a:cubicBezTo>
                  <a:cubicBezTo>
                    <a:pt x="547" y="2494"/>
                    <a:pt x="0" y="3815"/>
                    <a:pt x="0" y="5191"/>
                  </a:cubicBezTo>
                  <a:cubicBezTo>
                    <a:pt x="0" y="6568"/>
                    <a:pt x="547" y="7888"/>
                    <a:pt x="1520" y="8862"/>
                  </a:cubicBezTo>
                  <a:cubicBezTo>
                    <a:pt x="2493" y="9835"/>
                    <a:pt x="3814" y="10381"/>
                    <a:pt x="5190" y="10381"/>
                  </a:cubicBezTo>
                  <a:cubicBezTo>
                    <a:pt x="6566" y="10381"/>
                    <a:pt x="7886" y="9835"/>
                    <a:pt x="8860" y="8862"/>
                  </a:cubicBezTo>
                  <a:cubicBezTo>
                    <a:pt x="9833" y="7888"/>
                    <a:pt x="10380" y="6568"/>
                    <a:pt x="10380" y="5191"/>
                  </a:cubicBezTo>
                  <a:cubicBezTo>
                    <a:pt x="10380" y="3815"/>
                    <a:pt x="9833" y="2494"/>
                    <a:pt x="8860" y="1521"/>
                  </a:cubicBezTo>
                  <a:cubicBezTo>
                    <a:pt x="7886" y="548"/>
                    <a:pt x="6566" y="1"/>
                    <a:pt x="519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24" name="Google Shape;3324;p27"/>
            <p:cNvSpPr/>
            <p:nvPr/>
          </p:nvSpPr>
          <p:spPr>
            <a:xfrm>
              <a:off x="6221113" y="2776038"/>
              <a:ext cx="258349" cy="372258"/>
            </a:xfrm>
            <a:custGeom>
              <a:avLst/>
              <a:gdLst/>
              <a:ahLst/>
              <a:cxnLst/>
              <a:rect l="l" t="t" r="r" b="b"/>
              <a:pathLst>
                <a:path w="4087" h="5889" extrusionOk="0">
                  <a:moveTo>
                    <a:pt x="2246" y="1134"/>
                  </a:moveTo>
                  <a:cubicBezTo>
                    <a:pt x="2305" y="1134"/>
                    <a:pt x="2363" y="1161"/>
                    <a:pt x="2401" y="1213"/>
                  </a:cubicBezTo>
                  <a:cubicBezTo>
                    <a:pt x="2785" y="1751"/>
                    <a:pt x="3751" y="3167"/>
                    <a:pt x="3751" y="3832"/>
                  </a:cubicBezTo>
                  <a:cubicBezTo>
                    <a:pt x="3749" y="4654"/>
                    <a:pt x="3253" y="5029"/>
                    <a:pt x="2830" y="5198"/>
                  </a:cubicBezTo>
                  <a:cubicBezTo>
                    <a:pt x="2820" y="5202"/>
                    <a:pt x="2810" y="5204"/>
                    <a:pt x="2801" y="5204"/>
                  </a:cubicBezTo>
                  <a:cubicBezTo>
                    <a:pt x="2737" y="5204"/>
                    <a:pt x="2698" y="5119"/>
                    <a:pt x="2757" y="5073"/>
                  </a:cubicBezTo>
                  <a:cubicBezTo>
                    <a:pt x="3028" y="4856"/>
                    <a:pt x="3302" y="4476"/>
                    <a:pt x="3278" y="3832"/>
                  </a:cubicBezTo>
                  <a:cubicBezTo>
                    <a:pt x="3256" y="3244"/>
                    <a:pt x="2526" y="2072"/>
                    <a:pt x="2086" y="1436"/>
                  </a:cubicBezTo>
                  <a:cubicBezTo>
                    <a:pt x="2040" y="1371"/>
                    <a:pt x="2041" y="1284"/>
                    <a:pt x="2088" y="1219"/>
                  </a:cubicBezTo>
                  <a:cubicBezTo>
                    <a:pt x="2089" y="1217"/>
                    <a:pt x="2091" y="1215"/>
                    <a:pt x="2092" y="1213"/>
                  </a:cubicBezTo>
                  <a:cubicBezTo>
                    <a:pt x="2130" y="1161"/>
                    <a:pt x="2188" y="1134"/>
                    <a:pt x="2246" y="1134"/>
                  </a:cubicBezTo>
                  <a:close/>
                  <a:moveTo>
                    <a:pt x="2043" y="1"/>
                  </a:moveTo>
                  <a:cubicBezTo>
                    <a:pt x="2043" y="1"/>
                    <a:pt x="1" y="2717"/>
                    <a:pt x="1" y="3846"/>
                  </a:cubicBezTo>
                  <a:cubicBezTo>
                    <a:pt x="1" y="4974"/>
                    <a:pt x="916" y="5888"/>
                    <a:pt x="2043" y="5888"/>
                  </a:cubicBezTo>
                  <a:cubicBezTo>
                    <a:pt x="3172" y="5888"/>
                    <a:pt x="4086" y="4974"/>
                    <a:pt x="4086" y="3846"/>
                  </a:cubicBezTo>
                  <a:cubicBezTo>
                    <a:pt x="4086" y="2717"/>
                    <a:pt x="2043" y="1"/>
                    <a:pt x="20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ZoneTexte 1"/>
          <p:cNvSpPr txBox="1"/>
          <p:nvPr/>
        </p:nvSpPr>
        <p:spPr>
          <a:xfrm>
            <a:off x="3971735" y="1070341"/>
            <a:ext cx="24309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b="1" dirty="0">
                <a:solidFill>
                  <a:schemeClr val="tx2"/>
                </a:solidFill>
              </a:rPr>
              <a:t>DEFIS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C1634CA-9112-466F-9843-70FFC2E0AE4F}"/>
              </a:ext>
            </a:extLst>
          </p:cNvPr>
          <p:cNvSpPr txBox="1"/>
          <p:nvPr/>
        </p:nvSpPr>
        <p:spPr>
          <a:xfrm>
            <a:off x="866692" y="1208598"/>
            <a:ext cx="27551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Problèmes de financement et d'infrastructures.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A130751-16D1-41D8-953D-77142227C6C2}"/>
              </a:ext>
            </a:extLst>
          </p:cNvPr>
          <p:cNvSpPr txBox="1"/>
          <p:nvPr/>
        </p:nvSpPr>
        <p:spPr>
          <a:xfrm>
            <a:off x="787179" y="3688871"/>
            <a:ext cx="213597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Exacerbation des inégalités sociales.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C57D59-70F0-4622-B18D-50701E36FDEC}"/>
              </a:ext>
            </a:extLst>
          </p:cNvPr>
          <p:cNvSpPr txBox="1"/>
          <p:nvPr/>
        </p:nvSpPr>
        <p:spPr>
          <a:xfrm>
            <a:off x="7061505" y="1095206"/>
            <a:ext cx="196707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Défis liés à la mobilité urbaine et à l'accès aux services de base.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56A9B0-6E7C-4C30-931D-16514B478F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sz="4000" dirty="0"/>
              <a:t>Merci de votre attention</a:t>
            </a:r>
          </a:p>
          <a:p>
            <a:r>
              <a:rPr lang="fr-FR" sz="4000" dirty="0"/>
              <a:t>Avez-vous </a:t>
            </a:r>
            <a:r>
              <a:rPr lang="fr-FR" sz="4000"/>
              <a:t>des questions ?</a:t>
            </a:r>
            <a:endParaRPr lang="fr-FR" sz="4000" dirty="0"/>
          </a:p>
        </p:txBody>
      </p:sp>
      <p:sp>
        <p:nvSpPr>
          <p:cNvPr id="9" name="Google Shape;3130;p27">
            <a:extLst>
              <a:ext uri="{FF2B5EF4-FFF2-40B4-BE49-F238E27FC236}">
                <a16:creationId xmlns:a16="http://schemas.microsoft.com/office/drawing/2014/main" id="{DEE6D57D-D165-4966-AE84-2F69B1B4ED43}"/>
              </a:ext>
            </a:extLst>
          </p:cNvPr>
          <p:cNvSpPr txBox="1"/>
          <p:nvPr/>
        </p:nvSpPr>
        <p:spPr>
          <a:xfrm>
            <a:off x="311700" y="2926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/>
            <a:r>
              <a:rPr lang="fr-FR" sz="2800" b="1" dirty="0">
                <a:latin typeface="Fira Sans"/>
                <a:ea typeface="Fira Sans"/>
                <a:cs typeface="Fira Sans"/>
                <a:sym typeface="Fira Sans"/>
              </a:rPr>
              <a:t>Les Villes Nouvelles En Afrique </a:t>
            </a:r>
          </a:p>
        </p:txBody>
      </p:sp>
    </p:spTree>
    <p:extLst>
      <p:ext uri="{BB962C8B-B14F-4D97-AF65-F5344CB8AC3E}">
        <p14:creationId xmlns:p14="http://schemas.microsoft.com/office/powerpoint/2010/main" val="732379083"/>
      </p:ext>
    </p:extLst>
  </p:cSld>
  <p:clrMapOvr>
    <a:masterClrMapping/>
  </p:clrMapOvr>
</p:sld>
</file>

<file path=ppt/theme/theme1.xml><?xml version="1.0" encoding="utf-8"?>
<a:theme xmlns:a="http://schemas.openxmlformats.org/drawingml/2006/main" name="City Infographics by Slidesgo">
  <a:themeElements>
    <a:clrScheme name="Simple Light">
      <a:dk1>
        <a:srgbClr val="000000"/>
      </a:dk1>
      <a:lt1>
        <a:srgbClr val="FFFFFF"/>
      </a:lt1>
      <a:dk2>
        <a:srgbClr val="DAA622"/>
      </a:dk2>
      <a:lt2>
        <a:srgbClr val="1E2F55"/>
      </a:lt2>
      <a:accent1>
        <a:srgbClr val="4E6BAC"/>
      </a:accent1>
      <a:accent2>
        <a:srgbClr val="8BBFFF"/>
      </a:accent2>
      <a:accent3>
        <a:srgbClr val="B2E0FF"/>
      </a:accent3>
      <a:accent4>
        <a:srgbClr val="DEF8FF"/>
      </a:accent4>
      <a:accent5>
        <a:srgbClr val="FFD25F"/>
      </a:accent5>
      <a:accent6>
        <a:srgbClr val="FFEFC7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1277</TotalTime>
  <Words>156</Words>
  <Application>Microsoft Office PowerPoint</Application>
  <PresentationFormat>On-screen Show (16:9)</PresentationFormat>
  <Paragraphs>36</Paragraphs>
  <Slides>7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Roboto</vt:lpstr>
      <vt:lpstr>Fira Sans</vt:lpstr>
      <vt:lpstr>Arial</vt:lpstr>
      <vt:lpstr>Courier New</vt:lpstr>
      <vt:lpstr>City Infographics by Slidesgo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cp:lastModifiedBy>KYA</cp:lastModifiedBy>
  <cp:revision>10</cp:revision>
  <dcterms:modified xsi:type="dcterms:W3CDTF">2025-03-19T03:29:30Z</dcterms:modified>
</cp:coreProperties>
</file>