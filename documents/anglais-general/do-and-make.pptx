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6ED88-6954-495E-938B-49D1DEA61C13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0D70A-1A34-4CCB-8EF7-B91BB8DF36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61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60D70A-1A34-4CCB-8EF7-B91BB8DF363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02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71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76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59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1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44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70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576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21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49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8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03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6335A-3906-495C-B927-7F6898F454D2}" type="datetimeFigureOut">
              <a:rPr lang="fr-FR" smtClean="0"/>
              <a:t>29/05/2023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9EFA5-152C-46E4-B97C-B469C1BD01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80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42591"/>
          </a:xfrm>
        </p:spPr>
        <p:txBody>
          <a:bodyPr>
            <a:normAutofit/>
          </a:bodyPr>
          <a:lstStyle/>
          <a:p>
            <a:r>
              <a:rPr lang="fr-FR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fr-FR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  <a:t> IN DAILY </a:t>
            </a:r>
            <a:b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</a:br>
            <a: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  <a:t>CONVERSATIONS =LE VERBE </a:t>
            </a:r>
            <a:r>
              <a:rPr lang="fr-FR" sz="28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FAIRE</a:t>
            </a:r>
            <a:r>
              <a:rPr lang="fr-FR" sz="2800" b="1" u="sng" dirty="0" smtClean="0">
                <a:latin typeface="Times New Roman" pitchFamily="18" charset="0"/>
                <a:cs typeface="Times New Roman" pitchFamily="18" charset="0"/>
              </a:rPr>
              <a:t> DANS LES CONVERSATIONS QUOTIDIENNES</a:t>
            </a:r>
            <a:endParaRPr lang="fr-FR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192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THE USE OF </a:t>
            </a:r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DO AS A  VERB</a:t>
            </a:r>
            <a:endParaRPr lang="fr-FR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fr-FR" altLang="fr-FR" sz="2400" b="1" dirty="0" smtClean="0"/>
          </a:p>
          <a:p>
            <a:pPr algn="just"/>
            <a:r>
              <a:rPr lang="fr-FR" altLang="fr-FR" sz="2400" b="1" dirty="0" smtClean="0"/>
              <a:t>1</a:t>
            </a:r>
            <a:r>
              <a:rPr lang="fr-FR" altLang="fr-FR" sz="2400" dirty="0" smtClean="0"/>
              <a:t>-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=The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description of an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Action or an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Activity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.  </a:t>
            </a:r>
            <a:endParaRPr lang="fr-FR" altLang="fr-FR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For instance: I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am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doing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my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Project.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=The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description of a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a Job, a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. As an illustration: I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am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doing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>
                <a:latin typeface="Times New Roman" pitchFamily="18" charset="0"/>
                <a:cs typeface="Times New Roman" pitchFamily="18" charset="0"/>
              </a:rPr>
              <a:t>my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homework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 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altLang="fr-FR" sz="2400" u="sng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=the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description of Non-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Actions (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Nothing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Anything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Everything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Thing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Something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 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Monday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was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day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off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(Jour férié)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did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nothing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altLang="fr-FR" sz="2400" b="1" i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fr-FR" altLang="fr-FR" sz="2400" b="1" i="1" dirty="0" err="1" smtClean="0">
                <a:latin typeface="Times New Roman" pitchFamily="18" charset="0"/>
                <a:cs typeface="Times New Roman" pitchFamily="18" charset="0"/>
              </a:rPr>
              <a:t>was</a:t>
            </a:r>
            <a:r>
              <a:rPr lang="fr-FR" altLang="fr-FR" sz="24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i="1" dirty="0" err="1" smtClean="0">
                <a:latin typeface="Times New Roman" pitchFamily="18" charset="0"/>
                <a:cs typeface="Times New Roman" pitchFamily="18" charset="0"/>
              </a:rPr>
              <a:t>taking</a:t>
            </a:r>
            <a:r>
              <a:rPr lang="fr-FR" altLang="fr-FR" sz="2400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fr-FR" altLang="fr-FR" sz="2400" b="1" i="1" dirty="0" err="1" smtClean="0">
                <a:latin typeface="Times New Roman" pitchFamily="18" charset="0"/>
                <a:cs typeface="Times New Roman" pitchFamily="18" charset="0"/>
              </a:rPr>
              <a:t>Rest</a:t>
            </a:r>
            <a:r>
              <a:rPr lang="fr-FR" altLang="fr-FR" sz="2400" b="1" i="1" dirty="0" smtClean="0">
                <a:latin typeface="Times New Roman" pitchFamily="18" charset="0"/>
                <a:cs typeface="Times New Roman" pitchFamily="18" charset="0"/>
              </a:rPr>
              <a:t>  (=Je me </a:t>
            </a:r>
            <a:r>
              <a:rPr lang="fr-FR" altLang="fr-FR" sz="2400" b="1" i="1" dirty="0" smtClean="0">
                <a:latin typeface="Times New Roman" pitchFamily="18" charset="0"/>
                <a:cs typeface="Times New Roman" pitchFamily="18" charset="0"/>
              </a:rPr>
              <a:t>reposais)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Business,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Research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Course, Training, the Best, Exercices,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Assignment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(=devoir),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work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service,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shopping,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housework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(=ménage),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homework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(=devoir, exercice),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internship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(=stage),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ironing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(=repasser), sport,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project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Favour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dishes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(faire la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vaiselle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), Laundry (faire la lessive).   </a:t>
            </a:r>
            <a:endParaRPr lang="fr-FR" altLang="fr-FR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1742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TO MAKE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for the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dea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of Production,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Manufacturing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Creation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(Produire, Fabriquer, Création)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such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as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Making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Tea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, coffee,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meal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, cake,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juice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Clothes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, film. </a:t>
            </a:r>
          </a:p>
          <a:p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making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>
                <a:latin typeface="Times New Roman" pitchFamily="18" charset="0"/>
                <a:cs typeface="Times New Roman" pitchFamily="18" charset="0"/>
              </a:rPr>
              <a:t>tea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altLang="fr-FR" sz="2400" dirty="0" err="1">
                <a:latin typeface="Times New Roman" pitchFamily="18" charset="0"/>
                <a:cs typeface="Times New Roman" pitchFamily="18" charset="0"/>
              </a:rPr>
              <a:t>She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has made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coffee. 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laptop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Made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Tokyo.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She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made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a good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meal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for the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unch. </a:t>
            </a:r>
            <a:r>
              <a:rPr lang="fr-FR" altLang="fr-FR" sz="2400" dirty="0" err="1">
                <a:latin typeface="Times New Roman" pitchFamily="18" charset="0"/>
                <a:cs typeface="Times New Roman" pitchFamily="18" charset="0"/>
              </a:rPr>
              <a:t>She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making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cake for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her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son’s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dirty="0" err="1" smtClean="0">
                <a:latin typeface="Times New Roman" pitchFamily="18" charset="0"/>
                <a:cs typeface="Times New Roman" pitchFamily="18" charset="0"/>
              </a:rPr>
              <a:t>birthday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USE MAKE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talking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about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TOOLS, FOOD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AND DRINK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fr-FR" alt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MAKE</a:t>
            </a:r>
            <a:r>
              <a:rPr lang="fr-FR" altLang="fr-FR" sz="2400" b="1" u="sng" dirty="0" smtClean="0">
                <a:latin typeface="Times New Roman" pitchFamily="18" charset="0"/>
                <a:cs typeface="Times New Roman" pitchFamily="18" charset="0"/>
              </a:rPr>
              <a:t> WITH THESE EXCEPTIONS</a:t>
            </a:r>
            <a:r>
              <a:rPr lang="fr-FR" altLang="fr-FR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Decision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Appointment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Suggestion,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Announcement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Change, Comment,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Choice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Complaint, Fortune, Effort,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Meal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Offer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Peace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Phone Call, Profit or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Loss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Money, Progress,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Reservation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Booking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Speech, (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Statement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Remark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Noise,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Friend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tools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altLang="fr-FR" sz="2400" b="1" dirty="0" err="1">
                <a:latin typeface="Times New Roman" pitchFamily="18" charset="0"/>
                <a:cs typeface="Times New Roman" pitchFamily="18" charset="0"/>
              </a:rPr>
              <a:t>Payment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>, a List, Agreement, 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Arrangements, </a:t>
            </a:r>
            <a:r>
              <a:rPr lang="fr-FR" altLang="fr-FR" sz="2400" b="1" dirty="0" err="1" smtClean="0">
                <a:latin typeface="Times New Roman" pitchFamily="18" charset="0"/>
                <a:cs typeface="Times New Roman" pitchFamily="18" charset="0"/>
              </a:rPr>
              <a:t>Presentation</a:t>
            </a:r>
            <a:r>
              <a:rPr lang="fr-FR" altLang="fr-FR" sz="2400" b="1" dirty="0" smtClean="0">
                <a:latin typeface="Times New Roman" pitchFamily="18" charset="0"/>
                <a:cs typeface="Times New Roman" pitchFamily="18" charset="0"/>
              </a:rPr>
              <a:t>.  </a:t>
            </a:r>
            <a:endParaRPr lang="fr-FR" alt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44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Please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complete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these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sentences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DO or MAKE.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1-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In 2020,  our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company 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is ---------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great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loss 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due to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Covid-19. 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-In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academic level, 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everything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you---------,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it will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have a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positive or negative impact on your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future career.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3-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I would like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to-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------a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booking for our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ho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sts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by next week.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-They have Partners with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 whom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really------- Business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5-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You can 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visit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 our website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to---------research about e-books. 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-The firm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has-----------money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thanks to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faithful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customers. </a:t>
            </a:r>
            <a:endParaRPr lang="fr-FR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-One day ago----------a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phone call to speak to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the Architect. </a:t>
            </a:r>
            <a:endParaRPr lang="en-US" alt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-I want 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you------ ------the </a:t>
            </a:r>
            <a:r>
              <a:rPr lang="en-US" altLang="fr-FR" sz="2400" dirty="0">
                <a:latin typeface="Times New Roman" pitchFamily="18" charset="0"/>
                <a:cs typeface="Times New Roman" pitchFamily="18" charset="0"/>
              </a:rPr>
              <a:t>ironing, I am going to a Meeting</a:t>
            </a:r>
            <a:r>
              <a:rPr lang="en-US" altLang="fr-FR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-We have-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-----------------a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Conference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about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Urban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planning.</a:t>
            </a:r>
          </a:p>
          <a:p>
            <a:pPr marL="0" indent="0">
              <a:buNone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Excellent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Architects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-------the plans of UAM, Dakar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Arena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, Abdoulaye Wade Stadium, the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ministry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spheres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Diamnadio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2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Task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2. Use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appropriately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DO or MAKE.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Don’t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forget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conjugate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them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in the right 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tense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-I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need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to-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-----------------------a good training in Architecture.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-I 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just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------------the 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Online shopping at 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Jumia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Business. 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-I-----------the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payment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of the water bills via </a:t>
            </a:r>
            <a:r>
              <a:rPr lang="fr-FR" sz="9600" b="1" dirty="0" err="1" smtClean="0">
                <a:latin typeface="Times New Roman" pitchFamily="18" charset="0"/>
                <a:cs typeface="Times New Roman" pitchFamily="18" charset="0"/>
              </a:rPr>
              <a:t>E-cash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Wave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, Free or Orange Money).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Could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--------------coffee,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please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-It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sufficient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. So, </a:t>
            </a:r>
            <a:r>
              <a:rPr lang="fr-FR" sz="9600" b="1" dirty="0" err="1">
                <a:latin typeface="Times New Roman" pitchFamily="18" charset="0"/>
                <a:cs typeface="Times New Roman" pitchFamily="18" charset="0"/>
              </a:rPr>
              <a:t>nothing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to-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-----------------at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moment.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-I 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have to-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my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best in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order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improve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my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final grade.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-Let’s----------------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our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presentation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regarding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World Sites </a:t>
            </a:r>
            <a:r>
              <a:rPr lang="fr-FR" sz="9600" b="1" dirty="0" err="1" smtClean="0">
                <a:latin typeface="Times New Roman" pitchFamily="18" charset="0"/>
                <a:cs typeface="Times New Roman" pitchFamily="18" charset="0"/>
              </a:rPr>
              <a:t>Heritages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fr-FR" sz="9600" b="1" dirty="0" err="1" smtClean="0">
                <a:latin typeface="Times New Roman" pitchFamily="18" charset="0"/>
                <a:cs typeface="Times New Roman" pitchFamily="18" charset="0"/>
              </a:rPr>
              <a:t>Who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------------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Renaissance Monument?</a:t>
            </a:r>
            <a:endParaRPr lang="fr-FR" sz="9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-We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need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to-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------------sure </a:t>
            </a:r>
            <a:r>
              <a:rPr lang="fr-FR" sz="9600" dirty="0" err="1"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the social campus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secured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fr-FR" sz="9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-For me, 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political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authorities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have </a:t>
            </a:r>
            <a:r>
              <a:rPr lang="fr-FR" sz="9600" dirty="0">
                <a:latin typeface="Times New Roman" pitchFamily="18" charset="0"/>
                <a:cs typeface="Times New Roman" pitchFamily="18" charset="0"/>
              </a:rPr>
              <a:t>to-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decisions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fight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against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violence and restore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peace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our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beautiful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Senegal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20000"/>
              </a:lnSpc>
              <a:buNone/>
              <a:defRPr/>
            </a:pPr>
            <a:r>
              <a:rPr lang="fr-FR" sz="9600" b="1" dirty="0" smtClean="0">
                <a:latin typeface="Times New Roman" pitchFamily="18" charset="0"/>
                <a:cs typeface="Times New Roman" pitchFamily="18" charset="0"/>
              </a:rPr>
              <a:t>9-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The China Road and Bridge Corporation (CRBC)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-------------the BRT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9600" dirty="0" err="1" smtClean="0">
                <a:latin typeface="Times New Roman" pitchFamily="18" charset="0"/>
                <a:cs typeface="Times New Roman" pitchFamily="18" charset="0"/>
              </a:rPr>
              <a:t>Guediawaye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 to Petersen</a:t>
            </a:r>
            <a:r>
              <a:rPr lang="fr-FR" sz="9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20000"/>
              </a:lnSpc>
              <a:buNone/>
              <a:defRPr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74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084982"/>
          </a:xfrm>
        </p:spPr>
        <p:txBody>
          <a:bodyPr>
            <a:normAutofit fontScale="90000"/>
          </a:bodyPr>
          <a:lstStyle/>
          <a:p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TASK3: EXPLAIN 10 ACTIVITIES YOU ARE DOING ON THE 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WEEKS </a:t>
            </a:r>
            <a:r>
              <a:rPr lang="en-US" altLang="fr-FR" sz="2400" b="1" dirty="0">
                <a:latin typeface="Times New Roman" pitchFamily="18" charset="0"/>
                <a:cs typeface="Times New Roman" pitchFamily="18" charset="0"/>
              </a:rPr>
              <a:t>OR THE </a:t>
            </a:r>
            <a:r>
              <a:rPr lang="en-US" altLang="fr-FR" sz="2400" b="1" dirty="0" smtClean="0">
                <a:latin typeface="Times New Roman" pitchFamily="18" charset="0"/>
                <a:cs typeface="Times New Roman" pitchFamily="18" charset="0"/>
              </a:rPr>
              <a:t>WEEK-ENDS USING DO (05 SENTENCES) and MAKE (05 SENTENCES).  </a:t>
            </a:r>
            <a:r>
              <a:rPr lang="fr-FR" altLang="fr-FR" sz="2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fr-FR" altLang="fr-FR" sz="2400" b="1" dirty="0">
                <a:latin typeface="Times New Roman" pitchFamily="18" charset="0"/>
                <a:cs typeface="Times New Roman" pitchFamily="18" charset="0"/>
              </a:rPr>
            </a:b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51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659</Words>
  <Application>Microsoft Office PowerPoint</Application>
  <PresentationFormat>Affichage à l'écran (4:3)</PresentationFormat>
  <Paragraphs>37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Thème Office</vt:lpstr>
      <vt:lpstr>DO or MAKE IN DAILY  CONVERSATIONS =LE VERBE FAIRE DANS LES CONVERSATIONS QUOTIDIENNES</vt:lpstr>
      <vt:lpstr>THE USE OF DO AS A  VERB</vt:lpstr>
      <vt:lpstr>TO MAKE:</vt:lpstr>
      <vt:lpstr>Task 1: Please, complete these sentences with DO or MAKE.</vt:lpstr>
      <vt:lpstr>Task 2. Use appropriately DO or MAKE. Don’t forget to conjugate them in the right tense. </vt:lpstr>
      <vt:lpstr>TASK3: EXPLAIN 10 ACTIVITIES YOU ARE DOING ON THE WEEKS OR THE WEEK-ENDS USING DO (05 SENTENCES) and MAKE (05 SENTENCES).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in use  The purpose :It is to improve students’ writing and speaking skills </dc:title>
  <dc:creator>user</dc:creator>
  <cp:lastModifiedBy>Utilisateur Windows</cp:lastModifiedBy>
  <cp:revision>400</cp:revision>
  <dcterms:created xsi:type="dcterms:W3CDTF">2016-10-26T09:20:17Z</dcterms:created>
  <dcterms:modified xsi:type="dcterms:W3CDTF">2023-05-29T09:48:27Z</dcterms:modified>
</cp:coreProperties>
</file>