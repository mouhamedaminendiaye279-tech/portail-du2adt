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1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49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17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72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79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91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13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2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99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8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10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419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13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48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40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724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4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902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EF445463-6322-0766-E4CB-E94C680F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940" y="12109"/>
            <a:ext cx="9034119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532" y="3786113"/>
            <a:ext cx="8200219" cy="3026165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0070C0"/>
                </a:solidFill>
              </a:rPr>
              <a:t>Nelson</a:t>
            </a:r>
            <a:r>
              <a:rPr sz="4000" b="1" dirty="0">
                <a:solidFill>
                  <a:srgbClr val="0070C0"/>
                </a:solidFill>
              </a:rPr>
              <a:t> Mandela : </a:t>
            </a:r>
            <a:r>
              <a:rPr lang="fr-FR" sz="4000" b="1" dirty="0">
                <a:solidFill>
                  <a:srgbClr val="0070C0"/>
                </a:solidFill>
              </a:rPr>
              <a:t>D’enfant berger à Président de la République </a:t>
            </a:r>
            <a:endParaRPr sz="4000" b="1" dirty="0">
              <a:solidFill>
                <a:srgbClr val="0070C0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22AA9B7-4387-EF71-F727-9492E2142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371600" y="6857998"/>
            <a:ext cx="6400800" cy="45719"/>
          </a:xfrm>
        </p:spPr>
        <p:txBody>
          <a:bodyPr>
            <a:normAutofit fontScale="25000" lnSpcReduction="20000"/>
          </a:bodyPr>
          <a:lstStyle/>
          <a:p>
            <a:endParaRPr lang="fr-FR" dirty="0"/>
          </a:p>
          <a:p>
            <a:r>
              <a:rPr lang="fr-FR" dirty="0"/>
              <a:t>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Jeunesse</a:t>
            </a:r>
            <a:r>
              <a:rPr dirty="0"/>
              <a:t> </a:t>
            </a:r>
            <a:r>
              <a:rPr b="1" dirty="0"/>
              <a:t>et</a:t>
            </a:r>
            <a:r>
              <a:rPr dirty="0"/>
              <a:t> </a:t>
            </a:r>
            <a:r>
              <a:rPr b="1" dirty="0"/>
              <a:t>militantisme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030408"/>
            <a:ext cx="3734993" cy="4180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Nelson Mandela est né en 1918 en Afrique du Sud. Après des études de droit, il est devenu l'un des premiers avocats noirs du pays. Il a rejoint l'ANC en 1944 et cofondé sa Ligue de la jeunesse, plaidant pour une résistance non violente contre l'apartheid.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397B64C-3D43-2777-E839-703EC948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10" y="2030408"/>
            <a:ext cx="4383292" cy="418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3294" y="-125408"/>
            <a:ext cx="9905998" cy="1905000"/>
          </a:xfrm>
        </p:spPr>
        <p:txBody>
          <a:bodyPr/>
          <a:lstStyle/>
          <a:p>
            <a:r>
              <a:rPr b="1" dirty="0"/>
              <a:t>Lutte</a:t>
            </a:r>
            <a:r>
              <a:rPr dirty="0"/>
              <a:t> </a:t>
            </a:r>
            <a:r>
              <a:rPr b="1" dirty="0"/>
              <a:t>contre</a:t>
            </a:r>
            <a:r>
              <a:rPr dirty="0"/>
              <a:t> </a:t>
            </a:r>
            <a:r>
              <a:rPr b="1" dirty="0"/>
              <a:t>l'apartheid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094" y="2228160"/>
            <a:ext cx="4809916" cy="3235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Dans les années 1950, Mandela a dirigé des campagnes de désobéissance civile contre les lois de l'apartheid. Accusé de trahison en 1956, il a été acquitté en 1961. Après le massacre de Sharpeville en 1960, il a cofondé Umkhonto we Sizwe, la branche armée de l'ANC, pour saboter le gouvernement.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81D40CD-426C-9C1B-4881-0B5DDC3FE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117" y="1779592"/>
            <a:ext cx="3642789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-107014"/>
            <a:ext cx="9905998" cy="1905000"/>
          </a:xfrm>
        </p:spPr>
        <p:txBody>
          <a:bodyPr/>
          <a:lstStyle/>
          <a:p>
            <a:r>
              <a:rPr b="1" dirty="0"/>
              <a:t>Emprisonnement</a:t>
            </a:r>
            <a:r>
              <a:rPr dirty="0"/>
              <a:t> </a:t>
            </a:r>
            <a:r>
              <a:rPr b="1" dirty="0"/>
              <a:t>et</a:t>
            </a:r>
            <a:r>
              <a:rPr dirty="0"/>
              <a:t> </a:t>
            </a:r>
            <a:r>
              <a:rPr b="1" dirty="0"/>
              <a:t>résilience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048" y="1337679"/>
            <a:ext cx="4003486" cy="502824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Arrêté en 1962, Mandela a été condamné à la prison à vie en 1964 lors du procès de Rivonia. Il a passé 18 ans à Robben Island, devenant un symbole mondial de la résistance à l'apartheid. La pression internationale pour sa libération a augmenté pendant son emprisonnement.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56CCF6-E9E4-064E-7E3E-94E54E338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599" y="1500187"/>
            <a:ext cx="417828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638" y="-118958"/>
            <a:ext cx="9905998" cy="1905000"/>
          </a:xfrm>
        </p:spPr>
        <p:txBody>
          <a:bodyPr/>
          <a:lstStyle/>
          <a:p>
            <a:r>
              <a:rPr b="1" dirty="0"/>
              <a:t>Libération</a:t>
            </a:r>
            <a:r>
              <a:rPr dirty="0"/>
              <a:t> </a:t>
            </a:r>
            <a:r>
              <a:rPr b="1" dirty="0"/>
              <a:t>et</a:t>
            </a:r>
            <a:r>
              <a:rPr dirty="0"/>
              <a:t> </a:t>
            </a:r>
            <a:r>
              <a:rPr b="1" dirty="0"/>
              <a:t>négociations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18" y="1287280"/>
            <a:ext cx="4201750" cy="4887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Mandela a été libéré en 1990 après 27 ans de prison. Il a joué un rôle clé dans les négociations ave</a:t>
            </a:r>
            <a:r>
              <a:rPr lang="fr-FR" sz="2800" dirty="0"/>
              <a:t>c Frederik Willem de Klerk </a:t>
            </a:r>
            <a:r>
              <a:rPr sz="2800" dirty="0"/>
              <a:t>pour mettre fin à l'apartheid, ce qui leur a valu le prix Nobel de la paix en 1993.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B328DFE-4B14-1BB3-CC9C-9A583A8D7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848" y="1397398"/>
            <a:ext cx="3564634" cy="4335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300" y="-202563"/>
            <a:ext cx="9905998" cy="1905000"/>
          </a:xfrm>
        </p:spPr>
        <p:txBody>
          <a:bodyPr/>
          <a:lstStyle/>
          <a:p>
            <a:r>
              <a:rPr b="1" dirty="0"/>
              <a:t>Présidence</a:t>
            </a:r>
            <a:r>
              <a:rPr dirty="0"/>
              <a:t> </a:t>
            </a:r>
            <a:r>
              <a:rPr b="1" dirty="0"/>
              <a:t>et</a:t>
            </a:r>
            <a:r>
              <a:rPr dirty="0"/>
              <a:t> </a:t>
            </a:r>
            <a:r>
              <a:rPr b="1" dirty="0"/>
              <a:t>réconciliation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113" y="2165489"/>
            <a:ext cx="3833887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En 1994, Mandela est devenu le premier président noir d'Afrique du Sud. Il a mis en place la Commission vérité et réconciliation pour promouvoir le pardon et a œuvré pour démanteler les politiques de l'apartheid, améliorant les conditions de vie des Sud-Africains.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B38402-5226-0443-411C-0A0AA3E21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486" y="1588495"/>
            <a:ext cx="4036927" cy="43355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5579" y="-126005"/>
            <a:ext cx="6914936" cy="1905000"/>
          </a:xfrm>
        </p:spPr>
        <p:txBody>
          <a:bodyPr/>
          <a:lstStyle/>
          <a:p>
            <a:r>
              <a:rPr b="1" dirty="0"/>
              <a:t>Héritage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09" y="1122696"/>
            <a:ext cx="3973866" cy="5293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Mandela est devenu une icône mondiale de paix et de justice. Après sa présidence, il a fondé la Fondation Nelson Mandela pour promouvoir les droits de l'homme. Il est décédé en 2013, laissant un héritage qui continue d'inspirer le monde.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C38901-DEC8-8A95-BFC1-2DE1B4B5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475" y="1337680"/>
            <a:ext cx="4661817" cy="4956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5770" y="-197666"/>
            <a:ext cx="9905998" cy="1905000"/>
          </a:xfrm>
        </p:spPr>
        <p:txBody>
          <a:bodyPr/>
          <a:lstStyle/>
          <a:p>
            <a:r>
              <a:rPr b="1" dirty="0"/>
              <a:t>Réalisations</a:t>
            </a:r>
            <a:r>
              <a:rPr dirty="0"/>
              <a:t> </a:t>
            </a:r>
            <a:r>
              <a:rPr b="1" dirty="0"/>
              <a:t>clé</a:t>
            </a:r>
            <a:r>
              <a:rPr lang="fr-FR" b="1" dirty="0"/>
              <a:t>e</a:t>
            </a:r>
            <a:r>
              <a:rPr b="1" dirty="0"/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31" y="2128822"/>
            <a:ext cx="4379947" cy="31172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Mandela a contribué à mettre fin à l'aparthei</a:t>
            </a:r>
            <a:r>
              <a:rPr lang="fr-FR" dirty="0"/>
              <a:t>d. Par la suite il est devenu le premier président noir du pays après les premières élections démocratiques en 1994.</a:t>
            </a:r>
          </a:p>
          <a:p>
            <a:pPr marL="0" indent="0">
              <a:buNone/>
            </a:pPr>
            <a:r>
              <a:rPr lang="fr-FR" dirty="0"/>
              <a:t>Son mandat a été marqué par des politiques de réconciliation nationale, notamment à travers la Commission Vérité et Réconciliation.</a:t>
            </a:r>
          </a:p>
          <a:p>
            <a:pPr marL="0" indent="0">
              <a:buNone/>
            </a:pPr>
            <a:r>
              <a:rPr lang="fr-FR" dirty="0"/>
              <a:t>Il a aussi </a:t>
            </a:r>
            <a:r>
              <a:rPr dirty="0"/>
              <a:t>inspiré des mouvements mondiaux pour la justice et l'égalité</a:t>
            </a:r>
            <a:r>
              <a:rPr lang="fr-FR" dirty="0"/>
              <a:t> et a œuvré pour la lutte contre la pauvreté et le VIH</a:t>
            </a:r>
          </a:p>
          <a:p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7A96C2-4BEA-EB49-6638-3EC8E662F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3695"/>
            <a:ext cx="4375169" cy="4544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504" y="-257384"/>
            <a:ext cx="9905998" cy="1905000"/>
          </a:xfrm>
        </p:spPr>
        <p:txBody>
          <a:bodyPr/>
          <a:lstStyle/>
          <a:p>
            <a:r>
              <a:rPr dirty="0"/>
              <a:t>Citations marquantes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5030"/>
            <a:ext cx="8229600" cy="4907854"/>
          </a:xfrm>
        </p:spPr>
        <p:txBody>
          <a:bodyPr>
            <a:normAutofit/>
          </a:bodyPr>
          <a:lstStyle/>
          <a:p>
            <a:r>
              <a:rPr lang="fr-FR" dirty="0"/>
              <a:t>« Cela</a:t>
            </a:r>
            <a:r>
              <a:rPr lang="fr-FR" b="1" dirty="0"/>
              <a:t> semble toujours impossible jusqu’à ce que ce soit fait », reflètent son engagement envers la liberté et l’éducation.</a:t>
            </a:r>
          </a:p>
          <a:p>
            <a:r>
              <a:rPr lang="fr-FR" b="1" dirty="0"/>
              <a:t>« Être libre, ce n’est pas seulement se débarrasser de ses chaînes, c’est vivre d’une façon qui respecte et renforce la liberté des autres. »</a:t>
            </a:r>
          </a:p>
          <a:p>
            <a:r>
              <a:rPr lang="fr-FR" b="1" dirty="0"/>
              <a:t>« Je ne perds jamais. Soit je gagne, soit j’apprends. »</a:t>
            </a:r>
          </a:p>
          <a:p>
            <a:pPr marL="0" indent="0">
              <a:buNone/>
            </a:pPr>
            <a:r>
              <a:rPr lang="fr-FR" dirty="0"/>
              <a:t>Toutes ces citations reflètent son combat pour la justice, la paix et l’humanité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24B7AA4-A090-2C01-A465-8F32B70E7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8" y="0"/>
            <a:ext cx="909781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328" y="-261326"/>
            <a:ext cx="9905998" cy="1905000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8" y="2105771"/>
            <a:ext cx="9051624" cy="312420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La vie de Mandela illustre la puissance de la résilience, du pardon et de la lutte pour la justice. Son héritage reste une source d'espoir pour les peuples opprimés.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Maillage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Affichage à l'écran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Maillage</vt:lpstr>
      <vt:lpstr>Nelson Mandela : D’enfant berger à Président de la République </vt:lpstr>
      <vt:lpstr>Jeunesse et militantisme</vt:lpstr>
      <vt:lpstr>Lutte contre l'apartheid</vt:lpstr>
      <vt:lpstr>Emprisonnement et résilience</vt:lpstr>
      <vt:lpstr>Libération et négociations</vt:lpstr>
      <vt:lpstr>Présidence et réconciliation</vt:lpstr>
      <vt:lpstr>Héritage</vt:lpstr>
      <vt:lpstr>Réalisations clées</vt:lpstr>
      <vt:lpstr>Citations marquantes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Nelson Mandela : D’enfant berger à Président de la République </dc:title>
  <dc:subject/>
  <dc:creator/>
  <cp:keywords/>
  <dc:description>generated using python-pptx</dc:description>
  <cp:lastModifiedBy>Mor Seck</cp:lastModifiedBy>
  <cp:revision>6</cp:revision>
  <dcterms:created xsi:type="dcterms:W3CDTF">2013-01-27T09:14:16Z</dcterms:created>
  <dcterms:modified xsi:type="dcterms:W3CDTF">2025-03-20T15:51:18Z</dcterms:modified>
  <cp:category/>
</cp:coreProperties>
</file>