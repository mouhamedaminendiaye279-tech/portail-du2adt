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9"/>
  </p:notesMasterIdLst>
  <p:sldIdLst>
    <p:sldId id="264" r:id="rId3"/>
    <p:sldId id="265" r:id="rId4"/>
    <p:sldId id="266" r:id="rId5"/>
    <p:sldId id="267" r:id="rId6"/>
    <p:sldId id="268" r:id="rId7"/>
    <p:sldId id="269"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8" d="100"/>
          <a:sy n="98" d="100"/>
        </p:scale>
        <p:origin x="8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heme" Target="theme/theme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mar Diop" userId="f673e4483db449c4" providerId="LiveId" clId="{4A831A28-6D5A-445E-B76D-3E8E9A9883C7}"/>
    <pc:docChg chg="undo custSel addSld delSld modSld sldOrd">
      <pc:chgData name="Oumar Diop" userId="f673e4483db449c4" providerId="LiveId" clId="{4A831A28-6D5A-445E-B76D-3E8E9A9883C7}" dt="2024-05-27T15:47:47.109" v="537" actId="1076"/>
      <pc:docMkLst>
        <pc:docMk/>
      </pc:docMkLst>
      <pc:sldChg chg="addSp modSp mod modTransition">
        <pc:chgData name="Oumar Diop" userId="f673e4483db449c4" providerId="LiveId" clId="{4A831A28-6D5A-445E-B76D-3E8E9A9883C7}" dt="2024-05-27T14:57:28.879" v="492" actId="20577"/>
        <pc:sldMkLst>
          <pc:docMk/>
          <pc:sldMk cId="979534594" sldId="264"/>
        </pc:sldMkLst>
        <pc:spChg chg="mod">
          <ac:chgData name="Oumar Diop" userId="f673e4483db449c4" providerId="LiveId" clId="{4A831A28-6D5A-445E-B76D-3E8E9A9883C7}" dt="2024-05-13T14:25:57.853" v="371" actId="207"/>
          <ac:spMkLst>
            <pc:docMk/>
            <pc:sldMk cId="979534594" sldId="264"/>
            <ac:spMk id="2" creationId="{B28536A1-1A23-FDCA-E791-278F673BA931}"/>
          </ac:spMkLst>
        </pc:spChg>
        <pc:spChg chg="mod">
          <ac:chgData name="Oumar Diop" userId="f673e4483db449c4" providerId="LiveId" clId="{4A831A28-6D5A-445E-B76D-3E8E9A9883C7}" dt="2024-05-13T14:25:50.910" v="370" actId="207"/>
          <ac:spMkLst>
            <pc:docMk/>
            <pc:sldMk cId="979534594" sldId="264"/>
            <ac:spMk id="4" creationId="{E44F0848-B081-1EB4-54CE-A4262714BD2C}"/>
          </ac:spMkLst>
        </pc:spChg>
        <pc:spChg chg="mod">
          <ac:chgData name="Oumar Diop" userId="f673e4483db449c4" providerId="LiveId" clId="{4A831A28-6D5A-445E-B76D-3E8E9A9883C7}" dt="2024-05-27T14:57:28.879" v="492" actId="20577"/>
          <ac:spMkLst>
            <pc:docMk/>
            <pc:sldMk cId="979534594" sldId="264"/>
            <ac:spMk id="5" creationId="{DAC5B7BB-086A-0BEE-471F-DC71F427D321}"/>
          </ac:spMkLst>
        </pc:spChg>
        <pc:spChg chg="add mod">
          <ac:chgData name="Oumar Diop" userId="f673e4483db449c4" providerId="LiveId" clId="{4A831A28-6D5A-445E-B76D-3E8E9A9883C7}" dt="2024-05-13T15:13:43.712" v="406" actId="1076"/>
          <ac:spMkLst>
            <pc:docMk/>
            <pc:sldMk cId="979534594" sldId="264"/>
            <ac:spMk id="6" creationId="{0FEE2DE4-6FD2-43F4-23DD-DA2AF42D8369}"/>
          </ac:spMkLst>
        </pc:spChg>
        <pc:spChg chg="add mod">
          <ac:chgData name="Oumar Diop" userId="f673e4483db449c4" providerId="LiveId" clId="{4A831A28-6D5A-445E-B76D-3E8E9A9883C7}" dt="2024-05-13T15:13:52.784" v="407"/>
          <ac:spMkLst>
            <pc:docMk/>
            <pc:sldMk cId="979534594" sldId="264"/>
            <ac:spMk id="7" creationId="{AF6019E6-D971-C95C-773B-8FA5A1277C37}"/>
          </ac:spMkLst>
        </pc:spChg>
        <pc:spChg chg="add mod">
          <ac:chgData name="Oumar Diop" userId="f673e4483db449c4" providerId="LiveId" clId="{4A831A28-6D5A-445E-B76D-3E8E9A9883C7}" dt="2024-05-13T15:16:36.490" v="446" actId="1076"/>
          <ac:spMkLst>
            <pc:docMk/>
            <pc:sldMk cId="979534594" sldId="264"/>
            <ac:spMk id="10" creationId="{AF416977-9391-E80F-4AC9-007EF9B8E55D}"/>
          </ac:spMkLst>
        </pc:spChg>
        <pc:picChg chg="mod ord">
          <ac:chgData name="Oumar Diop" userId="f673e4483db449c4" providerId="LiveId" clId="{4A831A28-6D5A-445E-B76D-3E8E9A9883C7}" dt="2024-05-13T14:23:24.314" v="364" actId="14100"/>
          <ac:picMkLst>
            <pc:docMk/>
            <pc:sldMk cId="979534594" sldId="264"/>
            <ac:picMk id="3" creationId="{36F4A9C2-9CEC-D9CA-FB19-1C8BB93CB712}"/>
          </ac:picMkLst>
        </pc:picChg>
        <pc:picChg chg="add mod">
          <ac:chgData name="Oumar Diop" userId="f673e4483db449c4" providerId="LiveId" clId="{4A831A28-6D5A-445E-B76D-3E8E9A9883C7}" dt="2024-05-13T15:15:38.859" v="419" actId="14100"/>
          <ac:picMkLst>
            <pc:docMk/>
            <pc:sldMk cId="979534594" sldId="264"/>
            <ac:picMk id="9" creationId="{315103CC-0B4F-7E49-ACFD-73BFD9D850FF}"/>
          </ac:picMkLst>
        </pc:picChg>
        <pc:picChg chg="mod">
          <ac:chgData name="Oumar Diop" userId="f673e4483db449c4" providerId="LiveId" clId="{4A831A28-6D5A-445E-B76D-3E8E9A9883C7}" dt="2024-05-13T15:13:43.712" v="406" actId="1076"/>
          <ac:picMkLst>
            <pc:docMk/>
            <pc:sldMk cId="979534594" sldId="264"/>
            <ac:picMk id="1030" creationId="{D90D5DE1-B89D-1D1B-14B9-C76A4C95D008}"/>
          </ac:picMkLst>
        </pc:picChg>
      </pc:sldChg>
      <pc:sldChg chg="addSp modSp add del mod ord modTransition">
        <pc:chgData name="Oumar Diop" userId="f673e4483db449c4" providerId="LiveId" clId="{4A831A28-6D5A-445E-B76D-3E8E9A9883C7}" dt="2024-05-27T15:30:37.872" v="527" actId="47"/>
        <pc:sldMkLst>
          <pc:docMk/>
          <pc:sldMk cId="4031042890" sldId="265"/>
        </pc:sldMkLst>
        <pc:spChg chg="mod">
          <ac:chgData name="Oumar Diop" userId="f673e4483db449c4" providerId="LiveId" clId="{4A831A28-6D5A-445E-B76D-3E8E9A9883C7}" dt="2024-05-13T15:21:17.119" v="455" actId="207"/>
          <ac:spMkLst>
            <pc:docMk/>
            <pc:sldMk cId="4031042890" sldId="265"/>
            <ac:spMk id="6" creationId="{145FB54D-8CE2-E7BC-F862-D02788AB6289}"/>
          </ac:spMkLst>
        </pc:spChg>
        <pc:picChg chg="add mod">
          <ac:chgData name="Oumar Diop" userId="f673e4483db449c4" providerId="LiveId" clId="{4A831A28-6D5A-445E-B76D-3E8E9A9883C7}" dt="2024-05-13T15:23:53.761" v="473" actId="14100"/>
          <ac:picMkLst>
            <pc:docMk/>
            <pc:sldMk cId="4031042890" sldId="265"/>
            <ac:picMk id="2050" creationId="{BF74201A-B2A1-9068-D850-3A4DB059737F}"/>
          </ac:picMkLst>
        </pc:picChg>
      </pc:sldChg>
      <pc:sldChg chg="addSp modSp mod ord modTransition">
        <pc:chgData name="Oumar Diop" userId="f673e4483db449c4" providerId="LiveId" clId="{4A831A28-6D5A-445E-B76D-3E8E9A9883C7}" dt="2024-05-27T15:16:13.162" v="521" actId="20577"/>
        <pc:sldMkLst>
          <pc:docMk/>
          <pc:sldMk cId="3424824547" sldId="266"/>
        </pc:sldMkLst>
        <pc:spChg chg="mod">
          <ac:chgData name="Oumar Diop" userId="f673e4483db449c4" providerId="LiveId" clId="{4A831A28-6D5A-445E-B76D-3E8E9A9883C7}" dt="2024-05-27T15:16:13.162" v="521" actId="20577"/>
          <ac:spMkLst>
            <pc:docMk/>
            <pc:sldMk cId="3424824547" sldId="266"/>
            <ac:spMk id="3" creationId="{6BA90D23-1F93-05CA-5735-9AE31DBD989F}"/>
          </ac:spMkLst>
        </pc:spChg>
        <pc:picChg chg="add mod">
          <ac:chgData name="Oumar Diop" userId="f673e4483db449c4" providerId="LiveId" clId="{4A831A28-6D5A-445E-B76D-3E8E9A9883C7}" dt="2024-05-13T15:27:27.268" v="482" actId="14100"/>
          <ac:picMkLst>
            <pc:docMk/>
            <pc:sldMk cId="3424824547" sldId="266"/>
            <ac:picMk id="3074" creationId="{D141C512-C8D2-5869-E907-609BADAC681B}"/>
          </ac:picMkLst>
        </pc:picChg>
      </pc:sldChg>
      <pc:sldChg chg="addSp delSp modSp ord modTransition">
        <pc:chgData name="Oumar Diop" userId="f673e4483db449c4" providerId="LiveId" clId="{4A831A28-6D5A-445E-B76D-3E8E9A9883C7}" dt="2024-05-27T15:23:10.346" v="525"/>
        <pc:sldMkLst>
          <pc:docMk/>
          <pc:sldMk cId="3162935672" sldId="267"/>
        </pc:sldMkLst>
        <pc:picChg chg="add del mod">
          <ac:chgData name="Oumar Diop" userId="f673e4483db449c4" providerId="LiveId" clId="{4A831A28-6D5A-445E-B76D-3E8E9A9883C7}" dt="2024-05-13T15:28:50.707" v="484" actId="478"/>
          <ac:picMkLst>
            <pc:docMk/>
            <pc:sldMk cId="3162935672" sldId="267"/>
            <ac:picMk id="4098" creationId="{21688DCF-715B-8586-1FA4-459B0A4E670B}"/>
          </ac:picMkLst>
        </pc:picChg>
      </pc:sldChg>
      <pc:sldChg chg="addSp delSp modSp mod ord modTransition">
        <pc:chgData name="Oumar Diop" userId="f673e4483db449c4" providerId="LiveId" clId="{4A831A28-6D5A-445E-B76D-3E8E9A9883C7}" dt="2024-05-27T15:47:47.109" v="537" actId="1076"/>
        <pc:sldMkLst>
          <pc:docMk/>
          <pc:sldMk cId="2775757062" sldId="268"/>
        </pc:sldMkLst>
        <pc:spChg chg="mod">
          <ac:chgData name="Oumar Diop" userId="f673e4483db449c4" providerId="LiveId" clId="{4A831A28-6D5A-445E-B76D-3E8E9A9883C7}" dt="2024-05-27T15:47:47.109" v="537" actId="1076"/>
          <ac:spMkLst>
            <pc:docMk/>
            <pc:sldMk cId="2775757062" sldId="268"/>
            <ac:spMk id="4" creationId="{4CF6F8C8-D879-EDBF-CD87-65E2D3B06E60}"/>
          </ac:spMkLst>
        </pc:spChg>
        <pc:spChg chg="del mod">
          <ac:chgData name="Oumar Diop" userId="f673e4483db449c4" providerId="LiveId" clId="{4A831A28-6D5A-445E-B76D-3E8E9A9883C7}" dt="2024-05-27T15:47:23.950" v="533" actId="478"/>
          <ac:spMkLst>
            <pc:docMk/>
            <pc:sldMk cId="2775757062" sldId="268"/>
            <ac:spMk id="5" creationId="{C3B0442F-5F66-E626-AB93-8FDED65F9968}"/>
          </ac:spMkLst>
        </pc:spChg>
        <pc:spChg chg="mod">
          <ac:chgData name="Oumar Diop" userId="f673e4483db449c4" providerId="LiveId" clId="{4A831A28-6D5A-445E-B76D-3E8E9A9883C7}" dt="2024-05-27T15:47:43.682" v="536" actId="1076"/>
          <ac:spMkLst>
            <pc:docMk/>
            <pc:sldMk cId="2775757062" sldId="268"/>
            <ac:spMk id="7" creationId="{6FD7BF65-BF97-7036-2A59-5675C2753F26}"/>
          </ac:spMkLst>
        </pc:spChg>
        <pc:spChg chg="del mod">
          <ac:chgData name="Oumar Diop" userId="f673e4483db449c4" providerId="LiveId" clId="{4A831A28-6D5A-445E-B76D-3E8E9A9883C7}" dt="2024-05-27T15:47:31.900" v="535" actId="478"/>
          <ac:spMkLst>
            <pc:docMk/>
            <pc:sldMk cId="2775757062" sldId="268"/>
            <ac:spMk id="8" creationId="{CED8773F-0AFD-B670-93F9-835DEB9F1501}"/>
          </ac:spMkLst>
        </pc:spChg>
        <pc:spChg chg="add del mod">
          <ac:chgData name="Oumar Diop" userId="f673e4483db449c4" providerId="LiveId" clId="{4A831A28-6D5A-445E-B76D-3E8E9A9883C7}" dt="2024-05-27T15:47:26.450" v="534" actId="478"/>
          <ac:spMkLst>
            <pc:docMk/>
            <pc:sldMk cId="2775757062" sldId="268"/>
            <ac:spMk id="10" creationId="{EE1EC6CF-C2AD-4811-36C5-3B5E2E2F094E}"/>
          </ac:spMkLst>
        </pc:spChg>
        <pc:picChg chg="add mod">
          <ac:chgData name="Oumar Diop" userId="f673e4483db449c4" providerId="LiveId" clId="{4A831A28-6D5A-445E-B76D-3E8E9A9883C7}" dt="2024-05-13T15:29:02.060" v="487" actId="14100"/>
          <ac:picMkLst>
            <pc:docMk/>
            <pc:sldMk cId="2775757062" sldId="268"/>
            <ac:picMk id="5122" creationId="{B78BD2F9-90C5-3D1E-C400-828C0BEB8C36}"/>
          </ac:picMkLst>
        </pc:picChg>
      </pc:sldChg>
      <pc:sldChg chg="addSp delSp modSp mod ord modTransition">
        <pc:chgData name="Oumar Diop" userId="f673e4483db449c4" providerId="LiveId" clId="{4A831A28-6D5A-445E-B76D-3E8E9A9883C7}" dt="2024-05-27T15:37:54.503" v="528" actId="20577"/>
        <pc:sldMkLst>
          <pc:docMk/>
          <pc:sldMk cId="3930728172" sldId="269"/>
        </pc:sldMkLst>
        <pc:spChg chg="mod">
          <ac:chgData name="Oumar Diop" userId="f673e4483db449c4" providerId="LiveId" clId="{4A831A28-6D5A-445E-B76D-3E8E9A9883C7}" dt="2024-05-27T15:37:54.503" v="528" actId="20577"/>
          <ac:spMkLst>
            <pc:docMk/>
            <pc:sldMk cId="3930728172" sldId="269"/>
            <ac:spMk id="2" creationId="{5FF0C9E1-953C-CA36-551F-364B1EDE3E48}"/>
          </ac:spMkLst>
        </pc:spChg>
        <pc:spChg chg="del">
          <ac:chgData name="Oumar Diop" userId="f673e4483db449c4" providerId="LiveId" clId="{4A831A28-6D5A-445E-B76D-3E8E9A9883C7}" dt="2024-05-27T15:11:22.985" v="499" actId="478"/>
          <ac:spMkLst>
            <pc:docMk/>
            <pc:sldMk cId="3930728172" sldId="269"/>
            <ac:spMk id="5" creationId="{AF63CE3C-4832-764A-8BE5-2830D4575481}"/>
          </ac:spMkLst>
        </pc:spChg>
        <pc:spChg chg="del mod">
          <ac:chgData name="Oumar Diop" userId="f673e4483db449c4" providerId="LiveId" clId="{4A831A28-6D5A-445E-B76D-3E8E9A9883C7}" dt="2024-05-27T15:11:18.939" v="497" actId="478"/>
          <ac:spMkLst>
            <pc:docMk/>
            <pc:sldMk cId="3930728172" sldId="269"/>
            <ac:spMk id="8" creationId="{777B9753-5DCA-6154-0AF9-232AB7DC07F2}"/>
          </ac:spMkLst>
        </pc:spChg>
        <pc:spChg chg="add del mod">
          <ac:chgData name="Oumar Diop" userId="f673e4483db449c4" providerId="LiveId" clId="{4A831A28-6D5A-445E-B76D-3E8E9A9883C7}" dt="2024-05-27T15:11:20.113" v="498" actId="478"/>
          <ac:spMkLst>
            <pc:docMk/>
            <pc:sldMk cId="3930728172" sldId="269"/>
            <ac:spMk id="10" creationId="{1F5A593E-6B97-61EA-F3BF-8130E22AA0C4}"/>
          </ac:spMkLst>
        </pc:spChg>
        <pc:spChg chg="add del mod">
          <ac:chgData name="Oumar Diop" userId="f673e4483db449c4" providerId="LiveId" clId="{4A831A28-6D5A-445E-B76D-3E8E9A9883C7}" dt="2024-05-27T15:11:24.263" v="500" actId="478"/>
          <ac:spMkLst>
            <pc:docMk/>
            <pc:sldMk cId="3930728172" sldId="269"/>
            <ac:spMk id="12" creationId="{123C6D2F-7AE3-DDB1-A8A0-09EE796EF0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F1ADA3-E636-4904-B2CB-4A638DCFC401}" type="datetimeFigureOut">
              <a:rPr lang="fr-FR" smtClean="0"/>
              <a:t>27/05/2024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2C42F5-5DE7-4997-9C70-4A86AA91D5FD}" type="slidenum">
              <a:rPr lang="fr-FR" smtClean="0"/>
              <a:t>‹N°›</a:t>
            </a:fld>
            <a:endParaRPr lang="fr-FR"/>
          </a:p>
        </p:txBody>
      </p:sp>
    </p:spTree>
    <p:extLst>
      <p:ext uri="{BB962C8B-B14F-4D97-AF65-F5344CB8AC3E}">
        <p14:creationId xmlns:p14="http://schemas.microsoft.com/office/powerpoint/2010/main" val="3760267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32C42F5-5DE7-4997-9C70-4A86AA91D5FD}" type="slidenum">
              <a:rPr lang="fr-FR" smtClean="0"/>
              <a:t>3</a:t>
            </a:fld>
            <a:endParaRPr lang="fr-FR"/>
          </a:p>
        </p:txBody>
      </p:sp>
    </p:spTree>
    <p:extLst>
      <p:ext uri="{BB962C8B-B14F-4D97-AF65-F5344CB8AC3E}">
        <p14:creationId xmlns:p14="http://schemas.microsoft.com/office/powerpoint/2010/main" val="2598300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32C42F5-5DE7-4997-9C70-4A86AA91D5FD}" type="slidenum">
              <a:rPr lang="fr-FR" smtClean="0"/>
              <a:t>6</a:t>
            </a:fld>
            <a:endParaRPr lang="fr-FR"/>
          </a:p>
        </p:txBody>
      </p:sp>
    </p:spTree>
    <p:extLst>
      <p:ext uri="{BB962C8B-B14F-4D97-AF65-F5344CB8AC3E}">
        <p14:creationId xmlns:p14="http://schemas.microsoft.com/office/powerpoint/2010/main" val="2287402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EBF5C4-2C4D-5EBC-6820-810C388EEC7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EEC1EF3-BD48-E896-A561-B9FB2C2C51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4AB0C2F5-0004-8DC5-D4ED-7C2899A7D8ED}"/>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5" name="Espace réservé du pied de page 4">
            <a:extLst>
              <a:ext uri="{FF2B5EF4-FFF2-40B4-BE49-F238E27FC236}">
                <a16:creationId xmlns:a16="http://schemas.microsoft.com/office/drawing/2014/main" id="{453F8BFF-00C3-7B31-AF4B-886CA3A236A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7C3069F-D2CE-48DA-8FED-21D355E42DB5}"/>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3796928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EAE8B7-36DD-697F-8701-D34D701148A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8347BD4-337E-51AE-BDB2-DD9476C222D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335A006-F4FF-87D9-E359-25708256CEFE}"/>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5" name="Espace réservé du pied de page 4">
            <a:extLst>
              <a:ext uri="{FF2B5EF4-FFF2-40B4-BE49-F238E27FC236}">
                <a16:creationId xmlns:a16="http://schemas.microsoft.com/office/drawing/2014/main" id="{4E4CA223-97C7-9C1E-2526-055E124450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970B82-00B1-1937-8355-97ACA6892C7C}"/>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1081566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A32365-A0DD-1DFD-B265-AE9A128287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846872A-3378-8B46-B63F-AE13FA62B7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9D8041A-DD13-6D8D-0612-5C82FC872F18}"/>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5" name="Espace réservé du pied de page 4">
            <a:extLst>
              <a:ext uri="{FF2B5EF4-FFF2-40B4-BE49-F238E27FC236}">
                <a16:creationId xmlns:a16="http://schemas.microsoft.com/office/drawing/2014/main" id="{915D3EF3-572E-8894-7E1A-80939B1A9CA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8E14640-07E0-E84A-50ED-FDC87F01ACC7}"/>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1377820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DB168E-3A7C-5AF5-43A8-9886E915982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350473E-38F3-4E24-BEA2-E9E4666282D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2B7EB93-D0C1-1A9D-C8D7-1681E15917D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479975C-E828-4FAD-5F78-E82933D76697}"/>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6" name="Espace réservé du pied de page 5">
            <a:extLst>
              <a:ext uri="{FF2B5EF4-FFF2-40B4-BE49-F238E27FC236}">
                <a16:creationId xmlns:a16="http://schemas.microsoft.com/office/drawing/2014/main" id="{9A1344A6-50F2-C8EE-81DA-4F40773023B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C117918-BD26-5447-EA9D-24C575000E06}"/>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3570109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B4DBAF-DF72-B1BD-4107-13971F4EF786}"/>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A67275F-E0B9-2E36-9C52-9EA6AD0DC5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63A6D7A-B136-B202-01FF-227746681808}"/>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800C0B0-7886-0B9D-37F8-F64E3F2FE0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A7C2583-EFAA-A166-DD8C-3251E708385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D87A382-8871-BD18-1C98-E823A343ED5F}"/>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8" name="Espace réservé du pied de page 7">
            <a:extLst>
              <a:ext uri="{FF2B5EF4-FFF2-40B4-BE49-F238E27FC236}">
                <a16:creationId xmlns:a16="http://schemas.microsoft.com/office/drawing/2014/main" id="{782AE137-B9B6-7156-462D-62C81308124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1C0E1EB-C7D2-CC90-5039-9CB300F4B748}"/>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1436757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B41E32-A7DF-56C6-DFF1-F8D5DA41329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1893D3D-58D5-6049-76EE-D224C0EC4D89}"/>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4" name="Espace réservé du pied de page 3">
            <a:extLst>
              <a:ext uri="{FF2B5EF4-FFF2-40B4-BE49-F238E27FC236}">
                <a16:creationId xmlns:a16="http://schemas.microsoft.com/office/drawing/2014/main" id="{63CE6AB3-B4C9-666E-BA94-EC98CC070D5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645F3D0-9E21-2A77-F4DD-8EAD9F3ED6C7}"/>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3529252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C1C2EB8-8BC0-11E0-41AA-74E6AC07ABC5}"/>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3" name="Espace réservé du pied de page 2">
            <a:extLst>
              <a:ext uri="{FF2B5EF4-FFF2-40B4-BE49-F238E27FC236}">
                <a16:creationId xmlns:a16="http://schemas.microsoft.com/office/drawing/2014/main" id="{A1ED02B2-D1BA-5C46-AC10-126A891DED8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00361F5A-93A5-006D-0A18-F4E7FBE3BAFE}"/>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4147102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3C44A9-9547-F6EE-35AC-910D25B50DE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DDE94EB-5801-3653-2F37-2817AB287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AEB4874-B1AD-A955-FC87-E19FDE47E7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B91E50-8B6B-5323-29EB-03E08D9DA452}"/>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6" name="Espace réservé du pied de page 5">
            <a:extLst>
              <a:ext uri="{FF2B5EF4-FFF2-40B4-BE49-F238E27FC236}">
                <a16:creationId xmlns:a16="http://schemas.microsoft.com/office/drawing/2014/main" id="{1012B2FC-03E7-CD0E-D6FC-621A1D6BBD9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2721747-25BB-1022-86F8-FBF28EB34614}"/>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2302885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77A21CD-586B-34AE-18E1-548CC15DB32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B96EF183-1BA0-68D6-4F7B-0DD0BF466F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CC54191-348E-4937-BCF3-77C3994CC2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D126B18-B08B-D28C-1A76-50B2D6DB09EF}"/>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6" name="Espace réservé du pied de page 5">
            <a:extLst>
              <a:ext uri="{FF2B5EF4-FFF2-40B4-BE49-F238E27FC236}">
                <a16:creationId xmlns:a16="http://schemas.microsoft.com/office/drawing/2014/main" id="{B324DEAF-0DF0-4CEA-425C-93967F366FF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87B35170-05D7-3217-B7B6-274DA5ADF097}"/>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3924898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DE010DF-9FF7-50B9-DD6A-3DEF19FB3E3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D5FCAFB-0D30-8A23-3C1F-CD913143B7C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7B49536-3078-7160-63CE-85E9BFDB3CD1}"/>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5" name="Espace réservé du pied de page 4">
            <a:extLst>
              <a:ext uri="{FF2B5EF4-FFF2-40B4-BE49-F238E27FC236}">
                <a16:creationId xmlns:a16="http://schemas.microsoft.com/office/drawing/2014/main" id="{61126CAF-E6C0-1652-48B8-FB944487876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D17AC4C-B7EF-A284-5D03-46A2508F820A}"/>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1467695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0E2081D-0AB9-8C2F-73BC-655FBA19DED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F1C3640-C20C-EEF5-7285-19997537EEC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AC1191-46E1-0C94-6D8A-1E012DED75D0}"/>
              </a:ext>
            </a:extLst>
          </p:cNvPr>
          <p:cNvSpPr>
            <a:spLocks noGrp="1"/>
          </p:cNvSpPr>
          <p:nvPr>
            <p:ph type="dt" sz="half" idx="10"/>
          </p:nvPr>
        </p:nvSpPr>
        <p:spPr/>
        <p:txBody>
          <a:bodyPr/>
          <a:lstStyle/>
          <a:p>
            <a:fld id="{41465B7E-AF2E-4F6F-AC4C-3E7FBC826581}" type="datetimeFigureOut">
              <a:rPr lang="fr-FR" smtClean="0"/>
              <a:t>27/05/2024</a:t>
            </a:fld>
            <a:endParaRPr lang="fr-FR"/>
          </a:p>
        </p:txBody>
      </p:sp>
      <p:sp>
        <p:nvSpPr>
          <p:cNvPr id="5" name="Espace réservé du pied de page 4">
            <a:extLst>
              <a:ext uri="{FF2B5EF4-FFF2-40B4-BE49-F238E27FC236}">
                <a16:creationId xmlns:a16="http://schemas.microsoft.com/office/drawing/2014/main" id="{A2661949-2F76-6330-4731-A0651A4792D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89801BD-5B41-234D-0FDD-09365364EF9D}"/>
              </a:ext>
            </a:extLst>
          </p:cNvPr>
          <p:cNvSpPr>
            <a:spLocks noGrp="1"/>
          </p:cNvSpPr>
          <p:nvPr>
            <p:ph type="sldNum" sz="quarter" idx="12"/>
          </p:nvPr>
        </p:nvSpPr>
        <p:spPr/>
        <p:txBody>
          <a:bodyPr/>
          <a:lstStyle/>
          <a:p>
            <a:fld id="{48A701A4-D1F3-420E-B435-50798950867C}" type="slidenum">
              <a:rPr lang="fr-FR" smtClean="0"/>
              <a:t>‹N°›</a:t>
            </a:fld>
            <a:endParaRPr lang="fr-FR"/>
          </a:p>
        </p:txBody>
      </p:sp>
    </p:spTree>
    <p:extLst>
      <p:ext uri="{BB962C8B-B14F-4D97-AF65-F5344CB8AC3E}">
        <p14:creationId xmlns:p14="http://schemas.microsoft.com/office/powerpoint/2010/main" val="1618448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2404343"/>
            <a:ext cx="5181600" cy="1325563"/>
          </a:xfrm>
        </p:spPr>
        <p:txBody>
          <a:bodyPr>
            <a:noAutofit/>
          </a:bodyPr>
          <a:lstStyle>
            <a:lvl1pPr>
              <a:defRPr sz="4800">
                <a:latin typeface="Poppins" pitchFamily="2" charset="77"/>
                <a:cs typeface="Poppins" pitchFamily="2" charset="77"/>
              </a:defRPr>
            </a:lvl1pPr>
          </a:lstStyle>
          <a:p>
            <a:r>
              <a:rPr lang="en-US" dirty="0"/>
              <a:t>Click to edit Master title style</a:t>
            </a:r>
          </a:p>
        </p:txBody>
      </p:sp>
      <p:sp>
        <p:nvSpPr>
          <p:cNvPr id="9" name="Picture Placeholder 8">
            <a:extLst>
              <a:ext uri="{FF2B5EF4-FFF2-40B4-BE49-F238E27FC236}">
                <a16:creationId xmlns:a16="http://schemas.microsoft.com/office/drawing/2014/main" id="{BA87BAAC-9384-2363-2089-821720F16DD3}"/>
              </a:ext>
            </a:extLst>
          </p:cNvPr>
          <p:cNvSpPr>
            <a:spLocks noGrp="1"/>
          </p:cNvSpPr>
          <p:nvPr>
            <p:ph type="pic" sz="quarter" idx="13"/>
          </p:nvPr>
        </p:nvSpPr>
        <p:spPr>
          <a:xfrm>
            <a:off x="7239000" y="1485900"/>
            <a:ext cx="3657600" cy="4457700"/>
          </a:xfrm>
        </p:spPr>
        <p:txBody>
          <a:bodyPr/>
          <a:lstStyle/>
          <a:p>
            <a:endParaRPr lang="en-US"/>
          </a:p>
        </p:txBody>
      </p:sp>
      <p:cxnSp>
        <p:nvCxnSpPr>
          <p:cNvPr id="11" name="Straight Connector 10">
            <a:extLst>
              <a:ext uri="{FF2B5EF4-FFF2-40B4-BE49-F238E27FC236}">
                <a16:creationId xmlns:a16="http://schemas.microsoft.com/office/drawing/2014/main" id="{0CA0C2D1-06AD-3620-044D-2EAE71AC87AC}"/>
              </a:ext>
            </a:extLst>
          </p:cNvPr>
          <p:cNvCxnSpPr/>
          <p:nvPr userDrawn="1"/>
        </p:nvCxnSpPr>
        <p:spPr>
          <a:xfrm>
            <a:off x="1638300" y="571500"/>
            <a:ext cx="4267200"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p:nvPr userDrawn="1"/>
        </p:nvCxnSpPr>
        <p:spPr>
          <a:xfrm>
            <a:off x="10096500" y="571500"/>
            <a:ext cx="1259359"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914400" y="57150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914400" y="658586"/>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1066800" y="5185232"/>
            <a:ext cx="2971800" cy="365126"/>
          </a:xfrm>
        </p:spPr>
        <p:txBody>
          <a:bodyPr>
            <a:normAutofit/>
          </a:bodyPr>
          <a:lstStyle>
            <a:lvl1pPr marL="0" indent="0">
              <a:buNone/>
              <a:defRPr sz="180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1066800" y="5588228"/>
            <a:ext cx="2971800" cy="365126"/>
          </a:xfrm>
        </p:spPr>
        <p:txBody>
          <a:bodyPr>
            <a:noAutofit/>
          </a:bodyPr>
          <a:lstStyle>
            <a:lvl1pPr marL="0" indent="0">
              <a:buNone/>
              <a:defRPr sz="2000">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Tree>
    <p:extLst>
      <p:ext uri="{BB962C8B-B14F-4D97-AF65-F5344CB8AC3E}">
        <p14:creationId xmlns:p14="http://schemas.microsoft.com/office/powerpoint/2010/main" val="4172760368"/>
      </p:ext>
    </p:extLst>
  </p:cSld>
  <p:clrMapOvr>
    <a:masterClrMapping/>
  </p:clrMapOvr>
  <p:extLst>
    <p:ext uri="{DCECCB84-F9BA-43D5-87BE-67443E8EF086}">
      <p15:sldGuideLst xmlns:p15="http://schemas.microsoft.com/office/powerpoint/2012/main">
        <p15:guide id="1" orient="horz" pos="936">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672">
          <p15:clr>
            <a:srgbClr val="FBAE40"/>
          </p15:clr>
        </p15:guide>
        <p15:guide id="9" pos="3720">
          <p15:clr>
            <a:srgbClr val="FBAE40"/>
          </p15:clr>
        </p15:guide>
        <p15:guide id="10" pos="6360">
          <p15:clr>
            <a:srgbClr val="FBAE40"/>
          </p15:clr>
        </p15:guide>
        <p15:guide id="11" pos="71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B735EAF-8052-DDCD-6CEC-D825479BEFD3}"/>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4499428" y="796698"/>
            <a:ext cx="6854371"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7" name="Picture Placeholder 6">
            <a:extLst>
              <a:ext uri="{FF2B5EF4-FFF2-40B4-BE49-F238E27FC236}">
                <a16:creationId xmlns:a16="http://schemas.microsoft.com/office/drawing/2014/main" id="{DCB9F921-8097-7740-47FD-1905F9FE448C}"/>
              </a:ext>
            </a:extLst>
          </p:cNvPr>
          <p:cNvSpPr>
            <a:spLocks noGrp="1"/>
          </p:cNvSpPr>
          <p:nvPr>
            <p:ph type="pic" sz="quarter" idx="19"/>
          </p:nvPr>
        </p:nvSpPr>
        <p:spPr>
          <a:xfrm>
            <a:off x="0" y="0"/>
            <a:ext cx="4354513" cy="6858000"/>
          </a:xfrm>
        </p:spPr>
        <p:txBody>
          <a:bodyPr/>
          <a:lstStyle/>
          <a:p>
            <a:endParaRPr lang="en-US"/>
          </a:p>
        </p:txBody>
      </p:sp>
      <p:sp>
        <p:nvSpPr>
          <p:cNvPr id="9" name="Text Placeholder 7">
            <a:extLst>
              <a:ext uri="{FF2B5EF4-FFF2-40B4-BE49-F238E27FC236}">
                <a16:creationId xmlns:a16="http://schemas.microsoft.com/office/drawing/2014/main" id="{DEBCBD63-480F-D96C-B0DF-94EF264BA08C}"/>
              </a:ext>
            </a:extLst>
          </p:cNvPr>
          <p:cNvSpPr>
            <a:spLocks noGrp="1"/>
          </p:cNvSpPr>
          <p:nvPr>
            <p:ph type="body" sz="quarter" idx="21"/>
          </p:nvPr>
        </p:nvSpPr>
        <p:spPr>
          <a:xfrm>
            <a:off x="8280716" y="2676257"/>
            <a:ext cx="2917371" cy="743178"/>
          </a:xfrm>
        </p:spPr>
        <p:txBody>
          <a:bodyPr anchor="b" anchorCtr="0">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23F1D198-945D-C96D-60E9-C0AEC5E296ED}"/>
              </a:ext>
            </a:extLst>
          </p:cNvPr>
          <p:cNvSpPr>
            <a:spLocks noGrp="1"/>
          </p:cNvSpPr>
          <p:nvPr>
            <p:ph type="body" sz="quarter" idx="17"/>
          </p:nvPr>
        </p:nvSpPr>
        <p:spPr>
          <a:xfrm>
            <a:off x="8280717" y="389046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3" name="Text Placeholder 7">
            <a:extLst>
              <a:ext uri="{FF2B5EF4-FFF2-40B4-BE49-F238E27FC236}">
                <a16:creationId xmlns:a16="http://schemas.microsoft.com/office/drawing/2014/main" id="{BDCD9B2A-F0BB-F9DB-CC75-2EC1683475F8}"/>
              </a:ext>
            </a:extLst>
          </p:cNvPr>
          <p:cNvSpPr>
            <a:spLocks noGrp="1"/>
          </p:cNvSpPr>
          <p:nvPr>
            <p:ph type="body" sz="quarter" idx="18"/>
          </p:nvPr>
        </p:nvSpPr>
        <p:spPr>
          <a:xfrm>
            <a:off x="4495800" y="389046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12">
            <a:extLst>
              <a:ext uri="{FF2B5EF4-FFF2-40B4-BE49-F238E27FC236}">
                <a16:creationId xmlns:a16="http://schemas.microsoft.com/office/drawing/2014/main" id="{68651C4C-4AD1-19DA-CC78-BEC58707B5AD}"/>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
        <p:nvSpPr>
          <p:cNvPr id="3" name="Text Placeholder 7">
            <a:extLst>
              <a:ext uri="{FF2B5EF4-FFF2-40B4-BE49-F238E27FC236}">
                <a16:creationId xmlns:a16="http://schemas.microsoft.com/office/drawing/2014/main" id="{12271BA1-38C2-A7FE-AC76-8EC49BFBBE35}"/>
              </a:ext>
            </a:extLst>
          </p:cNvPr>
          <p:cNvSpPr>
            <a:spLocks noGrp="1"/>
          </p:cNvSpPr>
          <p:nvPr>
            <p:ph type="body" sz="quarter" idx="22"/>
          </p:nvPr>
        </p:nvSpPr>
        <p:spPr>
          <a:xfrm>
            <a:off x="4495800" y="2676257"/>
            <a:ext cx="2917371" cy="743178"/>
          </a:xfrm>
        </p:spPr>
        <p:txBody>
          <a:bodyPr anchor="b" anchorCtr="0">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630785607"/>
      </p:ext>
    </p:extLst>
  </p:cSld>
  <p:clrMapOvr>
    <a:masterClrMapping/>
  </p:clrMapOvr>
  <p:extLst>
    <p:ext uri="{DCECCB84-F9BA-43D5-87BE-67443E8EF086}">
      <p15:sldGuideLst xmlns:p15="http://schemas.microsoft.com/office/powerpoint/2012/main">
        <p15:guide id="1" orient="horz" pos="840">
          <p15:clr>
            <a:srgbClr val="FBAE40"/>
          </p15:clr>
        </p15:guide>
        <p15:guide id="2" pos="2832">
          <p15:clr>
            <a:srgbClr val="FBAE40"/>
          </p15:clr>
        </p15:guide>
        <p15:guide id="3" orient="horz" pos="3744">
          <p15:clr>
            <a:srgbClr val="FBAE40"/>
          </p15:clr>
        </p15:guide>
        <p15:guide id="4" pos="6864">
          <p15:clr>
            <a:srgbClr val="FBAE40"/>
          </p15:clr>
        </p15:guide>
        <p15:guide id="5" pos="4560">
          <p15:clr>
            <a:srgbClr val="FBAE40"/>
          </p15:clr>
        </p15:guide>
        <p15:guide id="6" orient="horz" pos="1704">
          <p15:clr>
            <a:srgbClr val="FBAE40"/>
          </p15:clr>
        </p15:guide>
        <p15:guide id="7" orient="horz" pos="360">
          <p15:clr>
            <a:srgbClr val="FBAE40"/>
          </p15:clr>
        </p15:guide>
        <p15:guide id="9" pos="3720">
          <p15:clr>
            <a:srgbClr val="FBAE40"/>
          </p15:clr>
        </p15:guide>
        <p15:guide id="10" pos="6360">
          <p15:clr>
            <a:srgbClr val="FBAE40"/>
          </p15:clr>
        </p15:guide>
        <p15:guide id="11" pos="7152">
          <p15:clr>
            <a:srgbClr val="FBAE40"/>
          </p15:clr>
        </p15:guide>
        <p15:guide id="12" pos="2952">
          <p15:clr>
            <a:srgbClr val="FBAE40"/>
          </p15:clr>
        </p15:guide>
        <p15:guide id="13" pos="7056">
          <p15:clr>
            <a:srgbClr val="FBAE40"/>
          </p15:clr>
        </p15:guide>
        <p15:guide id="14" orient="horz" pos="244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E7C7D43-1CC3-3332-AEFC-59ABB023F7AC}"/>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702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1848048577"/>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1032">
          <p15:clr>
            <a:srgbClr val="FBAE40"/>
          </p15:clr>
        </p15:guide>
        <p15:guide id="9" pos="3720">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6678385"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609600" y="584664"/>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609600" y="67175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66799"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9F175D2-EEFE-E4BF-0E57-03025B8F8D64}"/>
              </a:ext>
            </a:extLst>
          </p:cNvPr>
          <p:cNvSpPr>
            <a:spLocks noGrp="1"/>
          </p:cNvSpPr>
          <p:nvPr>
            <p:ph type="pic" sz="quarter" idx="19"/>
          </p:nvPr>
        </p:nvSpPr>
        <p:spPr>
          <a:xfrm>
            <a:off x="7696200" y="1"/>
            <a:ext cx="4495800" cy="6858000"/>
          </a:xfrm>
        </p:spPr>
        <p:txBody>
          <a:bodyPr/>
          <a:lstStyle/>
          <a:p>
            <a:endParaRPr lang="en-US" dirty="0"/>
          </a:p>
        </p:txBody>
      </p:sp>
      <p:sp>
        <p:nvSpPr>
          <p:cNvPr id="15" name="Text Placeholder 12">
            <a:extLst>
              <a:ext uri="{FF2B5EF4-FFF2-40B4-BE49-F238E27FC236}">
                <a16:creationId xmlns:a16="http://schemas.microsoft.com/office/drawing/2014/main" id="{273C4E42-511B-EB94-CA0A-051B1A4A918D}"/>
              </a:ext>
            </a:extLst>
          </p:cNvPr>
          <p:cNvSpPr>
            <a:spLocks noGrp="1"/>
          </p:cNvSpPr>
          <p:nvPr>
            <p:ph type="body" sz="quarter" idx="20"/>
          </p:nvPr>
        </p:nvSpPr>
        <p:spPr>
          <a:xfrm>
            <a:off x="495300" y="6573838"/>
            <a:ext cx="2870200" cy="284162"/>
          </a:xfrm>
        </p:spPr>
        <p:txBody>
          <a:bodyPr>
            <a:noAutofit/>
          </a:bodyPr>
          <a:lstStyle>
            <a:lvl1pPr marL="0" indent="0" algn="l">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1245389909"/>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7" orient="horz" pos="360">
          <p15:clr>
            <a:srgbClr val="FBAE40"/>
          </p15:clr>
        </p15:guide>
        <p15:guide id="8" pos="1032">
          <p15:clr>
            <a:srgbClr val="FBAE40"/>
          </p15:clr>
        </p15:guide>
        <p15:guide id="9" pos="4848">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E70AFB9-F87E-11AC-2B32-B5178FE34E78}"/>
              </a:ext>
            </a:extLst>
          </p:cNvPr>
          <p:cNvSpPr/>
          <p:nvPr userDrawn="1"/>
        </p:nvSpPr>
        <p:spPr>
          <a:xfrm>
            <a:off x="6096000" y="1"/>
            <a:ext cx="6096000" cy="6858000"/>
          </a:xfrm>
          <a:prstGeom prst="rect">
            <a:avLst/>
          </a:prstGeom>
          <a:solidFill>
            <a:srgbClr val="F1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71442" y="268927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919352225"/>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1032">
          <p15:clr>
            <a:srgbClr val="FBAE40"/>
          </p15:clr>
        </p15:guide>
        <p15:guide id="9" pos="3720">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D414779-4CEE-EEAD-8A66-EE043E90B44F}"/>
              </a:ext>
            </a:extLst>
          </p:cNvPr>
          <p:cNvSpPr/>
          <p:nvPr userDrawn="1"/>
        </p:nvSpPr>
        <p:spPr>
          <a:xfrm>
            <a:off x="1611313" y="3215390"/>
            <a:ext cx="2638398" cy="364261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4675414"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4235A04-C2C9-A7DC-3FE5-1E7D27C0E13D}"/>
              </a:ext>
            </a:extLst>
          </p:cNvPr>
          <p:cNvSpPr>
            <a:spLocks noGrp="1"/>
          </p:cNvSpPr>
          <p:nvPr>
            <p:ph type="pic" sz="quarter" idx="19"/>
          </p:nvPr>
        </p:nvSpPr>
        <p:spPr>
          <a:xfrm>
            <a:off x="914400" y="2627313"/>
            <a:ext cx="2525713" cy="3316287"/>
          </a:xfrm>
        </p:spPr>
        <p:txBody>
          <a:bodyPr/>
          <a:lstStyle/>
          <a:p>
            <a:endParaRPr lang="en-US"/>
          </a:p>
        </p:txBody>
      </p:sp>
      <p:sp>
        <p:nvSpPr>
          <p:cNvPr id="3" name="Text Placeholder 12">
            <a:extLst>
              <a:ext uri="{FF2B5EF4-FFF2-40B4-BE49-F238E27FC236}">
                <a16:creationId xmlns:a16="http://schemas.microsoft.com/office/drawing/2014/main" id="{7104C814-4179-5378-738C-F0AEB2D153F3}"/>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1404326330"/>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655">
          <p15:clr>
            <a:srgbClr val="FBAE40"/>
          </p15:clr>
        </p15:guide>
        <p15:guide id="7" orient="horz" pos="360">
          <p15:clr>
            <a:srgbClr val="FBAE40"/>
          </p15:clr>
        </p15:guide>
        <p15:guide id="8" pos="1015">
          <p15:clr>
            <a:srgbClr val="FBAE40"/>
          </p15:clr>
        </p15:guide>
        <p15:guide id="9" pos="2167">
          <p15:clr>
            <a:srgbClr val="FBAE40"/>
          </p15:clr>
        </p15:guide>
        <p15:guide id="10" pos="6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FB883CC-094E-7039-9807-58F11002611B}"/>
              </a:ext>
            </a:extLst>
          </p:cNvPr>
          <p:cNvSpPr/>
          <p:nvPr userDrawn="1"/>
        </p:nvSpPr>
        <p:spPr>
          <a:xfrm>
            <a:off x="0" y="0"/>
            <a:ext cx="5358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10439400"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1066800" y="2674936"/>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8" y="2685822"/>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3886200"/>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8FDDBBAD-B928-4819-64F5-80A5AECD71CB}"/>
              </a:ext>
            </a:extLst>
          </p:cNvPr>
          <p:cNvSpPr>
            <a:spLocks noGrp="1"/>
          </p:cNvSpPr>
          <p:nvPr>
            <p:ph type="pic" sz="quarter" idx="19"/>
          </p:nvPr>
        </p:nvSpPr>
        <p:spPr>
          <a:xfrm>
            <a:off x="4381500" y="2171699"/>
            <a:ext cx="2971800" cy="4549775"/>
          </a:xfrm>
        </p:spPr>
        <p:txBody>
          <a:bodyPr/>
          <a:lstStyle/>
          <a:p>
            <a:endParaRPr lang="en-US"/>
          </a:p>
        </p:txBody>
      </p:sp>
      <p:sp>
        <p:nvSpPr>
          <p:cNvPr id="3" name="Text Placeholder 12">
            <a:extLst>
              <a:ext uri="{FF2B5EF4-FFF2-40B4-BE49-F238E27FC236}">
                <a16:creationId xmlns:a16="http://schemas.microsoft.com/office/drawing/2014/main" id="{8B3586BE-78C6-E426-9F3C-F59381E5CD88}"/>
              </a:ext>
            </a:extLst>
          </p:cNvPr>
          <p:cNvSpPr>
            <a:spLocks noGrp="1"/>
          </p:cNvSpPr>
          <p:nvPr>
            <p:ph type="body" sz="quarter" idx="20"/>
          </p:nvPr>
        </p:nvSpPr>
        <p:spPr>
          <a:xfrm>
            <a:off x="8902700" y="6573838"/>
            <a:ext cx="2870200" cy="284162"/>
          </a:xfrm>
        </p:spPr>
        <p:txBody>
          <a:bodyPr>
            <a:noAutofit/>
          </a:bodyPr>
          <a:lstStyle>
            <a:lvl1pPr marL="0" indent="0" algn="r">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464081889"/>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5" pos="4632">
          <p15:clr>
            <a:srgbClr val="FBAE40"/>
          </p15:clr>
        </p15:guide>
        <p15:guide id="6" orient="horz" pos="1368">
          <p15:clr>
            <a:srgbClr val="FBAE40"/>
          </p15:clr>
        </p15:guide>
        <p15:guide id="7" orient="horz" pos="360">
          <p15:clr>
            <a:srgbClr val="FBAE40"/>
          </p15:clr>
        </p15:guide>
        <p15:guide id="9" pos="2760">
          <p15:clr>
            <a:srgbClr val="FBAE40"/>
          </p15:clr>
        </p15:guide>
        <p15:guide id="11" pos="7159">
          <p15:clr>
            <a:srgbClr val="FBAE40"/>
          </p15:clr>
        </p15:guide>
        <p15:guide id="12" pos="672">
          <p15:clr>
            <a:srgbClr val="FBAE40"/>
          </p15:clr>
        </p15:guide>
        <p15:guide id="14" orient="horz" pos="2448">
          <p15:clr>
            <a:srgbClr val="FBAE40"/>
          </p15:clr>
        </p15:guide>
        <p15:guide id="15" pos="70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949CF9-AE80-D4A2-E0FC-126A4E8ECBCB}"/>
              </a:ext>
            </a:extLst>
          </p:cNvPr>
          <p:cNvSpPr/>
          <p:nvPr userDrawn="1"/>
        </p:nvSpPr>
        <p:spPr>
          <a:xfrm>
            <a:off x="6096000" y="1"/>
            <a:ext cx="6096000" cy="6858000"/>
          </a:xfrm>
          <a:prstGeom prst="rect">
            <a:avLst/>
          </a:prstGeom>
          <a:solidFill>
            <a:srgbClr val="F1F4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32546" y="4618037"/>
            <a:ext cx="9314540" cy="1325563"/>
          </a:xfrm>
        </p:spPr>
        <p:txBody>
          <a:bodyPr anchor="b">
            <a:noAutofit/>
          </a:bodyPr>
          <a:lstStyle>
            <a:lvl1pPr algn="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11353800" y="566057"/>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11353800" y="653143"/>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66797"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2" name="Text Placeholder 7">
            <a:extLst>
              <a:ext uri="{FF2B5EF4-FFF2-40B4-BE49-F238E27FC236}">
                <a16:creationId xmlns:a16="http://schemas.microsoft.com/office/drawing/2014/main" id="{FCFA915D-63BE-A1E7-E7C6-A8B7F841C27B}"/>
              </a:ext>
            </a:extLst>
          </p:cNvPr>
          <p:cNvSpPr>
            <a:spLocks noGrp="1"/>
          </p:cNvSpPr>
          <p:nvPr>
            <p:ph type="body" sz="quarter" idx="14"/>
          </p:nvPr>
        </p:nvSpPr>
        <p:spPr>
          <a:xfrm>
            <a:off x="4675413"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5" name="Text Placeholder 7">
            <a:extLst>
              <a:ext uri="{FF2B5EF4-FFF2-40B4-BE49-F238E27FC236}">
                <a16:creationId xmlns:a16="http://schemas.microsoft.com/office/drawing/2014/main" id="{2D2F8532-EAC1-4C87-C49E-5B099E83972D}"/>
              </a:ext>
            </a:extLst>
          </p:cNvPr>
          <p:cNvSpPr>
            <a:spLocks noGrp="1"/>
          </p:cNvSpPr>
          <p:nvPr>
            <p:ph type="body" sz="quarter" idx="15"/>
          </p:nvPr>
        </p:nvSpPr>
        <p:spPr>
          <a:xfrm>
            <a:off x="8284029" y="914400"/>
            <a:ext cx="291737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7" name="Text Placeholder 7">
            <a:extLst>
              <a:ext uri="{FF2B5EF4-FFF2-40B4-BE49-F238E27FC236}">
                <a16:creationId xmlns:a16="http://schemas.microsoft.com/office/drawing/2014/main" id="{2A8B99F6-09B0-9487-3A2A-0062188384B3}"/>
              </a:ext>
            </a:extLst>
          </p:cNvPr>
          <p:cNvSpPr>
            <a:spLocks noGrp="1"/>
          </p:cNvSpPr>
          <p:nvPr>
            <p:ph type="body" sz="quarter" idx="17"/>
          </p:nvPr>
        </p:nvSpPr>
        <p:spPr>
          <a:xfrm>
            <a:off x="4675414"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8" name="Text Placeholder 7">
            <a:extLst>
              <a:ext uri="{FF2B5EF4-FFF2-40B4-BE49-F238E27FC236}">
                <a16:creationId xmlns:a16="http://schemas.microsoft.com/office/drawing/2014/main" id="{E2F86FE2-AC0C-C76C-B2BD-9A02FA2E0205}"/>
              </a:ext>
            </a:extLst>
          </p:cNvPr>
          <p:cNvSpPr>
            <a:spLocks noGrp="1"/>
          </p:cNvSpPr>
          <p:nvPr>
            <p:ph type="body" sz="quarter" idx="18"/>
          </p:nvPr>
        </p:nvSpPr>
        <p:spPr>
          <a:xfrm>
            <a:off x="8284027" y="2098221"/>
            <a:ext cx="2917371"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Tree>
    <p:extLst>
      <p:ext uri="{BB962C8B-B14F-4D97-AF65-F5344CB8AC3E}">
        <p14:creationId xmlns:p14="http://schemas.microsoft.com/office/powerpoint/2010/main" val="2461991912"/>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5" pos="4560">
          <p15:clr>
            <a:srgbClr val="FBAE40"/>
          </p15:clr>
        </p15:guide>
        <p15:guide id="7" orient="horz" pos="360">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796698"/>
            <a:ext cx="6678385" cy="1325563"/>
          </a:xfrm>
        </p:spPr>
        <p:txBody>
          <a:bodyPr anchor="t">
            <a:noAutofit/>
          </a:bodyPr>
          <a:lstStyle>
            <a:lvl1pPr>
              <a:defRPr sz="4800">
                <a:latin typeface="Poppins" pitchFamily="2" charset="77"/>
                <a:cs typeface="Poppins" pitchFamily="2" charset="77"/>
              </a:defRPr>
            </a:lvl1pPr>
          </a:lstStyle>
          <a:p>
            <a:r>
              <a:rPr lang="en-US" dirty="0"/>
              <a:t>Click to edit Master title style</a:t>
            </a:r>
          </a:p>
        </p:txBody>
      </p: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609600" y="584664"/>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609600" y="67175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8" name="Text Placeholder 7">
            <a:extLst>
              <a:ext uri="{FF2B5EF4-FFF2-40B4-BE49-F238E27FC236}">
                <a16:creationId xmlns:a16="http://schemas.microsoft.com/office/drawing/2014/main" id="{CF06E8DC-A0CF-0798-ADF8-761E7E68BAC4}"/>
              </a:ext>
            </a:extLst>
          </p:cNvPr>
          <p:cNvSpPr>
            <a:spLocks noGrp="1"/>
          </p:cNvSpPr>
          <p:nvPr>
            <p:ph type="body" sz="quarter" idx="13"/>
          </p:nvPr>
        </p:nvSpPr>
        <p:spPr>
          <a:xfrm>
            <a:off x="1066799" y="2674936"/>
            <a:ext cx="5029201" cy="743178"/>
          </a:xfrm>
        </p:spPr>
        <p:txBody>
          <a:bodyPr anchor="b">
            <a:noAutofit/>
          </a:bodyPr>
          <a:lstStyle>
            <a:lvl1pPr marL="0" indent="0">
              <a:buNone/>
              <a:defRPr sz="2200" b="1">
                <a:solidFill>
                  <a:schemeClr val="tx1">
                    <a:lumMod val="75000"/>
                    <a:lumOff val="2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16" name="Text Placeholder 7">
            <a:extLst>
              <a:ext uri="{FF2B5EF4-FFF2-40B4-BE49-F238E27FC236}">
                <a16:creationId xmlns:a16="http://schemas.microsoft.com/office/drawing/2014/main" id="{267078C8-F910-8FC3-7286-ADF1FB40862C}"/>
              </a:ext>
            </a:extLst>
          </p:cNvPr>
          <p:cNvSpPr>
            <a:spLocks noGrp="1"/>
          </p:cNvSpPr>
          <p:nvPr>
            <p:ph type="body" sz="quarter" idx="16"/>
          </p:nvPr>
        </p:nvSpPr>
        <p:spPr>
          <a:xfrm>
            <a:off x="1066800" y="3886200"/>
            <a:ext cx="5029200" cy="2057400"/>
          </a:xfrm>
        </p:spPr>
        <p:txBody>
          <a:bodyPr anchor="t">
            <a:noAutofit/>
          </a:bodyPr>
          <a:lstStyle>
            <a:lvl1pPr marL="0" indent="0">
              <a:buNone/>
              <a:defRPr sz="1600" b="0">
                <a:solidFill>
                  <a:schemeClr val="tx1">
                    <a:lumMod val="65000"/>
                    <a:lumOff val="35000"/>
                  </a:schemeClr>
                </a:solidFill>
                <a:latin typeface="+mn-lt"/>
                <a:ea typeface="Roboto" panose="02000000000000000000" pitchFamily="2" charset="0"/>
                <a:cs typeface="Roboto" panose="02000000000000000000" pitchFamily="2" charset="0"/>
              </a:defRPr>
            </a:lvl1pPr>
          </a:lstStyle>
          <a:p>
            <a:pPr lvl="0"/>
            <a:r>
              <a:rPr lang="en-US" dirty="0"/>
              <a:t>Click to edit Master text</a:t>
            </a:r>
          </a:p>
        </p:txBody>
      </p:sp>
      <p:sp>
        <p:nvSpPr>
          <p:cNvPr id="7" name="Picture Placeholder 6">
            <a:extLst>
              <a:ext uri="{FF2B5EF4-FFF2-40B4-BE49-F238E27FC236}">
                <a16:creationId xmlns:a16="http://schemas.microsoft.com/office/drawing/2014/main" id="{39F175D2-EEFE-E4BF-0E57-03025B8F8D64}"/>
              </a:ext>
            </a:extLst>
          </p:cNvPr>
          <p:cNvSpPr>
            <a:spLocks noGrp="1"/>
          </p:cNvSpPr>
          <p:nvPr>
            <p:ph type="pic" sz="quarter" idx="19"/>
          </p:nvPr>
        </p:nvSpPr>
        <p:spPr>
          <a:xfrm>
            <a:off x="7696200" y="1"/>
            <a:ext cx="4495800" cy="6858000"/>
          </a:xfrm>
        </p:spPr>
        <p:txBody>
          <a:bodyPr/>
          <a:lstStyle/>
          <a:p>
            <a:endParaRPr lang="en-US" dirty="0"/>
          </a:p>
        </p:txBody>
      </p:sp>
      <p:sp>
        <p:nvSpPr>
          <p:cNvPr id="15" name="Text Placeholder 12">
            <a:extLst>
              <a:ext uri="{FF2B5EF4-FFF2-40B4-BE49-F238E27FC236}">
                <a16:creationId xmlns:a16="http://schemas.microsoft.com/office/drawing/2014/main" id="{273C4E42-511B-EB94-CA0A-051B1A4A918D}"/>
              </a:ext>
            </a:extLst>
          </p:cNvPr>
          <p:cNvSpPr>
            <a:spLocks noGrp="1"/>
          </p:cNvSpPr>
          <p:nvPr>
            <p:ph type="body" sz="quarter" idx="20"/>
          </p:nvPr>
        </p:nvSpPr>
        <p:spPr>
          <a:xfrm>
            <a:off x="495300" y="6573838"/>
            <a:ext cx="2870200" cy="284162"/>
          </a:xfrm>
        </p:spPr>
        <p:txBody>
          <a:bodyPr>
            <a:noAutofit/>
          </a:bodyPr>
          <a:lstStyle>
            <a:lvl1pPr marL="0" indent="0" algn="l">
              <a:buNone/>
              <a:defRPr sz="1000">
                <a:solidFill>
                  <a:schemeClr val="tx1">
                    <a:lumMod val="50000"/>
                    <a:lumOff val="50000"/>
                  </a:schemeClr>
                </a:solidFill>
              </a:defRPr>
            </a:lvl1pPr>
            <a:lvl2pPr marL="457200" indent="0">
              <a:buNone/>
              <a:defRPr sz="1000"/>
            </a:lvl2pPr>
            <a:lvl3pPr marL="914400" indent="0">
              <a:buNone/>
              <a:defRPr sz="1000"/>
            </a:lvl3pPr>
            <a:lvl4pPr marL="1371600" indent="0">
              <a:buNone/>
              <a:defRPr sz="1000"/>
            </a:lvl4pPr>
            <a:lvl5pPr marL="1828800" indent="0">
              <a:buNone/>
              <a:defRPr sz="1000"/>
            </a:lvl5pPr>
          </a:lstStyle>
          <a:p>
            <a:pPr lvl="0"/>
            <a:r>
              <a:rPr lang="en-US" dirty="0"/>
              <a:t>Click to edit Master text styles</a:t>
            </a:r>
          </a:p>
        </p:txBody>
      </p:sp>
    </p:spTree>
    <p:extLst>
      <p:ext uri="{BB962C8B-B14F-4D97-AF65-F5344CB8AC3E}">
        <p14:creationId xmlns:p14="http://schemas.microsoft.com/office/powerpoint/2010/main" val="1911048288"/>
      </p:ext>
    </p:extLst>
  </p:cSld>
  <p:clrMapOvr>
    <a:masterClrMapping/>
  </p:clrMapOvr>
  <p:extLst>
    <p:ext uri="{DCECCB84-F9BA-43D5-87BE-67443E8EF086}">
      <p15:sldGuideLst xmlns:p15="http://schemas.microsoft.com/office/powerpoint/2012/main">
        <p15:guide id="1" orient="horz" pos="840">
          <p15:clr>
            <a:srgbClr val="FBAE40"/>
          </p15:clr>
        </p15:guide>
        <p15:guide id="2" pos="576">
          <p15:clr>
            <a:srgbClr val="FBAE40"/>
          </p15:clr>
        </p15:guide>
        <p15:guide id="3" orient="horz" pos="3744">
          <p15:clr>
            <a:srgbClr val="FBAE40"/>
          </p15:clr>
        </p15:guide>
        <p15:guide id="7" orient="horz" pos="360">
          <p15:clr>
            <a:srgbClr val="FBAE40"/>
          </p15:clr>
        </p15:guide>
        <p15:guide id="8" pos="1032">
          <p15:clr>
            <a:srgbClr val="FBAE40"/>
          </p15:clr>
        </p15:guide>
        <p15:guide id="9" pos="4848">
          <p15:clr>
            <a:srgbClr val="FBAE40"/>
          </p15:clr>
        </p15:guide>
        <p15:guide id="11" pos="7152">
          <p15:clr>
            <a:srgbClr val="FBAE40"/>
          </p15:clr>
        </p15:guide>
        <p15:guide id="12" pos="672">
          <p15:clr>
            <a:srgbClr val="FBAE40"/>
          </p15:clr>
        </p15:guide>
        <p15:guide id="13" pos="7056">
          <p15:clr>
            <a:srgbClr val="FBAE40"/>
          </p15:clr>
        </p15:guide>
        <p15:guide id="14" orient="horz" pos="24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960C-86A7-6728-9263-973B76A8FDB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7126591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20029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F68666B-80B7-5FA5-FC9F-2F928A26B010}"/>
              </a:ext>
            </a:extLst>
          </p:cNvPr>
          <p:cNvSpPr/>
          <p:nvPr userDrawn="1"/>
        </p:nvSpPr>
        <p:spPr>
          <a:xfrm>
            <a:off x="6096000" y="0"/>
            <a:ext cx="3657600" cy="6858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C9E92B-FE67-1F3D-DCA0-195195A4AB6A}"/>
              </a:ext>
            </a:extLst>
          </p:cNvPr>
          <p:cNvSpPr>
            <a:spLocks noGrp="1"/>
          </p:cNvSpPr>
          <p:nvPr>
            <p:ph type="title"/>
          </p:nvPr>
        </p:nvSpPr>
        <p:spPr>
          <a:xfrm>
            <a:off x="914400" y="2404343"/>
            <a:ext cx="5181600" cy="1325563"/>
          </a:xfrm>
        </p:spPr>
        <p:txBody>
          <a:bodyPr>
            <a:noAutofit/>
          </a:bodyPr>
          <a:lstStyle>
            <a:lvl1pPr>
              <a:defRPr sz="4800">
                <a:latin typeface="Poppins" pitchFamily="2" charset="77"/>
                <a:cs typeface="Poppins" pitchFamily="2" charset="77"/>
              </a:defRPr>
            </a:lvl1pPr>
          </a:lstStyle>
          <a:p>
            <a:r>
              <a:rPr lang="en-US" dirty="0"/>
              <a:t>Click to edit Master title style</a:t>
            </a:r>
          </a:p>
        </p:txBody>
      </p:sp>
      <p:sp>
        <p:nvSpPr>
          <p:cNvPr id="9" name="Picture Placeholder 8">
            <a:extLst>
              <a:ext uri="{FF2B5EF4-FFF2-40B4-BE49-F238E27FC236}">
                <a16:creationId xmlns:a16="http://schemas.microsoft.com/office/drawing/2014/main" id="{BA87BAAC-9384-2363-2089-821720F16DD3}"/>
              </a:ext>
            </a:extLst>
          </p:cNvPr>
          <p:cNvSpPr>
            <a:spLocks noGrp="1"/>
          </p:cNvSpPr>
          <p:nvPr>
            <p:ph type="pic" sz="quarter" idx="13"/>
          </p:nvPr>
        </p:nvSpPr>
        <p:spPr>
          <a:xfrm>
            <a:off x="7239000" y="1485900"/>
            <a:ext cx="3657600" cy="4457700"/>
          </a:xfrm>
        </p:spPr>
        <p:txBody>
          <a:bodyPr/>
          <a:lstStyle/>
          <a:p>
            <a:endParaRPr lang="en-US"/>
          </a:p>
        </p:txBody>
      </p:sp>
      <p:cxnSp>
        <p:nvCxnSpPr>
          <p:cNvPr id="11" name="Straight Connector 10">
            <a:extLst>
              <a:ext uri="{FF2B5EF4-FFF2-40B4-BE49-F238E27FC236}">
                <a16:creationId xmlns:a16="http://schemas.microsoft.com/office/drawing/2014/main" id="{0CA0C2D1-06AD-3620-044D-2EAE71AC87AC}"/>
              </a:ext>
            </a:extLst>
          </p:cNvPr>
          <p:cNvCxnSpPr/>
          <p:nvPr userDrawn="1"/>
        </p:nvCxnSpPr>
        <p:spPr>
          <a:xfrm>
            <a:off x="1638300" y="571500"/>
            <a:ext cx="4267200"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60C99D5D-5452-4897-02A9-A1B32F0BE968}"/>
              </a:ext>
            </a:extLst>
          </p:cNvPr>
          <p:cNvCxnSpPr/>
          <p:nvPr userDrawn="1"/>
        </p:nvCxnSpPr>
        <p:spPr>
          <a:xfrm>
            <a:off x="10096500" y="571500"/>
            <a:ext cx="1259359" cy="0"/>
          </a:xfrm>
          <a:prstGeom prst="line">
            <a:avLst/>
          </a:prstGeom>
          <a:ln>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FB318F3-41C4-0F1C-1CBD-D5A32280E575}"/>
              </a:ext>
            </a:extLst>
          </p:cNvPr>
          <p:cNvCxnSpPr>
            <a:cxnSpLocks/>
          </p:cNvCxnSpPr>
          <p:nvPr userDrawn="1"/>
        </p:nvCxnSpPr>
        <p:spPr>
          <a:xfrm>
            <a:off x="914400" y="571500"/>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0C43CC35-4750-6912-E49F-E917DF9AB637}"/>
              </a:ext>
            </a:extLst>
          </p:cNvPr>
          <p:cNvCxnSpPr>
            <a:cxnSpLocks/>
          </p:cNvCxnSpPr>
          <p:nvPr userDrawn="1"/>
        </p:nvCxnSpPr>
        <p:spPr>
          <a:xfrm>
            <a:off x="914400" y="658586"/>
            <a:ext cx="304800" cy="0"/>
          </a:xfrm>
          <a:prstGeom prst="line">
            <a:avLst/>
          </a:prstGeom>
          <a:ln w="19050">
            <a:solidFill>
              <a:schemeClr val="tx1">
                <a:lumMod val="85000"/>
                <a:lumOff val="15000"/>
              </a:schemeClr>
            </a:solidFill>
          </a:ln>
        </p:spPr>
        <p:style>
          <a:lnRef idx="1">
            <a:schemeClr val="dk1"/>
          </a:lnRef>
          <a:fillRef idx="0">
            <a:schemeClr val="dk1"/>
          </a:fillRef>
          <a:effectRef idx="0">
            <a:schemeClr val="dk1"/>
          </a:effectRef>
          <a:fontRef idx="minor">
            <a:schemeClr val="tx1"/>
          </a:fontRef>
        </p:style>
      </p:cxnSp>
      <p:sp>
        <p:nvSpPr>
          <p:cNvPr id="17" name="Text Placeholder 16">
            <a:extLst>
              <a:ext uri="{FF2B5EF4-FFF2-40B4-BE49-F238E27FC236}">
                <a16:creationId xmlns:a16="http://schemas.microsoft.com/office/drawing/2014/main" id="{003331A5-D35A-E699-E3EA-6035EB0DCD16}"/>
              </a:ext>
            </a:extLst>
          </p:cNvPr>
          <p:cNvSpPr>
            <a:spLocks noGrp="1"/>
          </p:cNvSpPr>
          <p:nvPr>
            <p:ph type="body" sz="quarter" idx="14"/>
          </p:nvPr>
        </p:nvSpPr>
        <p:spPr>
          <a:xfrm>
            <a:off x="1066800" y="5185232"/>
            <a:ext cx="2971800" cy="365126"/>
          </a:xfrm>
        </p:spPr>
        <p:txBody>
          <a:bodyPr>
            <a:normAutofit/>
          </a:bodyPr>
          <a:lstStyle>
            <a:lvl1pPr marL="0" indent="0">
              <a:buNone/>
              <a:defRPr sz="1800">
                <a:solidFill>
                  <a:schemeClr val="tx1">
                    <a:lumMod val="50000"/>
                    <a:lumOff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
        <p:nvSpPr>
          <p:cNvPr id="18" name="Text Placeholder 16">
            <a:extLst>
              <a:ext uri="{FF2B5EF4-FFF2-40B4-BE49-F238E27FC236}">
                <a16:creationId xmlns:a16="http://schemas.microsoft.com/office/drawing/2014/main" id="{442CA476-8654-0542-5C0B-4F439516AF31}"/>
              </a:ext>
            </a:extLst>
          </p:cNvPr>
          <p:cNvSpPr>
            <a:spLocks noGrp="1"/>
          </p:cNvSpPr>
          <p:nvPr>
            <p:ph type="body" sz="quarter" idx="15"/>
          </p:nvPr>
        </p:nvSpPr>
        <p:spPr>
          <a:xfrm>
            <a:off x="1066800" y="5588228"/>
            <a:ext cx="2971800" cy="365126"/>
          </a:xfrm>
        </p:spPr>
        <p:txBody>
          <a:bodyPr>
            <a:noAutofit/>
          </a:bodyPr>
          <a:lstStyle>
            <a:lvl1pPr marL="0" indent="0">
              <a:buNone/>
              <a:defRPr sz="2000">
                <a:solidFill>
                  <a:schemeClr val="tx1">
                    <a:lumMod val="85000"/>
                    <a:lumOff val="1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a:t>
            </a:r>
          </a:p>
        </p:txBody>
      </p:sp>
    </p:spTree>
    <p:extLst>
      <p:ext uri="{BB962C8B-B14F-4D97-AF65-F5344CB8AC3E}">
        <p14:creationId xmlns:p14="http://schemas.microsoft.com/office/powerpoint/2010/main" val="2824232365"/>
      </p:ext>
    </p:extLst>
  </p:cSld>
  <p:clrMapOvr>
    <a:masterClrMapping/>
  </p:clrMapOvr>
  <p:extLst>
    <p:ext uri="{DCECCB84-F9BA-43D5-87BE-67443E8EF086}">
      <p15:sldGuideLst xmlns:p15="http://schemas.microsoft.com/office/powerpoint/2012/main">
        <p15:guide id="1" orient="horz" pos="936">
          <p15:clr>
            <a:srgbClr val="FBAE40"/>
          </p15:clr>
        </p15:guide>
        <p15:guide id="2" pos="576">
          <p15:clr>
            <a:srgbClr val="FBAE40"/>
          </p15:clr>
        </p15:guide>
        <p15:guide id="3" orient="horz" pos="3744">
          <p15:clr>
            <a:srgbClr val="FBAE40"/>
          </p15:clr>
        </p15:guide>
        <p15:guide id="4" pos="6864">
          <p15:clr>
            <a:srgbClr val="FBAE40"/>
          </p15:clr>
        </p15:guide>
        <p15:guide id="5" pos="4560">
          <p15:clr>
            <a:srgbClr val="FBAE40"/>
          </p15:clr>
        </p15:guide>
        <p15:guide id="6" orient="horz" pos="1512">
          <p15:clr>
            <a:srgbClr val="FBAE40"/>
          </p15:clr>
        </p15:guide>
        <p15:guide id="7" orient="horz" pos="360">
          <p15:clr>
            <a:srgbClr val="FBAE40"/>
          </p15:clr>
        </p15:guide>
        <p15:guide id="8" pos="672">
          <p15:clr>
            <a:srgbClr val="FBAE40"/>
          </p15:clr>
        </p15:guide>
        <p15:guide id="9" pos="3720">
          <p15:clr>
            <a:srgbClr val="FBAE40"/>
          </p15:clr>
        </p15:guide>
        <p15:guide id="10" pos="6360">
          <p15:clr>
            <a:srgbClr val="FBAE40"/>
          </p15:clr>
        </p15:guide>
        <p15:guide id="11" pos="71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AD902A6F-D238-FFEB-F441-CFFE4413BF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A6D4253-6F59-243A-1D9A-142DB5DE59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1883B79-98A7-6C3D-E908-3CD7370DDD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465B7E-AF2E-4F6F-AC4C-3E7FBC826581}" type="datetimeFigureOut">
              <a:rPr lang="fr-FR" smtClean="0"/>
              <a:t>27/05/2024</a:t>
            </a:fld>
            <a:endParaRPr lang="fr-FR"/>
          </a:p>
        </p:txBody>
      </p:sp>
      <p:sp>
        <p:nvSpPr>
          <p:cNvPr id="5" name="Espace réservé du pied de page 4">
            <a:extLst>
              <a:ext uri="{FF2B5EF4-FFF2-40B4-BE49-F238E27FC236}">
                <a16:creationId xmlns:a16="http://schemas.microsoft.com/office/drawing/2014/main" id="{35F9A368-DB35-2C81-DEB5-916C904E11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EDE9A4A-E532-7E49-28C6-5290D3E9C4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701A4-D1F3-420E-B435-50798950867C}" type="slidenum">
              <a:rPr lang="fr-FR" smtClean="0"/>
              <a:t>‹N°›</a:t>
            </a:fld>
            <a:endParaRPr lang="fr-FR"/>
          </a:p>
        </p:txBody>
      </p:sp>
    </p:spTree>
    <p:extLst>
      <p:ext uri="{BB962C8B-B14F-4D97-AF65-F5344CB8AC3E}">
        <p14:creationId xmlns:p14="http://schemas.microsoft.com/office/powerpoint/2010/main" val="3784613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54C769-5B6E-5C22-9516-5D7BE462E3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023190F5-D493-CE67-ED1B-D761BFA699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5725225E-A593-BBE5-FA35-2952DE6D56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60812C0-D4F0-C345-96B4-1E8B918506AC}" type="datetimeFigureOut">
              <a:rPr lang="en-US" smtClean="0"/>
              <a:t>5/27/2024</a:t>
            </a:fld>
            <a:endParaRPr lang="en-US"/>
          </a:p>
        </p:txBody>
      </p:sp>
      <p:sp>
        <p:nvSpPr>
          <p:cNvPr id="6" name="Slide Number Placeholder 5">
            <a:extLst>
              <a:ext uri="{FF2B5EF4-FFF2-40B4-BE49-F238E27FC236}">
                <a16:creationId xmlns:a16="http://schemas.microsoft.com/office/drawing/2014/main" id="{BB730E95-9162-1956-4897-1AA052698F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9709E4-652E-524A-8D35-CF602AA44AAA}" type="slidenum">
              <a:rPr lang="en-US" smtClean="0"/>
              <a:t>‹N°›</a:t>
            </a:fld>
            <a:endParaRPr lang="en-US"/>
          </a:p>
        </p:txBody>
      </p:sp>
    </p:spTree>
    <p:extLst>
      <p:ext uri="{BB962C8B-B14F-4D97-AF65-F5344CB8AC3E}">
        <p14:creationId xmlns:p14="http://schemas.microsoft.com/office/powerpoint/2010/main" val="1679508059"/>
      </p:ext>
    </p:extLst>
  </p:cSld>
  <p:clrMap bg1="lt1" tx1="dk1" bg2="lt2" tx2="dk2" accent1="accent1" accent2="accent2" accent3="accent3" accent4="accent4" accent5="accent5" accent6="accent6" hlink="hlink" folHlink="folHlink"/>
  <p:sldLayoutIdLst>
    <p:sldLayoutId id="2147483662" r:id="rId1"/>
    <p:sldLayoutId id="2147483672" r:id="rId2"/>
    <p:sldLayoutId id="2147483664" r:id="rId3"/>
    <p:sldLayoutId id="2147483665" r:id="rId4"/>
    <p:sldLayoutId id="2147483666" r:id="rId5"/>
    <p:sldLayoutId id="2147483667" r:id="rId6"/>
    <p:sldLayoutId id="2147483668" r:id="rId7"/>
    <p:sldLayoutId id="2147483669" r:id="rId8"/>
    <p:sldLayoutId id="2147483673" r:id="rId9"/>
    <p:sldLayoutId id="2147483670" r:id="rId10"/>
    <p:sldLayoutId id="2147483671" r:id="rId11"/>
    <p:sldLayoutId id="2147483660" r:id="rId12"/>
  </p:sldLayoutIdLst>
  <p:txStyles>
    <p:titleStyle>
      <a:lvl1pPr algn="l" defTabSz="914400" rtl="0" eaLnBrk="1" latinLnBrk="0" hangingPunct="1">
        <a:lnSpc>
          <a:spcPct val="90000"/>
        </a:lnSpc>
        <a:spcBef>
          <a:spcPct val="0"/>
        </a:spcBef>
        <a:buNone/>
        <a:defRPr sz="4800" kern="1200">
          <a:solidFill>
            <a:schemeClr val="tx1">
              <a:lumMod val="85000"/>
              <a:lumOff val="15000"/>
            </a:schemeClr>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6144">
          <p15:clr>
            <a:srgbClr val="F26B43"/>
          </p15:clr>
        </p15:guide>
        <p15:guide id="4" pos="7416">
          <p15:clr>
            <a:srgbClr val="F26B43"/>
          </p15:clr>
        </p15:guide>
        <p15:guide id="5" pos="3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Espace réservé pour une image  2">
            <a:extLst>
              <a:ext uri="{FF2B5EF4-FFF2-40B4-BE49-F238E27FC236}">
                <a16:creationId xmlns:a16="http://schemas.microsoft.com/office/drawing/2014/main" id="{36F4A9C2-9CEC-D9CA-FB19-1C8BB93CB712}"/>
              </a:ext>
            </a:extLst>
          </p:cNvPr>
          <p:cNvPicPr>
            <a:picLocks noGrp="1" noChangeAspect="1"/>
          </p:cNvPicPr>
          <p:nvPr>
            <p:ph type="pic" sz="quarter" idx="13"/>
          </p:nvPr>
        </p:nvPicPr>
        <p:blipFill>
          <a:blip r:embed="rId2"/>
          <a:srcRect/>
          <a:stretch>
            <a:fillRect/>
          </a:stretch>
        </p:blipFill>
        <p:spPr>
          <a:xfrm>
            <a:off x="10109201" y="-1"/>
            <a:ext cx="2082800" cy="6856539"/>
          </a:xfrm>
        </p:spPr>
      </p:pic>
      <p:pic>
        <p:nvPicPr>
          <p:cNvPr id="1030" name="Picture 6" descr="Barcelone sera la future capitale de l'architecture en 2026">
            <a:extLst>
              <a:ext uri="{FF2B5EF4-FFF2-40B4-BE49-F238E27FC236}">
                <a16:creationId xmlns:a16="http://schemas.microsoft.com/office/drawing/2014/main" id="{D90D5DE1-B89D-1D1B-14B9-C76A4C95D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550542" cy="685653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28536A1-1A23-FDCA-E791-278F673BA931}"/>
              </a:ext>
            </a:extLst>
          </p:cNvPr>
          <p:cNvSpPr>
            <a:spLocks noGrp="1"/>
          </p:cNvSpPr>
          <p:nvPr>
            <p:ph type="title"/>
          </p:nvPr>
        </p:nvSpPr>
        <p:spPr/>
        <p:txBody>
          <a:bodyPr/>
          <a:lstStyle/>
          <a:p>
            <a:r>
              <a:rPr lang="en-US" dirty="0" err="1">
                <a:solidFill>
                  <a:schemeClr val="bg1"/>
                </a:solidFill>
              </a:rPr>
              <a:t>L'urbanisation</a:t>
            </a:r>
            <a:r>
              <a:rPr lang="en-US" dirty="0"/>
              <a:t> </a:t>
            </a:r>
            <a:r>
              <a:rPr lang="en-US" dirty="0">
                <a:solidFill>
                  <a:schemeClr val="bg1"/>
                </a:solidFill>
              </a:rPr>
              <a:t>de</a:t>
            </a:r>
            <a:r>
              <a:rPr lang="en-US" dirty="0"/>
              <a:t> </a:t>
            </a:r>
            <a:r>
              <a:rPr lang="en-US" dirty="0" err="1">
                <a:solidFill>
                  <a:srgbClr val="FF0000"/>
                </a:solidFill>
              </a:rPr>
              <a:t>Barcelone</a:t>
            </a:r>
            <a:endParaRPr lang="en-US" dirty="0">
              <a:solidFill>
                <a:srgbClr val="FF0000"/>
              </a:solidFill>
            </a:endParaRPr>
          </a:p>
        </p:txBody>
      </p:sp>
      <p:sp>
        <p:nvSpPr>
          <p:cNvPr id="4" name="Text Placeholder 3">
            <a:extLst>
              <a:ext uri="{FF2B5EF4-FFF2-40B4-BE49-F238E27FC236}">
                <a16:creationId xmlns:a16="http://schemas.microsoft.com/office/drawing/2014/main" id="{E44F0848-B081-1EB4-54CE-A4262714BD2C}"/>
              </a:ext>
            </a:extLst>
          </p:cNvPr>
          <p:cNvSpPr>
            <a:spLocks noGrp="1"/>
          </p:cNvSpPr>
          <p:nvPr>
            <p:ph type="body" sz="quarter" idx="14"/>
          </p:nvPr>
        </p:nvSpPr>
        <p:spPr>
          <a:xfrm>
            <a:off x="914400" y="3948727"/>
            <a:ext cx="2971800" cy="365126"/>
          </a:xfrm>
        </p:spPr>
        <p:txBody>
          <a:bodyPr/>
          <a:lstStyle/>
          <a:p>
            <a:r>
              <a:rPr lang="en-US" dirty="0" err="1">
                <a:solidFill>
                  <a:schemeClr val="bg2"/>
                </a:solidFill>
              </a:rPr>
              <a:t>Présenté</a:t>
            </a:r>
            <a:r>
              <a:rPr lang="en-US" dirty="0">
                <a:solidFill>
                  <a:schemeClr val="bg2"/>
                </a:solidFill>
              </a:rPr>
              <a:t> par le</a:t>
            </a:r>
          </a:p>
        </p:txBody>
      </p:sp>
      <p:sp>
        <p:nvSpPr>
          <p:cNvPr id="5" name="Text Placeholder 4">
            <a:extLst>
              <a:ext uri="{FF2B5EF4-FFF2-40B4-BE49-F238E27FC236}">
                <a16:creationId xmlns:a16="http://schemas.microsoft.com/office/drawing/2014/main" id="{DAC5B7BB-086A-0BEE-471F-DC71F427D321}"/>
              </a:ext>
            </a:extLst>
          </p:cNvPr>
          <p:cNvSpPr>
            <a:spLocks noGrp="1"/>
          </p:cNvSpPr>
          <p:nvPr>
            <p:ph type="body" sz="quarter" idx="15"/>
          </p:nvPr>
        </p:nvSpPr>
        <p:spPr>
          <a:xfrm>
            <a:off x="736418" y="4313853"/>
            <a:ext cx="3218793" cy="2417147"/>
          </a:xfrm>
        </p:spPr>
        <p:txBody>
          <a:bodyPr/>
          <a:lstStyle/>
          <a:p>
            <a:r>
              <a:rPr lang="en-US" dirty="0">
                <a:solidFill>
                  <a:schemeClr val="bg1"/>
                </a:solidFill>
              </a:rPr>
              <a:t>Groupe 2:</a:t>
            </a:r>
          </a:p>
          <a:p>
            <a:pPr marL="171450" indent="-171450">
              <a:buFont typeface="Arial" panose="020B0604020202020204" pitchFamily="34" charset="0"/>
              <a:buChar char="•"/>
            </a:pPr>
            <a:r>
              <a:rPr lang="en-US" sz="1000" dirty="0">
                <a:solidFill>
                  <a:schemeClr val="bg1"/>
                </a:solidFill>
              </a:rPr>
              <a:t>Mame </a:t>
            </a:r>
            <a:r>
              <a:rPr lang="en-US" sz="1000" dirty="0" err="1">
                <a:solidFill>
                  <a:schemeClr val="bg1"/>
                </a:solidFill>
              </a:rPr>
              <a:t>Fakha</a:t>
            </a:r>
            <a:r>
              <a:rPr lang="en-US" sz="1000" dirty="0">
                <a:solidFill>
                  <a:schemeClr val="bg1"/>
                </a:solidFill>
              </a:rPr>
              <a:t> Amira </a:t>
            </a:r>
            <a:r>
              <a:rPr lang="en-US" sz="1000" dirty="0" err="1">
                <a:solidFill>
                  <a:schemeClr val="bg1"/>
                </a:solidFill>
              </a:rPr>
              <a:t>Mbow</a:t>
            </a:r>
            <a:endParaRPr lang="en-US" sz="1000" dirty="0">
              <a:solidFill>
                <a:schemeClr val="bg1"/>
              </a:solidFill>
            </a:endParaRPr>
          </a:p>
          <a:p>
            <a:pPr marL="171450" indent="-171450">
              <a:buFont typeface="Arial" panose="020B0604020202020204" pitchFamily="34" charset="0"/>
              <a:buChar char="•"/>
            </a:pPr>
            <a:r>
              <a:rPr lang="en-US" sz="1000" dirty="0" err="1">
                <a:solidFill>
                  <a:schemeClr val="bg1"/>
                </a:solidFill>
              </a:rPr>
              <a:t>Ndeye</a:t>
            </a:r>
            <a:r>
              <a:rPr lang="en-US" sz="1000" dirty="0">
                <a:solidFill>
                  <a:schemeClr val="bg1"/>
                </a:solidFill>
              </a:rPr>
              <a:t> </a:t>
            </a:r>
            <a:r>
              <a:rPr lang="en-US" sz="1000" dirty="0" err="1">
                <a:solidFill>
                  <a:schemeClr val="bg1"/>
                </a:solidFill>
              </a:rPr>
              <a:t>Marième</a:t>
            </a:r>
            <a:r>
              <a:rPr lang="en-US" sz="1000" dirty="0">
                <a:solidFill>
                  <a:schemeClr val="bg1"/>
                </a:solidFill>
              </a:rPr>
              <a:t> Diop</a:t>
            </a:r>
          </a:p>
          <a:p>
            <a:pPr marL="171450" indent="-171450">
              <a:buFont typeface="Arial" panose="020B0604020202020204" pitchFamily="34" charset="0"/>
              <a:buChar char="•"/>
            </a:pPr>
            <a:r>
              <a:rPr lang="en-US" sz="1000" dirty="0" err="1">
                <a:solidFill>
                  <a:schemeClr val="bg1"/>
                </a:solidFill>
              </a:rPr>
              <a:t>Yaye</a:t>
            </a:r>
            <a:r>
              <a:rPr lang="en-US" sz="1000" dirty="0">
                <a:solidFill>
                  <a:schemeClr val="bg1"/>
                </a:solidFill>
              </a:rPr>
              <a:t> </a:t>
            </a:r>
            <a:r>
              <a:rPr lang="en-US" sz="1000" dirty="0" err="1">
                <a:solidFill>
                  <a:schemeClr val="bg1"/>
                </a:solidFill>
              </a:rPr>
              <a:t>Boye</a:t>
            </a:r>
            <a:r>
              <a:rPr lang="en-US" sz="1000" dirty="0">
                <a:solidFill>
                  <a:schemeClr val="bg1"/>
                </a:solidFill>
              </a:rPr>
              <a:t> Awa </a:t>
            </a:r>
            <a:r>
              <a:rPr lang="en-US" sz="1000" dirty="0" err="1">
                <a:solidFill>
                  <a:schemeClr val="bg1"/>
                </a:solidFill>
              </a:rPr>
              <a:t>Leye</a:t>
            </a:r>
            <a:endParaRPr lang="en-US" sz="1000" dirty="0">
              <a:solidFill>
                <a:schemeClr val="bg1"/>
              </a:solidFill>
            </a:endParaRPr>
          </a:p>
          <a:p>
            <a:pPr marL="171450" indent="-171450">
              <a:buFont typeface="Arial" panose="020B0604020202020204" pitchFamily="34" charset="0"/>
              <a:buChar char="•"/>
            </a:pPr>
            <a:r>
              <a:rPr lang="en-US" sz="1000" dirty="0">
                <a:solidFill>
                  <a:schemeClr val="bg1"/>
                </a:solidFill>
              </a:rPr>
              <a:t>Oumar Diop</a:t>
            </a:r>
          </a:p>
          <a:p>
            <a:pPr marL="171450" indent="-171450">
              <a:buFont typeface="Arial" panose="020B0604020202020204" pitchFamily="34" charset="0"/>
              <a:buChar char="•"/>
            </a:pPr>
            <a:r>
              <a:rPr lang="en-US" sz="1000" dirty="0" err="1">
                <a:solidFill>
                  <a:schemeClr val="bg1"/>
                </a:solidFill>
              </a:rPr>
              <a:t>Aïcheitou</a:t>
            </a:r>
            <a:r>
              <a:rPr lang="en-US" sz="1000" dirty="0">
                <a:solidFill>
                  <a:schemeClr val="bg1"/>
                </a:solidFill>
              </a:rPr>
              <a:t> </a:t>
            </a:r>
            <a:r>
              <a:rPr lang="en-US" sz="1000" dirty="0" err="1">
                <a:solidFill>
                  <a:schemeClr val="bg1"/>
                </a:solidFill>
              </a:rPr>
              <a:t>Didy</a:t>
            </a:r>
            <a:r>
              <a:rPr lang="en-US" sz="1000" dirty="0">
                <a:solidFill>
                  <a:schemeClr val="bg1"/>
                </a:solidFill>
              </a:rPr>
              <a:t> Ndiaye </a:t>
            </a:r>
          </a:p>
          <a:p>
            <a:pPr marL="171450" indent="-171450">
              <a:buFont typeface="Arial" panose="020B0604020202020204" pitchFamily="34" charset="0"/>
              <a:buChar char="•"/>
            </a:pPr>
            <a:r>
              <a:rPr lang="en-US" sz="1000" dirty="0" err="1">
                <a:solidFill>
                  <a:schemeClr val="bg1"/>
                </a:solidFill>
              </a:rPr>
              <a:t>Seydy</a:t>
            </a:r>
            <a:r>
              <a:rPr lang="en-US" sz="1000" dirty="0">
                <a:solidFill>
                  <a:schemeClr val="bg1"/>
                </a:solidFill>
              </a:rPr>
              <a:t> Khalifa </a:t>
            </a:r>
            <a:r>
              <a:rPr lang="en-US" sz="1000" dirty="0" err="1">
                <a:solidFill>
                  <a:schemeClr val="bg1"/>
                </a:solidFill>
              </a:rPr>
              <a:t>Ababacar</a:t>
            </a:r>
            <a:r>
              <a:rPr lang="en-US" sz="1000" dirty="0">
                <a:solidFill>
                  <a:schemeClr val="bg1"/>
                </a:solidFill>
              </a:rPr>
              <a:t> </a:t>
            </a:r>
            <a:r>
              <a:rPr lang="en-US" sz="1000" dirty="0" err="1">
                <a:solidFill>
                  <a:schemeClr val="bg1"/>
                </a:solidFill>
              </a:rPr>
              <a:t>Khoulé</a:t>
            </a:r>
            <a:endParaRPr lang="en-US" sz="1000" dirty="0">
              <a:solidFill>
                <a:schemeClr val="bg1"/>
              </a:solidFill>
            </a:endParaRPr>
          </a:p>
          <a:p>
            <a:pPr marL="171450" indent="-171450">
              <a:buFont typeface="Arial" panose="020B0604020202020204" pitchFamily="34" charset="0"/>
              <a:buChar char="•"/>
            </a:pPr>
            <a:r>
              <a:rPr lang="en-US" sz="1000" dirty="0">
                <a:solidFill>
                  <a:schemeClr val="bg1"/>
                </a:solidFill>
              </a:rPr>
              <a:t>Papa </a:t>
            </a:r>
            <a:r>
              <a:rPr lang="en-US" sz="1000" dirty="0" err="1">
                <a:solidFill>
                  <a:schemeClr val="bg1"/>
                </a:solidFill>
              </a:rPr>
              <a:t>Alioune</a:t>
            </a:r>
            <a:r>
              <a:rPr lang="en-US" sz="1000" dirty="0">
                <a:solidFill>
                  <a:schemeClr val="bg1"/>
                </a:solidFill>
              </a:rPr>
              <a:t> </a:t>
            </a:r>
            <a:r>
              <a:rPr lang="en-US" sz="1000" dirty="0" err="1">
                <a:solidFill>
                  <a:schemeClr val="bg1"/>
                </a:solidFill>
              </a:rPr>
              <a:t>Sall</a:t>
            </a:r>
            <a:endParaRPr lang="en-US" sz="1000" dirty="0">
              <a:solidFill>
                <a:schemeClr val="bg1"/>
              </a:solidFill>
            </a:endParaRPr>
          </a:p>
          <a:p>
            <a:pPr marL="171450" indent="-171450">
              <a:buFont typeface="Arial" panose="020B0604020202020204" pitchFamily="34" charset="0"/>
              <a:buChar char="•"/>
            </a:pPr>
            <a:r>
              <a:rPr lang="en-US" sz="1000" dirty="0" err="1">
                <a:solidFill>
                  <a:schemeClr val="bg1"/>
                </a:solidFill>
              </a:rPr>
              <a:t>Khadidiatou</a:t>
            </a:r>
            <a:r>
              <a:rPr lang="en-US" sz="1000" dirty="0">
                <a:solidFill>
                  <a:schemeClr val="bg1"/>
                </a:solidFill>
              </a:rPr>
              <a:t> Sow</a:t>
            </a:r>
          </a:p>
          <a:p>
            <a:pPr marL="171450" indent="-171450">
              <a:buFont typeface="Arial" panose="020B0604020202020204" pitchFamily="34" charset="0"/>
              <a:buChar char="•"/>
            </a:pPr>
            <a:endParaRPr lang="en-US" sz="1000" dirty="0">
              <a:solidFill>
                <a:schemeClr val="bg1"/>
              </a:solidFill>
            </a:endParaRPr>
          </a:p>
          <a:p>
            <a:endParaRPr lang="en-US" dirty="0">
              <a:solidFill>
                <a:schemeClr val="bg1"/>
              </a:solidFill>
            </a:endParaRPr>
          </a:p>
          <a:p>
            <a:endParaRPr lang="en-US" sz="1100" dirty="0">
              <a:solidFill>
                <a:schemeClr val="bg1"/>
              </a:solidFill>
            </a:endParaRPr>
          </a:p>
        </p:txBody>
      </p:sp>
      <p:sp>
        <p:nvSpPr>
          <p:cNvPr id="6" name="AutoShape 2" descr="UAM - Université Amadou Mahtar Mbow - Au Sénégal, le cœur du Sénégal">
            <a:extLst>
              <a:ext uri="{FF2B5EF4-FFF2-40B4-BE49-F238E27FC236}">
                <a16:creationId xmlns:a16="http://schemas.microsoft.com/office/drawing/2014/main" id="{0FEE2DE4-6FD2-43F4-23DD-DA2AF42D83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AutoShape 4" descr="UAM - Université Amadou Mahtar Mbow - Au Sénégal, le cœur du Sénégal">
            <a:extLst>
              <a:ext uri="{FF2B5EF4-FFF2-40B4-BE49-F238E27FC236}">
                <a16:creationId xmlns:a16="http://schemas.microsoft.com/office/drawing/2014/main" id="{AF6019E6-D971-C95C-773B-8FA5A1277C3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9" name="Image 8">
            <a:extLst>
              <a:ext uri="{FF2B5EF4-FFF2-40B4-BE49-F238E27FC236}">
                <a16:creationId xmlns:a16="http://schemas.microsoft.com/office/drawing/2014/main" id="{315103CC-0B4F-7E49-ACFD-73BFD9D850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
            <a:ext cx="2524884" cy="1325564"/>
          </a:xfrm>
          <a:prstGeom prst="rect">
            <a:avLst/>
          </a:prstGeom>
          <a:ln>
            <a:noFill/>
          </a:ln>
          <a:effectLst>
            <a:outerShdw blurRad="292100" dist="139700" dir="2700000" algn="tl" rotWithShape="0">
              <a:srgbClr val="333333">
                <a:alpha val="65000"/>
              </a:srgbClr>
            </a:outerShdw>
          </a:effectLst>
        </p:spPr>
      </p:pic>
      <p:sp>
        <p:nvSpPr>
          <p:cNvPr id="10" name="ZoneTexte 9">
            <a:extLst>
              <a:ext uri="{FF2B5EF4-FFF2-40B4-BE49-F238E27FC236}">
                <a16:creationId xmlns:a16="http://schemas.microsoft.com/office/drawing/2014/main" id="{AF416977-9391-E80F-4AC9-007EF9B8E55D}"/>
              </a:ext>
            </a:extLst>
          </p:cNvPr>
          <p:cNvSpPr txBox="1"/>
          <p:nvPr/>
        </p:nvSpPr>
        <p:spPr>
          <a:xfrm>
            <a:off x="8786168" y="5872973"/>
            <a:ext cx="2753360" cy="646331"/>
          </a:xfrm>
          <a:prstGeom prst="rect">
            <a:avLst/>
          </a:prstGeom>
          <a:noFill/>
        </p:spPr>
        <p:txBody>
          <a:bodyPr wrap="square" rtlCol="0">
            <a:spAutoFit/>
          </a:bodyPr>
          <a:lstStyle/>
          <a:p>
            <a:r>
              <a:rPr lang="fr-FR" dirty="0">
                <a:solidFill>
                  <a:schemeClr val="bg1"/>
                </a:solidFill>
              </a:rPr>
              <a:t>Supervisé Par</a:t>
            </a:r>
          </a:p>
          <a:p>
            <a:r>
              <a:rPr lang="fr-FR" dirty="0" err="1">
                <a:solidFill>
                  <a:schemeClr val="bg1"/>
                </a:solidFill>
              </a:rPr>
              <a:t>Dr.TALL</a:t>
            </a:r>
            <a:endParaRPr lang="fr-FR" dirty="0">
              <a:solidFill>
                <a:schemeClr val="bg1"/>
              </a:solidFill>
            </a:endParaRPr>
          </a:p>
        </p:txBody>
      </p:sp>
    </p:spTree>
    <p:extLst>
      <p:ext uri="{BB962C8B-B14F-4D97-AF65-F5344CB8AC3E}">
        <p14:creationId xmlns:p14="http://schemas.microsoft.com/office/powerpoint/2010/main" val="979534594"/>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écouvrez la Barcelone romaine et médiévale - Itinera Plus">
            <a:extLst>
              <a:ext uri="{FF2B5EF4-FFF2-40B4-BE49-F238E27FC236}">
                <a16:creationId xmlns:a16="http://schemas.microsoft.com/office/drawing/2014/main" id="{BF74201A-B2A1-9068-D850-3A4DB0597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6784" y="-1"/>
            <a:ext cx="2585216" cy="2438401"/>
          </a:xfrm>
          <a:prstGeom prst="rect">
            <a:avLst/>
          </a:prstGeom>
          <a:solidFill>
            <a:schemeClr val="accent2"/>
          </a:solidFill>
        </p:spPr>
      </p:pic>
      <p:sp>
        <p:nvSpPr>
          <p:cNvPr id="2" name="Titre 1">
            <a:extLst>
              <a:ext uri="{FF2B5EF4-FFF2-40B4-BE49-F238E27FC236}">
                <a16:creationId xmlns:a16="http://schemas.microsoft.com/office/drawing/2014/main" id="{94FB5A3C-C6D8-4B0D-5CD8-3F6C23ACC7BE}"/>
              </a:ext>
            </a:extLst>
          </p:cNvPr>
          <p:cNvSpPr>
            <a:spLocks noGrp="1"/>
          </p:cNvSpPr>
          <p:nvPr>
            <p:ph type="title"/>
          </p:nvPr>
        </p:nvSpPr>
        <p:spPr/>
        <p:txBody>
          <a:bodyPr/>
          <a:lstStyle/>
          <a:p>
            <a:r>
              <a:rPr lang="fr-FR"/>
              <a:t>Contexte Historique</a:t>
            </a:r>
          </a:p>
        </p:txBody>
      </p:sp>
      <p:sp>
        <p:nvSpPr>
          <p:cNvPr id="3" name="Espace réservé du texte 2">
            <a:extLst>
              <a:ext uri="{FF2B5EF4-FFF2-40B4-BE49-F238E27FC236}">
                <a16:creationId xmlns:a16="http://schemas.microsoft.com/office/drawing/2014/main" id="{B48447B7-5E27-A3A6-CB08-F0B3B612CE0B}"/>
              </a:ext>
            </a:extLst>
          </p:cNvPr>
          <p:cNvSpPr>
            <a:spLocks noGrp="1"/>
          </p:cNvSpPr>
          <p:nvPr>
            <p:ph type="body" sz="quarter" idx="13"/>
          </p:nvPr>
        </p:nvSpPr>
        <p:spPr/>
        <p:txBody>
          <a:bodyPr/>
          <a:lstStyle/>
          <a:p>
            <a:r>
              <a:rPr lang="fr-FR" dirty="0"/>
              <a:t>Origine de l'Urbanisation</a:t>
            </a:r>
          </a:p>
        </p:txBody>
      </p:sp>
      <p:sp>
        <p:nvSpPr>
          <p:cNvPr id="4" name="Espace réservé du texte 3">
            <a:extLst>
              <a:ext uri="{FF2B5EF4-FFF2-40B4-BE49-F238E27FC236}">
                <a16:creationId xmlns:a16="http://schemas.microsoft.com/office/drawing/2014/main" id="{F3A9C5D7-442C-BC29-F929-0B015AD5402C}"/>
              </a:ext>
            </a:extLst>
          </p:cNvPr>
          <p:cNvSpPr>
            <a:spLocks noGrp="1"/>
          </p:cNvSpPr>
          <p:nvPr>
            <p:ph type="body" sz="quarter" idx="14"/>
          </p:nvPr>
        </p:nvSpPr>
        <p:spPr/>
        <p:txBody>
          <a:bodyPr/>
          <a:lstStyle/>
          <a:p>
            <a:r>
              <a:rPr lang="fr-FR"/>
              <a:t>Vision d'Ildefons Cerdà</a:t>
            </a:r>
          </a:p>
        </p:txBody>
      </p:sp>
      <p:sp>
        <p:nvSpPr>
          <p:cNvPr id="5" name="Espace réservé du texte 4">
            <a:extLst>
              <a:ext uri="{FF2B5EF4-FFF2-40B4-BE49-F238E27FC236}">
                <a16:creationId xmlns:a16="http://schemas.microsoft.com/office/drawing/2014/main" id="{F4D460AD-F0B3-6117-FC37-87F0CF565923}"/>
              </a:ext>
            </a:extLst>
          </p:cNvPr>
          <p:cNvSpPr>
            <a:spLocks noGrp="1"/>
          </p:cNvSpPr>
          <p:nvPr>
            <p:ph type="body" sz="quarter" idx="15"/>
          </p:nvPr>
        </p:nvSpPr>
        <p:spPr/>
        <p:txBody>
          <a:bodyPr/>
          <a:lstStyle/>
          <a:p>
            <a:r>
              <a:rPr lang="fr-FR"/>
              <a:t>Impact sur la Population</a:t>
            </a:r>
          </a:p>
        </p:txBody>
      </p:sp>
      <p:sp>
        <p:nvSpPr>
          <p:cNvPr id="6" name="Espace réservé du texte 5">
            <a:extLst>
              <a:ext uri="{FF2B5EF4-FFF2-40B4-BE49-F238E27FC236}">
                <a16:creationId xmlns:a16="http://schemas.microsoft.com/office/drawing/2014/main" id="{145FB54D-8CE2-E7BC-F862-D02788AB6289}"/>
              </a:ext>
            </a:extLst>
          </p:cNvPr>
          <p:cNvSpPr>
            <a:spLocks noGrp="1"/>
          </p:cNvSpPr>
          <p:nvPr>
            <p:ph type="body" sz="quarter" idx="16"/>
          </p:nvPr>
        </p:nvSpPr>
        <p:spPr/>
        <p:txBody>
          <a:bodyPr/>
          <a:lstStyle/>
          <a:p>
            <a:r>
              <a:rPr lang="fr-FR" dirty="0">
                <a:solidFill>
                  <a:schemeClr val="tx1"/>
                </a:solidFill>
              </a:rPr>
              <a:t>Barcelone a connu un développement urbain au XIXe siècle en raison de surpopulation sévère et de problèmes d'hygiène à l'intérieur de ses murs médiévaux, menant à des épidémies dévastatrices comme le choléra.</a:t>
            </a:r>
          </a:p>
        </p:txBody>
      </p:sp>
      <p:sp>
        <p:nvSpPr>
          <p:cNvPr id="7" name="Espace réservé du texte 6">
            <a:extLst>
              <a:ext uri="{FF2B5EF4-FFF2-40B4-BE49-F238E27FC236}">
                <a16:creationId xmlns:a16="http://schemas.microsoft.com/office/drawing/2014/main" id="{4DE4BF16-753F-D481-3254-C1678A403EBF}"/>
              </a:ext>
            </a:extLst>
          </p:cNvPr>
          <p:cNvSpPr>
            <a:spLocks noGrp="1"/>
          </p:cNvSpPr>
          <p:nvPr>
            <p:ph type="body" sz="quarter" idx="17"/>
          </p:nvPr>
        </p:nvSpPr>
        <p:spPr/>
        <p:txBody>
          <a:bodyPr/>
          <a:lstStyle/>
          <a:p>
            <a:r>
              <a:rPr lang="fr-FR"/>
              <a:t>L'ingénieur catalan Ildefons Cerdà a conçu un plan d'expansion radical nommé l'Eixample pour faire face à la congestion urbaine, offrant ainsi une solution à la surpopulation et au manque d'espace habitable.</a:t>
            </a:r>
          </a:p>
        </p:txBody>
      </p:sp>
      <p:sp>
        <p:nvSpPr>
          <p:cNvPr id="8" name="Espace réservé du texte 7">
            <a:extLst>
              <a:ext uri="{FF2B5EF4-FFF2-40B4-BE49-F238E27FC236}">
                <a16:creationId xmlns:a16="http://schemas.microsoft.com/office/drawing/2014/main" id="{99C224EA-6038-5464-432B-5DD483D92CD9}"/>
              </a:ext>
            </a:extLst>
          </p:cNvPr>
          <p:cNvSpPr>
            <a:spLocks noGrp="1"/>
          </p:cNvSpPr>
          <p:nvPr>
            <p:ph type="body" sz="quarter" idx="18"/>
          </p:nvPr>
        </p:nvSpPr>
        <p:spPr/>
        <p:txBody>
          <a:bodyPr/>
          <a:lstStyle/>
          <a:p>
            <a:r>
              <a:rPr lang="fr-FR"/>
              <a:t>Le plan d'urbanisation de Cerdà a été scientifique et innovant, changeant la façon dont les villes sont planifiées et développées, avec un impact significatif sur la vie des habitants de Barcelone.</a:t>
            </a:r>
          </a:p>
        </p:txBody>
      </p:sp>
    </p:spTree>
    <p:extLst>
      <p:ext uri="{BB962C8B-B14F-4D97-AF65-F5344CB8AC3E}">
        <p14:creationId xmlns:p14="http://schemas.microsoft.com/office/powerpoint/2010/main" val="403104289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973435-871C-DE9F-5E3E-2AC703EB6FCC}"/>
              </a:ext>
            </a:extLst>
          </p:cNvPr>
          <p:cNvSpPr>
            <a:spLocks noGrp="1"/>
          </p:cNvSpPr>
          <p:nvPr>
            <p:ph type="title"/>
          </p:nvPr>
        </p:nvSpPr>
        <p:spPr/>
        <p:txBody>
          <a:bodyPr/>
          <a:lstStyle/>
          <a:p>
            <a:r>
              <a:rPr lang="fr-FR"/>
              <a:t>Le quartier de l'Eixample</a:t>
            </a:r>
          </a:p>
        </p:txBody>
      </p:sp>
      <p:sp>
        <p:nvSpPr>
          <p:cNvPr id="3" name="Espace réservé du texte 2">
            <a:extLst>
              <a:ext uri="{FF2B5EF4-FFF2-40B4-BE49-F238E27FC236}">
                <a16:creationId xmlns:a16="http://schemas.microsoft.com/office/drawing/2014/main" id="{6BA90D23-1F93-05CA-5735-9AE31DBD989F}"/>
              </a:ext>
            </a:extLst>
          </p:cNvPr>
          <p:cNvSpPr>
            <a:spLocks noGrp="1"/>
          </p:cNvSpPr>
          <p:nvPr>
            <p:ph type="body" sz="quarter" idx="13"/>
          </p:nvPr>
        </p:nvSpPr>
        <p:spPr/>
        <p:txBody>
          <a:bodyPr/>
          <a:lstStyle/>
          <a:p>
            <a:r>
              <a:rPr lang="fr-FR" dirty="0"/>
              <a:t>Concrétisation de la Vision de </a:t>
            </a:r>
            <a:r>
              <a:rPr lang="fr-FR" dirty="0" err="1"/>
              <a:t>Cerdà</a:t>
            </a:r>
            <a:endParaRPr lang="fr-FR" dirty="0"/>
          </a:p>
        </p:txBody>
      </p:sp>
      <p:sp>
        <p:nvSpPr>
          <p:cNvPr id="4" name="Espace réservé du texte 3">
            <a:extLst>
              <a:ext uri="{FF2B5EF4-FFF2-40B4-BE49-F238E27FC236}">
                <a16:creationId xmlns:a16="http://schemas.microsoft.com/office/drawing/2014/main" id="{411356F2-3A7E-8B06-750A-C662BDDB29AB}"/>
              </a:ext>
            </a:extLst>
          </p:cNvPr>
          <p:cNvSpPr>
            <a:spLocks noGrp="1"/>
          </p:cNvSpPr>
          <p:nvPr>
            <p:ph type="body" sz="quarter" idx="14"/>
          </p:nvPr>
        </p:nvSpPr>
        <p:spPr/>
        <p:txBody>
          <a:bodyPr/>
          <a:lstStyle/>
          <a:p>
            <a:r>
              <a:rPr lang="fr-FR"/>
              <a:t>Structure en Grille</a:t>
            </a:r>
          </a:p>
        </p:txBody>
      </p:sp>
      <p:sp>
        <p:nvSpPr>
          <p:cNvPr id="5" name="Espace réservé du texte 4">
            <a:extLst>
              <a:ext uri="{FF2B5EF4-FFF2-40B4-BE49-F238E27FC236}">
                <a16:creationId xmlns:a16="http://schemas.microsoft.com/office/drawing/2014/main" id="{90C86DAC-394D-9F92-1E3A-76CD9815BE09}"/>
              </a:ext>
            </a:extLst>
          </p:cNvPr>
          <p:cNvSpPr>
            <a:spLocks noGrp="1"/>
          </p:cNvSpPr>
          <p:nvPr>
            <p:ph type="body" sz="quarter" idx="15"/>
          </p:nvPr>
        </p:nvSpPr>
        <p:spPr/>
        <p:txBody>
          <a:bodyPr/>
          <a:lstStyle/>
          <a:p>
            <a:r>
              <a:rPr lang="fr-FR"/>
              <a:t>Monuments Emblématiques</a:t>
            </a:r>
          </a:p>
        </p:txBody>
      </p:sp>
      <p:sp>
        <p:nvSpPr>
          <p:cNvPr id="6" name="Espace réservé du texte 5">
            <a:extLst>
              <a:ext uri="{FF2B5EF4-FFF2-40B4-BE49-F238E27FC236}">
                <a16:creationId xmlns:a16="http://schemas.microsoft.com/office/drawing/2014/main" id="{4B46EF54-2DC6-EEC8-3B73-B000ACAC5E82}"/>
              </a:ext>
            </a:extLst>
          </p:cNvPr>
          <p:cNvSpPr>
            <a:spLocks noGrp="1"/>
          </p:cNvSpPr>
          <p:nvPr>
            <p:ph type="body" sz="quarter" idx="16"/>
          </p:nvPr>
        </p:nvSpPr>
        <p:spPr/>
        <p:txBody>
          <a:bodyPr/>
          <a:lstStyle/>
          <a:p>
            <a:r>
              <a:rPr lang="fr-FR"/>
              <a:t>Le quartier de l'Eixample est le témoignage de la vision et de la planification d'Ildefons Cerdà, caractérisé par sa structure en grille et ses larges avenues facilitant la circulation et l'utilisation des terrains.</a:t>
            </a:r>
          </a:p>
        </p:txBody>
      </p:sp>
      <p:sp>
        <p:nvSpPr>
          <p:cNvPr id="7" name="Espace réservé du texte 6">
            <a:extLst>
              <a:ext uri="{FF2B5EF4-FFF2-40B4-BE49-F238E27FC236}">
                <a16:creationId xmlns:a16="http://schemas.microsoft.com/office/drawing/2014/main" id="{EEDA714C-9FD4-655B-62BB-89B0DB5C6D48}"/>
              </a:ext>
            </a:extLst>
          </p:cNvPr>
          <p:cNvSpPr>
            <a:spLocks noGrp="1"/>
          </p:cNvSpPr>
          <p:nvPr>
            <p:ph type="body" sz="quarter" idx="17"/>
          </p:nvPr>
        </p:nvSpPr>
        <p:spPr/>
        <p:txBody>
          <a:bodyPr/>
          <a:lstStyle/>
          <a:p>
            <a:r>
              <a:rPr lang="fr-FR"/>
              <a:t>La conception en grille permet une circulation efficace et une flexibilité dans l'utilisation des terrains, offrant la possibilité aux bâtiments d'être réaménagés en fonction des circonstances sociales et économiques.</a:t>
            </a:r>
          </a:p>
        </p:txBody>
      </p:sp>
      <p:sp>
        <p:nvSpPr>
          <p:cNvPr id="8" name="Espace réservé du texte 7">
            <a:extLst>
              <a:ext uri="{FF2B5EF4-FFF2-40B4-BE49-F238E27FC236}">
                <a16:creationId xmlns:a16="http://schemas.microsoft.com/office/drawing/2014/main" id="{BFBD8D6B-561E-B338-E293-ECB0EA600DA3}"/>
              </a:ext>
            </a:extLst>
          </p:cNvPr>
          <p:cNvSpPr>
            <a:spLocks noGrp="1"/>
          </p:cNvSpPr>
          <p:nvPr>
            <p:ph type="body" sz="quarter" idx="18"/>
          </p:nvPr>
        </p:nvSpPr>
        <p:spPr/>
        <p:txBody>
          <a:bodyPr/>
          <a:lstStyle/>
          <a:p>
            <a:r>
              <a:rPr lang="fr-FR" dirty="0"/>
              <a:t>Le quartier abrite des monuments emblématiques tels que la Sagrada Familia, devenant ainsi un symbole de l'architecture unique de Barcelone, attirant des visiteurs du monde entier.</a:t>
            </a:r>
          </a:p>
        </p:txBody>
      </p:sp>
      <p:pic>
        <p:nvPicPr>
          <p:cNvPr id="3074" name="Picture 2" descr="L'Eixample, Naissance de la Barcelone Moderniste">
            <a:extLst>
              <a:ext uri="{FF2B5EF4-FFF2-40B4-BE49-F238E27FC236}">
                <a16:creationId xmlns:a16="http://schemas.microsoft.com/office/drawing/2014/main" id="{D141C512-C8D2-5869-E907-609BADAC6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2719" y="2"/>
            <a:ext cx="3129279" cy="2084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8245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FE89B1-0838-A6FD-F6B6-EC535DE4796A}"/>
              </a:ext>
            </a:extLst>
          </p:cNvPr>
          <p:cNvSpPr>
            <a:spLocks noGrp="1"/>
          </p:cNvSpPr>
          <p:nvPr>
            <p:ph type="title"/>
          </p:nvPr>
        </p:nvSpPr>
        <p:spPr/>
        <p:txBody>
          <a:bodyPr/>
          <a:lstStyle/>
          <a:p>
            <a:r>
              <a:rPr lang="fr-FR"/>
              <a:t>Impact sur Barcelone</a:t>
            </a:r>
          </a:p>
        </p:txBody>
      </p:sp>
      <p:sp>
        <p:nvSpPr>
          <p:cNvPr id="3" name="Espace réservé du texte 2">
            <a:extLst>
              <a:ext uri="{FF2B5EF4-FFF2-40B4-BE49-F238E27FC236}">
                <a16:creationId xmlns:a16="http://schemas.microsoft.com/office/drawing/2014/main" id="{82D6E140-A950-1BBA-B023-AD1F1449A4E3}"/>
              </a:ext>
            </a:extLst>
          </p:cNvPr>
          <p:cNvSpPr>
            <a:spLocks noGrp="1"/>
          </p:cNvSpPr>
          <p:nvPr>
            <p:ph type="body" sz="quarter" idx="13"/>
          </p:nvPr>
        </p:nvSpPr>
        <p:spPr/>
        <p:txBody>
          <a:bodyPr/>
          <a:lstStyle/>
          <a:p>
            <a:r>
              <a:rPr lang="fr-FR"/>
              <a:t>Élargissement Économique</a:t>
            </a:r>
          </a:p>
        </p:txBody>
      </p:sp>
      <p:sp>
        <p:nvSpPr>
          <p:cNvPr id="4" name="Espace réservé du texte 3">
            <a:extLst>
              <a:ext uri="{FF2B5EF4-FFF2-40B4-BE49-F238E27FC236}">
                <a16:creationId xmlns:a16="http://schemas.microsoft.com/office/drawing/2014/main" id="{BC8081D1-6A00-EFEF-38AA-9AF1132F2110}"/>
              </a:ext>
            </a:extLst>
          </p:cNvPr>
          <p:cNvSpPr>
            <a:spLocks noGrp="1"/>
          </p:cNvSpPr>
          <p:nvPr>
            <p:ph type="body" sz="quarter" idx="14"/>
          </p:nvPr>
        </p:nvSpPr>
        <p:spPr/>
        <p:txBody>
          <a:bodyPr/>
          <a:lstStyle/>
          <a:p>
            <a:r>
              <a:rPr lang="fr-FR"/>
              <a:t>Rôle Social</a:t>
            </a:r>
          </a:p>
        </p:txBody>
      </p:sp>
      <p:sp>
        <p:nvSpPr>
          <p:cNvPr id="5" name="Espace réservé du texte 4">
            <a:extLst>
              <a:ext uri="{FF2B5EF4-FFF2-40B4-BE49-F238E27FC236}">
                <a16:creationId xmlns:a16="http://schemas.microsoft.com/office/drawing/2014/main" id="{DBD909C0-13E1-AD83-9EE7-1484158A6B4E}"/>
              </a:ext>
            </a:extLst>
          </p:cNvPr>
          <p:cNvSpPr>
            <a:spLocks noGrp="1"/>
          </p:cNvSpPr>
          <p:nvPr>
            <p:ph type="body" sz="quarter" idx="15"/>
          </p:nvPr>
        </p:nvSpPr>
        <p:spPr/>
        <p:txBody>
          <a:bodyPr/>
          <a:lstStyle/>
          <a:p>
            <a:r>
              <a:rPr lang="fr-FR"/>
              <a:t>Défis Persistants</a:t>
            </a:r>
          </a:p>
        </p:txBody>
      </p:sp>
      <p:sp>
        <p:nvSpPr>
          <p:cNvPr id="6" name="Espace réservé du texte 5">
            <a:extLst>
              <a:ext uri="{FF2B5EF4-FFF2-40B4-BE49-F238E27FC236}">
                <a16:creationId xmlns:a16="http://schemas.microsoft.com/office/drawing/2014/main" id="{489D37FE-7633-F1EC-A196-4ECDFAB21766}"/>
              </a:ext>
            </a:extLst>
          </p:cNvPr>
          <p:cNvSpPr>
            <a:spLocks noGrp="1"/>
          </p:cNvSpPr>
          <p:nvPr>
            <p:ph type="body" sz="quarter" idx="16"/>
          </p:nvPr>
        </p:nvSpPr>
        <p:spPr/>
        <p:txBody>
          <a:bodyPr/>
          <a:lstStyle/>
          <a:p>
            <a:r>
              <a:rPr lang="fr-FR"/>
              <a:t>L'urbanisation a élargi les équipements de la ville, régénéré son économie et procuré un sentiment de fierté à ses habitants, devenant un centre majeur du tourisme, du commerce et de la culture.</a:t>
            </a:r>
          </a:p>
        </p:txBody>
      </p:sp>
      <p:sp>
        <p:nvSpPr>
          <p:cNvPr id="7" name="Espace réservé du texte 6">
            <a:extLst>
              <a:ext uri="{FF2B5EF4-FFF2-40B4-BE49-F238E27FC236}">
                <a16:creationId xmlns:a16="http://schemas.microsoft.com/office/drawing/2014/main" id="{EE767B31-B794-6158-F8AA-434943E997B7}"/>
              </a:ext>
            </a:extLst>
          </p:cNvPr>
          <p:cNvSpPr>
            <a:spLocks noGrp="1"/>
          </p:cNvSpPr>
          <p:nvPr>
            <p:ph type="body" sz="quarter" idx="17"/>
          </p:nvPr>
        </p:nvSpPr>
        <p:spPr/>
        <p:txBody>
          <a:bodyPr/>
          <a:lstStyle/>
          <a:p>
            <a:r>
              <a:rPr lang="fr-FR"/>
              <a:t>L'urbanisation a joué un rôle crucial dans la résolution des problèmes sociaux et économiques, attirant des entreprises stratégiques et contribuant à la vitalité de la société barcelonaise.</a:t>
            </a:r>
          </a:p>
        </p:txBody>
      </p:sp>
      <p:sp>
        <p:nvSpPr>
          <p:cNvPr id="8" name="Espace réservé du texte 7">
            <a:extLst>
              <a:ext uri="{FF2B5EF4-FFF2-40B4-BE49-F238E27FC236}">
                <a16:creationId xmlns:a16="http://schemas.microsoft.com/office/drawing/2014/main" id="{0EAB1A4F-893B-A167-8F62-B7556BB1EA3C}"/>
              </a:ext>
            </a:extLst>
          </p:cNvPr>
          <p:cNvSpPr>
            <a:spLocks noGrp="1"/>
          </p:cNvSpPr>
          <p:nvPr>
            <p:ph type="body" sz="quarter" idx="18"/>
          </p:nvPr>
        </p:nvSpPr>
        <p:spPr/>
        <p:txBody>
          <a:bodyPr/>
          <a:lstStyle/>
          <a:p>
            <a:r>
              <a:rPr lang="fr-FR"/>
              <a:t>Malgré ses succès, la question de l'accessibilité et de la disponibilité des logements reste une préoccupation tant pour les résidents que pour les entreprises.</a:t>
            </a:r>
          </a:p>
        </p:txBody>
      </p:sp>
    </p:spTree>
    <p:extLst>
      <p:ext uri="{BB962C8B-B14F-4D97-AF65-F5344CB8AC3E}">
        <p14:creationId xmlns:p14="http://schemas.microsoft.com/office/powerpoint/2010/main" val="31629356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59825D-1980-E05F-B4D4-FD5F4589D5D9}"/>
              </a:ext>
            </a:extLst>
          </p:cNvPr>
          <p:cNvSpPr>
            <a:spLocks noGrp="1"/>
          </p:cNvSpPr>
          <p:nvPr>
            <p:ph type="title"/>
          </p:nvPr>
        </p:nvSpPr>
        <p:spPr/>
        <p:txBody>
          <a:bodyPr/>
          <a:lstStyle/>
          <a:p>
            <a:r>
              <a:rPr lang="fr-FR"/>
              <a:t>Avantages et Défis Actuels</a:t>
            </a:r>
          </a:p>
        </p:txBody>
      </p:sp>
      <p:sp>
        <p:nvSpPr>
          <p:cNvPr id="3" name="Espace réservé du texte 2">
            <a:extLst>
              <a:ext uri="{FF2B5EF4-FFF2-40B4-BE49-F238E27FC236}">
                <a16:creationId xmlns:a16="http://schemas.microsoft.com/office/drawing/2014/main" id="{FA4ED131-A559-96C2-A062-F7B007C76748}"/>
              </a:ext>
            </a:extLst>
          </p:cNvPr>
          <p:cNvSpPr>
            <a:spLocks noGrp="1"/>
          </p:cNvSpPr>
          <p:nvPr>
            <p:ph type="body" sz="quarter" idx="13"/>
          </p:nvPr>
        </p:nvSpPr>
        <p:spPr/>
        <p:txBody>
          <a:bodyPr/>
          <a:lstStyle/>
          <a:p>
            <a:r>
              <a:rPr lang="fr-FR"/>
              <a:t>Avantages Actuels</a:t>
            </a:r>
          </a:p>
        </p:txBody>
      </p:sp>
      <p:sp>
        <p:nvSpPr>
          <p:cNvPr id="4" name="Espace réservé du texte 3">
            <a:extLst>
              <a:ext uri="{FF2B5EF4-FFF2-40B4-BE49-F238E27FC236}">
                <a16:creationId xmlns:a16="http://schemas.microsoft.com/office/drawing/2014/main" id="{4CF6F8C8-D879-EDBF-CD87-65E2D3B06E60}"/>
              </a:ext>
            </a:extLst>
          </p:cNvPr>
          <p:cNvSpPr>
            <a:spLocks noGrp="1"/>
          </p:cNvSpPr>
          <p:nvPr>
            <p:ph type="body" sz="quarter" idx="14"/>
          </p:nvPr>
        </p:nvSpPr>
        <p:spPr>
          <a:xfrm>
            <a:off x="7877629" y="2697875"/>
            <a:ext cx="2917371" cy="743178"/>
          </a:xfrm>
        </p:spPr>
        <p:txBody>
          <a:bodyPr/>
          <a:lstStyle/>
          <a:p>
            <a:r>
              <a:rPr lang="fr-FR" dirty="0"/>
              <a:t>Défis Actuels</a:t>
            </a:r>
          </a:p>
        </p:txBody>
      </p:sp>
      <p:sp>
        <p:nvSpPr>
          <p:cNvPr id="6" name="Espace réservé du texte 5">
            <a:extLst>
              <a:ext uri="{FF2B5EF4-FFF2-40B4-BE49-F238E27FC236}">
                <a16:creationId xmlns:a16="http://schemas.microsoft.com/office/drawing/2014/main" id="{FE14714F-6AEC-11C4-12FC-588E14899CEE}"/>
              </a:ext>
            </a:extLst>
          </p:cNvPr>
          <p:cNvSpPr>
            <a:spLocks noGrp="1"/>
          </p:cNvSpPr>
          <p:nvPr>
            <p:ph type="body" sz="quarter" idx="16"/>
          </p:nvPr>
        </p:nvSpPr>
        <p:spPr/>
        <p:txBody>
          <a:bodyPr/>
          <a:lstStyle/>
          <a:p>
            <a:r>
              <a:rPr lang="fr-FR"/>
              <a:t>Discuter des avantages actuels de l'urbanisation de Barcelone en soulignant son succès en tant que modèle pour d'autres villes, ainsi que les innovations à venir pour répondre aux défis persistants.</a:t>
            </a:r>
          </a:p>
        </p:txBody>
      </p:sp>
      <p:sp>
        <p:nvSpPr>
          <p:cNvPr id="7" name="Espace réservé du texte 6">
            <a:extLst>
              <a:ext uri="{FF2B5EF4-FFF2-40B4-BE49-F238E27FC236}">
                <a16:creationId xmlns:a16="http://schemas.microsoft.com/office/drawing/2014/main" id="{6FD7BF65-BF97-7036-2A59-5675C2753F26}"/>
              </a:ext>
            </a:extLst>
          </p:cNvPr>
          <p:cNvSpPr>
            <a:spLocks noGrp="1"/>
          </p:cNvSpPr>
          <p:nvPr>
            <p:ph type="body" sz="quarter" idx="17"/>
          </p:nvPr>
        </p:nvSpPr>
        <p:spPr>
          <a:xfrm>
            <a:off x="7877629" y="3808046"/>
            <a:ext cx="2917371" cy="2057400"/>
          </a:xfrm>
        </p:spPr>
        <p:txBody>
          <a:bodyPr/>
          <a:lstStyle/>
          <a:p>
            <a:r>
              <a:rPr lang="fr-FR" dirty="0"/>
              <a:t>Discuter des défis actuels de l'urbanisation, y compris l'accessibilité et la disponibilité des logements, tout en encourageant l'innovation future pour une ville plus inclusive et durable.</a:t>
            </a:r>
          </a:p>
        </p:txBody>
      </p:sp>
      <p:pic>
        <p:nvPicPr>
          <p:cNvPr id="5122" name="Picture 2" descr="Sagrada Familia | Description, History, Design, Church, &amp; Facts | Britannica">
            <a:extLst>
              <a:ext uri="{FF2B5EF4-FFF2-40B4-BE49-F238E27FC236}">
                <a16:creationId xmlns:a16="http://schemas.microsoft.com/office/drawing/2014/main" id="{B78BD2F9-90C5-3D1E-C400-828C0BEB8C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8000" y="0"/>
            <a:ext cx="2794000" cy="1863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5757062"/>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F0C9E1-953C-CA36-551F-364B1EDE3E48}"/>
              </a:ext>
            </a:extLst>
          </p:cNvPr>
          <p:cNvSpPr>
            <a:spLocks noGrp="1"/>
          </p:cNvSpPr>
          <p:nvPr>
            <p:ph type="title"/>
          </p:nvPr>
        </p:nvSpPr>
        <p:spPr/>
        <p:txBody>
          <a:bodyPr/>
          <a:lstStyle/>
          <a:p>
            <a:r>
              <a:rPr lang="fr-FR" dirty="0"/>
              <a:t>Innovation pour l'Avenir</a:t>
            </a:r>
          </a:p>
        </p:txBody>
      </p:sp>
      <p:sp>
        <p:nvSpPr>
          <p:cNvPr id="3" name="Espace réservé du texte 2">
            <a:extLst>
              <a:ext uri="{FF2B5EF4-FFF2-40B4-BE49-F238E27FC236}">
                <a16:creationId xmlns:a16="http://schemas.microsoft.com/office/drawing/2014/main" id="{502DE739-BAB1-6933-C3AA-D51344CA8846}"/>
              </a:ext>
            </a:extLst>
          </p:cNvPr>
          <p:cNvSpPr>
            <a:spLocks noGrp="1"/>
          </p:cNvSpPr>
          <p:nvPr>
            <p:ph type="body" sz="quarter" idx="13"/>
          </p:nvPr>
        </p:nvSpPr>
        <p:spPr/>
        <p:txBody>
          <a:bodyPr/>
          <a:lstStyle/>
          <a:p>
            <a:r>
              <a:rPr lang="fr-FR"/>
              <a:t>Leçons Tirées</a:t>
            </a:r>
          </a:p>
        </p:txBody>
      </p:sp>
      <p:sp>
        <p:nvSpPr>
          <p:cNvPr id="4" name="Espace réservé du texte 3">
            <a:extLst>
              <a:ext uri="{FF2B5EF4-FFF2-40B4-BE49-F238E27FC236}">
                <a16:creationId xmlns:a16="http://schemas.microsoft.com/office/drawing/2014/main" id="{0E0BC4EE-4840-A8CF-9F9D-068F622085E2}"/>
              </a:ext>
            </a:extLst>
          </p:cNvPr>
          <p:cNvSpPr>
            <a:spLocks noGrp="1"/>
          </p:cNvSpPr>
          <p:nvPr>
            <p:ph type="body" sz="quarter" idx="14"/>
          </p:nvPr>
        </p:nvSpPr>
        <p:spPr/>
        <p:txBody>
          <a:bodyPr/>
          <a:lstStyle/>
          <a:p>
            <a:r>
              <a:rPr lang="fr-FR"/>
              <a:t>Innovations à Venir</a:t>
            </a:r>
          </a:p>
        </p:txBody>
      </p:sp>
      <p:sp>
        <p:nvSpPr>
          <p:cNvPr id="6" name="Espace réservé du texte 5">
            <a:extLst>
              <a:ext uri="{FF2B5EF4-FFF2-40B4-BE49-F238E27FC236}">
                <a16:creationId xmlns:a16="http://schemas.microsoft.com/office/drawing/2014/main" id="{3B7863AB-2309-E685-80ED-FEC7548C2BEF}"/>
              </a:ext>
            </a:extLst>
          </p:cNvPr>
          <p:cNvSpPr>
            <a:spLocks noGrp="1"/>
          </p:cNvSpPr>
          <p:nvPr>
            <p:ph type="body" sz="quarter" idx="16"/>
          </p:nvPr>
        </p:nvSpPr>
        <p:spPr/>
        <p:txBody>
          <a:bodyPr/>
          <a:lstStyle/>
          <a:p>
            <a:r>
              <a:rPr lang="fr-FR"/>
              <a:t>Identifier les leçons tirées de l'urbanisation de Barcelone et son influence en tant que modèle pour les autres villes en matière de planification urbaine, économique et sociale.</a:t>
            </a:r>
          </a:p>
        </p:txBody>
      </p:sp>
      <p:sp>
        <p:nvSpPr>
          <p:cNvPr id="7" name="Espace réservé du texte 6">
            <a:extLst>
              <a:ext uri="{FF2B5EF4-FFF2-40B4-BE49-F238E27FC236}">
                <a16:creationId xmlns:a16="http://schemas.microsoft.com/office/drawing/2014/main" id="{9B254BE5-7D4F-41BB-4E58-880F43693811}"/>
              </a:ext>
            </a:extLst>
          </p:cNvPr>
          <p:cNvSpPr>
            <a:spLocks noGrp="1"/>
          </p:cNvSpPr>
          <p:nvPr>
            <p:ph type="body" sz="quarter" idx="17"/>
          </p:nvPr>
        </p:nvSpPr>
        <p:spPr/>
        <p:txBody>
          <a:bodyPr/>
          <a:lstStyle/>
          <a:p>
            <a:r>
              <a:rPr lang="fr-FR"/>
              <a:t>Explorer les innovations à venir en matière d'urbanisation pour une ville plus durable, inclusive et efficiente, en s'inspirant du succès de Barcelone et en visant l'excellence urbaine.</a:t>
            </a:r>
          </a:p>
        </p:txBody>
      </p:sp>
    </p:spTree>
    <p:extLst>
      <p:ext uri="{BB962C8B-B14F-4D97-AF65-F5344CB8AC3E}">
        <p14:creationId xmlns:p14="http://schemas.microsoft.com/office/powerpoint/2010/main" val="3930728172"/>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3">
      <a:dk1>
        <a:srgbClr val="000000"/>
      </a:dk1>
      <a:lt1>
        <a:srgbClr val="FFFFFF"/>
      </a:lt1>
      <a:dk2>
        <a:srgbClr val="718DB2"/>
      </a:dk2>
      <a:lt2>
        <a:srgbClr val="FEFFFF"/>
      </a:lt2>
      <a:accent1>
        <a:srgbClr val="5E5E5E"/>
      </a:accent1>
      <a:accent2>
        <a:srgbClr val="E7E6E6"/>
      </a:accent2>
      <a:accent3>
        <a:srgbClr val="D7CDC8"/>
      </a:accent3>
      <a:accent4>
        <a:srgbClr val="AFA5A0"/>
      </a:accent4>
      <a:accent5>
        <a:srgbClr val="918787"/>
      </a:accent5>
      <a:accent6>
        <a:srgbClr val="556969"/>
      </a:accent6>
      <a:hlink>
        <a:srgbClr val="3758C1"/>
      </a:hlink>
      <a:folHlink>
        <a:srgbClr val="00539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 dockstate="right" visibility="0" width="438" row="3">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CC3CEE22-DE8B-48D8-B89D-6AB30CD4BCC3}">
  <we:reference id="wa200005566" version="3.0.0.2" store="fr-FR" storeType="OMEX"/>
  <we:alternateReferences>
    <we:reference id="wa200005566" version="3.0.0.2" store="wa200005566"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C6B15AD2-D575-4B69-9B74-886844F3703A}">
  <we:reference id="wa200006038" version="1.0.0.3" store="fr-FR" storeType="OMEX"/>
  <we:alternateReferences>
    <we:reference id="wa200006038" version="1.0.0.3" store="wa200006038" storeType="OMEX"/>
  </we:alternateReferences>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docProps/app.xml><?xml version="1.0" encoding="utf-8"?>
<Properties xmlns="http://schemas.openxmlformats.org/officeDocument/2006/extended-properties" xmlns:vt="http://schemas.openxmlformats.org/officeDocument/2006/docPropsVTypes">
  <TotalTime>196</TotalTime>
  <Words>500</Words>
  <Application>Microsoft Office PowerPoint</Application>
  <PresentationFormat>Grand écran</PresentationFormat>
  <Paragraphs>47</Paragraphs>
  <Slides>6</Slides>
  <Notes>2</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6</vt:i4>
      </vt:variant>
    </vt:vector>
  </HeadingPairs>
  <TitlesOfParts>
    <vt:vector size="12" baseType="lpstr">
      <vt:lpstr>Arial</vt:lpstr>
      <vt:lpstr>Calibri</vt:lpstr>
      <vt:lpstr>Calibri Light</vt:lpstr>
      <vt:lpstr>Poppins</vt:lpstr>
      <vt:lpstr>Thème Office</vt:lpstr>
      <vt:lpstr>1_Office Theme</vt:lpstr>
      <vt:lpstr>L'urbanisation de Barcelone</vt:lpstr>
      <vt:lpstr>Contexte Historique</vt:lpstr>
      <vt:lpstr>Le quartier de l'Eixample</vt:lpstr>
      <vt:lpstr>Impact sur Barcelone</vt:lpstr>
      <vt:lpstr>Avantages et Défis Actuels</vt:lpstr>
      <vt:lpstr>Innovation pour l'Avenir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L'urbanisation de Barcelone</dc:title>
  <dc:creator>Oumar Diop</dc:creator>
  <cp:lastModifiedBy>Oumar Diop</cp:lastModifiedBy>
  <cp:revision>1</cp:revision>
  <dcterms:created xsi:type="dcterms:W3CDTF">2024-05-12T21:21:47Z</dcterms:created>
  <dcterms:modified xsi:type="dcterms:W3CDTF">2024-05-27T16:09:36Z</dcterms:modified>
</cp:coreProperties>
</file>