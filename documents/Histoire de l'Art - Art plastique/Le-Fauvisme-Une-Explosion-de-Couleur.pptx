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Tomorrow" pitchFamily="2" charset="0"/>
      <p:regular r:id="rId11"/>
    </p:embeddedFont>
    <p:embeddedFont>
      <p:font typeface="Tomorrow Semi Bold" pitchFamily="2" charset="0"/>
      <p:regular r:id="rId1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67AE1-617C-554E-9C13-07313F4CFEEC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3BB06-557A-E24A-B36F-20EA904956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58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840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 Fauvisme: Une Explosion de Couleur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793790" y="394180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 Fauvisme est un mouvement artistique révolutionnaire. Il a prospéré d'environ 1904 à 1908. La couleur, l'expression et la simplicité sont ses mots clés. Henri Matisse, André Derain et Maurice de Vlaminck sont les artistes principaux.</a:t>
            </a:r>
            <a:endParaRPr lang="en-US" sz="1750" b="1" dirty="0"/>
          </a:p>
        </p:txBody>
      </p:sp>
      <p:sp>
        <p:nvSpPr>
          <p:cNvPr id="5" name="Shape 2"/>
          <p:cNvSpPr/>
          <p:nvPr/>
        </p:nvSpPr>
        <p:spPr>
          <a:xfrm>
            <a:off x="793790" y="56654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270040" y="5648563"/>
            <a:ext cx="2349460" cy="124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 </a:t>
            </a:r>
            <a:r>
              <a:rPr lang="en-US" sz="32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Adama Sow</a:t>
            </a:r>
            <a:endParaRPr lang="fr-FR" sz="3200" b="1" dirty="0">
              <a:solidFill>
                <a:srgbClr val="61615C"/>
              </a:solidFill>
              <a:latin typeface="Tomorrow Bold" pitchFamily="34" charset="0"/>
              <a:ea typeface="Tomorrow Bold" pitchFamily="34" charset="-122"/>
              <a:cs typeface="Tomorrow Bold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fr-FR" sz="32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</a:rPr>
              <a:t>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fr-FR" sz="32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</a:rPr>
              <a:t>Mor Seck</a:t>
            </a: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2889"/>
            <a:ext cx="73684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Les Origines du Fauvisme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6280190" y="321183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 Fauvisme émerge dans le contexte historique et artistique du début du 20ème siècle. Il subit l'influence du post-impressionnisme de Van Gogh et Gauguin. L'exposition d'automne de 1905 au Salon d'Automne révèle une "cage aux fauves".</a:t>
            </a:r>
            <a:endParaRPr lang="en-US" sz="1750" b="1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918591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5712381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Contexte</a:t>
            </a:r>
            <a:endParaRPr lang="en-US" sz="2200" b="1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04" y="491859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5712381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Influence</a:t>
            </a:r>
            <a:endParaRPr lang="en-US" sz="2200" b="1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538" y="4918591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544538" y="5712381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Exposition</a:t>
            </a:r>
            <a:endParaRPr lang="en-US" sz="2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34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Caractéristiques Principales du Fauvisme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4117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 Fauvisme se caractérise par l'utilisation audacieuse et non naturaliste de la couleur. Les formes et les compositions sont simplifiées. La couleur exprime les émotions avec intensité.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3401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6" name="Text 3"/>
          <p:cNvSpPr/>
          <p:nvPr/>
        </p:nvSpPr>
        <p:spPr>
          <a:xfrm>
            <a:off x="1530906" y="4340185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Couleurs pures et vives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184934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Appliquées directement du tube.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43401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9" name="Text 6"/>
          <p:cNvSpPr/>
          <p:nvPr/>
        </p:nvSpPr>
        <p:spPr>
          <a:xfrm>
            <a:off x="5422583" y="4340185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Rejet de la perspective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22583" y="5184934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Contraire à la tradition.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639270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2" name="Text 9"/>
          <p:cNvSpPr/>
          <p:nvPr/>
        </p:nvSpPr>
        <p:spPr>
          <a:xfrm>
            <a:off x="1530906" y="63927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Motifs simplifiés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30906" y="688312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Stylisés et épurés.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5490"/>
            <a:ext cx="84401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Artistes Clés et Leurs Œuvres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78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Henri Matisse a peint *Femme au chapeau* et *Le Bonheur de vivre*. André Derain a créé *Le Pont de Westminster* et *Les Baigneuses*. Maurice de Vlaminck a réalisé *Le Restaurant de la Machine à Bougival* et *Paysage de Chatou*.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85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Henri Matisse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96681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Femme au chapeau (1905)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0900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 Bonheur de vivre (1905-1906)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4385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André Derain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496681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 Pont de Westminster (1906)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540900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Les Baigneuses (1907)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4385667"/>
            <a:ext cx="30122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Maurice de Vlaminck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2067" y="496681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 Restaurant de la Machine à Bougival (1905)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2067" y="577191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Paysage de Chatou (c. 1906)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11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823" y="2955131"/>
            <a:ext cx="8762405" cy="605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L'Impact et l'Influence du Fauvisme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77823" y="3850838"/>
            <a:ext cx="13274754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 Fauvisme a influencé les mouvements artistiques ultérieurs, comme l'expressionnisme. Il a révolutionné la perception de la couleur dans l'art. Ce mouvement fut court mais intense, durant environ 4 ans.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77823" y="6192083"/>
            <a:ext cx="13274754" cy="22860"/>
          </a:xfrm>
          <a:prstGeom prst="roundRect">
            <a:avLst>
              <a:gd name="adj" fmla="val 127097"/>
            </a:avLst>
          </a:prstGeom>
          <a:solidFill>
            <a:srgbClr val="D6D0D0"/>
          </a:solidFill>
          <a:ln/>
        </p:spPr>
      </p:sp>
      <p:sp>
        <p:nvSpPr>
          <p:cNvPr id="6" name="Shape 3"/>
          <p:cNvSpPr/>
          <p:nvPr/>
        </p:nvSpPr>
        <p:spPr>
          <a:xfrm>
            <a:off x="3936682" y="5611058"/>
            <a:ext cx="22860" cy="581025"/>
          </a:xfrm>
          <a:prstGeom prst="roundRect">
            <a:avLst>
              <a:gd name="adj" fmla="val 127097"/>
            </a:avLst>
          </a:prstGeom>
          <a:solidFill>
            <a:srgbClr val="D6D0D0"/>
          </a:solidFill>
          <a:ln/>
        </p:spPr>
      </p:sp>
      <p:sp>
        <p:nvSpPr>
          <p:cNvPr id="7" name="Shape 4"/>
          <p:cNvSpPr/>
          <p:nvPr/>
        </p:nvSpPr>
        <p:spPr>
          <a:xfrm>
            <a:off x="3730228" y="5974199"/>
            <a:ext cx="435769" cy="435769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3802856" y="6010513"/>
            <a:ext cx="29051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737485" y="4688562"/>
            <a:ext cx="242113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Influence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71418" y="5107424"/>
            <a:ext cx="615338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Sur l'expressionnisme.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03770" y="6192083"/>
            <a:ext cx="22860" cy="581025"/>
          </a:xfrm>
          <a:prstGeom prst="roundRect">
            <a:avLst>
              <a:gd name="adj" fmla="val 127097"/>
            </a:avLst>
          </a:prstGeom>
          <a:solidFill>
            <a:srgbClr val="D6D0D0"/>
          </a:solidFill>
          <a:ln/>
        </p:spPr>
      </p:sp>
      <p:sp>
        <p:nvSpPr>
          <p:cNvPr id="12" name="Shape 9"/>
          <p:cNvSpPr/>
          <p:nvPr/>
        </p:nvSpPr>
        <p:spPr>
          <a:xfrm>
            <a:off x="7097316" y="5974199"/>
            <a:ext cx="435769" cy="435769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7169944" y="6010513"/>
            <a:ext cx="29051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6104573" y="6966823"/>
            <a:ext cx="242113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Révolution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238506" y="7385685"/>
            <a:ext cx="615338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Perception de la couleur.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670858" y="5611058"/>
            <a:ext cx="22860" cy="581025"/>
          </a:xfrm>
          <a:prstGeom prst="roundRect">
            <a:avLst>
              <a:gd name="adj" fmla="val 127097"/>
            </a:avLst>
          </a:prstGeom>
          <a:solidFill>
            <a:srgbClr val="D6D0D0"/>
          </a:solidFill>
          <a:ln/>
        </p:spPr>
      </p:sp>
      <p:sp>
        <p:nvSpPr>
          <p:cNvPr id="17" name="Shape 14"/>
          <p:cNvSpPr/>
          <p:nvPr/>
        </p:nvSpPr>
        <p:spPr>
          <a:xfrm>
            <a:off x="10464403" y="5974199"/>
            <a:ext cx="435769" cy="435769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8" name="Text 15"/>
          <p:cNvSpPr/>
          <p:nvPr/>
        </p:nvSpPr>
        <p:spPr>
          <a:xfrm>
            <a:off x="10537031" y="6010513"/>
            <a:ext cx="29051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9471660" y="4688562"/>
            <a:ext cx="242113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Durée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605593" y="5107424"/>
            <a:ext cx="615338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Courte mais intense.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9223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Techniques et Matériaux Utilisés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4995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L'huile sur toile est la technique privilégiée. Les pinceaux sont larges, et les coups de pinceau sont visibles. La spontanéité et l'instinct sont importants.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793813"/>
            <a:ext cx="170021" cy="354330"/>
          </a:xfrm>
          <a:prstGeom prst="roundRect">
            <a:avLst>
              <a:gd name="adj" fmla="val 20012"/>
            </a:avLst>
          </a:prstGeom>
          <a:solidFill>
            <a:srgbClr val="F0EAEA"/>
          </a:solidFill>
          <a:ln/>
        </p:spPr>
      </p:sp>
      <p:sp>
        <p:nvSpPr>
          <p:cNvPr id="6" name="Text 3"/>
          <p:cNvSpPr/>
          <p:nvPr/>
        </p:nvSpPr>
        <p:spPr>
          <a:xfrm>
            <a:off x="1303973" y="4793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Huile sur toile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133951" y="5374958"/>
            <a:ext cx="170021" cy="354330"/>
          </a:xfrm>
          <a:prstGeom prst="roundRect">
            <a:avLst>
              <a:gd name="adj" fmla="val 20012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1644134" y="5374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Pinceaux larges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474232" y="5956102"/>
            <a:ext cx="170021" cy="354330"/>
          </a:xfrm>
          <a:prstGeom prst="roundRect">
            <a:avLst>
              <a:gd name="adj" fmla="val 20012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1984415" y="5956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Spontanéité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120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Exemples Comparatifs: Avant et Après le Fauvisme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723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Comparaison d'œuvres académiques traditionnelles avec des œuvres fauvistes. Analyse de l'évolution du traitement de la couleur et de la forme. Le fauvisme a brisé les conventions.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080159"/>
            <a:ext cx="31517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Œuvres académiques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66130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Comparées aux fauvistes.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5080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Évolution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566130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Couleur et forme.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872067" y="5080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Rupture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2067" y="566130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 conventions.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13490"/>
            <a:ext cx="102691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Conclusion: L'Héritage du Fauvisme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24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Synthèse de l'importance du Fauvisme dans l'histoire de l'art. Célébration de la couleur comme moyen d'expression émotionnelle. Place aux questions et à la discussion.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143387"/>
            <a:ext cx="4196358" cy="807958"/>
          </a:xfrm>
          <a:prstGeom prst="roundRect">
            <a:avLst>
              <a:gd name="adj" fmla="val 4211"/>
            </a:avLst>
          </a:prstGeom>
          <a:solidFill>
            <a:srgbClr val="F0EAEA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63702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216962" y="6143387"/>
            <a:ext cx="4196358" cy="807958"/>
          </a:xfrm>
          <a:prstGeom prst="roundRect">
            <a:avLst>
              <a:gd name="adj" fmla="val 4211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63702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Couleur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640133" y="6143387"/>
            <a:ext cx="4196358" cy="807958"/>
          </a:xfrm>
          <a:prstGeom prst="roundRect">
            <a:avLst>
              <a:gd name="adj" fmla="val 4211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9866948" y="63702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Questions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Mor Seck</cp:lastModifiedBy>
  <cp:revision>2</cp:revision>
  <dcterms:created xsi:type="dcterms:W3CDTF">2025-03-22T12:15:13Z</dcterms:created>
  <dcterms:modified xsi:type="dcterms:W3CDTF">2025-03-23T16:30:40Z</dcterms:modified>
</cp:coreProperties>
</file>