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wdp" ContentType="image/vnd.ms-photo"/>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3"/>
  </p:notesMasterIdLst>
  <p:sldIdLst>
    <p:sldId id="459" r:id="rId2"/>
    <p:sldId id="518" r:id="rId3"/>
    <p:sldId id="526" r:id="rId4"/>
    <p:sldId id="527" r:id="rId5"/>
    <p:sldId id="528" r:id="rId6"/>
    <p:sldId id="529" r:id="rId7"/>
    <p:sldId id="530" r:id="rId8"/>
    <p:sldId id="531" r:id="rId9"/>
    <p:sldId id="532" r:id="rId10"/>
    <p:sldId id="538" r:id="rId11"/>
    <p:sldId id="551" r:id="rId12"/>
    <p:sldId id="533" r:id="rId13"/>
    <p:sldId id="539" r:id="rId14"/>
    <p:sldId id="540" r:id="rId15"/>
    <p:sldId id="552" r:id="rId16"/>
    <p:sldId id="549" r:id="rId17"/>
    <p:sldId id="550" r:id="rId18"/>
    <p:sldId id="553" r:id="rId19"/>
    <p:sldId id="555" r:id="rId20"/>
    <p:sldId id="554" r:id="rId21"/>
    <p:sldId id="542" r:id="rId22"/>
    <p:sldId id="546" r:id="rId23"/>
    <p:sldId id="558" r:id="rId24"/>
    <p:sldId id="556" r:id="rId25"/>
    <p:sldId id="541" r:id="rId26"/>
    <p:sldId id="559" r:id="rId27"/>
    <p:sldId id="560" r:id="rId28"/>
    <p:sldId id="561" r:id="rId29"/>
    <p:sldId id="562" r:id="rId30"/>
    <p:sldId id="543" r:id="rId31"/>
    <p:sldId id="544" r:id="rId32"/>
    <p:sldId id="545" r:id="rId33"/>
    <p:sldId id="563" r:id="rId34"/>
    <p:sldId id="547" r:id="rId35"/>
    <p:sldId id="564" r:id="rId36"/>
    <p:sldId id="565" r:id="rId37"/>
    <p:sldId id="569" r:id="rId38"/>
    <p:sldId id="595" r:id="rId39"/>
    <p:sldId id="570" r:id="rId40"/>
    <p:sldId id="571" r:id="rId41"/>
    <p:sldId id="567" r:id="rId42"/>
    <p:sldId id="572" r:id="rId43"/>
    <p:sldId id="576" r:id="rId44"/>
    <p:sldId id="573" r:id="rId45"/>
    <p:sldId id="574" r:id="rId46"/>
    <p:sldId id="575" r:id="rId47"/>
    <p:sldId id="577" r:id="rId48"/>
    <p:sldId id="578" r:id="rId49"/>
    <p:sldId id="580" r:id="rId50"/>
    <p:sldId id="582" r:id="rId51"/>
    <p:sldId id="581" r:id="rId52"/>
    <p:sldId id="579" r:id="rId53"/>
    <p:sldId id="583" r:id="rId54"/>
    <p:sldId id="584" r:id="rId55"/>
    <p:sldId id="585" r:id="rId56"/>
    <p:sldId id="587" r:id="rId57"/>
    <p:sldId id="588" r:id="rId58"/>
    <p:sldId id="590" r:id="rId59"/>
    <p:sldId id="591" r:id="rId60"/>
    <p:sldId id="592" r:id="rId61"/>
    <p:sldId id="593" r:id="rId62"/>
    <p:sldId id="537" r:id="rId63"/>
    <p:sldId id="594" r:id="rId64"/>
    <p:sldId id="596" r:id="rId65"/>
    <p:sldId id="601" r:id="rId66"/>
    <p:sldId id="597" r:id="rId67"/>
    <p:sldId id="602" r:id="rId68"/>
    <p:sldId id="598" r:id="rId69"/>
    <p:sldId id="599" r:id="rId70"/>
    <p:sldId id="600" r:id="rId71"/>
    <p:sldId id="548" r:id="rId72"/>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45B2FA4-8E02-4E3A-880A-591AC599A878}" v="1050" dt="2024-12-18T11:46:27.36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131" autoAdjust="0"/>
    <p:restoredTop sz="96238" autoAdjust="0"/>
  </p:normalViewPr>
  <p:slideViewPr>
    <p:cSldViewPr snapToGrid="0">
      <p:cViewPr varScale="1">
        <p:scale>
          <a:sx n="81" d="100"/>
          <a:sy n="81" d="100"/>
        </p:scale>
        <p:origin x="211" y="77"/>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79" Type="http://schemas.microsoft.com/office/2015/10/relationships/revisionInfo" Target="revisionInfo.xml"/><Relationship Id="rId5" Type="http://schemas.openxmlformats.org/officeDocument/2006/relationships/slide" Target="slides/slide4.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notesMaster" Target="notesMasters/notesMaster1.xml"/><Relationship Id="rId78"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brahim NIANG" userId="acdf7ece8d0764a7" providerId="LiveId" clId="{9306A5DC-73E1-41DC-AB9D-C76880EBBF4E}"/>
    <pc:docChg chg="undo custSel addSld delSld modSld sldOrd">
      <pc:chgData name="Ibrahim NIANG" userId="acdf7ece8d0764a7" providerId="LiveId" clId="{9306A5DC-73E1-41DC-AB9D-C76880EBBF4E}" dt="2024-11-06T11:46:03.133" v="1478" actId="20577"/>
      <pc:docMkLst>
        <pc:docMk/>
      </pc:docMkLst>
      <pc:sldChg chg="modSp mod modNotesTx">
        <pc:chgData name="Ibrahim NIANG" userId="acdf7ece8d0764a7" providerId="LiveId" clId="{9306A5DC-73E1-41DC-AB9D-C76880EBBF4E}" dt="2024-10-23T16:53:02.446" v="25" actId="20577"/>
        <pc:sldMkLst>
          <pc:docMk/>
          <pc:sldMk cId="3535838964" sldId="518"/>
        </pc:sldMkLst>
      </pc:sldChg>
      <pc:sldChg chg="addSp modSp mod">
        <pc:chgData name="Ibrahim NIANG" userId="acdf7ece8d0764a7" providerId="LiveId" clId="{9306A5DC-73E1-41DC-AB9D-C76880EBBF4E}" dt="2024-10-29T11:16:01.054" v="440" actId="403"/>
        <pc:sldMkLst>
          <pc:docMk/>
          <pc:sldMk cId="154245759" sldId="526"/>
        </pc:sldMkLst>
        <pc:spChg chg="add mod">
          <ac:chgData name="Ibrahim NIANG" userId="acdf7ece8d0764a7" providerId="LiveId" clId="{9306A5DC-73E1-41DC-AB9D-C76880EBBF4E}" dt="2024-10-29T11:15:39.630" v="435"/>
          <ac:spMkLst>
            <pc:docMk/>
            <pc:sldMk cId="154245759" sldId="526"/>
            <ac:spMk id="3" creationId="{1740D677-3673-1F6C-84B4-3ECAFE760D0A}"/>
          </ac:spMkLst>
        </pc:spChg>
      </pc:sldChg>
      <pc:sldChg chg="addSp modSp mod ord">
        <pc:chgData name="Ibrahim NIANG" userId="acdf7ece8d0764a7" providerId="LiveId" clId="{9306A5DC-73E1-41DC-AB9D-C76880EBBF4E}" dt="2024-10-29T11:17:28.393" v="459"/>
        <pc:sldMkLst>
          <pc:docMk/>
          <pc:sldMk cId="710853856" sldId="527"/>
        </pc:sldMkLst>
      </pc:sldChg>
      <pc:sldChg chg="addSp modSp mod">
        <pc:chgData name="Ibrahim NIANG" userId="acdf7ece8d0764a7" providerId="LiveId" clId="{9306A5DC-73E1-41DC-AB9D-C76880EBBF4E}" dt="2024-10-29T11:16:05.101" v="441" actId="404"/>
        <pc:sldMkLst>
          <pc:docMk/>
          <pc:sldMk cId="2595863038" sldId="528"/>
        </pc:sldMkLst>
      </pc:sldChg>
      <pc:sldChg chg="addSp modSp mod">
        <pc:chgData name="Ibrahim NIANG" userId="acdf7ece8d0764a7" providerId="LiveId" clId="{9306A5DC-73E1-41DC-AB9D-C76880EBBF4E}" dt="2024-10-29T11:17:36.363" v="461"/>
        <pc:sldMkLst>
          <pc:docMk/>
          <pc:sldMk cId="770240412" sldId="529"/>
        </pc:sldMkLst>
      </pc:sldChg>
      <pc:sldChg chg="addSp delSp modSp add mod">
        <pc:chgData name="Ibrahim NIANG" userId="acdf7ece8d0764a7" providerId="LiveId" clId="{9306A5DC-73E1-41DC-AB9D-C76880EBBF4E}" dt="2024-10-29T11:16:10.222" v="442" actId="404"/>
        <pc:sldMkLst>
          <pc:docMk/>
          <pc:sldMk cId="21959780" sldId="530"/>
        </pc:sldMkLst>
      </pc:sldChg>
      <pc:sldChg chg="addSp delSp modSp add mod">
        <pc:chgData name="Ibrahim NIANG" userId="acdf7ece8d0764a7" providerId="LiveId" clId="{9306A5DC-73E1-41DC-AB9D-C76880EBBF4E}" dt="2024-10-29T11:15:53.338" v="438" actId="404"/>
        <pc:sldMkLst>
          <pc:docMk/>
          <pc:sldMk cId="2658365472" sldId="531"/>
        </pc:sldMkLst>
      </pc:sldChg>
      <pc:sldChg chg="addSp delSp modSp add mod">
        <pc:chgData name="Ibrahim NIANG" userId="acdf7ece8d0764a7" providerId="LiveId" clId="{9306A5DC-73E1-41DC-AB9D-C76880EBBF4E}" dt="2024-10-29T11:16:49.147" v="450"/>
        <pc:sldMkLst>
          <pc:docMk/>
          <pc:sldMk cId="564066709" sldId="532"/>
        </pc:sldMkLst>
      </pc:sldChg>
      <pc:sldChg chg="addSp delSp modSp add mod setBg">
        <pc:chgData name="Ibrahim NIANG" userId="acdf7ece8d0764a7" providerId="LiveId" clId="{9306A5DC-73E1-41DC-AB9D-C76880EBBF4E}" dt="2024-10-30T15:58:30.705" v="1258"/>
        <pc:sldMkLst>
          <pc:docMk/>
          <pc:sldMk cId="2237745760" sldId="533"/>
        </pc:sldMkLst>
      </pc:sldChg>
      <pc:sldChg chg="addSp delSp modSp add mod">
        <pc:chgData name="Ibrahim NIANG" userId="acdf7ece8d0764a7" providerId="LiveId" clId="{9306A5DC-73E1-41DC-AB9D-C76880EBBF4E}" dt="2024-10-29T11:17:22.535" v="457" actId="404"/>
        <pc:sldMkLst>
          <pc:docMk/>
          <pc:sldMk cId="2875049130" sldId="534"/>
        </pc:sldMkLst>
      </pc:sldChg>
      <pc:sldChg chg="addSp delSp modSp add mod">
        <pc:chgData name="Ibrahim NIANG" userId="acdf7ece8d0764a7" providerId="LiveId" clId="{9306A5DC-73E1-41DC-AB9D-C76880EBBF4E}" dt="2024-10-29T11:16:41.436" v="448"/>
        <pc:sldMkLst>
          <pc:docMk/>
          <pc:sldMk cId="4128392707" sldId="535"/>
        </pc:sldMkLst>
      </pc:sldChg>
      <pc:sldChg chg="addSp delSp modSp add mod">
        <pc:chgData name="Ibrahim NIANG" userId="acdf7ece8d0764a7" providerId="LiveId" clId="{9306A5DC-73E1-41DC-AB9D-C76880EBBF4E}" dt="2024-10-29T11:16:45.772" v="449"/>
        <pc:sldMkLst>
          <pc:docMk/>
          <pc:sldMk cId="3726263903" sldId="536"/>
        </pc:sldMkLst>
      </pc:sldChg>
      <pc:sldChg chg="addSp delSp modSp add mod modNotesTx">
        <pc:chgData name="Ibrahim NIANG" userId="acdf7ece8d0764a7" providerId="LiveId" clId="{9306A5DC-73E1-41DC-AB9D-C76880EBBF4E}" dt="2024-10-29T11:17:54.972" v="463"/>
        <pc:sldMkLst>
          <pc:docMk/>
          <pc:sldMk cId="3823860732" sldId="537"/>
        </pc:sldMkLst>
      </pc:sldChg>
      <pc:sldChg chg="addSp delSp modSp add mod">
        <pc:chgData name="Ibrahim NIANG" userId="acdf7ece8d0764a7" providerId="LiveId" clId="{9306A5DC-73E1-41DC-AB9D-C76880EBBF4E}" dt="2024-10-29T11:22:19.615" v="478" actId="1076"/>
        <pc:sldMkLst>
          <pc:docMk/>
          <pc:sldMk cId="210351825" sldId="538"/>
        </pc:sldMkLst>
      </pc:sldChg>
      <pc:sldChg chg="addSp delSp modSp add mod">
        <pc:chgData name="Ibrahim NIANG" userId="acdf7ece8d0764a7" providerId="LiveId" clId="{9306A5DC-73E1-41DC-AB9D-C76880EBBF4E}" dt="2024-10-29T11:16:16.602" v="443" actId="404"/>
        <pc:sldMkLst>
          <pc:docMk/>
          <pc:sldMk cId="1014814413" sldId="539"/>
        </pc:sldMkLst>
      </pc:sldChg>
      <pc:sldChg chg="addSp delSp modSp add mod modNotesTx">
        <pc:chgData name="Ibrahim NIANG" userId="acdf7ece8d0764a7" providerId="LiveId" clId="{9306A5DC-73E1-41DC-AB9D-C76880EBBF4E}" dt="2024-11-06T11:46:03.133" v="1478" actId="20577"/>
        <pc:sldMkLst>
          <pc:docMk/>
          <pc:sldMk cId="3026545837" sldId="540"/>
        </pc:sldMkLst>
      </pc:sldChg>
      <pc:sldChg chg="addSp delSp modSp add mod">
        <pc:chgData name="Ibrahim NIANG" userId="acdf7ece8d0764a7" providerId="LiveId" clId="{9306A5DC-73E1-41DC-AB9D-C76880EBBF4E}" dt="2024-10-29T11:22:52.549" v="502" actId="1076"/>
        <pc:sldMkLst>
          <pc:docMk/>
          <pc:sldMk cId="3920302908" sldId="541"/>
        </pc:sldMkLst>
      </pc:sldChg>
      <pc:sldChg chg="addSp delSp modSp add mod">
        <pc:chgData name="Ibrahim NIANG" userId="acdf7ece8d0764a7" providerId="LiveId" clId="{9306A5DC-73E1-41DC-AB9D-C76880EBBF4E}" dt="2024-10-29T11:30:49.649" v="627" actId="20577"/>
        <pc:sldMkLst>
          <pc:docMk/>
          <pc:sldMk cId="113635674" sldId="542"/>
        </pc:sldMkLst>
      </pc:sldChg>
      <pc:sldChg chg="addSp delSp modSp add mod">
        <pc:chgData name="Ibrahim NIANG" userId="acdf7ece8d0764a7" providerId="LiveId" clId="{9306A5DC-73E1-41DC-AB9D-C76880EBBF4E}" dt="2024-10-29T11:38:19.601" v="766" actId="20577"/>
        <pc:sldMkLst>
          <pc:docMk/>
          <pc:sldMk cId="2212781140" sldId="543"/>
        </pc:sldMkLst>
      </pc:sldChg>
      <pc:sldChg chg="delSp modSp add mod">
        <pc:chgData name="Ibrahim NIANG" userId="acdf7ece8d0764a7" providerId="LiveId" clId="{9306A5DC-73E1-41DC-AB9D-C76880EBBF4E}" dt="2024-10-29T11:38:07.013" v="762" actId="404"/>
        <pc:sldMkLst>
          <pc:docMk/>
          <pc:sldMk cId="2162645583" sldId="544"/>
        </pc:sldMkLst>
      </pc:sldChg>
      <pc:sldChg chg="addSp delSp modSp add mod">
        <pc:chgData name="Ibrahim NIANG" userId="acdf7ece8d0764a7" providerId="LiveId" clId="{9306A5DC-73E1-41DC-AB9D-C76880EBBF4E}" dt="2024-10-29T12:00:40.347" v="855" actId="1076"/>
        <pc:sldMkLst>
          <pc:docMk/>
          <pc:sldMk cId="2167895979" sldId="545"/>
        </pc:sldMkLst>
      </pc:sldChg>
      <pc:sldChg chg="addSp delSp modSp add mod">
        <pc:chgData name="Ibrahim NIANG" userId="acdf7ece8d0764a7" providerId="LiveId" clId="{9306A5DC-73E1-41DC-AB9D-C76880EBBF4E}" dt="2024-10-29T12:28:43.957" v="1035" actId="1076"/>
        <pc:sldMkLst>
          <pc:docMk/>
          <pc:sldMk cId="2482163205" sldId="546"/>
        </pc:sldMkLst>
      </pc:sldChg>
      <pc:sldChg chg="addSp delSp modSp add mod ord">
        <pc:chgData name="Ibrahim NIANG" userId="acdf7ece8d0764a7" providerId="LiveId" clId="{9306A5DC-73E1-41DC-AB9D-C76880EBBF4E}" dt="2024-10-29T12:21:18.816" v="936"/>
        <pc:sldMkLst>
          <pc:docMk/>
          <pc:sldMk cId="2111166100" sldId="547"/>
        </pc:sldMkLst>
      </pc:sldChg>
      <pc:sldChg chg="addSp modSp add del mod">
        <pc:chgData name="Ibrahim NIANG" userId="acdf7ece8d0764a7" providerId="LiveId" clId="{9306A5DC-73E1-41DC-AB9D-C76880EBBF4E}" dt="2024-10-29T12:39:03.185" v="1172" actId="47"/>
        <pc:sldMkLst>
          <pc:docMk/>
          <pc:sldMk cId="3387993868" sldId="548"/>
        </pc:sldMkLst>
      </pc:sldChg>
      <pc:sldChg chg="addSp delSp modSp add mod">
        <pc:chgData name="Ibrahim NIANG" userId="acdf7ece8d0764a7" providerId="LiveId" clId="{9306A5DC-73E1-41DC-AB9D-C76880EBBF4E}" dt="2024-10-29T12:37:28.466" v="1161"/>
        <pc:sldMkLst>
          <pc:docMk/>
          <pc:sldMk cId="350110426" sldId="549"/>
        </pc:sldMkLst>
      </pc:sldChg>
      <pc:sldChg chg="addSp delSp modSp add mod">
        <pc:chgData name="Ibrahim NIANG" userId="acdf7ece8d0764a7" providerId="LiveId" clId="{9306A5DC-73E1-41DC-AB9D-C76880EBBF4E}" dt="2024-10-29T12:38:57.969" v="1171" actId="1076"/>
        <pc:sldMkLst>
          <pc:docMk/>
          <pc:sldMk cId="1658903904" sldId="550"/>
        </pc:sldMkLst>
      </pc:sldChg>
      <pc:sldChg chg="addSp delSp modSp add mod">
        <pc:chgData name="Ibrahim NIANG" userId="acdf7ece8d0764a7" providerId="LiveId" clId="{9306A5DC-73E1-41DC-AB9D-C76880EBBF4E}" dt="2024-10-29T12:42:00.450" v="1229" actId="20577"/>
        <pc:sldMkLst>
          <pc:docMk/>
          <pc:sldMk cId="840544288" sldId="551"/>
        </pc:sldMkLst>
      </pc:sldChg>
      <pc:sldChg chg="addSp delSp modSp add mod">
        <pc:chgData name="Ibrahim NIANG" userId="acdf7ece8d0764a7" providerId="LiveId" clId="{9306A5DC-73E1-41DC-AB9D-C76880EBBF4E}" dt="2024-10-29T12:44:17.443" v="1255" actId="1076"/>
        <pc:sldMkLst>
          <pc:docMk/>
          <pc:sldMk cId="1910478981" sldId="552"/>
        </pc:sldMkLst>
      </pc:sldChg>
      <pc:sldChg chg="addSp delSp modSp add mod">
        <pc:chgData name="Ibrahim NIANG" userId="acdf7ece8d0764a7" providerId="LiveId" clId="{9306A5DC-73E1-41DC-AB9D-C76880EBBF4E}" dt="2024-11-05T18:08:18.316" v="1344"/>
        <pc:sldMkLst>
          <pc:docMk/>
          <pc:sldMk cId="2104246072" sldId="553"/>
        </pc:sldMkLst>
      </pc:sldChg>
      <pc:sldChg chg="new del">
        <pc:chgData name="Ibrahim NIANG" userId="acdf7ece8d0764a7" providerId="LiveId" clId="{9306A5DC-73E1-41DC-AB9D-C76880EBBF4E}" dt="2024-11-05T18:07:17.161" v="1276" actId="680"/>
        <pc:sldMkLst>
          <pc:docMk/>
          <pc:sldMk cId="757748138" sldId="554"/>
        </pc:sldMkLst>
      </pc:sldChg>
      <pc:sldChg chg="addSp delSp modSp add mod">
        <pc:chgData name="Ibrahim NIANG" userId="acdf7ece8d0764a7" providerId="LiveId" clId="{9306A5DC-73E1-41DC-AB9D-C76880EBBF4E}" dt="2024-11-05T18:08:22.344" v="1346"/>
        <pc:sldMkLst>
          <pc:docMk/>
          <pc:sldMk cId="3244769883" sldId="554"/>
        </pc:sldMkLst>
      </pc:sldChg>
      <pc:sldChg chg="addSp delSp modSp add mod">
        <pc:chgData name="Ibrahim NIANG" userId="acdf7ece8d0764a7" providerId="LiveId" clId="{9306A5DC-73E1-41DC-AB9D-C76880EBBF4E}" dt="2024-11-05T18:08:28.939" v="1348"/>
        <pc:sldMkLst>
          <pc:docMk/>
          <pc:sldMk cId="2364556023" sldId="555"/>
        </pc:sldMkLst>
      </pc:sldChg>
      <pc:sldChg chg="addSp delSp modSp add mod">
        <pc:chgData name="Ibrahim NIANG" userId="acdf7ece8d0764a7" providerId="LiveId" clId="{9306A5DC-73E1-41DC-AB9D-C76880EBBF4E}" dt="2024-11-05T18:22:49.586" v="1477" actId="1076"/>
        <pc:sldMkLst>
          <pc:docMk/>
          <pc:sldMk cId="1766580762" sldId="556"/>
        </pc:sldMkLst>
      </pc:sldChg>
      <pc:sldChg chg="modSp add mod">
        <pc:chgData name="Ibrahim NIANG" userId="acdf7ece8d0764a7" providerId="LiveId" clId="{9306A5DC-73E1-41DC-AB9D-C76880EBBF4E}" dt="2024-11-05T18:09:01.637" v="1372" actId="20577"/>
        <pc:sldMkLst>
          <pc:docMk/>
          <pc:sldMk cId="1033359560" sldId="557"/>
        </pc:sldMkLst>
      </pc:sldChg>
      <pc:sldChg chg="addSp delSp modSp add mod">
        <pc:chgData name="Ibrahim NIANG" userId="acdf7ece8d0764a7" providerId="LiveId" clId="{9306A5DC-73E1-41DC-AB9D-C76880EBBF4E}" dt="2024-11-05T18:12:40.776" v="1438" actId="20577"/>
        <pc:sldMkLst>
          <pc:docMk/>
          <pc:sldMk cId="4174677024" sldId="558"/>
        </pc:sldMkLst>
      </pc:sldChg>
      <pc:sldChg chg="addSp delSp modSp add mod">
        <pc:chgData name="Ibrahim NIANG" userId="acdf7ece8d0764a7" providerId="LiveId" clId="{9306A5DC-73E1-41DC-AB9D-C76880EBBF4E}" dt="2024-11-05T18:09:18.241" v="1377"/>
        <pc:sldMkLst>
          <pc:docMk/>
          <pc:sldMk cId="667452722" sldId="559"/>
        </pc:sldMkLst>
      </pc:sldChg>
      <pc:sldChg chg="addSp delSp modSp add mod">
        <pc:chgData name="Ibrahim NIANG" userId="acdf7ece8d0764a7" providerId="LiveId" clId="{9306A5DC-73E1-41DC-AB9D-C76880EBBF4E}" dt="2024-11-05T18:09:31.627" v="1381"/>
        <pc:sldMkLst>
          <pc:docMk/>
          <pc:sldMk cId="3970048665" sldId="560"/>
        </pc:sldMkLst>
      </pc:sldChg>
      <pc:sldChg chg="addSp delSp modSp add mod">
        <pc:chgData name="Ibrahim NIANG" userId="acdf7ece8d0764a7" providerId="LiveId" clId="{9306A5DC-73E1-41DC-AB9D-C76880EBBF4E}" dt="2024-11-05T18:19:25.254" v="1471" actId="1076"/>
        <pc:sldMkLst>
          <pc:docMk/>
          <pc:sldMk cId="3128149916" sldId="561"/>
        </pc:sldMkLst>
      </pc:sldChg>
      <pc:sldChg chg="addSp delSp modSp add mod ord">
        <pc:chgData name="Ibrahim NIANG" userId="acdf7ece8d0764a7" providerId="LiveId" clId="{9306A5DC-73E1-41DC-AB9D-C76880EBBF4E}" dt="2024-11-05T18:12:10.661" v="1417" actId="20577"/>
        <pc:sldMkLst>
          <pc:docMk/>
          <pc:sldMk cId="143433085" sldId="562"/>
        </pc:sldMkLst>
      </pc:sldChg>
      <pc:sldChg chg="addSp delSp modSp add mod">
        <pc:chgData name="Ibrahim NIANG" userId="acdf7ece8d0764a7" providerId="LiveId" clId="{9306A5DC-73E1-41DC-AB9D-C76880EBBF4E}" dt="2024-11-05T18:09:41.099" v="1385"/>
        <pc:sldMkLst>
          <pc:docMk/>
          <pc:sldMk cId="74138148" sldId="563"/>
        </pc:sldMkLst>
      </pc:sldChg>
      <pc:sldChg chg="add">
        <pc:chgData name="Ibrahim NIANG" userId="acdf7ece8d0764a7" providerId="LiveId" clId="{9306A5DC-73E1-41DC-AB9D-C76880EBBF4E}" dt="2024-11-05T18:11:42.731" v="1392" actId="2890"/>
        <pc:sldMkLst>
          <pc:docMk/>
          <pc:sldMk cId="2971887564" sldId="564"/>
        </pc:sldMkLst>
      </pc:sldChg>
      <pc:sldChg chg="modSp add mod">
        <pc:chgData name="Ibrahim NIANG" userId="acdf7ece8d0764a7" providerId="LiveId" clId="{9306A5DC-73E1-41DC-AB9D-C76880EBBF4E}" dt="2024-11-05T18:11:54.913" v="1403" actId="20577"/>
        <pc:sldMkLst>
          <pc:docMk/>
          <pc:sldMk cId="2432346136" sldId="565"/>
        </pc:sldMkLst>
      </pc:sldChg>
      <pc:sldChg chg="modSp add mod">
        <pc:chgData name="Ibrahim NIANG" userId="acdf7ece8d0764a7" providerId="LiveId" clId="{9306A5DC-73E1-41DC-AB9D-C76880EBBF4E}" dt="2024-11-05T18:12:25.358" v="1425" actId="20577"/>
        <pc:sldMkLst>
          <pc:docMk/>
          <pc:sldMk cId="2257937470" sldId="566"/>
        </pc:sldMkLst>
      </pc:sldChg>
      <pc:sldChg chg="addSp modSp add mod">
        <pc:chgData name="Ibrahim NIANG" userId="acdf7ece8d0764a7" providerId="LiveId" clId="{9306A5DC-73E1-41DC-AB9D-C76880EBBF4E}" dt="2024-11-05T18:17:41.266" v="1461"/>
        <pc:sldMkLst>
          <pc:docMk/>
          <pc:sldMk cId="1371932112" sldId="567"/>
        </pc:sldMkLst>
      </pc:sldChg>
      <pc:sldChg chg="add">
        <pc:chgData name="Ibrahim NIANG" userId="acdf7ece8d0764a7" providerId="LiveId" clId="{9306A5DC-73E1-41DC-AB9D-C76880EBBF4E}" dt="2024-11-05T18:12:50.582" v="1439" actId="2890"/>
        <pc:sldMkLst>
          <pc:docMk/>
          <pc:sldMk cId="2662994852" sldId="568"/>
        </pc:sldMkLst>
      </pc:sldChg>
    </pc:docChg>
  </pc:docChgLst>
  <pc:docChgLst>
    <pc:chgData name="Ibrahim NIANG" userId="acdf7ece8d0764a7" providerId="LiveId" clId="{045B2FA4-8E02-4E3A-880A-591AC599A878}"/>
    <pc:docChg chg="undo custSel addSld delSld modSld sldOrd">
      <pc:chgData name="Ibrahim NIANG" userId="acdf7ece8d0764a7" providerId="LiveId" clId="{045B2FA4-8E02-4E3A-880A-591AC599A878}" dt="2024-12-18T11:46:27.361" v="4649" actId="1076"/>
      <pc:docMkLst>
        <pc:docMk/>
      </pc:docMkLst>
      <pc:sldChg chg="addSp delSp modSp mod">
        <pc:chgData name="Ibrahim NIANG" userId="acdf7ece8d0764a7" providerId="LiveId" clId="{045B2FA4-8E02-4E3A-880A-591AC599A878}" dt="2024-11-27T10:05:14.897" v="373" actId="1076"/>
        <pc:sldMkLst>
          <pc:docMk/>
          <pc:sldMk cId="1838747637" sldId="459"/>
        </pc:sldMkLst>
        <pc:spChg chg="mod">
          <ac:chgData name="Ibrahim NIANG" userId="acdf7ece8d0764a7" providerId="LiveId" clId="{045B2FA4-8E02-4E3A-880A-591AC599A878}" dt="2024-11-27T10:03:27.919" v="345" actId="20577"/>
          <ac:spMkLst>
            <pc:docMk/>
            <pc:sldMk cId="1838747637" sldId="459"/>
            <ac:spMk id="10" creationId="{8A8DF2B9-A7E7-5801-AD87-D4883697B765}"/>
          </ac:spMkLst>
        </pc:spChg>
        <pc:picChg chg="add mod">
          <ac:chgData name="Ibrahim NIANG" userId="acdf7ece8d0764a7" providerId="LiveId" clId="{045B2FA4-8E02-4E3A-880A-591AC599A878}" dt="2024-11-27T10:05:14.897" v="373" actId="1076"/>
          <ac:picMkLst>
            <pc:docMk/>
            <pc:sldMk cId="1838747637" sldId="459"/>
            <ac:picMk id="2050" creationId="{C09B79C3-6EBF-155C-C44B-F137240F7331}"/>
          </ac:picMkLst>
        </pc:picChg>
      </pc:sldChg>
      <pc:sldChg chg="addSp delSp modSp mod">
        <pc:chgData name="Ibrahim NIANG" userId="acdf7ece8d0764a7" providerId="LiveId" clId="{045B2FA4-8E02-4E3A-880A-591AC599A878}" dt="2024-11-27T10:05:21.142" v="376" actId="1076"/>
        <pc:sldMkLst>
          <pc:docMk/>
          <pc:sldMk cId="3535838964" sldId="518"/>
        </pc:sldMkLst>
        <pc:spChg chg="add mod">
          <ac:chgData name="Ibrahim NIANG" userId="acdf7ece8d0764a7" providerId="LiveId" clId="{045B2FA4-8E02-4E3A-880A-591AC599A878}" dt="2024-11-27T10:01:46.636" v="330" actId="1076"/>
          <ac:spMkLst>
            <pc:docMk/>
            <pc:sldMk cId="3535838964" sldId="518"/>
            <ac:spMk id="7" creationId="{82830313-A70C-48FA-C5D5-CF2D6B75A33E}"/>
          </ac:spMkLst>
        </pc:spChg>
        <pc:picChg chg="add mod">
          <ac:chgData name="Ibrahim NIANG" userId="acdf7ece8d0764a7" providerId="LiveId" clId="{045B2FA4-8E02-4E3A-880A-591AC599A878}" dt="2024-11-27T10:05:21.142" v="376" actId="1076"/>
          <ac:picMkLst>
            <pc:docMk/>
            <pc:sldMk cId="3535838964" sldId="518"/>
            <ac:picMk id="9" creationId="{B5951B87-1E6D-0BF2-1FA1-44673B2FE229}"/>
          </ac:picMkLst>
        </pc:picChg>
      </pc:sldChg>
      <pc:sldChg chg="addSp delSp modSp del mod">
        <pc:chgData name="Ibrahim NIANG" userId="acdf7ece8d0764a7" providerId="LiveId" clId="{045B2FA4-8E02-4E3A-880A-591AC599A878}" dt="2024-11-27T10:36:53.411" v="616"/>
        <pc:sldMkLst>
          <pc:docMk/>
          <pc:sldMk cId="154245759" sldId="526"/>
        </pc:sldMkLst>
        <pc:spChg chg="mod">
          <ac:chgData name="Ibrahim NIANG" userId="acdf7ece8d0764a7" providerId="LiveId" clId="{045B2FA4-8E02-4E3A-880A-591AC599A878}" dt="2024-11-27T10:04:06.294" v="359" actId="20577"/>
          <ac:spMkLst>
            <pc:docMk/>
            <pc:sldMk cId="154245759" sldId="526"/>
            <ac:spMk id="3" creationId="{1740D677-3673-1F6C-84B4-3ECAFE760D0A}"/>
          </ac:spMkLst>
        </pc:spChg>
        <pc:spChg chg="add mod">
          <ac:chgData name="Ibrahim NIANG" userId="acdf7ece8d0764a7" providerId="LiveId" clId="{045B2FA4-8E02-4E3A-880A-591AC599A878}" dt="2024-11-27T10:12:02.951" v="416" actId="113"/>
          <ac:spMkLst>
            <pc:docMk/>
            <pc:sldMk cId="154245759" sldId="526"/>
            <ac:spMk id="9" creationId="{C5B23460-B4D0-C07C-4D57-3B049505B976}"/>
          </ac:spMkLst>
        </pc:spChg>
        <pc:spChg chg="add mod">
          <ac:chgData name="Ibrahim NIANG" userId="acdf7ece8d0764a7" providerId="LiveId" clId="{045B2FA4-8E02-4E3A-880A-591AC599A878}" dt="2024-11-27T10:10:24.889" v="410" actId="1076"/>
          <ac:spMkLst>
            <pc:docMk/>
            <pc:sldMk cId="154245759" sldId="526"/>
            <ac:spMk id="11" creationId="{0B80CEC7-66F7-ADB5-4889-81068C20B3CF}"/>
          </ac:spMkLst>
        </pc:spChg>
        <pc:spChg chg="add mod">
          <ac:chgData name="Ibrahim NIANG" userId="acdf7ece8d0764a7" providerId="LiveId" clId="{045B2FA4-8E02-4E3A-880A-591AC599A878}" dt="2024-11-27T10:36:53.411" v="616"/>
          <ac:spMkLst>
            <pc:docMk/>
            <pc:sldMk cId="154245759" sldId="526"/>
            <ac:spMk id="12" creationId="{D25C5DC8-1067-19C9-23CC-DCBBF59491DB}"/>
          </ac:spMkLst>
        </pc:spChg>
        <pc:picChg chg="add mod">
          <ac:chgData name="Ibrahim NIANG" userId="acdf7ece8d0764a7" providerId="LiveId" clId="{045B2FA4-8E02-4E3A-880A-591AC599A878}" dt="2024-11-27T10:09:05.046" v="390" actId="14100"/>
          <ac:picMkLst>
            <pc:docMk/>
            <pc:sldMk cId="154245759" sldId="526"/>
            <ac:picMk id="3074" creationId="{3C74635B-2A22-40ED-D676-836910A1389B}"/>
          </ac:picMkLst>
        </pc:picChg>
      </pc:sldChg>
      <pc:sldChg chg="addSp delSp modSp add mod">
        <pc:chgData name="Ibrahim NIANG" userId="acdf7ece8d0764a7" providerId="LiveId" clId="{045B2FA4-8E02-4E3A-880A-591AC599A878}" dt="2024-11-27T10:36:49.450" v="615"/>
        <pc:sldMkLst>
          <pc:docMk/>
          <pc:sldMk cId="2524262232" sldId="527"/>
        </pc:sldMkLst>
        <pc:spChg chg="add mod">
          <ac:chgData name="Ibrahim NIANG" userId="acdf7ece8d0764a7" providerId="LiveId" clId="{045B2FA4-8E02-4E3A-880A-591AC599A878}" dt="2024-11-27T10:12:12.062" v="418" actId="1076"/>
          <ac:spMkLst>
            <pc:docMk/>
            <pc:sldMk cId="2524262232" sldId="527"/>
            <ac:spMk id="10" creationId="{AE1F1C63-73D6-0135-10BA-EC75710D0D05}"/>
          </ac:spMkLst>
        </pc:spChg>
        <pc:spChg chg="add mod">
          <ac:chgData name="Ibrahim NIANG" userId="acdf7ece8d0764a7" providerId="LiveId" clId="{045B2FA4-8E02-4E3A-880A-591AC599A878}" dt="2024-11-27T10:36:49.450" v="615"/>
          <ac:spMkLst>
            <pc:docMk/>
            <pc:sldMk cId="2524262232" sldId="527"/>
            <ac:spMk id="12" creationId="{D07C8E59-E76A-8B0B-FD07-A50B8F3392DD}"/>
          </ac:spMkLst>
        </pc:spChg>
      </pc:sldChg>
      <pc:sldChg chg="addSp delSp modSp add mod">
        <pc:chgData name="Ibrahim NIANG" userId="acdf7ece8d0764a7" providerId="LiveId" clId="{045B2FA4-8E02-4E3A-880A-591AC599A878}" dt="2024-11-27T10:36:44.669" v="614"/>
        <pc:sldMkLst>
          <pc:docMk/>
          <pc:sldMk cId="2006028060" sldId="528"/>
        </pc:sldMkLst>
        <pc:spChg chg="add mod">
          <ac:chgData name="Ibrahim NIANG" userId="acdf7ece8d0764a7" providerId="LiveId" clId="{045B2FA4-8E02-4E3A-880A-591AC599A878}" dt="2024-11-27T10:14:30.564" v="437" actId="1076"/>
          <ac:spMkLst>
            <pc:docMk/>
            <pc:sldMk cId="2006028060" sldId="528"/>
            <ac:spMk id="13" creationId="{626CBE2B-A32E-BC47-E37A-04DE1F52EBAB}"/>
          </ac:spMkLst>
        </pc:spChg>
        <pc:spChg chg="add mod">
          <ac:chgData name="Ibrahim NIANG" userId="acdf7ece8d0764a7" providerId="LiveId" clId="{045B2FA4-8E02-4E3A-880A-591AC599A878}" dt="2024-11-27T10:36:44.669" v="614"/>
          <ac:spMkLst>
            <pc:docMk/>
            <pc:sldMk cId="2006028060" sldId="528"/>
            <ac:spMk id="14" creationId="{25B60A2E-52AD-7C6F-6641-031F96DDB0D0}"/>
          </ac:spMkLst>
        </pc:spChg>
        <pc:picChg chg="add mod ord">
          <ac:chgData name="Ibrahim NIANG" userId="acdf7ece8d0764a7" providerId="LiveId" clId="{045B2FA4-8E02-4E3A-880A-591AC599A878}" dt="2024-11-27T10:14:23.406" v="435" actId="1076"/>
          <ac:picMkLst>
            <pc:docMk/>
            <pc:sldMk cId="2006028060" sldId="528"/>
            <ac:picMk id="9" creationId="{8D388B67-6AB5-8B1A-302F-FD750C1EE274}"/>
          </ac:picMkLst>
        </pc:picChg>
      </pc:sldChg>
      <pc:sldChg chg="addSp delSp modSp add mod">
        <pc:chgData name="Ibrahim NIANG" userId="acdf7ece8d0764a7" providerId="LiveId" clId="{045B2FA4-8E02-4E3A-880A-591AC599A878}" dt="2024-11-27T10:36:39.070" v="613" actId="1076"/>
        <pc:sldMkLst>
          <pc:docMk/>
          <pc:sldMk cId="2876789456" sldId="529"/>
        </pc:sldMkLst>
        <pc:spChg chg="add mod">
          <ac:chgData name="Ibrahim NIANG" userId="acdf7ece8d0764a7" providerId="LiveId" clId="{045B2FA4-8E02-4E3A-880A-591AC599A878}" dt="2024-11-27T10:16:48.719" v="471" actId="20577"/>
          <ac:spMkLst>
            <pc:docMk/>
            <pc:sldMk cId="2876789456" sldId="529"/>
            <ac:spMk id="12" creationId="{2F81ED49-9646-0ABB-89E0-C95B4C7257AD}"/>
          </ac:spMkLst>
        </pc:spChg>
        <pc:spChg chg="add mod">
          <ac:chgData name="Ibrahim NIANG" userId="acdf7ece8d0764a7" providerId="LiveId" clId="{045B2FA4-8E02-4E3A-880A-591AC599A878}" dt="2024-11-27T10:36:39.070" v="613" actId="1076"/>
          <ac:spMkLst>
            <pc:docMk/>
            <pc:sldMk cId="2876789456" sldId="529"/>
            <ac:spMk id="14" creationId="{A1976899-36F8-5355-309E-7D883283E977}"/>
          </ac:spMkLst>
        </pc:spChg>
        <pc:picChg chg="add mod">
          <ac:chgData name="Ibrahim NIANG" userId="acdf7ece8d0764a7" providerId="LiveId" clId="{045B2FA4-8E02-4E3A-880A-591AC599A878}" dt="2024-11-27T10:16:41.552" v="469" actId="1076"/>
          <ac:picMkLst>
            <pc:docMk/>
            <pc:sldMk cId="2876789456" sldId="529"/>
            <ac:picMk id="7" creationId="{397B27D2-BC53-1CEF-1B28-74CFACBEA2FF}"/>
          </ac:picMkLst>
        </pc:picChg>
      </pc:sldChg>
      <pc:sldChg chg="addSp delSp modSp add mod">
        <pc:chgData name="Ibrahim NIANG" userId="acdf7ece8d0764a7" providerId="LiveId" clId="{045B2FA4-8E02-4E3A-880A-591AC599A878}" dt="2024-11-27T10:36:28.021" v="610" actId="14100"/>
        <pc:sldMkLst>
          <pc:docMk/>
          <pc:sldMk cId="2926311589" sldId="530"/>
        </pc:sldMkLst>
        <pc:spChg chg="add mod">
          <ac:chgData name="Ibrahim NIANG" userId="acdf7ece8d0764a7" providerId="LiveId" clId="{045B2FA4-8E02-4E3A-880A-591AC599A878}" dt="2024-11-27T10:17:03.030" v="478" actId="1076"/>
          <ac:spMkLst>
            <pc:docMk/>
            <pc:sldMk cId="2926311589" sldId="530"/>
            <ac:spMk id="9" creationId="{B10B8521-CB3D-904A-3A01-0D2DCE562323}"/>
          </ac:spMkLst>
        </pc:spChg>
        <pc:spChg chg="add mod">
          <ac:chgData name="Ibrahim NIANG" userId="acdf7ece8d0764a7" providerId="LiveId" clId="{045B2FA4-8E02-4E3A-880A-591AC599A878}" dt="2024-11-27T10:36:28.021" v="610" actId="14100"/>
          <ac:spMkLst>
            <pc:docMk/>
            <pc:sldMk cId="2926311589" sldId="530"/>
            <ac:spMk id="10" creationId="{A7116351-F69D-B158-340B-839EEFD91B4F}"/>
          </ac:spMkLst>
        </pc:spChg>
        <pc:picChg chg="mod">
          <ac:chgData name="Ibrahim NIANG" userId="acdf7ece8d0764a7" providerId="LiveId" clId="{045B2FA4-8E02-4E3A-880A-591AC599A878}" dt="2024-11-27T10:17:00.608" v="477" actId="14100"/>
          <ac:picMkLst>
            <pc:docMk/>
            <pc:sldMk cId="2926311589" sldId="530"/>
            <ac:picMk id="7" creationId="{E746B559-DA9A-4292-805B-9CC5B2669AC1}"/>
          </ac:picMkLst>
        </pc:picChg>
      </pc:sldChg>
      <pc:sldChg chg="addSp delSp modSp add mod">
        <pc:chgData name="Ibrahim NIANG" userId="acdf7ece8d0764a7" providerId="LiveId" clId="{045B2FA4-8E02-4E3A-880A-591AC599A878}" dt="2024-11-27T10:35:45.638" v="545" actId="20577"/>
        <pc:sldMkLst>
          <pc:docMk/>
          <pc:sldMk cId="2515433234" sldId="531"/>
        </pc:sldMkLst>
        <pc:spChg chg="add mod">
          <ac:chgData name="Ibrahim NIANG" userId="acdf7ece8d0764a7" providerId="LiveId" clId="{045B2FA4-8E02-4E3A-880A-591AC599A878}" dt="2024-11-27T10:35:45.638" v="545" actId="20577"/>
          <ac:spMkLst>
            <pc:docMk/>
            <pc:sldMk cId="2515433234" sldId="531"/>
            <ac:spMk id="10" creationId="{79CC06FD-419D-4649-AEEA-AFCAFAAB054A}"/>
          </ac:spMkLst>
        </pc:spChg>
        <pc:spChg chg="add mod">
          <ac:chgData name="Ibrahim NIANG" userId="acdf7ece8d0764a7" providerId="LiveId" clId="{045B2FA4-8E02-4E3A-880A-591AC599A878}" dt="2024-11-27T10:25:17.311" v="499" actId="1076"/>
          <ac:spMkLst>
            <pc:docMk/>
            <pc:sldMk cId="2515433234" sldId="531"/>
            <ac:spMk id="14" creationId="{D62BA172-5E27-85C4-68FB-6D62CF699F9D}"/>
          </ac:spMkLst>
        </pc:spChg>
        <pc:spChg chg="add mod">
          <ac:chgData name="Ibrahim NIANG" userId="acdf7ece8d0764a7" providerId="LiveId" clId="{045B2FA4-8E02-4E3A-880A-591AC599A878}" dt="2024-11-27T10:25:28.066" v="502" actId="6549"/>
          <ac:spMkLst>
            <pc:docMk/>
            <pc:sldMk cId="2515433234" sldId="531"/>
            <ac:spMk id="18" creationId="{6F88B3EC-6337-512C-37D9-3842555FAD53}"/>
          </ac:spMkLst>
        </pc:spChg>
        <pc:picChg chg="add mod">
          <ac:chgData name="Ibrahim NIANG" userId="acdf7ece8d0764a7" providerId="LiveId" clId="{045B2FA4-8E02-4E3A-880A-591AC599A878}" dt="2024-11-27T10:25:18.848" v="500" actId="1076"/>
          <ac:picMkLst>
            <pc:docMk/>
            <pc:sldMk cId="2515433234" sldId="531"/>
            <ac:picMk id="16" creationId="{8A1033DB-B126-EA39-F0DB-486433085A1D}"/>
          </ac:picMkLst>
        </pc:picChg>
      </pc:sldChg>
      <pc:sldChg chg="del">
        <pc:chgData name="Ibrahim NIANG" userId="acdf7ece8d0764a7" providerId="LiveId" clId="{045B2FA4-8E02-4E3A-880A-591AC599A878}" dt="2024-11-27T09:54:33.355" v="95" actId="47"/>
        <pc:sldMkLst>
          <pc:docMk/>
          <pc:sldMk cId="2643357324" sldId="531"/>
        </pc:sldMkLst>
      </pc:sldChg>
      <pc:sldChg chg="del">
        <pc:chgData name="Ibrahim NIANG" userId="acdf7ece8d0764a7" providerId="LiveId" clId="{045B2FA4-8E02-4E3A-880A-591AC599A878}" dt="2024-11-27T09:54:32.705" v="94" actId="47"/>
        <pc:sldMkLst>
          <pc:docMk/>
          <pc:sldMk cId="1139980920" sldId="532"/>
        </pc:sldMkLst>
      </pc:sldChg>
      <pc:sldChg chg="addSp delSp modSp add mod">
        <pc:chgData name="Ibrahim NIANG" userId="acdf7ece8d0764a7" providerId="LiveId" clId="{045B2FA4-8E02-4E3A-880A-591AC599A878}" dt="2024-11-27T10:37:51.055" v="624" actId="1076"/>
        <pc:sldMkLst>
          <pc:docMk/>
          <pc:sldMk cId="3459419463" sldId="532"/>
        </pc:sldMkLst>
        <pc:spChg chg="add mod">
          <ac:chgData name="Ibrahim NIANG" userId="acdf7ece8d0764a7" providerId="LiveId" clId="{045B2FA4-8E02-4E3A-880A-591AC599A878}" dt="2024-11-27T10:37:51.055" v="624" actId="1076"/>
          <ac:spMkLst>
            <pc:docMk/>
            <pc:sldMk cId="3459419463" sldId="532"/>
            <ac:spMk id="7" creationId="{910B9828-90A3-26A1-132E-EDE51AB403D5}"/>
          </ac:spMkLst>
        </pc:spChg>
        <pc:spChg chg="mod">
          <ac:chgData name="Ibrahim NIANG" userId="acdf7ece8d0764a7" providerId="LiveId" clId="{045B2FA4-8E02-4E3A-880A-591AC599A878}" dt="2024-11-27T10:35:30.084" v="529" actId="20577"/>
          <ac:spMkLst>
            <pc:docMk/>
            <pc:sldMk cId="3459419463" sldId="532"/>
            <ac:spMk id="10" creationId="{980EF5C9-D304-FA2E-753A-71DCF90464F3}"/>
          </ac:spMkLst>
        </pc:spChg>
        <pc:spChg chg="add mod">
          <ac:chgData name="Ibrahim NIANG" userId="acdf7ece8d0764a7" providerId="LiveId" clId="{045B2FA4-8E02-4E3A-880A-591AC599A878}" dt="2024-11-27T10:37:48.076" v="623" actId="1076"/>
          <ac:spMkLst>
            <pc:docMk/>
            <pc:sldMk cId="3459419463" sldId="532"/>
            <ac:spMk id="20" creationId="{F8CCB27B-013A-E431-3431-51BB2D7178B6}"/>
          </ac:spMkLst>
        </pc:spChg>
        <pc:picChg chg="add mod">
          <ac:chgData name="Ibrahim NIANG" userId="acdf7ece8d0764a7" providerId="LiveId" clId="{045B2FA4-8E02-4E3A-880A-591AC599A878}" dt="2024-11-27T10:35:15.486" v="526" actId="1076"/>
          <ac:picMkLst>
            <pc:docMk/>
            <pc:sldMk cId="3459419463" sldId="532"/>
            <ac:picMk id="13" creationId="{6ACDFE09-6B7B-AE6C-CCA0-E2943213325E}"/>
          </ac:picMkLst>
        </pc:picChg>
        <pc:picChg chg="add mod">
          <ac:chgData name="Ibrahim NIANG" userId="acdf7ece8d0764a7" providerId="LiveId" clId="{045B2FA4-8E02-4E3A-880A-591AC599A878}" dt="2024-11-27T10:35:14.420" v="525" actId="1076"/>
          <ac:picMkLst>
            <pc:docMk/>
            <pc:sldMk cId="3459419463" sldId="532"/>
            <ac:picMk id="17" creationId="{AC853F10-A82F-8867-7B0E-35C0D185EA10}"/>
          </ac:picMkLst>
        </pc:picChg>
      </pc:sldChg>
      <pc:sldChg chg="addSp delSp modSp add mod">
        <pc:chgData name="Ibrahim NIANG" userId="acdf7ece8d0764a7" providerId="LiveId" clId="{045B2FA4-8E02-4E3A-880A-591AC599A878}" dt="2024-12-04T15:04:51.807" v="2465" actId="404"/>
        <pc:sldMkLst>
          <pc:docMk/>
          <pc:sldMk cId="332532683" sldId="533"/>
        </pc:sldMkLst>
        <pc:spChg chg="mod">
          <ac:chgData name="Ibrahim NIANG" userId="acdf7ece8d0764a7" providerId="LiveId" clId="{045B2FA4-8E02-4E3A-880A-591AC599A878}" dt="2024-11-27T10:38:11.452" v="641" actId="11"/>
          <ac:spMkLst>
            <pc:docMk/>
            <pc:sldMk cId="332532683" sldId="533"/>
            <ac:spMk id="3" creationId="{428215F0-4871-B6FB-BC7D-A91D0649FE76}"/>
          </ac:spMkLst>
        </pc:spChg>
        <pc:spChg chg="add mod">
          <ac:chgData name="Ibrahim NIANG" userId="acdf7ece8d0764a7" providerId="LiveId" clId="{045B2FA4-8E02-4E3A-880A-591AC599A878}" dt="2024-12-04T15:04:51.807" v="2465" actId="404"/>
          <ac:spMkLst>
            <pc:docMk/>
            <pc:sldMk cId="332532683" sldId="533"/>
            <ac:spMk id="7" creationId="{4DB0E33E-36F3-ADE2-7B49-B7ADF3138CC4}"/>
          </ac:spMkLst>
        </pc:spChg>
        <pc:spChg chg="add mod">
          <ac:chgData name="Ibrahim NIANG" userId="acdf7ece8d0764a7" providerId="LiveId" clId="{045B2FA4-8E02-4E3A-880A-591AC599A878}" dt="2024-11-27T10:53:58.448" v="711" actId="14100"/>
          <ac:spMkLst>
            <pc:docMk/>
            <pc:sldMk cId="332532683" sldId="533"/>
            <ac:spMk id="9" creationId="{A7082302-9AC5-4D2D-8889-314E8D8F997C}"/>
          </ac:spMkLst>
        </pc:spChg>
        <pc:spChg chg="mod">
          <ac:chgData name="Ibrahim NIANG" userId="acdf7ece8d0764a7" providerId="LiveId" clId="{045B2FA4-8E02-4E3A-880A-591AC599A878}" dt="2024-11-27T10:38:20.398" v="656" actId="20577"/>
          <ac:spMkLst>
            <pc:docMk/>
            <pc:sldMk cId="332532683" sldId="533"/>
            <ac:spMk id="10" creationId="{1619BF8A-ECDA-32DF-76E3-9FD3B9A4C5BA}"/>
          </ac:spMkLst>
        </pc:spChg>
        <pc:spChg chg="add mod">
          <ac:chgData name="Ibrahim NIANG" userId="acdf7ece8d0764a7" providerId="LiveId" clId="{045B2FA4-8E02-4E3A-880A-591AC599A878}" dt="2024-11-27T10:56:49.850" v="748" actId="1076"/>
          <ac:spMkLst>
            <pc:docMk/>
            <pc:sldMk cId="332532683" sldId="533"/>
            <ac:spMk id="15" creationId="{6F485BDF-A0B7-C89A-00E1-6D845CFEB691}"/>
          </ac:spMkLst>
        </pc:spChg>
        <pc:spChg chg="add mod">
          <ac:chgData name="Ibrahim NIANG" userId="acdf7ece8d0764a7" providerId="LiveId" clId="{045B2FA4-8E02-4E3A-880A-591AC599A878}" dt="2024-11-27T11:00:13.982" v="789" actId="14100"/>
          <ac:spMkLst>
            <pc:docMk/>
            <pc:sldMk cId="332532683" sldId="533"/>
            <ac:spMk id="18" creationId="{BE070AEE-5CBD-E0F9-1876-56E54116D4C7}"/>
          </ac:spMkLst>
        </pc:spChg>
        <pc:spChg chg="add mod">
          <ac:chgData name="Ibrahim NIANG" userId="acdf7ece8d0764a7" providerId="LiveId" clId="{045B2FA4-8E02-4E3A-880A-591AC599A878}" dt="2024-11-27T11:01:02.945" v="798" actId="1076"/>
          <ac:spMkLst>
            <pc:docMk/>
            <pc:sldMk cId="332532683" sldId="533"/>
            <ac:spMk id="21" creationId="{0E9A2D88-5AE8-3433-1B77-5831AED48F3F}"/>
          </ac:spMkLst>
        </pc:spChg>
        <pc:picChg chg="add mod">
          <ac:chgData name="Ibrahim NIANG" userId="acdf7ece8d0764a7" providerId="LiveId" clId="{045B2FA4-8E02-4E3A-880A-591AC599A878}" dt="2024-11-27T11:00:59.775" v="797" actId="1076"/>
          <ac:picMkLst>
            <pc:docMk/>
            <pc:sldMk cId="332532683" sldId="533"/>
            <ac:picMk id="4098" creationId="{B4B7C9EB-AF8A-A6A1-5004-0003C91BC5AC}"/>
          </ac:picMkLst>
        </pc:picChg>
        <pc:picChg chg="add mod">
          <ac:chgData name="Ibrahim NIANG" userId="acdf7ece8d0764a7" providerId="LiveId" clId="{045B2FA4-8E02-4E3A-880A-591AC599A878}" dt="2024-11-27T11:02:36.634" v="805" actId="1076"/>
          <ac:picMkLst>
            <pc:docMk/>
            <pc:sldMk cId="332532683" sldId="533"/>
            <ac:picMk id="4100" creationId="{83CF597D-A838-B0FE-EA5A-F1235B545A31}"/>
          </ac:picMkLst>
        </pc:picChg>
        <pc:picChg chg="add mod">
          <ac:chgData name="Ibrahim NIANG" userId="acdf7ece8d0764a7" providerId="LiveId" clId="{045B2FA4-8E02-4E3A-880A-591AC599A878}" dt="2024-11-27T11:02:44.832" v="809" actId="14100"/>
          <ac:picMkLst>
            <pc:docMk/>
            <pc:sldMk cId="332532683" sldId="533"/>
            <ac:picMk id="4104" creationId="{57FCD8AE-344A-CCAD-EAEA-C14A8DA682B2}"/>
          </ac:picMkLst>
        </pc:picChg>
      </pc:sldChg>
      <pc:sldChg chg="del">
        <pc:chgData name="Ibrahim NIANG" userId="acdf7ece8d0764a7" providerId="LiveId" clId="{045B2FA4-8E02-4E3A-880A-591AC599A878}" dt="2024-11-27T09:54:32.412" v="93" actId="47"/>
        <pc:sldMkLst>
          <pc:docMk/>
          <pc:sldMk cId="3901145723" sldId="533"/>
        </pc:sldMkLst>
      </pc:sldChg>
      <pc:sldChg chg="modSp add del mod">
        <pc:chgData name="Ibrahim NIANG" userId="acdf7ece8d0764a7" providerId="LiveId" clId="{045B2FA4-8E02-4E3A-880A-591AC599A878}" dt="2024-11-27T11:34:38.317" v="1124" actId="47"/>
        <pc:sldMkLst>
          <pc:docMk/>
          <pc:sldMk cId="2344494057" sldId="534"/>
        </pc:sldMkLst>
      </pc:sldChg>
      <pc:sldChg chg="del">
        <pc:chgData name="Ibrahim NIANG" userId="acdf7ece8d0764a7" providerId="LiveId" clId="{045B2FA4-8E02-4E3A-880A-591AC599A878}" dt="2024-11-27T09:54:32.215" v="92" actId="47"/>
        <pc:sldMkLst>
          <pc:docMk/>
          <pc:sldMk cId="4150777963" sldId="534"/>
        </pc:sldMkLst>
      </pc:sldChg>
      <pc:sldChg chg="modSp add del mod">
        <pc:chgData name="Ibrahim NIANG" userId="acdf7ece8d0764a7" providerId="LiveId" clId="{045B2FA4-8E02-4E3A-880A-591AC599A878}" dt="2024-12-10T14:44:00.512" v="3456" actId="47"/>
        <pc:sldMkLst>
          <pc:docMk/>
          <pc:sldMk cId="27414267" sldId="535"/>
        </pc:sldMkLst>
      </pc:sldChg>
      <pc:sldChg chg="del">
        <pc:chgData name="Ibrahim NIANG" userId="acdf7ece8d0764a7" providerId="LiveId" clId="{045B2FA4-8E02-4E3A-880A-591AC599A878}" dt="2024-11-27T09:54:31.762" v="91" actId="47"/>
        <pc:sldMkLst>
          <pc:docMk/>
          <pc:sldMk cId="3482664428" sldId="535"/>
        </pc:sldMkLst>
      </pc:sldChg>
      <pc:sldChg chg="del">
        <pc:chgData name="Ibrahim NIANG" userId="acdf7ece8d0764a7" providerId="LiveId" clId="{045B2FA4-8E02-4E3A-880A-591AC599A878}" dt="2024-11-27T09:54:17.632" v="36" actId="47"/>
        <pc:sldMkLst>
          <pc:docMk/>
          <pc:sldMk cId="377305923" sldId="536"/>
        </pc:sldMkLst>
      </pc:sldChg>
      <pc:sldChg chg="modSp add del mod">
        <pc:chgData name="Ibrahim NIANG" userId="acdf7ece8d0764a7" providerId="LiveId" clId="{045B2FA4-8E02-4E3A-880A-591AC599A878}" dt="2024-12-10T14:44:02.545" v="3457" actId="47"/>
        <pc:sldMkLst>
          <pc:docMk/>
          <pc:sldMk cId="4169898629" sldId="536"/>
        </pc:sldMkLst>
      </pc:sldChg>
      <pc:sldChg chg="addSp delSp modSp add mod">
        <pc:chgData name="Ibrahim NIANG" userId="acdf7ece8d0764a7" providerId="LiveId" clId="{045B2FA4-8E02-4E3A-880A-591AC599A878}" dt="2024-12-11T12:34:01.837" v="4320" actId="1076"/>
        <pc:sldMkLst>
          <pc:docMk/>
          <pc:sldMk cId="2506136229" sldId="537"/>
        </pc:sldMkLst>
        <pc:spChg chg="add mod">
          <ac:chgData name="Ibrahim NIANG" userId="acdf7ece8d0764a7" providerId="LiveId" clId="{045B2FA4-8E02-4E3A-880A-591AC599A878}" dt="2024-12-11T12:05:51.075" v="4284" actId="1076"/>
          <ac:spMkLst>
            <pc:docMk/>
            <pc:sldMk cId="2506136229" sldId="537"/>
            <ac:spMk id="4" creationId="{447DEB3C-BD0B-CE42-276C-27937484209A}"/>
          </ac:spMkLst>
        </pc:spChg>
        <pc:spChg chg="add mod">
          <ac:chgData name="Ibrahim NIANG" userId="acdf7ece8d0764a7" providerId="LiveId" clId="{045B2FA4-8E02-4E3A-880A-591AC599A878}" dt="2024-12-11T12:05:44.276" v="4280" actId="1076"/>
          <ac:spMkLst>
            <pc:docMk/>
            <pc:sldMk cId="2506136229" sldId="537"/>
            <ac:spMk id="9" creationId="{4D53B1C4-31F0-ED32-0E08-56560710F25D}"/>
          </ac:spMkLst>
        </pc:spChg>
        <pc:spChg chg="mod">
          <ac:chgData name="Ibrahim NIANG" userId="acdf7ece8d0764a7" providerId="LiveId" clId="{045B2FA4-8E02-4E3A-880A-591AC599A878}" dt="2024-12-11T12:05:46.157" v="4281" actId="1076"/>
          <ac:spMkLst>
            <pc:docMk/>
            <pc:sldMk cId="2506136229" sldId="537"/>
            <ac:spMk id="10" creationId="{0C114169-4236-168E-D476-F8EDBA7F1989}"/>
          </ac:spMkLst>
        </pc:spChg>
        <pc:picChg chg="add mod">
          <ac:chgData name="Ibrahim NIANG" userId="acdf7ece8d0764a7" providerId="LiveId" clId="{045B2FA4-8E02-4E3A-880A-591AC599A878}" dt="2024-12-11T12:08:06.700" v="4301" actId="1076"/>
          <ac:picMkLst>
            <pc:docMk/>
            <pc:sldMk cId="2506136229" sldId="537"/>
            <ac:picMk id="11" creationId="{DEE73122-965F-3061-E5F1-7A7FE2730EB7}"/>
          </ac:picMkLst>
        </pc:picChg>
        <pc:picChg chg="add mod">
          <ac:chgData name="Ibrahim NIANG" userId="acdf7ece8d0764a7" providerId="LiveId" clId="{045B2FA4-8E02-4E3A-880A-591AC599A878}" dt="2024-12-11T12:09:02.266" v="4303" actId="1076"/>
          <ac:picMkLst>
            <pc:docMk/>
            <pc:sldMk cId="2506136229" sldId="537"/>
            <ac:picMk id="12" creationId="{B54342F2-8AE8-ADD5-3747-E10365C0F576}"/>
          </ac:picMkLst>
        </pc:picChg>
        <pc:picChg chg="add mod">
          <ac:chgData name="Ibrahim NIANG" userId="acdf7ece8d0764a7" providerId="LiveId" clId="{045B2FA4-8E02-4E3A-880A-591AC599A878}" dt="2024-12-11T12:09:07.509" v="4306" actId="1076"/>
          <ac:picMkLst>
            <pc:docMk/>
            <pc:sldMk cId="2506136229" sldId="537"/>
            <ac:picMk id="14" creationId="{82DA1524-3B42-3D2B-A817-9DFBC1DB9692}"/>
          </ac:picMkLst>
        </pc:picChg>
        <pc:picChg chg="add mod">
          <ac:chgData name="Ibrahim NIANG" userId="acdf7ece8d0764a7" providerId="LiveId" clId="{045B2FA4-8E02-4E3A-880A-591AC599A878}" dt="2024-12-11T12:34:01.837" v="4320" actId="1076"/>
          <ac:picMkLst>
            <pc:docMk/>
            <pc:sldMk cId="2506136229" sldId="537"/>
            <ac:picMk id="15" creationId="{6032E764-5436-7A20-C070-8E9D6386F175}"/>
          </ac:picMkLst>
        </pc:picChg>
      </pc:sldChg>
      <pc:sldChg chg="addSp delSp modSp add mod ord">
        <pc:chgData name="Ibrahim NIANG" userId="acdf7ece8d0764a7" providerId="LiveId" clId="{045B2FA4-8E02-4E3A-880A-591AC599A878}" dt="2024-11-27T11:06:49.712" v="821" actId="478"/>
        <pc:sldMkLst>
          <pc:docMk/>
          <pc:sldMk cId="588740316" sldId="538"/>
        </pc:sldMkLst>
        <pc:spChg chg="add mod">
          <ac:chgData name="Ibrahim NIANG" userId="acdf7ece8d0764a7" providerId="LiveId" clId="{045B2FA4-8E02-4E3A-880A-591AC599A878}" dt="2024-11-27T11:00:10.427" v="788" actId="14100"/>
          <ac:spMkLst>
            <pc:docMk/>
            <pc:sldMk cId="588740316" sldId="538"/>
            <ac:spMk id="7" creationId="{2CFCD93D-1DF8-62FB-739D-1954501866C6}"/>
          </ac:spMkLst>
        </pc:spChg>
        <pc:spChg chg="add mod">
          <ac:chgData name="Ibrahim NIANG" userId="acdf7ece8d0764a7" providerId="LiveId" clId="{045B2FA4-8E02-4E3A-880A-591AC599A878}" dt="2024-11-27T11:06:45.249" v="820" actId="1076"/>
          <ac:spMkLst>
            <pc:docMk/>
            <pc:sldMk cId="588740316" sldId="538"/>
            <ac:spMk id="16" creationId="{BAC4E2CD-3F8C-942C-1E8B-1810171E2DF2}"/>
          </ac:spMkLst>
        </pc:spChg>
        <pc:picChg chg="add mod">
          <ac:chgData name="Ibrahim NIANG" userId="acdf7ece8d0764a7" providerId="LiveId" clId="{045B2FA4-8E02-4E3A-880A-591AC599A878}" dt="2024-11-27T11:05:22.183" v="814" actId="1076"/>
          <ac:picMkLst>
            <pc:docMk/>
            <pc:sldMk cId="588740316" sldId="538"/>
            <ac:picMk id="13" creationId="{6BDE9021-1E36-7568-F7B5-AE383145AE52}"/>
          </ac:picMkLst>
        </pc:picChg>
        <pc:picChg chg="add mod">
          <ac:chgData name="Ibrahim NIANG" userId="acdf7ece8d0764a7" providerId="LiveId" clId="{045B2FA4-8E02-4E3A-880A-591AC599A878}" dt="2024-11-27T10:59:34.892" v="782" actId="1076"/>
          <ac:picMkLst>
            <pc:docMk/>
            <pc:sldMk cId="588740316" sldId="538"/>
            <ac:picMk id="5124" creationId="{4D7B3C35-9CC1-63B7-7317-5DF819E6B4F2}"/>
          </ac:picMkLst>
        </pc:picChg>
        <pc:picChg chg="add mod">
          <ac:chgData name="Ibrahim NIANG" userId="acdf7ece8d0764a7" providerId="LiveId" clId="{045B2FA4-8E02-4E3A-880A-591AC599A878}" dt="2024-11-27T11:00:08.483" v="787" actId="14100"/>
          <ac:picMkLst>
            <pc:docMk/>
            <pc:sldMk cId="588740316" sldId="538"/>
            <ac:picMk id="5126" creationId="{96B51B92-3FCB-1E2E-719B-7CCE411A3B23}"/>
          </ac:picMkLst>
        </pc:picChg>
      </pc:sldChg>
      <pc:sldChg chg="del">
        <pc:chgData name="Ibrahim NIANG" userId="acdf7ece8d0764a7" providerId="LiveId" clId="{045B2FA4-8E02-4E3A-880A-591AC599A878}" dt="2024-11-27T09:54:24.592" v="67" actId="47"/>
        <pc:sldMkLst>
          <pc:docMk/>
          <pc:sldMk cId="3968391175" sldId="538"/>
        </pc:sldMkLst>
      </pc:sldChg>
      <pc:sldChg chg="addSp delSp modSp add mod">
        <pc:chgData name="Ibrahim NIANG" userId="acdf7ece8d0764a7" providerId="LiveId" clId="{045B2FA4-8E02-4E3A-880A-591AC599A878}" dt="2024-11-27T11:09:04.198" v="848" actId="1076"/>
        <pc:sldMkLst>
          <pc:docMk/>
          <pc:sldMk cId="793449687" sldId="539"/>
        </pc:sldMkLst>
        <pc:spChg chg="add mod">
          <ac:chgData name="Ibrahim NIANG" userId="acdf7ece8d0764a7" providerId="LiveId" clId="{045B2FA4-8E02-4E3A-880A-591AC599A878}" dt="2024-11-27T11:09:04.198" v="848" actId="1076"/>
          <ac:spMkLst>
            <pc:docMk/>
            <pc:sldMk cId="793449687" sldId="539"/>
            <ac:spMk id="7" creationId="{2DBBEF99-991E-6564-3F88-BA68F3D97B6D}"/>
          </ac:spMkLst>
        </pc:spChg>
        <pc:picChg chg="add mod">
          <ac:chgData name="Ibrahim NIANG" userId="acdf7ece8d0764a7" providerId="LiveId" clId="{045B2FA4-8E02-4E3A-880A-591AC599A878}" dt="2024-11-27T11:08:39.593" v="842" actId="1076"/>
          <ac:picMkLst>
            <pc:docMk/>
            <pc:sldMk cId="793449687" sldId="539"/>
            <ac:picMk id="6146" creationId="{6B00D84A-222E-2E9D-00C5-7C8E64019440}"/>
          </ac:picMkLst>
        </pc:picChg>
        <pc:picChg chg="add mod">
          <ac:chgData name="Ibrahim NIANG" userId="acdf7ece8d0764a7" providerId="LiveId" clId="{045B2FA4-8E02-4E3A-880A-591AC599A878}" dt="2024-11-27T11:08:41.610" v="843" actId="1076"/>
          <ac:picMkLst>
            <pc:docMk/>
            <pc:sldMk cId="793449687" sldId="539"/>
            <ac:picMk id="6148" creationId="{3D19C242-B3D6-97EE-302F-50CECAFDBEE5}"/>
          </ac:picMkLst>
        </pc:picChg>
        <pc:picChg chg="add mod">
          <ac:chgData name="Ibrahim NIANG" userId="acdf7ece8d0764a7" providerId="LiveId" clId="{045B2FA4-8E02-4E3A-880A-591AC599A878}" dt="2024-11-27T11:09:00.914" v="847" actId="1076"/>
          <ac:picMkLst>
            <pc:docMk/>
            <pc:sldMk cId="793449687" sldId="539"/>
            <ac:picMk id="6150" creationId="{EAB6917E-8A6D-9819-E5AE-F1AAC18EC4A7}"/>
          </ac:picMkLst>
        </pc:picChg>
      </pc:sldChg>
      <pc:sldChg chg="del">
        <pc:chgData name="Ibrahim NIANG" userId="acdf7ece8d0764a7" providerId="LiveId" clId="{045B2FA4-8E02-4E3A-880A-591AC599A878}" dt="2024-11-27T09:54:31.168" v="90" actId="47"/>
        <pc:sldMkLst>
          <pc:docMk/>
          <pc:sldMk cId="819907114" sldId="539"/>
        </pc:sldMkLst>
      </pc:sldChg>
      <pc:sldChg chg="del">
        <pc:chgData name="Ibrahim NIANG" userId="acdf7ece8d0764a7" providerId="LiveId" clId="{045B2FA4-8E02-4E3A-880A-591AC599A878}" dt="2024-11-27T09:54:30.932" v="89" actId="47"/>
        <pc:sldMkLst>
          <pc:docMk/>
          <pc:sldMk cId="1794854875" sldId="540"/>
        </pc:sldMkLst>
      </pc:sldChg>
      <pc:sldChg chg="addSp delSp modSp add mod">
        <pc:chgData name="Ibrahim NIANG" userId="acdf7ece8d0764a7" providerId="LiveId" clId="{045B2FA4-8E02-4E3A-880A-591AC599A878}" dt="2024-11-27T11:09:43.563" v="862" actId="1076"/>
        <pc:sldMkLst>
          <pc:docMk/>
          <pc:sldMk cId="4218053407" sldId="540"/>
        </pc:sldMkLst>
        <pc:spChg chg="add mod">
          <ac:chgData name="Ibrahim NIANG" userId="acdf7ece8d0764a7" providerId="LiveId" clId="{045B2FA4-8E02-4E3A-880A-591AC599A878}" dt="2024-11-27T11:09:43.563" v="862" actId="1076"/>
          <ac:spMkLst>
            <pc:docMk/>
            <pc:sldMk cId="4218053407" sldId="540"/>
            <ac:spMk id="11" creationId="{0B88F2CB-2375-1FBE-2C84-7D5BBEC8A10B}"/>
          </ac:spMkLst>
        </pc:spChg>
      </pc:sldChg>
      <pc:sldChg chg="addSp delSp modSp add mod ord">
        <pc:chgData name="Ibrahim NIANG" userId="acdf7ece8d0764a7" providerId="LiveId" clId="{045B2FA4-8E02-4E3A-880A-591AC599A878}" dt="2024-12-10T12:50:41.020" v="3194" actId="1076"/>
        <pc:sldMkLst>
          <pc:docMk/>
          <pc:sldMk cId="335471028" sldId="541"/>
        </pc:sldMkLst>
        <pc:spChg chg="add mod">
          <ac:chgData name="Ibrahim NIANG" userId="acdf7ece8d0764a7" providerId="LiveId" clId="{045B2FA4-8E02-4E3A-880A-591AC599A878}" dt="2024-11-27T11:11:00.423" v="881" actId="113"/>
          <ac:spMkLst>
            <pc:docMk/>
            <pc:sldMk cId="335471028" sldId="541"/>
            <ac:spMk id="7" creationId="{D7F0222A-A0BA-EFA7-B875-5810A8973598}"/>
          </ac:spMkLst>
        </pc:spChg>
        <pc:spChg chg="mod">
          <ac:chgData name="Ibrahim NIANG" userId="acdf7ece8d0764a7" providerId="LiveId" clId="{045B2FA4-8E02-4E3A-880A-591AC599A878}" dt="2024-11-27T11:09:59.623" v="873" actId="20577"/>
          <ac:spMkLst>
            <pc:docMk/>
            <pc:sldMk cId="335471028" sldId="541"/>
            <ac:spMk id="10" creationId="{050783F7-E716-8B90-947D-9F56DCBCF874}"/>
          </ac:spMkLst>
        </pc:spChg>
        <pc:spChg chg="mod">
          <ac:chgData name="Ibrahim NIANG" userId="acdf7ece8d0764a7" providerId="LiveId" clId="{045B2FA4-8E02-4E3A-880A-591AC599A878}" dt="2024-11-27T11:30:16.389" v="1096" actId="207"/>
          <ac:spMkLst>
            <pc:docMk/>
            <pc:sldMk cId="335471028" sldId="541"/>
            <ac:spMk id="11" creationId="{082B17D2-A423-FB5B-7D4F-4A12EB6CD152}"/>
          </ac:spMkLst>
        </pc:spChg>
        <pc:spChg chg="add mod">
          <ac:chgData name="Ibrahim NIANG" userId="acdf7ece8d0764a7" providerId="LiveId" clId="{045B2FA4-8E02-4E3A-880A-591AC599A878}" dt="2024-12-10T12:50:41.020" v="3194" actId="1076"/>
          <ac:spMkLst>
            <pc:docMk/>
            <pc:sldMk cId="335471028" sldId="541"/>
            <ac:spMk id="12" creationId="{45F70932-724D-CAC5-FB39-79AF8407826E}"/>
          </ac:spMkLst>
        </pc:spChg>
        <pc:spChg chg="add mod">
          <ac:chgData name="Ibrahim NIANG" userId="acdf7ece8d0764a7" providerId="LiveId" clId="{045B2FA4-8E02-4E3A-880A-591AC599A878}" dt="2024-12-02T15:59:00.622" v="2400" actId="1076"/>
          <ac:spMkLst>
            <pc:docMk/>
            <pc:sldMk cId="335471028" sldId="541"/>
            <ac:spMk id="14" creationId="{9FA93F51-6594-59FF-7686-752D853B2F87}"/>
          </ac:spMkLst>
        </pc:spChg>
        <pc:picChg chg="add mod">
          <ac:chgData name="Ibrahim NIANG" userId="acdf7ece8d0764a7" providerId="LiveId" clId="{045B2FA4-8E02-4E3A-880A-591AC599A878}" dt="2024-12-02T15:59:02.573" v="2401" actId="14100"/>
          <ac:picMkLst>
            <pc:docMk/>
            <pc:sldMk cId="335471028" sldId="541"/>
            <ac:picMk id="9" creationId="{6E7A0FEF-F5E3-60EC-7102-10CE3DA71B98}"/>
          </ac:picMkLst>
        </pc:picChg>
        <pc:picChg chg="add mod">
          <ac:chgData name="Ibrahim NIANG" userId="acdf7ece8d0764a7" providerId="LiveId" clId="{045B2FA4-8E02-4E3A-880A-591AC599A878}" dt="2024-12-02T15:58:56.558" v="2398" actId="1076"/>
          <ac:picMkLst>
            <pc:docMk/>
            <pc:sldMk cId="335471028" sldId="541"/>
            <ac:picMk id="7178" creationId="{535F942F-4B80-482F-A28A-105B007D222B}"/>
          </ac:picMkLst>
        </pc:picChg>
        <pc:picChg chg="add mod">
          <ac:chgData name="Ibrahim NIANG" userId="acdf7ece8d0764a7" providerId="LiveId" clId="{045B2FA4-8E02-4E3A-880A-591AC599A878}" dt="2024-12-02T15:58:08.670" v="2385" actId="14100"/>
          <ac:picMkLst>
            <pc:docMk/>
            <pc:sldMk cId="335471028" sldId="541"/>
            <ac:picMk id="7182" creationId="{2AD9ABC1-F30B-1593-C4BA-02FDB8F9B185}"/>
          </ac:picMkLst>
        </pc:picChg>
        <pc:picChg chg="add mod">
          <ac:chgData name="Ibrahim NIANG" userId="acdf7ece8d0764a7" providerId="LiveId" clId="{045B2FA4-8E02-4E3A-880A-591AC599A878}" dt="2024-11-27T11:30:07.458" v="1094" actId="1076"/>
          <ac:picMkLst>
            <pc:docMk/>
            <pc:sldMk cId="335471028" sldId="541"/>
            <ac:picMk id="8196" creationId="{2C782F33-8235-1043-C68C-CABFA7FC1880}"/>
          </ac:picMkLst>
        </pc:picChg>
      </pc:sldChg>
      <pc:sldChg chg="del">
        <pc:chgData name="Ibrahim NIANG" userId="acdf7ece8d0764a7" providerId="LiveId" clId="{045B2FA4-8E02-4E3A-880A-591AC599A878}" dt="2024-11-27T09:54:30.657" v="88" actId="47"/>
        <pc:sldMkLst>
          <pc:docMk/>
          <pc:sldMk cId="2976753360" sldId="541"/>
        </pc:sldMkLst>
      </pc:sldChg>
      <pc:sldChg chg="del">
        <pc:chgData name="Ibrahim NIANG" userId="acdf7ece8d0764a7" providerId="LiveId" clId="{045B2FA4-8E02-4E3A-880A-591AC599A878}" dt="2024-11-27T09:54:24.362" v="66" actId="47"/>
        <pc:sldMkLst>
          <pc:docMk/>
          <pc:sldMk cId="1465071853" sldId="542"/>
        </pc:sldMkLst>
      </pc:sldChg>
      <pc:sldChg chg="modSp add mod ord">
        <pc:chgData name="Ibrahim NIANG" userId="acdf7ece8d0764a7" providerId="LiveId" clId="{045B2FA4-8E02-4E3A-880A-591AC599A878}" dt="2024-12-02T11:58:20.416" v="1877"/>
        <pc:sldMkLst>
          <pc:docMk/>
          <pc:sldMk cId="1608290632" sldId="542"/>
        </pc:sldMkLst>
        <pc:spChg chg="mod">
          <ac:chgData name="Ibrahim NIANG" userId="acdf7ece8d0764a7" providerId="LiveId" clId="{045B2FA4-8E02-4E3A-880A-591AC599A878}" dt="2024-11-27T11:18:52.912" v="946" actId="113"/>
          <ac:spMkLst>
            <pc:docMk/>
            <pc:sldMk cId="1608290632" sldId="542"/>
            <ac:spMk id="11" creationId="{2711EAD0-E8AC-06E1-D0D2-3FBAA1B261FC}"/>
          </ac:spMkLst>
        </pc:spChg>
      </pc:sldChg>
      <pc:sldChg chg="del">
        <pc:chgData name="Ibrahim NIANG" userId="acdf7ece8d0764a7" providerId="LiveId" clId="{045B2FA4-8E02-4E3A-880A-591AC599A878}" dt="2024-11-27T09:54:24.135" v="65" actId="47"/>
        <pc:sldMkLst>
          <pc:docMk/>
          <pc:sldMk cId="531521117" sldId="543"/>
        </pc:sldMkLst>
      </pc:sldChg>
      <pc:sldChg chg="addSp delSp modSp add mod">
        <pc:chgData name="Ibrahim NIANG" userId="acdf7ece8d0764a7" providerId="LiveId" clId="{045B2FA4-8E02-4E3A-880A-591AC599A878}" dt="2024-11-27T11:32:01.481" v="1100" actId="1076"/>
        <pc:sldMkLst>
          <pc:docMk/>
          <pc:sldMk cId="2654758930" sldId="543"/>
        </pc:sldMkLst>
        <pc:spChg chg="mod">
          <ac:chgData name="Ibrahim NIANG" userId="acdf7ece8d0764a7" providerId="LiveId" clId="{045B2FA4-8E02-4E3A-880A-591AC599A878}" dt="2024-11-27T11:30:23.761" v="1097" actId="207"/>
          <ac:spMkLst>
            <pc:docMk/>
            <pc:sldMk cId="2654758930" sldId="543"/>
            <ac:spMk id="11" creationId="{89088C0A-FB92-DF0C-9F69-10135DFCA580}"/>
          </ac:spMkLst>
        </pc:spChg>
        <pc:spChg chg="mod">
          <ac:chgData name="Ibrahim NIANG" userId="acdf7ece8d0764a7" providerId="LiveId" clId="{045B2FA4-8E02-4E3A-880A-591AC599A878}" dt="2024-11-27T11:25:57.994" v="1044" actId="1076"/>
          <ac:spMkLst>
            <pc:docMk/>
            <pc:sldMk cId="2654758930" sldId="543"/>
            <ac:spMk id="13" creationId="{61227378-2B8E-3278-9827-DBA7BCFC441C}"/>
          </ac:spMkLst>
        </pc:spChg>
        <pc:spChg chg="add mod">
          <ac:chgData name="Ibrahim NIANG" userId="acdf7ece8d0764a7" providerId="LiveId" clId="{045B2FA4-8E02-4E3A-880A-591AC599A878}" dt="2024-11-27T11:29:09.141" v="1089" actId="1076"/>
          <ac:spMkLst>
            <pc:docMk/>
            <pc:sldMk cId="2654758930" sldId="543"/>
            <ac:spMk id="14" creationId="{A989C042-6436-9DE7-052C-57DC449514BD}"/>
          </ac:spMkLst>
        </pc:spChg>
        <pc:picChg chg="add mod">
          <ac:chgData name="Ibrahim NIANG" userId="acdf7ece8d0764a7" providerId="LiveId" clId="{045B2FA4-8E02-4E3A-880A-591AC599A878}" dt="2024-11-27T11:32:01.481" v="1100" actId="1076"/>
          <ac:picMkLst>
            <pc:docMk/>
            <pc:sldMk cId="2654758930" sldId="543"/>
            <ac:picMk id="8202" creationId="{48E7E1C8-94BE-1D85-59D5-A03970776151}"/>
          </ac:picMkLst>
        </pc:picChg>
        <pc:picChg chg="add mod">
          <ac:chgData name="Ibrahim NIANG" userId="acdf7ece8d0764a7" providerId="LiveId" clId="{045B2FA4-8E02-4E3A-880A-591AC599A878}" dt="2024-11-27T11:31:59.414" v="1099" actId="1076"/>
          <ac:picMkLst>
            <pc:docMk/>
            <pc:sldMk cId="2654758930" sldId="543"/>
            <ac:picMk id="8204" creationId="{2BADFFA0-6EF4-8152-0690-73295B38FF62}"/>
          </ac:picMkLst>
        </pc:picChg>
      </pc:sldChg>
      <pc:sldChg chg="del">
        <pc:chgData name="Ibrahim NIANG" userId="acdf7ece8d0764a7" providerId="LiveId" clId="{045B2FA4-8E02-4E3A-880A-591AC599A878}" dt="2024-11-27T09:54:30.412" v="87" actId="47"/>
        <pc:sldMkLst>
          <pc:docMk/>
          <pc:sldMk cId="2233503616" sldId="544"/>
        </pc:sldMkLst>
      </pc:sldChg>
      <pc:sldChg chg="addSp delSp modSp add mod">
        <pc:chgData name="Ibrahim NIANG" userId="acdf7ece8d0764a7" providerId="LiveId" clId="{045B2FA4-8E02-4E3A-880A-591AC599A878}" dt="2024-11-27T11:34:28.797" v="1123" actId="1076"/>
        <pc:sldMkLst>
          <pc:docMk/>
          <pc:sldMk cId="2515387569" sldId="544"/>
        </pc:sldMkLst>
        <pc:spChg chg="mod">
          <ac:chgData name="Ibrahim NIANG" userId="acdf7ece8d0764a7" providerId="LiveId" clId="{045B2FA4-8E02-4E3A-880A-591AC599A878}" dt="2024-11-27T11:32:18.388" v="1103" actId="207"/>
          <ac:spMkLst>
            <pc:docMk/>
            <pc:sldMk cId="2515387569" sldId="544"/>
            <ac:spMk id="11" creationId="{1A589960-9E43-731F-AF71-212A1F830DD8}"/>
          </ac:spMkLst>
        </pc:spChg>
        <pc:spChg chg="add mod">
          <ac:chgData name="Ibrahim NIANG" userId="acdf7ece8d0764a7" providerId="LiveId" clId="{045B2FA4-8E02-4E3A-880A-591AC599A878}" dt="2024-11-27T11:34:28.797" v="1123" actId="1076"/>
          <ac:spMkLst>
            <pc:docMk/>
            <pc:sldMk cId="2515387569" sldId="544"/>
            <ac:spMk id="15" creationId="{61762E32-B187-C15A-BF7E-494878B087B3}"/>
          </ac:spMkLst>
        </pc:spChg>
        <pc:picChg chg="add mod">
          <ac:chgData name="Ibrahim NIANG" userId="acdf7ece8d0764a7" providerId="LiveId" clId="{045B2FA4-8E02-4E3A-880A-591AC599A878}" dt="2024-11-27T11:34:04.114" v="1113"/>
          <ac:picMkLst>
            <pc:docMk/>
            <pc:sldMk cId="2515387569" sldId="544"/>
            <ac:picMk id="9" creationId="{2BC7E2B3-D698-EEE7-D046-F3537261EFDD}"/>
          </ac:picMkLst>
        </pc:picChg>
        <pc:picChg chg="add mod">
          <ac:chgData name="Ibrahim NIANG" userId="acdf7ece8d0764a7" providerId="LiveId" clId="{045B2FA4-8E02-4E3A-880A-591AC599A878}" dt="2024-11-27T11:33:06.746" v="1106" actId="1076"/>
          <ac:picMkLst>
            <pc:docMk/>
            <pc:sldMk cId="2515387569" sldId="544"/>
            <ac:picMk id="9218" creationId="{880E5D33-EDF7-3477-D54F-E117D75C506B}"/>
          </ac:picMkLst>
        </pc:picChg>
      </pc:sldChg>
      <pc:sldChg chg="addSp delSp modSp add mod">
        <pc:chgData name="Ibrahim NIANG" userId="acdf7ece8d0764a7" providerId="LiveId" clId="{045B2FA4-8E02-4E3A-880A-591AC599A878}" dt="2024-11-27T11:40:27.425" v="1161" actId="1076"/>
        <pc:sldMkLst>
          <pc:docMk/>
          <pc:sldMk cId="1018174966" sldId="545"/>
        </pc:sldMkLst>
        <pc:spChg chg="add mod">
          <ac:chgData name="Ibrahim NIANG" userId="acdf7ece8d0764a7" providerId="LiveId" clId="{045B2FA4-8E02-4E3A-880A-591AC599A878}" dt="2024-11-27T11:36:16.537" v="1135" actId="115"/>
          <ac:spMkLst>
            <pc:docMk/>
            <pc:sldMk cId="1018174966" sldId="545"/>
            <ac:spMk id="4" creationId="{A3CAE8E2-52A3-1047-EED4-01306237249F}"/>
          </ac:spMkLst>
        </pc:spChg>
        <pc:picChg chg="add mod">
          <ac:chgData name="Ibrahim NIANG" userId="acdf7ece8d0764a7" providerId="LiveId" clId="{045B2FA4-8E02-4E3A-880A-591AC599A878}" dt="2024-11-27T11:40:06.918" v="1155" actId="1076"/>
          <ac:picMkLst>
            <pc:docMk/>
            <pc:sldMk cId="1018174966" sldId="545"/>
            <ac:picMk id="11266" creationId="{67454E24-242A-07E7-92A9-EC1E96FDE1B7}"/>
          </ac:picMkLst>
        </pc:picChg>
        <pc:picChg chg="add mod">
          <ac:chgData name="Ibrahim NIANG" userId="acdf7ece8d0764a7" providerId="LiveId" clId="{045B2FA4-8E02-4E3A-880A-591AC599A878}" dt="2024-11-27T11:40:10.968" v="1157" actId="1076"/>
          <ac:picMkLst>
            <pc:docMk/>
            <pc:sldMk cId="1018174966" sldId="545"/>
            <ac:picMk id="11268" creationId="{66C55BD0-993A-99B5-F8D4-FA1343A5E845}"/>
          </ac:picMkLst>
        </pc:picChg>
        <pc:picChg chg="add mod">
          <ac:chgData name="Ibrahim NIANG" userId="acdf7ece8d0764a7" providerId="LiveId" clId="{045B2FA4-8E02-4E3A-880A-591AC599A878}" dt="2024-11-27T11:40:27.425" v="1161" actId="1076"/>
          <ac:picMkLst>
            <pc:docMk/>
            <pc:sldMk cId="1018174966" sldId="545"/>
            <ac:picMk id="11270" creationId="{225625C8-6467-04BE-4253-6F405ADA8491}"/>
          </ac:picMkLst>
        </pc:picChg>
      </pc:sldChg>
      <pc:sldChg chg="del">
        <pc:chgData name="Ibrahim NIANG" userId="acdf7ece8d0764a7" providerId="LiveId" clId="{045B2FA4-8E02-4E3A-880A-591AC599A878}" dt="2024-11-27T09:54:28.920" v="81" actId="47"/>
        <pc:sldMkLst>
          <pc:docMk/>
          <pc:sldMk cId="974544387" sldId="546"/>
        </pc:sldMkLst>
      </pc:sldChg>
      <pc:sldChg chg="addSp delSp modSp add mod ord">
        <pc:chgData name="Ibrahim NIANG" userId="acdf7ece8d0764a7" providerId="LiveId" clId="{045B2FA4-8E02-4E3A-880A-591AC599A878}" dt="2024-12-02T11:58:17.127" v="1875"/>
        <pc:sldMkLst>
          <pc:docMk/>
          <pc:sldMk cId="1128212899" sldId="546"/>
        </pc:sldMkLst>
        <pc:spChg chg="add mod">
          <ac:chgData name="Ibrahim NIANG" userId="acdf7ece8d0764a7" providerId="LiveId" clId="{045B2FA4-8E02-4E3A-880A-591AC599A878}" dt="2024-11-27T11:38:19.007" v="1149" actId="1076"/>
          <ac:spMkLst>
            <pc:docMk/>
            <pc:sldMk cId="1128212899" sldId="546"/>
            <ac:spMk id="9" creationId="{8B8B6FC4-D723-81FC-CA3D-6451FE086FBE}"/>
          </ac:spMkLst>
        </pc:spChg>
        <pc:spChg chg="mod">
          <ac:chgData name="Ibrahim NIANG" userId="acdf7ece8d0764a7" providerId="LiveId" clId="{045B2FA4-8E02-4E3A-880A-591AC599A878}" dt="2024-12-02T10:34:45.399" v="1385" actId="20577"/>
          <ac:spMkLst>
            <pc:docMk/>
            <pc:sldMk cId="1128212899" sldId="546"/>
            <ac:spMk id="11" creationId="{3E7CD5AE-0DCD-6CD0-1F43-C8B263BF84A3}"/>
          </ac:spMkLst>
        </pc:spChg>
        <pc:picChg chg="add mod">
          <ac:chgData name="Ibrahim NIANG" userId="acdf7ece8d0764a7" providerId="LiveId" clId="{045B2FA4-8E02-4E3A-880A-591AC599A878}" dt="2024-11-27T11:38:00.039" v="1141" actId="732"/>
          <ac:picMkLst>
            <pc:docMk/>
            <pc:sldMk cId="1128212899" sldId="546"/>
            <ac:picMk id="10242" creationId="{5E3A93DA-F750-D429-B2CF-5E1980DF5143}"/>
          </ac:picMkLst>
        </pc:picChg>
      </pc:sldChg>
      <pc:sldChg chg="addSp delSp modSp add mod">
        <pc:chgData name="Ibrahim NIANG" userId="acdf7ece8d0764a7" providerId="LiveId" clId="{045B2FA4-8E02-4E3A-880A-591AC599A878}" dt="2024-12-10T11:33:48.865" v="2942" actId="1076"/>
        <pc:sldMkLst>
          <pc:docMk/>
          <pc:sldMk cId="878455670" sldId="547"/>
        </pc:sldMkLst>
        <pc:spChg chg="mod">
          <ac:chgData name="Ibrahim NIANG" userId="acdf7ece8d0764a7" providerId="LiveId" clId="{045B2FA4-8E02-4E3A-880A-591AC599A878}" dt="2024-11-27T11:41:49.839" v="1176" actId="207"/>
          <ac:spMkLst>
            <pc:docMk/>
            <pc:sldMk cId="878455670" sldId="547"/>
            <ac:spMk id="4" creationId="{E50017C2-F04E-A354-40C9-53FE96E9FBE7}"/>
          </ac:spMkLst>
        </pc:spChg>
        <pc:spChg chg="add mod">
          <ac:chgData name="Ibrahim NIANG" userId="acdf7ece8d0764a7" providerId="LiveId" clId="{045B2FA4-8E02-4E3A-880A-591AC599A878}" dt="2024-12-10T11:31:03.884" v="2932" actId="404"/>
          <ac:spMkLst>
            <pc:docMk/>
            <pc:sldMk cId="878455670" sldId="547"/>
            <ac:spMk id="12" creationId="{B675EB40-67AF-F0F7-C006-9CEE11CBEBDB}"/>
          </ac:spMkLst>
        </pc:spChg>
        <pc:spChg chg="add mod">
          <ac:chgData name="Ibrahim NIANG" userId="acdf7ece8d0764a7" providerId="LiveId" clId="{045B2FA4-8E02-4E3A-880A-591AC599A878}" dt="2024-12-10T11:33:48.865" v="2942" actId="1076"/>
          <ac:spMkLst>
            <pc:docMk/>
            <pc:sldMk cId="878455670" sldId="547"/>
            <ac:spMk id="14" creationId="{CCEA1CCB-1FAA-5644-FB34-0E4962600C9E}"/>
          </ac:spMkLst>
        </pc:spChg>
        <pc:picChg chg="add mod">
          <ac:chgData name="Ibrahim NIANG" userId="acdf7ece8d0764a7" providerId="LiveId" clId="{045B2FA4-8E02-4E3A-880A-591AC599A878}" dt="2024-11-27T11:46:53.174" v="1192" actId="1076"/>
          <ac:picMkLst>
            <pc:docMk/>
            <pc:sldMk cId="878455670" sldId="547"/>
            <ac:picMk id="11" creationId="{842B2CEA-5EB3-3442-3E38-E98E9E7828A6}"/>
          </ac:picMkLst>
        </pc:picChg>
        <pc:picChg chg="add mod">
          <ac:chgData name="Ibrahim NIANG" userId="acdf7ece8d0764a7" providerId="LiveId" clId="{045B2FA4-8E02-4E3A-880A-591AC599A878}" dt="2024-11-27T11:42:38.695" v="1181" actId="14100"/>
          <ac:picMkLst>
            <pc:docMk/>
            <pc:sldMk cId="878455670" sldId="547"/>
            <ac:picMk id="12292" creationId="{9FB2A0C8-6294-219A-B6E7-80CE42C50A62}"/>
          </ac:picMkLst>
        </pc:picChg>
        <pc:picChg chg="add mod">
          <ac:chgData name="Ibrahim NIANG" userId="acdf7ece8d0764a7" providerId="LiveId" clId="{045B2FA4-8E02-4E3A-880A-591AC599A878}" dt="2024-12-10T11:33:35.358" v="2935" actId="1076"/>
          <ac:picMkLst>
            <pc:docMk/>
            <pc:sldMk cId="878455670" sldId="547"/>
            <ac:picMk id="12294" creationId="{35E8EBAC-2480-6627-3ABA-FBB7CE6DFCB5}"/>
          </ac:picMkLst>
        </pc:picChg>
      </pc:sldChg>
      <pc:sldChg chg="del">
        <pc:chgData name="Ibrahim NIANG" userId="acdf7ece8d0764a7" providerId="LiveId" clId="{045B2FA4-8E02-4E3A-880A-591AC599A878}" dt="2024-11-27T09:54:29.958" v="85" actId="47"/>
        <pc:sldMkLst>
          <pc:docMk/>
          <pc:sldMk cId="2511281477" sldId="547"/>
        </pc:sldMkLst>
      </pc:sldChg>
      <pc:sldChg chg="del">
        <pc:chgData name="Ibrahim NIANG" userId="acdf7ece8d0764a7" providerId="LiveId" clId="{045B2FA4-8E02-4E3A-880A-591AC599A878}" dt="2024-11-27T09:54:29.434" v="83" actId="47"/>
        <pc:sldMkLst>
          <pc:docMk/>
          <pc:sldMk cId="200079084" sldId="548"/>
        </pc:sldMkLst>
      </pc:sldChg>
      <pc:sldChg chg="addSp delSp modSp add mod">
        <pc:chgData name="Ibrahim NIANG" userId="acdf7ece8d0764a7" providerId="LiveId" clId="{045B2FA4-8E02-4E3A-880A-591AC599A878}" dt="2024-12-18T11:39:25.497" v="4594" actId="478"/>
        <pc:sldMkLst>
          <pc:docMk/>
          <pc:sldMk cId="1148852243" sldId="548"/>
        </pc:sldMkLst>
        <pc:spChg chg="mod">
          <ac:chgData name="Ibrahim NIANG" userId="acdf7ece8d0764a7" providerId="LiveId" clId="{045B2FA4-8E02-4E3A-880A-591AC599A878}" dt="2024-11-28T15:44:00.897" v="1212" actId="20577"/>
          <ac:spMkLst>
            <pc:docMk/>
            <pc:sldMk cId="1148852243" sldId="548"/>
            <ac:spMk id="3" creationId="{5B02D287-3285-A441-15CF-AC7F74FFBA6B}"/>
          </ac:spMkLst>
        </pc:spChg>
        <pc:spChg chg="add del mod">
          <ac:chgData name="Ibrahim NIANG" userId="acdf7ece8d0764a7" providerId="LiveId" clId="{045B2FA4-8E02-4E3A-880A-591AC599A878}" dt="2024-12-18T11:39:25.497" v="4594" actId="478"/>
          <ac:spMkLst>
            <pc:docMk/>
            <pc:sldMk cId="1148852243" sldId="548"/>
            <ac:spMk id="7" creationId="{83E99836-3EB5-99A7-E5C2-57EEA7B3D75F}"/>
          </ac:spMkLst>
        </pc:spChg>
        <pc:picChg chg="add del mod">
          <ac:chgData name="Ibrahim NIANG" userId="acdf7ece8d0764a7" providerId="LiveId" clId="{045B2FA4-8E02-4E3A-880A-591AC599A878}" dt="2024-12-18T11:39:22.859" v="4593" actId="478"/>
          <ac:picMkLst>
            <pc:docMk/>
            <pc:sldMk cId="1148852243" sldId="548"/>
            <ac:picMk id="4098" creationId="{9FEAB977-F40F-4F32-9967-219CAE41DE00}"/>
          </ac:picMkLst>
        </pc:picChg>
      </pc:sldChg>
      <pc:sldChg chg="addSp delSp modSp add mod">
        <pc:chgData name="Ibrahim NIANG" userId="acdf7ece8d0764a7" providerId="LiveId" clId="{045B2FA4-8E02-4E3A-880A-591AC599A878}" dt="2024-12-02T10:54:27.433" v="1461" actId="1076"/>
        <pc:sldMkLst>
          <pc:docMk/>
          <pc:sldMk cId="1447454978" sldId="549"/>
        </pc:sldMkLst>
        <pc:spChg chg="add mod">
          <ac:chgData name="Ibrahim NIANG" userId="acdf7ece8d0764a7" providerId="LiveId" clId="{045B2FA4-8E02-4E3A-880A-591AC599A878}" dt="2024-12-02T10:47:00.136" v="1435" actId="1076"/>
          <ac:spMkLst>
            <pc:docMk/>
            <pc:sldMk cId="1447454978" sldId="549"/>
            <ac:spMk id="13" creationId="{620C56DB-3665-FFA7-9ED1-F1A19C5E4200}"/>
          </ac:spMkLst>
        </pc:spChg>
        <pc:spChg chg="add mod">
          <ac:chgData name="Ibrahim NIANG" userId="acdf7ece8d0764a7" providerId="LiveId" clId="{045B2FA4-8E02-4E3A-880A-591AC599A878}" dt="2024-12-02T10:46:54.439" v="1433" actId="1076"/>
          <ac:spMkLst>
            <pc:docMk/>
            <pc:sldMk cId="1447454978" sldId="549"/>
            <ac:spMk id="15" creationId="{A62129C8-404E-90AF-B625-21B409189423}"/>
          </ac:spMkLst>
        </pc:spChg>
        <pc:spChg chg="add mod">
          <ac:chgData name="Ibrahim NIANG" userId="acdf7ece8d0764a7" providerId="LiveId" clId="{045B2FA4-8E02-4E3A-880A-591AC599A878}" dt="2024-12-02T10:49:36.392" v="1450" actId="1076"/>
          <ac:spMkLst>
            <pc:docMk/>
            <pc:sldMk cId="1447454978" sldId="549"/>
            <ac:spMk id="17" creationId="{FF0F57C4-FC27-FD81-ECE4-FBF26D047447}"/>
          </ac:spMkLst>
        </pc:spChg>
        <pc:graphicFrameChg chg="add mod modGraphic">
          <ac:chgData name="Ibrahim NIANG" userId="acdf7ece8d0764a7" providerId="LiveId" clId="{045B2FA4-8E02-4E3A-880A-591AC599A878}" dt="2024-12-02T10:51:33.989" v="1452" actId="14100"/>
          <ac:graphicFrameMkLst>
            <pc:docMk/>
            <pc:sldMk cId="1447454978" sldId="549"/>
            <ac:graphicFrameMk id="4" creationId="{0F0E8271-D6A7-39B7-C5EA-2BF3DACE6A84}"/>
          </ac:graphicFrameMkLst>
        </pc:graphicFrameChg>
        <pc:picChg chg="add mod">
          <ac:chgData name="Ibrahim NIANG" userId="acdf7ece8d0764a7" providerId="LiveId" clId="{045B2FA4-8E02-4E3A-880A-591AC599A878}" dt="2024-12-02T10:54:27.433" v="1461" actId="1076"/>
          <ac:picMkLst>
            <pc:docMk/>
            <pc:sldMk cId="1447454978" sldId="549"/>
            <ac:picMk id="1026" creationId="{7F722A34-3465-7F38-E166-64EDC3E4D332}"/>
          </ac:picMkLst>
        </pc:picChg>
        <pc:picChg chg="add mod">
          <ac:chgData name="Ibrahim NIANG" userId="acdf7ece8d0764a7" providerId="LiveId" clId="{045B2FA4-8E02-4E3A-880A-591AC599A878}" dt="2024-12-02T10:54:26.472" v="1460" actId="1076"/>
          <ac:picMkLst>
            <pc:docMk/>
            <pc:sldMk cId="1447454978" sldId="549"/>
            <ac:picMk id="1028" creationId="{6B56EC98-FFB3-5D32-162E-D423C8E0EB25}"/>
          </ac:picMkLst>
        </pc:picChg>
      </pc:sldChg>
      <pc:sldChg chg="del">
        <pc:chgData name="Ibrahim NIANG" userId="acdf7ece8d0764a7" providerId="LiveId" clId="{045B2FA4-8E02-4E3A-880A-591AC599A878}" dt="2024-11-27T09:54:29.187" v="82" actId="47"/>
        <pc:sldMkLst>
          <pc:docMk/>
          <pc:sldMk cId="1703448516" sldId="549"/>
        </pc:sldMkLst>
      </pc:sldChg>
      <pc:sldChg chg="del">
        <pc:chgData name="Ibrahim NIANG" userId="acdf7ece8d0764a7" providerId="LiveId" clId="{045B2FA4-8E02-4E3A-880A-591AC599A878}" dt="2024-11-27T09:54:29.683" v="84" actId="47"/>
        <pc:sldMkLst>
          <pc:docMk/>
          <pc:sldMk cId="2340111284" sldId="550"/>
        </pc:sldMkLst>
      </pc:sldChg>
      <pc:sldChg chg="addSp delSp modSp add mod">
        <pc:chgData name="Ibrahim NIANG" userId="acdf7ece8d0764a7" providerId="LiveId" clId="{045B2FA4-8E02-4E3A-880A-591AC599A878}" dt="2024-12-02T11:42:42.120" v="1764" actId="1076"/>
        <pc:sldMkLst>
          <pc:docMk/>
          <pc:sldMk cId="2757666116" sldId="550"/>
        </pc:sldMkLst>
        <pc:spChg chg="mod">
          <ac:chgData name="Ibrahim NIANG" userId="acdf7ece8d0764a7" providerId="LiveId" clId="{045B2FA4-8E02-4E3A-880A-591AC599A878}" dt="2024-12-02T11:32:07.826" v="1667" actId="20577"/>
          <ac:spMkLst>
            <pc:docMk/>
            <pc:sldMk cId="2757666116" sldId="550"/>
            <ac:spMk id="10" creationId="{B8B915D6-33A3-36BF-16B0-8360DD1AB80B}"/>
          </ac:spMkLst>
        </pc:spChg>
        <pc:spChg chg="add mod">
          <ac:chgData name="Ibrahim NIANG" userId="acdf7ece8d0764a7" providerId="LiveId" clId="{045B2FA4-8E02-4E3A-880A-591AC599A878}" dt="2024-12-02T11:32:48.208" v="1691" actId="1076"/>
          <ac:spMkLst>
            <pc:docMk/>
            <pc:sldMk cId="2757666116" sldId="550"/>
            <ac:spMk id="11" creationId="{6FA1918C-8359-D1FA-C6B4-53A93AC360A8}"/>
          </ac:spMkLst>
        </pc:spChg>
        <pc:spChg chg="add mod">
          <ac:chgData name="Ibrahim NIANG" userId="acdf7ece8d0764a7" providerId="LiveId" clId="{045B2FA4-8E02-4E3A-880A-591AC599A878}" dt="2024-12-02T11:38:31.328" v="1750" actId="1076"/>
          <ac:spMkLst>
            <pc:docMk/>
            <pc:sldMk cId="2757666116" sldId="550"/>
            <ac:spMk id="15" creationId="{F3E92C8C-79E4-922A-0353-205AC7B27489}"/>
          </ac:spMkLst>
        </pc:spChg>
        <pc:picChg chg="add mod">
          <ac:chgData name="Ibrahim NIANG" userId="acdf7ece8d0764a7" providerId="LiveId" clId="{045B2FA4-8E02-4E3A-880A-591AC599A878}" dt="2024-12-02T11:41:16.529" v="1763" actId="1076"/>
          <ac:picMkLst>
            <pc:docMk/>
            <pc:sldMk cId="2757666116" sldId="550"/>
            <ac:picMk id="3076" creationId="{BBD0C1D6-BA7F-5EFA-49BF-D5ED6B89E469}"/>
          </ac:picMkLst>
        </pc:picChg>
        <pc:picChg chg="add mod">
          <ac:chgData name="Ibrahim NIANG" userId="acdf7ece8d0764a7" providerId="LiveId" clId="{045B2FA4-8E02-4E3A-880A-591AC599A878}" dt="2024-12-02T11:42:42.120" v="1764" actId="1076"/>
          <ac:picMkLst>
            <pc:docMk/>
            <pc:sldMk cId="2757666116" sldId="550"/>
            <ac:picMk id="3078" creationId="{8E2A2C59-0FFA-8B7B-A853-BD162135630E}"/>
          </ac:picMkLst>
        </pc:picChg>
        <pc:picChg chg="add mod">
          <ac:chgData name="Ibrahim NIANG" userId="acdf7ece8d0764a7" providerId="LiveId" clId="{045B2FA4-8E02-4E3A-880A-591AC599A878}" dt="2024-12-02T11:41:15.362" v="1762" actId="1076"/>
          <ac:picMkLst>
            <pc:docMk/>
            <pc:sldMk cId="2757666116" sldId="550"/>
            <ac:picMk id="3080" creationId="{2AF59429-8B2A-0420-771C-89784B4383E2}"/>
          </ac:picMkLst>
        </pc:picChg>
      </pc:sldChg>
      <pc:sldChg chg="add">
        <pc:chgData name="Ibrahim NIANG" userId="acdf7ece8d0764a7" providerId="LiveId" clId="{045B2FA4-8E02-4E3A-880A-591AC599A878}" dt="2024-12-02T11:03:12.577" v="1464" actId="2890"/>
        <pc:sldMkLst>
          <pc:docMk/>
          <pc:sldMk cId="9605939" sldId="551"/>
        </pc:sldMkLst>
      </pc:sldChg>
      <pc:sldChg chg="add del">
        <pc:chgData name="Ibrahim NIANG" userId="acdf7ece8d0764a7" providerId="LiveId" clId="{045B2FA4-8E02-4E3A-880A-591AC599A878}" dt="2024-12-02T11:02:55.637" v="1463" actId="2890"/>
        <pc:sldMkLst>
          <pc:docMk/>
          <pc:sldMk cId="448040783" sldId="551"/>
        </pc:sldMkLst>
      </pc:sldChg>
      <pc:sldChg chg="del">
        <pc:chgData name="Ibrahim NIANG" userId="acdf7ece8d0764a7" providerId="LiveId" clId="{045B2FA4-8E02-4E3A-880A-591AC599A878}" dt="2024-11-27T09:54:28.662" v="80" actId="47"/>
        <pc:sldMkLst>
          <pc:docMk/>
          <pc:sldMk cId="2081210618" sldId="551"/>
        </pc:sldMkLst>
      </pc:sldChg>
      <pc:sldChg chg="del">
        <pc:chgData name="Ibrahim NIANG" userId="acdf7ece8d0764a7" providerId="LiveId" clId="{045B2FA4-8E02-4E3A-880A-591AC599A878}" dt="2024-11-27T09:54:28.431" v="79" actId="47"/>
        <pc:sldMkLst>
          <pc:docMk/>
          <pc:sldMk cId="1413211029" sldId="552"/>
        </pc:sldMkLst>
      </pc:sldChg>
      <pc:sldChg chg="addSp delSp modSp add mod">
        <pc:chgData name="Ibrahim NIANG" userId="acdf7ece8d0764a7" providerId="LiveId" clId="{045B2FA4-8E02-4E3A-880A-591AC599A878}" dt="2024-12-02T11:48:15.626" v="1798" actId="14100"/>
        <pc:sldMkLst>
          <pc:docMk/>
          <pc:sldMk cId="3691671608" sldId="552"/>
        </pc:sldMkLst>
        <pc:spChg chg="add mod">
          <ac:chgData name="Ibrahim NIANG" userId="acdf7ece8d0764a7" providerId="LiveId" clId="{045B2FA4-8E02-4E3A-880A-591AC599A878}" dt="2024-12-02T11:16:06.378" v="1586" actId="1076"/>
          <ac:spMkLst>
            <pc:docMk/>
            <pc:sldMk cId="3691671608" sldId="552"/>
            <ac:spMk id="7" creationId="{11F5269E-A844-5016-A5BC-93438375A3B4}"/>
          </ac:spMkLst>
        </pc:spChg>
        <pc:spChg chg="mod">
          <ac:chgData name="Ibrahim NIANG" userId="acdf7ece8d0764a7" providerId="LiveId" clId="{045B2FA4-8E02-4E3A-880A-591AC599A878}" dt="2024-12-02T11:16:01.351" v="1585" actId="1076"/>
          <ac:spMkLst>
            <pc:docMk/>
            <pc:sldMk cId="3691671608" sldId="552"/>
            <ac:spMk id="10" creationId="{EBD81DBA-78D0-E681-8BED-92EEEB6F4CB6}"/>
          </ac:spMkLst>
        </pc:spChg>
        <pc:spChg chg="mod">
          <ac:chgData name="Ibrahim NIANG" userId="acdf7ece8d0764a7" providerId="LiveId" clId="{045B2FA4-8E02-4E3A-880A-591AC599A878}" dt="2024-12-02T11:16:09.894" v="1587" actId="1076"/>
          <ac:spMkLst>
            <pc:docMk/>
            <pc:sldMk cId="3691671608" sldId="552"/>
            <ac:spMk id="11" creationId="{06767369-3D3B-1BE5-6891-B4205BB2B7A8}"/>
          </ac:spMkLst>
        </pc:spChg>
        <pc:spChg chg="add mod">
          <ac:chgData name="Ibrahim NIANG" userId="acdf7ece8d0764a7" providerId="LiveId" clId="{045B2FA4-8E02-4E3A-880A-591AC599A878}" dt="2024-12-02T11:25:40.901" v="1614" actId="1076"/>
          <ac:spMkLst>
            <pc:docMk/>
            <pc:sldMk cId="3691671608" sldId="552"/>
            <ac:spMk id="16" creationId="{6B7D8C05-7839-7765-F80C-1F79B92CC7CC}"/>
          </ac:spMkLst>
        </pc:spChg>
        <pc:picChg chg="add mod">
          <ac:chgData name="Ibrahim NIANG" userId="acdf7ece8d0764a7" providerId="LiveId" clId="{045B2FA4-8E02-4E3A-880A-591AC599A878}" dt="2024-12-02T11:24:47.170" v="1606" actId="1076"/>
          <ac:picMkLst>
            <pc:docMk/>
            <pc:sldMk cId="3691671608" sldId="552"/>
            <ac:picMk id="13" creationId="{AA3865FB-0644-FA0B-8934-E8A4C602BFF7}"/>
          </ac:picMkLst>
        </pc:picChg>
        <pc:picChg chg="add mod">
          <ac:chgData name="Ibrahim NIANG" userId="acdf7ece8d0764a7" providerId="LiveId" clId="{045B2FA4-8E02-4E3A-880A-591AC599A878}" dt="2024-12-02T11:48:15.626" v="1798" actId="14100"/>
          <ac:picMkLst>
            <pc:docMk/>
            <pc:sldMk cId="3691671608" sldId="552"/>
            <ac:picMk id="18" creationId="{52EAE7CE-E5C4-D16D-D97B-F95EEE8A2A18}"/>
          </ac:picMkLst>
        </pc:picChg>
        <pc:picChg chg="add mod">
          <ac:chgData name="Ibrahim NIANG" userId="acdf7ece8d0764a7" providerId="LiveId" clId="{045B2FA4-8E02-4E3A-880A-591AC599A878}" dt="2024-12-02T11:48:12.997" v="1797" actId="1076"/>
          <ac:picMkLst>
            <pc:docMk/>
            <pc:sldMk cId="3691671608" sldId="552"/>
            <ac:picMk id="2050" creationId="{594E775B-2D0B-918B-70B1-0387E86B057D}"/>
          </ac:picMkLst>
        </pc:picChg>
      </pc:sldChg>
      <pc:sldChg chg="addSp delSp modSp add mod">
        <pc:chgData name="Ibrahim NIANG" userId="acdf7ece8d0764a7" providerId="LiveId" clId="{045B2FA4-8E02-4E3A-880A-591AC599A878}" dt="2024-12-02T11:52:55.924" v="1816" actId="1076"/>
        <pc:sldMkLst>
          <pc:docMk/>
          <pc:sldMk cId="1706998195" sldId="553"/>
        </pc:sldMkLst>
        <pc:spChg chg="add mod">
          <ac:chgData name="Ibrahim NIANG" userId="acdf7ece8d0764a7" providerId="LiveId" clId="{045B2FA4-8E02-4E3A-880A-591AC599A878}" dt="2024-12-02T11:52:55.924" v="1816" actId="1076"/>
          <ac:spMkLst>
            <pc:docMk/>
            <pc:sldMk cId="1706998195" sldId="553"/>
            <ac:spMk id="7" creationId="{D87DA426-0F2E-7555-CB36-0C60A2C4493F}"/>
          </ac:spMkLst>
        </pc:spChg>
        <pc:spChg chg="add mod">
          <ac:chgData name="Ibrahim NIANG" userId="acdf7ece8d0764a7" providerId="LiveId" clId="{045B2FA4-8E02-4E3A-880A-591AC599A878}" dt="2024-12-02T11:50:47.026" v="1815" actId="1076"/>
          <ac:spMkLst>
            <pc:docMk/>
            <pc:sldMk cId="1706998195" sldId="553"/>
            <ac:spMk id="14" creationId="{2882561F-C245-1B69-0642-40944E13CD30}"/>
          </ac:spMkLst>
        </pc:spChg>
        <pc:picChg chg="add mod">
          <ac:chgData name="Ibrahim NIANG" userId="acdf7ece8d0764a7" providerId="LiveId" clId="{045B2FA4-8E02-4E3A-880A-591AC599A878}" dt="2024-12-02T11:50:14.492" v="1804" actId="1076"/>
          <ac:picMkLst>
            <pc:docMk/>
            <pc:sldMk cId="1706998195" sldId="553"/>
            <ac:picMk id="12" creationId="{316198B8-510B-9A0E-1B81-B4BF2507E4FE}"/>
          </ac:picMkLst>
        </pc:picChg>
      </pc:sldChg>
      <pc:sldChg chg="del">
        <pc:chgData name="Ibrahim NIANG" userId="acdf7ece8d0764a7" providerId="LiveId" clId="{045B2FA4-8E02-4E3A-880A-591AC599A878}" dt="2024-11-27T09:54:28.192" v="78" actId="47"/>
        <pc:sldMkLst>
          <pc:docMk/>
          <pc:sldMk cId="4135655232" sldId="553"/>
        </pc:sldMkLst>
      </pc:sldChg>
      <pc:sldChg chg="addSp delSp modSp add mod">
        <pc:chgData name="Ibrahim NIANG" userId="acdf7ece8d0764a7" providerId="LiveId" clId="{045B2FA4-8E02-4E3A-880A-591AC599A878}" dt="2024-12-02T11:56:59.838" v="1873" actId="478"/>
        <pc:sldMkLst>
          <pc:docMk/>
          <pc:sldMk cId="2815870958" sldId="554"/>
        </pc:sldMkLst>
        <pc:spChg chg="add del">
          <ac:chgData name="Ibrahim NIANG" userId="acdf7ece8d0764a7" providerId="LiveId" clId="{045B2FA4-8E02-4E3A-880A-591AC599A878}" dt="2024-12-02T11:56:58.096" v="1871" actId="26606"/>
          <ac:spMkLst>
            <pc:docMk/>
            <pc:sldMk cId="2815870958" sldId="554"/>
            <ac:spMk id="7" creationId="{1460FB35-C518-3EC9-95EA-77A755E76709}"/>
          </ac:spMkLst>
        </pc:spChg>
        <pc:spChg chg="add mod">
          <ac:chgData name="Ibrahim NIANG" userId="acdf7ece8d0764a7" providerId="LiveId" clId="{045B2FA4-8E02-4E3A-880A-591AC599A878}" dt="2024-12-02T11:56:14.197" v="1863" actId="1076"/>
          <ac:spMkLst>
            <pc:docMk/>
            <pc:sldMk cId="2815870958" sldId="554"/>
            <ac:spMk id="9" creationId="{A5474788-94C5-9E49-43EE-CCCE6F0F904B}"/>
          </ac:spMkLst>
        </pc:spChg>
        <pc:spChg chg="add mod">
          <ac:chgData name="Ibrahim NIANG" userId="acdf7ece8d0764a7" providerId="LiveId" clId="{045B2FA4-8E02-4E3A-880A-591AC599A878}" dt="2024-12-02T11:56:06.978" v="1861" actId="1076"/>
          <ac:spMkLst>
            <pc:docMk/>
            <pc:sldMk cId="2815870958" sldId="554"/>
            <ac:spMk id="15" creationId="{6AE8C629-194D-4E89-004D-EF3EFBCFB601}"/>
          </ac:spMkLst>
        </pc:spChg>
        <pc:spChg chg="add mod">
          <ac:chgData name="Ibrahim NIANG" userId="acdf7ece8d0764a7" providerId="LiveId" clId="{045B2FA4-8E02-4E3A-880A-591AC599A878}" dt="2024-12-02T11:56:22.377" v="1866" actId="1076"/>
          <ac:spMkLst>
            <pc:docMk/>
            <pc:sldMk cId="2815870958" sldId="554"/>
            <ac:spMk id="17" creationId="{07757451-7432-5CBC-F174-129BCE2ACD5E}"/>
          </ac:spMkLst>
        </pc:spChg>
        <pc:picChg chg="add mod">
          <ac:chgData name="Ibrahim NIANG" userId="acdf7ece8d0764a7" providerId="LiveId" clId="{045B2FA4-8E02-4E3A-880A-591AC599A878}" dt="2024-12-02T11:54:58.477" v="1839" actId="1076"/>
          <ac:picMkLst>
            <pc:docMk/>
            <pc:sldMk cId="2815870958" sldId="554"/>
            <ac:picMk id="4098" creationId="{5B57E24F-DBB2-D4B1-5A6F-9882C32FD383}"/>
          </ac:picMkLst>
        </pc:picChg>
        <pc:picChg chg="add mod">
          <ac:chgData name="Ibrahim NIANG" userId="acdf7ece8d0764a7" providerId="LiveId" clId="{045B2FA4-8E02-4E3A-880A-591AC599A878}" dt="2024-12-02T11:54:56.071" v="1837" actId="1076"/>
          <ac:picMkLst>
            <pc:docMk/>
            <pc:sldMk cId="2815870958" sldId="554"/>
            <ac:picMk id="4100" creationId="{88CFD959-6B5C-D170-B281-9E72E864C49D}"/>
          </ac:picMkLst>
        </pc:picChg>
        <pc:picChg chg="add del mod">
          <ac:chgData name="Ibrahim NIANG" userId="acdf7ece8d0764a7" providerId="LiveId" clId="{045B2FA4-8E02-4E3A-880A-591AC599A878}" dt="2024-12-02T11:56:59.838" v="1873" actId="478"/>
          <ac:picMkLst>
            <pc:docMk/>
            <pc:sldMk cId="2815870958" sldId="554"/>
            <ac:picMk id="4102" creationId="{F8841925-4B39-7F04-C170-01B6CAE832CD}"/>
          </ac:picMkLst>
        </pc:picChg>
      </pc:sldChg>
      <pc:sldChg chg="del">
        <pc:chgData name="Ibrahim NIANG" userId="acdf7ece8d0764a7" providerId="LiveId" clId="{045B2FA4-8E02-4E3A-880A-591AC599A878}" dt="2024-11-27T09:54:27.964" v="77" actId="47"/>
        <pc:sldMkLst>
          <pc:docMk/>
          <pc:sldMk cId="3005910671" sldId="554"/>
        </pc:sldMkLst>
      </pc:sldChg>
      <pc:sldChg chg="del">
        <pc:chgData name="Ibrahim NIANG" userId="acdf7ece8d0764a7" providerId="LiveId" clId="{045B2FA4-8E02-4E3A-880A-591AC599A878}" dt="2024-11-27T09:54:27.222" v="76" actId="47"/>
        <pc:sldMkLst>
          <pc:docMk/>
          <pc:sldMk cId="3547184459" sldId="555"/>
        </pc:sldMkLst>
      </pc:sldChg>
      <pc:sldChg chg="addSp delSp modSp add mod">
        <pc:chgData name="Ibrahim NIANG" userId="acdf7ece8d0764a7" providerId="LiveId" clId="{045B2FA4-8E02-4E3A-880A-591AC599A878}" dt="2024-12-02T15:04:10.002" v="2006" actId="403"/>
        <pc:sldMkLst>
          <pc:docMk/>
          <pc:sldMk cId="4125423093" sldId="555"/>
        </pc:sldMkLst>
        <pc:spChg chg="add mod">
          <ac:chgData name="Ibrahim NIANG" userId="acdf7ece8d0764a7" providerId="LiveId" clId="{045B2FA4-8E02-4E3A-880A-591AC599A878}" dt="2024-12-02T14:59:11.858" v="1964" actId="1076"/>
          <ac:spMkLst>
            <pc:docMk/>
            <pc:sldMk cId="4125423093" sldId="555"/>
            <ac:spMk id="9" creationId="{F4A23DB8-BF7B-905F-DEB7-A9FDD6A1A667}"/>
          </ac:spMkLst>
        </pc:spChg>
        <pc:spChg chg="mod">
          <ac:chgData name="Ibrahim NIANG" userId="acdf7ece8d0764a7" providerId="LiveId" clId="{045B2FA4-8E02-4E3A-880A-591AC599A878}" dt="2024-12-02T14:59:04.018" v="1961" actId="1076"/>
          <ac:spMkLst>
            <pc:docMk/>
            <pc:sldMk cId="4125423093" sldId="555"/>
            <ac:spMk id="11" creationId="{6D46F992-53BA-211E-0CE8-351BE8734C31}"/>
          </ac:spMkLst>
        </pc:spChg>
        <pc:spChg chg="add mod">
          <ac:chgData name="Ibrahim NIANG" userId="acdf7ece8d0764a7" providerId="LiveId" clId="{045B2FA4-8E02-4E3A-880A-591AC599A878}" dt="2024-12-02T15:04:10.002" v="2006" actId="403"/>
          <ac:spMkLst>
            <pc:docMk/>
            <pc:sldMk cId="4125423093" sldId="555"/>
            <ac:spMk id="15" creationId="{46CF06BD-CCAA-FA29-63F1-06BB0FFFB1BF}"/>
          </ac:spMkLst>
        </pc:spChg>
        <pc:spChg chg="add mod">
          <ac:chgData name="Ibrahim NIANG" userId="acdf7ece8d0764a7" providerId="LiveId" clId="{045B2FA4-8E02-4E3A-880A-591AC599A878}" dt="2024-12-02T15:04:02.209" v="2004" actId="404"/>
          <ac:spMkLst>
            <pc:docMk/>
            <pc:sldMk cId="4125423093" sldId="555"/>
            <ac:spMk id="17" creationId="{FFA2408F-74F2-C0FC-4A95-89EDE401DD99}"/>
          </ac:spMkLst>
        </pc:spChg>
        <pc:picChg chg="add mod">
          <ac:chgData name="Ibrahim NIANG" userId="acdf7ece8d0764a7" providerId="LiveId" clId="{045B2FA4-8E02-4E3A-880A-591AC599A878}" dt="2024-12-02T15:03:03.130" v="1987" actId="1076"/>
          <ac:picMkLst>
            <pc:docMk/>
            <pc:sldMk cId="4125423093" sldId="555"/>
            <ac:picMk id="5126" creationId="{299B8898-4C08-D1FA-E27F-C24245871AA1}"/>
          </ac:picMkLst>
        </pc:picChg>
        <pc:picChg chg="add mod">
          <ac:chgData name="Ibrahim NIANG" userId="acdf7ece8d0764a7" providerId="LiveId" clId="{045B2FA4-8E02-4E3A-880A-591AC599A878}" dt="2024-12-02T15:03:40.298" v="1994" actId="1076"/>
          <ac:picMkLst>
            <pc:docMk/>
            <pc:sldMk cId="4125423093" sldId="555"/>
            <ac:picMk id="5128" creationId="{CB1CA37B-6E97-508B-E600-2431C36F2194}"/>
          </ac:picMkLst>
        </pc:picChg>
      </pc:sldChg>
      <pc:sldChg chg="del">
        <pc:chgData name="Ibrahim NIANG" userId="acdf7ece8d0764a7" providerId="LiveId" clId="{045B2FA4-8E02-4E3A-880A-591AC599A878}" dt="2024-11-27T09:54:26.883" v="75" actId="47"/>
        <pc:sldMkLst>
          <pc:docMk/>
          <pc:sldMk cId="1210054496" sldId="556"/>
        </pc:sldMkLst>
      </pc:sldChg>
      <pc:sldChg chg="addSp delSp modSp add mod ord">
        <pc:chgData name="Ibrahim NIANG" userId="acdf7ece8d0764a7" providerId="LiveId" clId="{045B2FA4-8E02-4E3A-880A-591AC599A878}" dt="2024-12-10T09:33:35.626" v="2909" actId="20577"/>
        <pc:sldMkLst>
          <pc:docMk/>
          <pc:sldMk cId="3934970365" sldId="556"/>
        </pc:sldMkLst>
        <pc:spChg chg="mod">
          <ac:chgData name="Ibrahim NIANG" userId="acdf7ece8d0764a7" providerId="LiveId" clId="{045B2FA4-8E02-4E3A-880A-591AC599A878}" dt="2024-12-02T15:27:36.019" v="2277" actId="1076"/>
          <ac:spMkLst>
            <pc:docMk/>
            <pc:sldMk cId="3934970365" sldId="556"/>
            <ac:spMk id="10" creationId="{AC771CB9-5A66-3440-8DF8-AF67D45EE3ED}"/>
          </ac:spMkLst>
        </pc:spChg>
        <pc:spChg chg="mod">
          <ac:chgData name="Ibrahim NIANG" userId="acdf7ece8d0764a7" providerId="LiveId" clId="{045B2FA4-8E02-4E3A-880A-591AC599A878}" dt="2024-12-02T15:27:37.916" v="2278" actId="1076"/>
          <ac:spMkLst>
            <pc:docMk/>
            <pc:sldMk cId="3934970365" sldId="556"/>
            <ac:spMk id="11" creationId="{27543C6C-BE23-98C9-A803-114C131A88BC}"/>
          </ac:spMkLst>
        </pc:spChg>
        <pc:spChg chg="add mod">
          <ac:chgData name="Ibrahim NIANG" userId="acdf7ece8d0764a7" providerId="LiveId" clId="{045B2FA4-8E02-4E3A-880A-591AC599A878}" dt="2024-12-10T09:33:35.626" v="2909" actId="20577"/>
          <ac:spMkLst>
            <pc:docMk/>
            <pc:sldMk cId="3934970365" sldId="556"/>
            <ac:spMk id="14" creationId="{42576CAF-8F86-AAD6-4C38-2FFD47B448C2}"/>
          </ac:spMkLst>
        </pc:spChg>
        <pc:spChg chg="add mod">
          <ac:chgData name="Ibrahim NIANG" userId="acdf7ece8d0764a7" providerId="LiveId" clId="{045B2FA4-8E02-4E3A-880A-591AC599A878}" dt="2024-12-02T15:27:44.705" v="2280" actId="1076"/>
          <ac:spMkLst>
            <pc:docMk/>
            <pc:sldMk cId="3934970365" sldId="556"/>
            <ac:spMk id="16" creationId="{4E0563C0-4066-7E33-5852-24F8049E8774}"/>
          </ac:spMkLst>
        </pc:spChg>
        <pc:spChg chg="add mod">
          <ac:chgData name="Ibrahim NIANG" userId="acdf7ece8d0764a7" providerId="LiveId" clId="{045B2FA4-8E02-4E3A-880A-591AC599A878}" dt="2024-12-02T15:27:47.576" v="2281" actId="1076"/>
          <ac:spMkLst>
            <pc:docMk/>
            <pc:sldMk cId="3934970365" sldId="556"/>
            <ac:spMk id="18" creationId="{B118C7A0-3DDB-EF5C-14C3-9DCD337E4475}"/>
          </ac:spMkLst>
        </pc:spChg>
        <pc:spChg chg="add mod">
          <ac:chgData name="Ibrahim NIANG" userId="acdf7ece8d0764a7" providerId="LiveId" clId="{045B2FA4-8E02-4E3A-880A-591AC599A878}" dt="2024-12-02T15:27:51.119" v="2282" actId="1076"/>
          <ac:spMkLst>
            <pc:docMk/>
            <pc:sldMk cId="3934970365" sldId="556"/>
            <ac:spMk id="20" creationId="{5D9FBF72-3CF1-D721-C1B8-098BBB33605C}"/>
          </ac:spMkLst>
        </pc:spChg>
        <pc:spChg chg="add mod">
          <ac:chgData name="Ibrahim NIANG" userId="acdf7ece8d0764a7" providerId="LiveId" clId="{045B2FA4-8E02-4E3A-880A-591AC599A878}" dt="2024-12-02T15:27:55.613" v="2283" actId="1076"/>
          <ac:spMkLst>
            <pc:docMk/>
            <pc:sldMk cId="3934970365" sldId="556"/>
            <ac:spMk id="22" creationId="{E44CDCD0-393A-C578-452A-737957549908}"/>
          </ac:spMkLst>
        </pc:spChg>
        <pc:spChg chg="add mod">
          <ac:chgData name="Ibrahim NIANG" userId="acdf7ece8d0764a7" providerId="LiveId" clId="{045B2FA4-8E02-4E3A-880A-591AC599A878}" dt="2024-12-02T15:29:37.838" v="2305" actId="20577"/>
          <ac:spMkLst>
            <pc:docMk/>
            <pc:sldMk cId="3934970365" sldId="556"/>
            <ac:spMk id="24" creationId="{9140C416-E13E-9543-8040-7BBA459C4EEB}"/>
          </ac:spMkLst>
        </pc:spChg>
        <pc:spChg chg="add mod">
          <ac:chgData name="Ibrahim NIANG" userId="acdf7ece8d0764a7" providerId="LiveId" clId="{045B2FA4-8E02-4E3A-880A-591AC599A878}" dt="2024-12-02T15:27:59.916" v="2285" actId="1076"/>
          <ac:spMkLst>
            <pc:docMk/>
            <pc:sldMk cId="3934970365" sldId="556"/>
            <ac:spMk id="26" creationId="{03E69741-87AD-1438-8EB9-60C1B58ADF88}"/>
          </ac:spMkLst>
        </pc:spChg>
        <pc:spChg chg="add mod">
          <ac:chgData name="Ibrahim NIANG" userId="acdf7ece8d0764a7" providerId="LiveId" clId="{045B2FA4-8E02-4E3A-880A-591AC599A878}" dt="2024-12-02T15:28:33.271" v="2299" actId="20577"/>
          <ac:spMkLst>
            <pc:docMk/>
            <pc:sldMk cId="3934970365" sldId="556"/>
            <ac:spMk id="28" creationId="{BE17195F-A2C5-A9F0-6156-30BB7A1CBD86}"/>
          </ac:spMkLst>
        </pc:spChg>
        <pc:spChg chg="add mod">
          <ac:chgData name="Ibrahim NIANG" userId="acdf7ece8d0764a7" providerId="LiveId" clId="{045B2FA4-8E02-4E3A-880A-591AC599A878}" dt="2024-12-02T15:30:39.270" v="2311" actId="1076"/>
          <ac:spMkLst>
            <pc:docMk/>
            <pc:sldMk cId="3934970365" sldId="556"/>
            <ac:spMk id="30" creationId="{FB1F8142-79A3-90AF-74F1-2D4CAB16D77D}"/>
          </ac:spMkLst>
        </pc:spChg>
      </pc:sldChg>
      <pc:sldChg chg="add del">
        <pc:chgData name="Ibrahim NIANG" userId="acdf7ece8d0764a7" providerId="LiveId" clId="{045B2FA4-8E02-4E3A-880A-591AC599A878}" dt="2024-12-02T16:04:35.168" v="2450" actId="2696"/>
        <pc:sldMkLst>
          <pc:docMk/>
          <pc:sldMk cId="121417656" sldId="557"/>
        </pc:sldMkLst>
      </pc:sldChg>
      <pc:sldChg chg="del">
        <pc:chgData name="Ibrahim NIANG" userId="acdf7ece8d0764a7" providerId="LiveId" clId="{045B2FA4-8E02-4E3A-880A-591AC599A878}" dt="2024-11-27T09:54:26.668" v="74" actId="47"/>
        <pc:sldMkLst>
          <pc:docMk/>
          <pc:sldMk cId="4220757500" sldId="557"/>
        </pc:sldMkLst>
      </pc:sldChg>
      <pc:sldChg chg="del">
        <pc:chgData name="Ibrahim NIANG" userId="acdf7ece8d0764a7" providerId="LiveId" clId="{045B2FA4-8E02-4E3A-880A-591AC599A878}" dt="2024-11-27T09:54:25.952" v="73" actId="47"/>
        <pc:sldMkLst>
          <pc:docMk/>
          <pc:sldMk cId="592659565" sldId="558"/>
        </pc:sldMkLst>
      </pc:sldChg>
      <pc:sldChg chg="addSp delSp modSp add mod ord modNotesTx">
        <pc:chgData name="Ibrahim NIANG" userId="acdf7ece8d0764a7" providerId="LiveId" clId="{045B2FA4-8E02-4E3A-880A-591AC599A878}" dt="2024-12-04T17:01:29.281" v="2473"/>
        <pc:sldMkLst>
          <pc:docMk/>
          <pc:sldMk cId="3720159896" sldId="558"/>
        </pc:sldMkLst>
        <pc:spChg chg="add mod">
          <ac:chgData name="Ibrahim NIANG" userId="acdf7ece8d0764a7" providerId="LiveId" clId="{045B2FA4-8E02-4E3A-880A-591AC599A878}" dt="2024-12-04T15:06:11.001" v="2469" actId="1076"/>
          <ac:spMkLst>
            <pc:docMk/>
            <pc:sldMk cId="3720159896" sldId="558"/>
            <ac:spMk id="7" creationId="{E8E5EB86-0043-4ED6-8472-9FBA93C6638E}"/>
          </ac:spMkLst>
        </pc:spChg>
        <pc:spChg chg="mod">
          <ac:chgData name="Ibrahim NIANG" userId="acdf7ece8d0764a7" providerId="LiveId" clId="{045B2FA4-8E02-4E3A-880A-591AC599A878}" dt="2024-12-03T15:47:38.731" v="2457" actId="20577"/>
          <ac:spMkLst>
            <pc:docMk/>
            <pc:sldMk cId="3720159896" sldId="558"/>
            <ac:spMk id="8" creationId="{F56C8BF5-F05E-C71C-B6F0-A880C4DDCAD1}"/>
          </ac:spMkLst>
        </pc:spChg>
        <pc:spChg chg="mod">
          <ac:chgData name="Ibrahim NIANG" userId="acdf7ece8d0764a7" providerId="LiveId" clId="{045B2FA4-8E02-4E3A-880A-591AC599A878}" dt="2024-12-02T15:33:13.966" v="2342" actId="20577"/>
          <ac:spMkLst>
            <pc:docMk/>
            <pc:sldMk cId="3720159896" sldId="558"/>
            <ac:spMk id="11" creationId="{7384CA01-36B2-3C66-44B9-93B1C12DEA51}"/>
          </ac:spMkLst>
        </pc:spChg>
        <pc:picChg chg="add mod">
          <ac:chgData name="Ibrahim NIANG" userId="acdf7ece8d0764a7" providerId="LiveId" clId="{045B2FA4-8E02-4E3A-880A-591AC599A878}" dt="2024-12-02T15:33:35.290" v="2349" actId="1076"/>
          <ac:picMkLst>
            <pc:docMk/>
            <pc:sldMk cId="3720159896" sldId="558"/>
            <ac:picMk id="6146" creationId="{35FD9F98-F1DC-2672-8E11-0A5E99521E2A}"/>
          </ac:picMkLst>
        </pc:picChg>
        <pc:picChg chg="add mod">
          <ac:chgData name="Ibrahim NIANG" userId="acdf7ece8d0764a7" providerId="LiveId" clId="{045B2FA4-8E02-4E3A-880A-591AC599A878}" dt="2024-12-04T15:05:35.809" v="2468" actId="1076"/>
          <ac:picMkLst>
            <pc:docMk/>
            <pc:sldMk cId="3720159896" sldId="558"/>
            <ac:picMk id="6148" creationId="{A742244D-2314-7C2E-E134-908639DDC3E9}"/>
          </ac:picMkLst>
        </pc:picChg>
        <pc:picChg chg="add mod">
          <ac:chgData name="Ibrahim NIANG" userId="acdf7ece8d0764a7" providerId="LiveId" clId="{045B2FA4-8E02-4E3A-880A-591AC599A878}" dt="2024-12-02T15:33:40.348" v="2352" actId="1076"/>
          <ac:picMkLst>
            <pc:docMk/>
            <pc:sldMk cId="3720159896" sldId="558"/>
            <ac:picMk id="6150" creationId="{B42FE075-F50B-9CF5-C1CA-FA502B4FF4B6}"/>
          </ac:picMkLst>
        </pc:picChg>
      </pc:sldChg>
      <pc:sldChg chg="del">
        <pc:chgData name="Ibrahim NIANG" userId="acdf7ece8d0764a7" providerId="LiveId" clId="{045B2FA4-8E02-4E3A-880A-591AC599A878}" dt="2024-11-27T09:54:25.729" v="72" actId="47"/>
        <pc:sldMkLst>
          <pc:docMk/>
          <pc:sldMk cId="675674695" sldId="559"/>
        </pc:sldMkLst>
      </pc:sldChg>
      <pc:sldChg chg="addSp delSp modSp add mod">
        <pc:chgData name="Ibrahim NIANG" userId="acdf7ece8d0764a7" providerId="LiveId" clId="{045B2FA4-8E02-4E3A-880A-591AC599A878}" dt="2024-12-03T15:49:34.941" v="2460" actId="1076"/>
        <pc:sldMkLst>
          <pc:docMk/>
          <pc:sldMk cId="1628904571" sldId="559"/>
        </pc:sldMkLst>
        <pc:spChg chg="add mod">
          <ac:chgData name="Ibrahim NIANG" userId="acdf7ece8d0764a7" providerId="LiveId" clId="{045B2FA4-8E02-4E3A-880A-591AC599A878}" dt="2024-12-03T15:49:34.941" v="2460" actId="1076"/>
          <ac:spMkLst>
            <pc:docMk/>
            <pc:sldMk cId="1628904571" sldId="559"/>
            <ac:spMk id="12" creationId="{ABCCB613-5520-4496-57F5-C3E18366C3E8}"/>
          </ac:spMkLst>
        </pc:spChg>
        <pc:spChg chg="mod">
          <ac:chgData name="Ibrahim NIANG" userId="acdf7ece8d0764a7" providerId="LiveId" clId="{045B2FA4-8E02-4E3A-880A-591AC599A878}" dt="2024-12-02T15:59:14.641" v="2408" actId="1076"/>
          <ac:spMkLst>
            <pc:docMk/>
            <pc:sldMk cId="1628904571" sldId="559"/>
            <ac:spMk id="16" creationId="{9FE8B595-2AEC-590C-37B0-DA442DC2318C}"/>
          </ac:spMkLst>
        </pc:spChg>
        <pc:picChg chg="mod">
          <ac:chgData name="Ibrahim NIANG" userId="acdf7ece8d0764a7" providerId="LiveId" clId="{045B2FA4-8E02-4E3A-880A-591AC599A878}" dt="2024-12-02T15:59:11.517" v="2407" actId="1076"/>
          <ac:picMkLst>
            <pc:docMk/>
            <pc:sldMk cId="1628904571" sldId="559"/>
            <ac:picMk id="9" creationId="{BAA53353-4150-E06B-5E15-EC4B73047B78}"/>
          </ac:picMkLst>
        </pc:picChg>
      </pc:sldChg>
      <pc:sldChg chg="addSp delSp modSp add mod">
        <pc:chgData name="Ibrahim NIANG" userId="acdf7ece8d0764a7" providerId="LiveId" clId="{045B2FA4-8E02-4E3A-880A-591AC599A878}" dt="2024-12-02T16:01:48.592" v="2421" actId="1076"/>
        <pc:sldMkLst>
          <pc:docMk/>
          <pc:sldMk cId="2197155409" sldId="560"/>
        </pc:sldMkLst>
        <pc:picChg chg="add mod">
          <ac:chgData name="Ibrahim NIANG" userId="acdf7ece8d0764a7" providerId="LiveId" clId="{045B2FA4-8E02-4E3A-880A-591AC599A878}" dt="2024-12-02T16:01:45.498" v="2419" actId="1076"/>
          <ac:picMkLst>
            <pc:docMk/>
            <pc:sldMk cId="2197155409" sldId="560"/>
            <ac:picMk id="14" creationId="{916C1384-071F-D12E-1EF7-209AE606FFC9}"/>
          </ac:picMkLst>
        </pc:picChg>
        <pc:picChg chg="add mod">
          <ac:chgData name="Ibrahim NIANG" userId="acdf7ece8d0764a7" providerId="LiveId" clId="{045B2FA4-8E02-4E3A-880A-591AC599A878}" dt="2024-12-02T16:01:48.592" v="2421" actId="1076"/>
          <ac:picMkLst>
            <pc:docMk/>
            <pc:sldMk cId="2197155409" sldId="560"/>
            <ac:picMk id="17" creationId="{FC733911-59E4-4B9D-23B3-67B01F32A847}"/>
          </ac:picMkLst>
        </pc:picChg>
      </pc:sldChg>
      <pc:sldChg chg="del">
        <pc:chgData name="Ibrahim NIANG" userId="acdf7ece8d0764a7" providerId="LiveId" clId="{045B2FA4-8E02-4E3A-880A-591AC599A878}" dt="2024-11-27T09:54:25.509" v="71" actId="47"/>
        <pc:sldMkLst>
          <pc:docMk/>
          <pc:sldMk cId="3149754995" sldId="560"/>
        </pc:sldMkLst>
      </pc:sldChg>
      <pc:sldChg chg="addSp delSp modSp add mod">
        <pc:chgData name="Ibrahim NIANG" userId="acdf7ece8d0764a7" providerId="LiveId" clId="{045B2FA4-8E02-4E3A-880A-591AC599A878}" dt="2024-12-02T16:02:58.142" v="2434" actId="1076"/>
        <pc:sldMkLst>
          <pc:docMk/>
          <pc:sldMk cId="1445575504" sldId="561"/>
        </pc:sldMkLst>
        <pc:spChg chg="add mod">
          <ac:chgData name="Ibrahim NIANG" userId="acdf7ece8d0764a7" providerId="LiveId" clId="{045B2FA4-8E02-4E3A-880A-591AC599A878}" dt="2024-12-02T16:02:58.142" v="2434" actId="1076"/>
          <ac:spMkLst>
            <pc:docMk/>
            <pc:sldMk cId="1445575504" sldId="561"/>
            <ac:spMk id="13" creationId="{A370F061-7782-B5FF-4763-7222DD1CBFF0}"/>
          </ac:spMkLst>
        </pc:spChg>
        <pc:picChg chg="add mod">
          <ac:chgData name="Ibrahim NIANG" userId="acdf7ece8d0764a7" providerId="LiveId" clId="{045B2FA4-8E02-4E3A-880A-591AC599A878}" dt="2024-12-02T16:02:34.718" v="2426" actId="1076"/>
          <ac:picMkLst>
            <pc:docMk/>
            <pc:sldMk cId="1445575504" sldId="561"/>
            <ac:picMk id="9" creationId="{9BA0B33F-FF84-2755-2F3E-BF0322A32039}"/>
          </ac:picMkLst>
        </pc:picChg>
      </pc:sldChg>
      <pc:sldChg chg="del">
        <pc:chgData name="Ibrahim NIANG" userId="acdf7ece8d0764a7" providerId="LiveId" clId="{045B2FA4-8E02-4E3A-880A-591AC599A878}" dt="2024-11-27T09:54:25.294" v="70" actId="47"/>
        <pc:sldMkLst>
          <pc:docMk/>
          <pc:sldMk cId="3986737361" sldId="561"/>
        </pc:sldMkLst>
      </pc:sldChg>
      <pc:sldChg chg="del">
        <pc:chgData name="Ibrahim NIANG" userId="acdf7ece8d0764a7" providerId="LiveId" clId="{045B2FA4-8E02-4E3A-880A-591AC599A878}" dt="2024-11-27T09:54:25.072" v="69" actId="47"/>
        <pc:sldMkLst>
          <pc:docMk/>
          <pc:sldMk cId="84676860" sldId="562"/>
        </pc:sldMkLst>
      </pc:sldChg>
      <pc:sldChg chg="addSp delSp modSp add mod">
        <pc:chgData name="Ibrahim NIANG" userId="acdf7ece8d0764a7" providerId="LiveId" clId="{045B2FA4-8E02-4E3A-880A-591AC599A878}" dt="2024-12-02T16:04:29.206" v="2449" actId="1076"/>
        <pc:sldMkLst>
          <pc:docMk/>
          <pc:sldMk cId="3446477868" sldId="562"/>
        </pc:sldMkLst>
        <pc:spChg chg="add mod">
          <ac:chgData name="Ibrahim NIANG" userId="acdf7ece8d0764a7" providerId="LiveId" clId="{045B2FA4-8E02-4E3A-880A-591AC599A878}" dt="2024-12-02T16:04:29.206" v="2449" actId="1076"/>
          <ac:spMkLst>
            <pc:docMk/>
            <pc:sldMk cId="3446477868" sldId="562"/>
            <ac:spMk id="17" creationId="{F60A977C-1209-241C-BDC2-3A7A4B6E9006}"/>
          </ac:spMkLst>
        </pc:spChg>
        <pc:picChg chg="add mod modCrop">
          <ac:chgData name="Ibrahim NIANG" userId="acdf7ece8d0764a7" providerId="LiveId" clId="{045B2FA4-8E02-4E3A-880A-591AC599A878}" dt="2024-12-02T16:03:58.205" v="2442" actId="1076"/>
          <ac:picMkLst>
            <pc:docMk/>
            <pc:sldMk cId="3446477868" sldId="562"/>
            <ac:picMk id="12" creationId="{8C73F190-305D-9E97-15DF-59B023AF53DF}"/>
          </ac:picMkLst>
        </pc:picChg>
        <pc:picChg chg="add mod">
          <ac:chgData name="Ibrahim NIANG" userId="acdf7ece8d0764a7" providerId="LiveId" clId="{045B2FA4-8E02-4E3A-880A-591AC599A878}" dt="2024-12-02T16:04:02.624" v="2444" actId="1076"/>
          <ac:picMkLst>
            <pc:docMk/>
            <pc:sldMk cId="3446477868" sldId="562"/>
            <ac:picMk id="15" creationId="{19A78581-E81F-D005-656A-97C2D9ABF096}"/>
          </ac:picMkLst>
        </pc:picChg>
      </pc:sldChg>
      <pc:sldChg chg="addSp delSp modSp add mod">
        <pc:chgData name="Ibrahim NIANG" userId="acdf7ece8d0764a7" providerId="LiveId" clId="{045B2FA4-8E02-4E3A-880A-591AC599A878}" dt="2024-12-10T11:27:08.440" v="2925" actId="20577"/>
        <pc:sldMkLst>
          <pc:docMk/>
          <pc:sldMk cId="556980880" sldId="563"/>
        </pc:sldMkLst>
        <pc:spChg chg="add mod">
          <ac:chgData name="Ibrahim NIANG" userId="acdf7ece8d0764a7" providerId="LiveId" clId="{045B2FA4-8E02-4E3A-880A-591AC599A878}" dt="2024-12-10T11:27:08.440" v="2925" actId="20577"/>
          <ac:spMkLst>
            <pc:docMk/>
            <pc:sldMk cId="556980880" sldId="563"/>
            <ac:spMk id="11" creationId="{5795E73D-7714-30FB-838E-0133BEFF103B}"/>
          </ac:spMkLst>
        </pc:spChg>
      </pc:sldChg>
      <pc:sldChg chg="del">
        <pc:chgData name="Ibrahim NIANG" userId="acdf7ece8d0764a7" providerId="LiveId" clId="{045B2FA4-8E02-4E3A-880A-591AC599A878}" dt="2024-11-27T09:54:24.848" v="68" actId="47"/>
        <pc:sldMkLst>
          <pc:docMk/>
          <pc:sldMk cId="1254654348" sldId="563"/>
        </pc:sldMkLst>
      </pc:sldChg>
      <pc:sldChg chg="addSp delSp modSp add mod">
        <pc:chgData name="Ibrahim NIANG" userId="acdf7ece8d0764a7" providerId="LiveId" clId="{045B2FA4-8E02-4E3A-880A-591AC599A878}" dt="2024-12-10T12:03:32.413" v="2998" actId="20577"/>
        <pc:sldMkLst>
          <pc:docMk/>
          <pc:sldMk cId="920968984" sldId="564"/>
        </pc:sldMkLst>
        <pc:spChg chg="mod">
          <ac:chgData name="Ibrahim NIANG" userId="acdf7ece8d0764a7" providerId="LiveId" clId="{045B2FA4-8E02-4E3A-880A-591AC599A878}" dt="2024-12-10T12:03:32.413" v="2998" actId="20577"/>
          <ac:spMkLst>
            <pc:docMk/>
            <pc:sldMk cId="920968984" sldId="564"/>
            <ac:spMk id="4" creationId="{3520F801-A60C-8D0B-1457-0609DB4113DA}"/>
          </ac:spMkLst>
        </pc:spChg>
        <pc:picChg chg="add mod">
          <ac:chgData name="Ibrahim NIANG" userId="acdf7ece8d0764a7" providerId="LiveId" clId="{045B2FA4-8E02-4E3A-880A-591AC599A878}" dt="2024-12-10T11:34:42.550" v="2949" actId="1076"/>
          <ac:picMkLst>
            <pc:docMk/>
            <pc:sldMk cId="920968984" sldId="564"/>
            <ac:picMk id="13" creationId="{792EB651-5869-9410-1994-19285D12A4D2}"/>
          </ac:picMkLst>
        </pc:picChg>
      </pc:sldChg>
      <pc:sldChg chg="del">
        <pc:chgData name="Ibrahim NIANG" userId="acdf7ece8d0764a7" providerId="LiveId" clId="{045B2FA4-8E02-4E3A-880A-591AC599A878}" dt="2024-11-27T09:54:23.942" v="64" actId="47"/>
        <pc:sldMkLst>
          <pc:docMk/>
          <pc:sldMk cId="1530165513" sldId="564"/>
        </pc:sldMkLst>
      </pc:sldChg>
      <pc:sldChg chg="addSp delSp modSp add mod">
        <pc:chgData name="Ibrahim NIANG" userId="acdf7ece8d0764a7" providerId="LiveId" clId="{045B2FA4-8E02-4E3A-880A-591AC599A878}" dt="2024-12-10T12:37:05.763" v="3167" actId="21"/>
        <pc:sldMkLst>
          <pc:docMk/>
          <pc:sldMk cId="526313050" sldId="565"/>
        </pc:sldMkLst>
        <pc:spChg chg="mod">
          <ac:chgData name="Ibrahim NIANG" userId="acdf7ece8d0764a7" providerId="LiveId" clId="{045B2FA4-8E02-4E3A-880A-591AC599A878}" dt="2024-12-10T12:05:25.610" v="3008" actId="20577"/>
          <ac:spMkLst>
            <pc:docMk/>
            <pc:sldMk cId="526313050" sldId="565"/>
            <ac:spMk id="10" creationId="{8ED2A87D-D19A-15AA-626E-E42F0C9AF8CF}"/>
          </ac:spMkLst>
        </pc:spChg>
        <pc:spChg chg="add mod">
          <ac:chgData name="Ibrahim NIANG" userId="acdf7ece8d0764a7" providerId="LiveId" clId="{045B2FA4-8E02-4E3A-880A-591AC599A878}" dt="2024-12-10T12:07:44.039" v="3043" actId="20577"/>
          <ac:spMkLst>
            <pc:docMk/>
            <pc:sldMk cId="526313050" sldId="565"/>
            <ac:spMk id="11" creationId="{EDBC9242-6A5C-A05C-2DB9-2FA7ACB8C1C6}"/>
          </ac:spMkLst>
        </pc:spChg>
        <pc:spChg chg="add mod">
          <ac:chgData name="Ibrahim NIANG" userId="acdf7ece8d0764a7" providerId="LiveId" clId="{045B2FA4-8E02-4E3A-880A-591AC599A878}" dt="2024-12-10T12:16:02.523" v="3049" actId="1076"/>
          <ac:spMkLst>
            <pc:docMk/>
            <pc:sldMk cId="526313050" sldId="565"/>
            <ac:spMk id="16" creationId="{70BE306F-70CD-EB02-2EC5-2934DAD03169}"/>
          </ac:spMkLst>
        </pc:spChg>
        <pc:picChg chg="add mod">
          <ac:chgData name="Ibrahim NIANG" userId="acdf7ece8d0764a7" providerId="LiveId" clId="{045B2FA4-8E02-4E3A-880A-591AC599A878}" dt="2024-12-10T12:36:52.278" v="3165" actId="1076"/>
          <ac:picMkLst>
            <pc:docMk/>
            <pc:sldMk cId="526313050" sldId="565"/>
            <ac:picMk id="1032" creationId="{09C489B5-1768-F0D3-EAAC-1D031E7E2650}"/>
          </ac:picMkLst>
        </pc:picChg>
      </pc:sldChg>
      <pc:sldChg chg="del">
        <pc:chgData name="Ibrahim NIANG" userId="acdf7ece8d0764a7" providerId="LiveId" clId="{045B2FA4-8E02-4E3A-880A-591AC599A878}" dt="2024-11-27T09:54:23.756" v="63" actId="47"/>
        <pc:sldMkLst>
          <pc:docMk/>
          <pc:sldMk cId="2901763863" sldId="566"/>
        </pc:sldMkLst>
      </pc:sldChg>
      <pc:sldChg chg="modSp add del">
        <pc:chgData name="Ibrahim NIANG" userId="acdf7ece8d0764a7" providerId="LiveId" clId="{045B2FA4-8E02-4E3A-880A-591AC599A878}" dt="2024-12-10T12:38:10.248" v="3175" actId="2696"/>
        <pc:sldMkLst>
          <pc:docMk/>
          <pc:sldMk cId="3132283018" sldId="566"/>
        </pc:sldMkLst>
      </pc:sldChg>
      <pc:sldChg chg="addSp delSp modSp add mod">
        <pc:chgData name="Ibrahim NIANG" userId="acdf7ece8d0764a7" providerId="LiveId" clId="{045B2FA4-8E02-4E3A-880A-591AC599A878}" dt="2024-12-10T12:37:59.178" v="3174" actId="1076"/>
        <pc:sldMkLst>
          <pc:docMk/>
          <pc:sldMk cId="1413631425" sldId="567"/>
        </pc:sldMkLst>
        <pc:picChg chg="add mod">
          <ac:chgData name="Ibrahim NIANG" userId="acdf7ece8d0764a7" providerId="LiveId" clId="{045B2FA4-8E02-4E3A-880A-591AC599A878}" dt="2024-12-10T12:37:59.178" v="3174" actId="1076"/>
          <ac:picMkLst>
            <pc:docMk/>
            <pc:sldMk cId="1413631425" sldId="567"/>
            <ac:picMk id="9" creationId="{EF506CE7-B7E3-F540-99FE-A20FAEDD16A2}"/>
          </ac:picMkLst>
        </pc:picChg>
      </pc:sldChg>
      <pc:sldChg chg="del">
        <pc:chgData name="Ibrahim NIANG" userId="acdf7ece8d0764a7" providerId="LiveId" clId="{045B2FA4-8E02-4E3A-880A-591AC599A878}" dt="2024-11-27T09:54:23.105" v="62" actId="47"/>
        <pc:sldMkLst>
          <pc:docMk/>
          <pc:sldMk cId="3186115315" sldId="567"/>
        </pc:sldMkLst>
      </pc:sldChg>
      <pc:sldChg chg="addSp delSp modSp add del">
        <pc:chgData name="Ibrahim NIANG" userId="acdf7ece8d0764a7" providerId="LiveId" clId="{045B2FA4-8E02-4E3A-880A-591AC599A878}" dt="2024-12-10T12:49:31.332" v="3189" actId="2696"/>
        <pc:sldMkLst>
          <pc:docMk/>
          <pc:sldMk cId="3469548234" sldId="568"/>
        </pc:sldMkLst>
      </pc:sldChg>
      <pc:sldChg chg="del">
        <pc:chgData name="Ibrahim NIANG" userId="acdf7ece8d0764a7" providerId="LiveId" clId="{045B2FA4-8E02-4E3A-880A-591AC599A878}" dt="2024-11-27T09:54:22.899" v="61" actId="47"/>
        <pc:sldMkLst>
          <pc:docMk/>
          <pc:sldMk cId="3658356511" sldId="568"/>
        </pc:sldMkLst>
      </pc:sldChg>
      <pc:sldChg chg="addSp delSp modSp add mod">
        <pc:chgData name="Ibrahim NIANG" userId="acdf7ece8d0764a7" providerId="LiveId" clId="{045B2FA4-8E02-4E3A-880A-591AC599A878}" dt="2024-12-11T16:12:06.090" v="4326" actId="1076"/>
        <pc:sldMkLst>
          <pc:docMk/>
          <pc:sldMk cId="372662016" sldId="569"/>
        </pc:sldMkLst>
        <pc:spChg chg="add mod">
          <ac:chgData name="Ibrahim NIANG" userId="acdf7ece8d0764a7" providerId="LiveId" clId="{045B2FA4-8E02-4E3A-880A-591AC599A878}" dt="2024-12-11T16:11:12.123" v="4321" actId="207"/>
          <ac:spMkLst>
            <pc:docMk/>
            <pc:sldMk cId="372662016" sldId="569"/>
            <ac:spMk id="7" creationId="{B191CA6D-795D-104D-3138-C4A05714B5E9}"/>
          </ac:spMkLst>
        </pc:spChg>
        <pc:spChg chg="add mod">
          <ac:chgData name="Ibrahim NIANG" userId="acdf7ece8d0764a7" providerId="LiveId" clId="{045B2FA4-8E02-4E3A-880A-591AC599A878}" dt="2024-12-10T12:33:57.821" v="3139" actId="1076"/>
          <ac:spMkLst>
            <pc:docMk/>
            <pc:sldMk cId="372662016" sldId="569"/>
            <ac:spMk id="12" creationId="{583C6703-8D57-C28C-076B-9EEE77ECC22B}"/>
          </ac:spMkLst>
        </pc:spChg>
        <pc:spChg chg="add mod">
          <ac:chgData name="Ibrahim NIANG" userId="acdf7ece8d0764a7" providerId="LiveId" clId="{045B2FA4-8E02-4E3A-880A-591AC599A878}" dt="2024-12-10T12:35:06.262" v="3154" actId="1076"/>
          <ac:spMkLst>
            <pc:docMk/>
            <pc:sldMk cId="372662016" sldId="569"/>
            <ac:spMk id="14" creationId="{B4D916F9-1034-68EA-A552-EEFB6883811B}"/>
          </ac:spMkLst>
        </pc:spChg>
        <pc:picChg chg="add mod">
          <ac:chgData name="Ibrahim NIANG" userId="acdf7ece8d0764a7" providerId="LiveId" clId="{045B2FA4-8E02-4E3A-880A-591AC599A878}" dt="2024-12-11T16:11:58.587" v="4324" actId="14100"/>
          <ac:picMkLst>
            <pc:docMk/>
            <pc:sldMk cId="372662016" sldId="569"/>
            <ac:picMk id="4098" creationId="{CDB16721-3318-5EF9-B13F-C90896467C9C}"/>
          </ac:picMkLst>
        </pc:picChg>
        <pc:picChg chg="add mod">
          <ac:chgData name="Ibrahim NIANG" userId="acdf7ece8d0764a7" providerId="LiveId" clId="{045B2FA4-8E02-4E3A-880A-591AC599A878}" dt="2024-12-10T12:24:14.203" v="3106" actId="1076"/>
          <ac:picMkLst>
            <pc:docMk/>
            <pc:sldMk cId="372662016" sldId="569"/>
            <ac:picMk id="4100" creationId="{B85390BB-6907-794C-5B3B-3801F65A080C}"/>
          </ac:picMkLst>
        </pc:picChg>
        <pc:picChg chg="add mod">
          <ac:chgData name="Ibrahim NIANG" userId="acdf7ece8d0764a7" providerId="LiveId" clId="{045B2FA4-8E02-4E3A-880A-591AC599A878}" dt="2024-12-11T16:12:06.090" v="4326" actId="1076"/>
          <ac:picMkLst>
            <pc:docMk/>
            <pc:sldMk cId="372662016" sldId="569"/>
            <ac:picMk id="4102" creationId="{9F8BE1FF-DAA1-799A-1982-4CFFEAEE7345}"/>
          </ac:picMkLst>
        </pc:picChg>
      </pc:sldChg>
      <pc:sldChg chg="del">
        <pc:chgData name="Ibrahim NIANG" userId="acdf7ece8d0764a7" providerId="LiveId" clId="{045B2FA4-8E02-4E3A-880A-591AC599A878}" dt="2024-11-27T09:54:22.296" v="58" actId="47"/>
        <pc:sldMkLst>
          <pc:docMk/>
          <pc:sldMk cId="3242736320" sldId="569"/>
        </pc:sldMkLst>
      </pc:sldChg>
      <pc:sldChg chg="addSp delSp modSp add mod">
        <pc:chgData name="Ibrahim NIANG" userId="acdf7ece8d0764a7" providerId="LiveId" clId="{045B2FA4-8E02-4E3A-880A-591AC599A878}" dt="2024-12-11T16:18:01.660" v="4336" actId="1076"/>
        <pc:sldMkLst>
          <pc:docMk/>
          <pc:sldMk cId="3150918426" sldId="570"/>
        </pc:sldMkLst>
        <pc:spChg chg="add mod">
          <ac:chgData name="Ibrahim NIANG" userId="acdf7ece8d0764a7" providerId="LiveId" clId="{045B2FA4-8E02-4E3A-880A-591AC599A878}" dt="2024-12-10T12:37:00.172" v="3166" actId="1076"/>
          <ac:spMkLst>
            <pc:docMk/>
            <pc:sldMk cId="3150918426" sldId="570"/>
            <ac:spMk id="13" creationId="{3F7BF38F-2AC0-C0E6-CDEC-D0FE133097A8}"/>
          </ac:spMkLst>
        </pc:spChg>
        <pc:spChg chg="add mod">
          <ac:chgData name="Ibrahim NIANG" userId="acdf7ece8d0764a7" providerId="LiveId" clId="{045B2FA4-8E02-4E3A-880A-591AC599A878}" dt="2024-12-10T12:39:30.366" v="3183" actId="1076"/>
          <ac:spMkLst>
            <pc:docMk/>
            <pc:sldMk cId="3150918426" sldId="570"/>
            <ac:spMk id="15" creationId="{DBA64976-41E7-7FA0-E43E-B56182B01BBA}"/>
          </ac:spMkLst>
        </pc:spChg>
        <pc:picChg chg="add mod">
          <ac:chgData name="Ibrahim NIANG" userId="acdf7ece8d0764a7" providerId="LiveId" clId="{045B2FA4-8E02-4E3A-880A-591AC599A878}" dt="2024-12-11T16:18:01.660" v="4336" actId="1076"/>
          <ac:picMkLst>
            <pc:docMk/>
            <pc:sldMk cId="3150918426" sldId="570"/>
            <ac:picMk id="3074" creationId="{8E5F093E-5784-B0A4-F308-B744EB0E3DCA}"/>
          </ac:picMkLst>
        </pc:picChg>
      </pc:sldChg>
      <pc:sldChg chg="del">
        <pc:chgData name="Ibrahim NIANG" userId="acdf7ece8d0764a7" providerId="LiveId" clId="{045B2FA4-8E02-4E3A-880A-591AC599A878}" dt="2024-11-27T09:54:22.078" v="57" actId="47"/>
        <pc:sldMkLst>
          <pc:docMk/>
          <pc:sldMk cId="3903250699" sldId="570"/>
        </pc:sldMkLst>
      </pc:sldChg>
      <pc:sldChg chg="addSp delSp modSp add mod">
        <pc:chgData name="Ibrahim NIANG" userId="acdf7ece8d0764a7" providerId="LiveId" clId="{045B2FA4-8E02-4E3A-880A-591AC599A878}" dt="2024-12-10T12:41:51.506" v="3188" actId="1076"/>
        <pc:sldMkLst>
          <pc:docMk/>
          <pc:sldMk cId="3105506265" sldId="571"/>
        </pc:sldMkLst>
        <pc:picChg chg="add mod">
          <ac:chgData name="Ibrahim NIANG" userId="acdf7ece8d0764a7" providerId="LiveId" clId="{045B2FA4-8E02-4E3A-880A-591AC599A878}" dt="2024-12-10T12:41:51.506" v="3188" actId="1076"/>
          <ac:picMkLst>
            <pc:docMk/>
            <pc:sldMk cId="3105506265" sldId="571"/>
            <ac:picMk id="7" creationId="{2790636C-F6CE-D3FC-C0E5-47F28C6AF0A8}"/>
          </ac:picMkLst>
        </pc:picChg>
      </pc:sldChg>
      <pc:sldChg chg="del">
        <pc:chgData name="Ibrahim NIANG" userId="acdf7ece8d0764a7" providerId="LiveId" clId="{045B2FA4-8E02-4E3A-880A-591AC599A878}" dt="2024-11-27T09:54:21.635" v="55" actId="47"/>
        <pc:sldMkLst>
          <pc:docMk/>
          <pc:sldMk cId="3548126246" sldId="571"/>
        </pc:sldMkLst>
      </pc:sldChg>
      <pc:sldChg chg="del">
        <pc:chgData name="Ibrahim NIANG" userId="acdf7ece8d0764a7" providerId="LiveId" clId="{045B2FA4-8E02-4E3A-880A-591AC599A878}" dt="2024-11-27T09:54:21.418" v="54" actId="47"/>
        <pc:sldMkLst>
          <pc:docMk/>
          <pc:sldMk cId="2983344229" sldId="572"/>
        </pc:sldMkLst>
      </pc:sldChg>
      <pc:sldChg chg="addSp delSp modSp add mod">
        <pc:chgData name="Ibrahim NIANG" userId="acdf7ece8d0764a7" providerId="LiveId" clId="{045B2FA4-8E02-4E3A-880A-591AC599A878}" dt="2024-12-10T14:30:28.498" v="3260" actId="1076"/>
        <pc:sldMkLst>
          <pc:docMk/>
          <pc:sldMk cId="4037074428" sldId="572"/>
        </pc:sldMkLst>
        <pc:spChg chg="add mod">
          <ac:chgData name="Ibrahim NIANG" userId="acdf7ece8d0764a7" providerId="LiveId" clId="{045B2FA4-8E02-4E3A-880A-591AC599A878}" dt="2024-12-10T12:51:43.315" v="3214" actId="1076"/>
          <ac:spMkLst>
            <pc:docMk/>
            <pc:sldMk cId="4037074428" sldId="572"/>
            <ac:spMk id="7" creationId="{9F18C7D1-EDE3-C601-F121-38799F9438CF}"/>
          </ac:spMkLst>
        </pc:spChg>
        <pc:spChg chg="mod">
          <ac:chgData name="Ibrahim NIANG" userId="acdf7ece8d0764a7" providerId="LiveId" clId="{045B2FA4-8E02-4E3A-880A-591AC599A878}" dt="2024-12-10T12:51:04.075" v="3210" actId="20577"/>
          <ac:spMkLst>
            <pc:docMk/>
            <pc:sldMk cId="4037074428" sldId="572"/>
            <ac:spMk id="10" creationId="{2A1192CF-44DC-8F0C-DD8E-9876D4FE66E9}"/>
          </ac:spMkLst>
        </pc:spChg>
        <pc:spChg chg="add mod">
          <ac:chgData name="Ibrahim NIANG" userId="acdf7ece8d0764a7" providerId="LiveId" clId="{045B2FA4-8E02-4E3A-880A-591AC599A878}" dt="2024-12-10T14:27:53.119" v="3229" actId="14100"/>
          <ac:spMkLst>
            <pc:docMk/>
            <pc:sldMk cId="4037074428" sldId="572"/>
            <ac:spMk id="13" creationId="{E659C518-005F-FD6A-25CD-A0073823E3E6}"/>
          </ac:spMkLst>
        </pc:spChg>
        <pc:spChg chg="add mod">
          <ac:chgData name="Ibrahim NIANG" userId="acdf7ece8d0764a7" providerId="LiveId" clId="{045B2FA4-8E02-4E3A-880A-591AC599A878}" dt="2024-12-10T14:29:30.645" v="3248" actId="1076"/>
          <ac:spMkLst>
            <pc:docMk/>
            <pc:sldMk cId="4037074428" sldId="572"/>
            <ac:spMk id="15" creationId="{325AD81B-F740-931D-DA97-84782532A01D}"/>
          </ac:spMkLst>
        </pc:spChg>
        <pc:picChg chg="add mod">
          <ac:chgData name="Ibrahim NIANG" userId="acdf7ece8d0764a7" providerId="LiveId" clId="{045B2FA4-8E02-4E3A-880A-591AC599A878}" dt="2024-12-10T14:30:21.785" v="3257" actId="1076"/>
          <ac:picMkLst>
            <pc:docMk/>
            <pc:sldMk cId="4037074428" sldId="572"/>
            <ac:picMk id="6146" creationId="{124473E2-B773-91F5-AFE5-7A05000DC5B2}"/>
          </ac:picMkLst>
        </pc:picChg>
        <pc:picChg chg="add mod">
          <ac:chgData name="Ibrahim NIANG" userId="acdf7ece8d0764a7" providerId="LiveId" clId="{045B2FA4-8E02-4E3A-880A-591AC599A878}" dt="2024-12-10T14:30:28.498" v="3260" actId="1076"/>
          <ac:picMkLst>
            <pc:docMk/>
            <pc:sldMk cId="4037074428" sldId="572"/>
            <ac:picMk id="6148" creationId="{5531AB0B-7603-7DD1-A3DB-2E68ED38EB71}"/>
          </ac:picMkLst>
        </pc:picChg>
      </pc:sldChg>
      <pc:sldChg chg="del">
        <pc:chgData name="Ibrahim NIANG" userId="acdf7ece8d0764a7" providerId="LiveId" clId="{045B2FA4-8E02-4E3A-880A-591AC599A878}" dt="2024-11-27T09:54:20.807" v="51" actId="47"/>
        <pc:sldMkLst>
          <pc:docMk/>
          <pc:sldMk cId="398623334" sldId="573"/>
        </pc:sldMkLst>
      </pc:sldChg>
      <pc:sldChg chg="addSp delSp modSp add mod">
        <pc:chgData name="Ibrahim NIANG" userId="acdf7ece8d0764a7" providerId="LiveId" clId="{045B2FA4-8E02-4E3A-880A-591AC599A878}" dt="2024-12-10T14:33:46.296" v="3298" actId="1076"/>
        <pc:sldMkLst>
          <pc:docMk/>
          <pc:sldMk cId="1126589341" sldId="573"/>
        </pc:sldMkLst>
        <pc:spChg chg="add mod">
          <ac:chgData name="Ibrahim NIANG" userId="acdf7ece8d0764a7" providerId="LiveId" clId="{045B2FA4-8E02-4E3A-880A-591AC599A878}" dt="2024-12-10T14:32:50.732" v="3279" actId="1076"/>
          <ac:spMkLst>
            <pc:docMk/>
            <pc:sldMk cId="1126589341" sldId="573"/>
            <ac:spMk id="9" creationId="{1C6C53C3-E40C-C353-6A75-82F5BB74CB1E}"/>
          </ac:spMkLst>
        </pc:spChg>
        <pc:spChg chg="add mod">
          <ac:chgData name="Ibrahim NIANG" userId="acdf7ece8d0764a7" providerId="LiveId" clId="{045B2FA4-8E02-4E3A-880A-591AC599A878}" dt="2024-12-10T14:33:03.003" v="3291" actId="20577"/>
          <ac:spMkLst>
            <pc:docMk/>
            <pc:sldMk cId="1126589341" sldId="573"/>
            <ac:spMk id="11" creationId="{D16D6F3A-E431-CE72-C32C-1D632DA58C4A}"/>
          </ac:spMkLst>
        </pc:spChg>
        <pc:spChg chg="mod">
          <ac:chgData name="Ibrahim NIANG" userId="acdf7ece8d0764a7" providerId="LiveId" clId="{045B2FA4-8E02-4E3A-880A-591AC599A878}" dt="2024-12-10T14:33:46.296" v="3298" actId="1076"/>
          <ac:spMkLst>
            <pc:docMk/>
            <pc:sldMk cId="1126589341" sldId="573"/>
            <ac:spMk id="15" creationId="{EDDDF41B-A98F-816D-A53E-FB6D3813C66F}"/>
          </ac:spMkLst>
        </pc:spChg>
        <pc:picChg chg="add mod">
          <ac:chgData name="Ibrahim NIANG" userId="acdf7ece8d0764a7" providerId="LiveId" clId="{045B2FA4-8E02-4E3A-880A-591AC599A878}" dt="2024-12-10T14:31:38.544" v="3265" actId="1076"/>
          <ac:picMkLst>
            <pc:docMk/>
            <pc:sldMk cId="1126589341" sldId="573"/>
            <ac:picMk id="7170" creationId="{EB47F31B-A240-4886-9FB7-56FDEF8F9C7B}"/>
          </ac:picMkLst>
        </pc:picChg>
        <pc:picChg chg="add mod">
          <ac:chgData name="Ibrahim NIANG" userId="acdf7ece8d0764a7" providerId="LiveId" clId="{045B2FA4-8E02-4E3A-880A-591AC599A878}" dt="2024-12-10T14:33:27.687" v="3292" actId="1076"/>
          <ac:picMkLst>
            <pc:docMk/>
            <pc:sldMk cId="1126589341" sldId="573"/>
            <ac:picMk id="7172" creationId="{AD291BD2-B6B6-C8C9-2C24-54BF3DA97A10}"/>
          </ac:picMkLst>
        </pc:picChg>
        <pc:picChg chg="add mod">
          <ac:chgData name="Ibrahim NIANG" userId="acdf7ece8d0764a7" providerId="LiveId" clId="{045B2FA4-8E02-4E3A-880A-591AC599A878}" dt="2024-12-10T14:33:34.444" v="3296" actId="1076"/>
          <ac:picMkLst>
            <pc:docMk/>
            <pc:sldMk cId="1126589341" sldId="573"/>
            <ac:picMk id="7174" creationId="{8FA177B8-ED78-6390-1F21-A2FADB991EB8}"/>
          </ac:picMkLst>
        </pc:picChg>
      </pc:sldChg>
      <pc:sldChg chg="addSp delSp modSp add mod">
        <pc:chgData name="Ibrahim NIANG" userId="acdf7ece8d0764a7" providerId="LiveId" clId="{045B2FA4-8E02-4E3A-880A-591AC599A878}" dt="2024-12-10T14:35:32.156" v="3341" actId="1076"/>
        <pc:sldMkLst>
          <pc:docMk/>
          <pc:sldMk cId="1861582936" sldId="574"/>
        </pc:sldMkLst>
        <pc:spChg chg="mod">
          <ac:chgData name="Ibrahim NIANG" userId="acdf7ece8d0764a7" providerId="LiveId" clId="{045B2FA4-8E02-4E3A-880A-591AC599A878}" dt="2024-12-10T14:35:30.245" v="3340" actId="1076"/>
          <ac:spMkLst>
            <pc:docMk/>
            <pc:sldMk cId="1861582936" sldId="574"/>
            <ac:spMk id="9" creationId="{567A9E33-BBA9-7A38-05CA-1B8E8B21174F}"/>
          </ac:spMkLst>
        </pc:spChg>
        <pc:spChg chg="mod">
          <ac:chgData name="Ibrahim NIANG" userId="acdf7ece8d0764a7" providerId="LiveId" clId="{045B2FA4-8E02-4E3A-880A-591AC599A878}" dt="2024-12-10T14:35:27.305" v="3338" actId="1076"/>
          <ac:spMkLst>
            <pc:docMk/>
            <pc:sldMk cId="1861582936" sldId="574"/>
            <ac:spMk id="11" creationId="{6579A3B5-403F-241E-DE8B-94408AB99210}"/>
          </ac:spMkLst>
        </pc:spChg>
        <pc:spChg chg="add mod">
          <ac:chgData name="Ibrahim NIANG" userId="acdf7ece8d0764a7" providerId="LiveId" clId="{045B2FA4-8E02-4E3A-880A-591AC599A878}" dt="2024-12-10T14:33:57.312" v="3302" actId="1076"/>
          <ac:spMkLst>
            <pc:docMk/>
            <pc:sldMk cId="1861582936" sldId="574"/>
            <ac:spMk id="12" creationId="{DDFFA392-5BA1-7B06-72FA-E078CAF7F11F}"/>
          </ac:spMkLst>
        </pc:spChg>
        <pc:picChg chg="add mod">
          <ac:chgData name="Ibrahim NIANG" userId="acdf7ece8d0764a7" providerId="LiveId" clId="{045B2FA4-8E02-4E3A-880A-591AC599A878}" dt="2024-12-10T14:35:32.156" v="3341" actId="1076"/>
          <ac:picMkLst>
            <pc:docMk/>
            <pc:sldMk cId="1861582936" sldId="574"/>
            <ac:picMk id="8194" creationId="{D33C49E1-C14E-03F7-F71A-FF91BD3B0F31}"/>
          </ac:picMkLst>
        </pc:picChg>
        <pc:picChg chg="add mod">
          <ac:chgData name="Ibrahim NIANG" userId="acdf7ece8d0764a7" providerId="LiveId" clId="{045B2FA4-8E02-4E3A-880A-591AC599A878}" dt="2024-12-10T14:35:28.417" v="3339" actId="1076"/>
          <ac:picMkLst>
            <pc:docMk/>
            <pc:sldMk cId="1861582936" sldId="574"/>
            <ac:picMk id="8196" creationId="{B36E3AED-5B6D-F9DF-3152-4B69DF695FED}"/>
          </ac:picMkLst>
        </pc:picChg>
      </pc:sldChg>
      <pc:sldChg chg="del">
        <pc:chgData name="Ibrahim NIANG" userId="acdf7ece8d0764a7" providerId="LiveId" clId="{045B2FA4-8E02-4E3A-880A-591AC599A878}" dt="2024-11-27T09:54:21.206" v="53" actId="47"/>
        <pc:sldMkLst>
          <pc:docMk/>
          <pc:sldMk cId="2513092308" sldId="574"/>
        </pc:sldMkLst>
      </pc:sldChg>
      <pc:sldChg chg="addSp delSp modSp add mod">
        <pc:chgData name="Ibrahim NIANG" userId="acdf7ece8d0764a7" providerId="LiveId" clId="{045B2FA4-8E02-4E3A-880A-591AC599A878}" dt="2024-12-10T14:43:50.216" v="3455" actId="122"/>
        <pc:sldMkLst>
          <pc:docMk/>
          <pc:sldMk cId="1516632243" sldId="575"/>
        </pc:sldMkLst>
        <pc:spChg chg="mod">
          <ac:chgData name="Ibrahim NIANG" userId="acdf7ece8d0764a7" providerId="LiveId" clId="{045B2FA4-8E02-4E3A-880A-591AC599A878}" dt="2024-12-10T14:39:16.784" v="3409" actId="403"/>
          <ac:spMkLst>
            <pc:docMk/>
            <pc:sldMk cId="1516632243" sldId="575"/>
            <ac:spMk id="11" creationId="{3C2F1787-4B53-A131-13C4-F7A579251F2D}"/>
          </ac:spMkLst>
        </pc:spChg>
        <pc:spChg chg="mod">
          <ac:chgData name="Ibrahim NIANG" userId="acdf7ece8d0764a7" providerId="LiveId" clId="{045B2FA4-8E02-4E3A-880A-591AC599A878}" dt="2024-12-10T14:40:59.143" v="3427" actId="6549"/>
          <ac:spMkLst>
            <pc:docMk/>
            <pc:sldMk cId="1516632243" sldId="575"/>
            <ac:spMk id="12" creationId="{E8C06264-6A0F-73F3-3E47-3572970D3729}"/>
          </ac:spMkLst>
        </pc:spChg>
        <pc:spChg chg="add mod">
          <ac:chgData name="Ibrahim NIANG" userId="acdf7ece8d0764a7" providerId="LiveId" clId="{045B2FA4-8E02-4E3A-880A-591AC599A878}" dt="2024-12-10T14:42:48.390" v="3444" actId="404"/>
          <ac:spMkLst>
            <pc:docMk/>
            <pc:sldMk cId="1516632243" sldId="575"/>
            <ac:spMk id="14" creationId="{EB0A54B1-4D1A-F971-2DDC-44F8BA960733}"/>
          </ac:spMkLst>
        </pc:spChg>
        <pc:spChg chg="add mod">
          <ac:chgData name="Ibrahim NIANG" userId="acdf7ece8d0764a7" providerId="LiveId" clId="{045B2FA4-8E02-4E3A-880A-591AC599A878}" dt="2024-12-10T14:43:50.216" v="3455" actId="122"/>
          <ac:spMkLst>
            <pc:docMk/>
            <pc:sldMk cId="1516632243" sldId="575"/>
            <ac:spMk id="16" creationId="{6FA93127-C8C6-0F40-049F-F8E5967A91F3}"/>
          </ac:spMkLst>
        </pc:spChg>
        <pc:picChg chg="add mod">
          <ac:chgData name="Ibrahim NIANG" userId="acdf7ece8d0764a7" providerId="LiveId" clId="{045B2FA4-8E02-4E3A-880A-591AC599A878}" dt="2024-12-10T14:39:07.899" v="3406" actId="1076"/>
          <ac:picMkLst>
            <pc:docMk/>
            <pc:sldMk cId="1516632243" sldId="575"/>
            <ac:picMk id="9218" creationId="{8523C667-858D-C14F-B060-560688AA8B6A}"/>
          </ac:picMkLst>
        </pc:picChg>
        <pc:picChg chg="add mod">
          <ac:chgData name="Ibrahim NIANG" userId="acdf7ece8d0764a7" providerId="LiveId" clId="{045B2FA4-8E02-4E3A-880A-591AC599A878}" dt="2024-12-10T14:39:04.912" v="3404" actId="14100"/>
          <ac:picMkLst>
            <pc:docMk/>
            <pc:sldMk cId="1516632243" sldId="575"/>
            <ac:picMk id="9220" creationId="{8D66B517-1B4F-08C3-0FF5-D94A429490FA}"/>
          </ac:picMkLst>
        </pc:picChg>
        <pc:picChg chg="add mod">
          <ac:chgData name="Ibrahim NIANG" userId="acdf7ece8d0764a7" providerId="LiveId" clId="{045B2FA4-8E02-4E3A-880A-591AC599A878}" dt="2024-12-10T14:43:30.340" v="3450" actId="1076"/>
          <ac:picMkLst>
            <pc:docMk/>
            <pc:sldMk cId="1516632243" sldId="575"/>
            <ac:picMk id="9224" creationId="{977B4874-FD97-8886-C35B-E310FCE31A17}"/>
          </ac:picMkLst>
        </pc:picChg>
        <pc:picChg chg="add mod">
          <ac:chgData name="Ibrahim NIANG" userId="acdf7ece8d0764a7" providerId="LiveId" clId="{045B2FA4-8E02-4E3A-880A-591AC599A878}" dt="2024-12-10T14:43:28.811" v="3449" actId="1076"/>
          <ac:picMkLst>
            <pc:docMk/>
            <pc:sldMk cId="1516632243" sldId="575"/>
            <ac:picMk id="9226" creationId="{28CBE129-AB4F-D86A-198F-9E9811A4500B}"/>
          </ac:picMkLst>
        </pc:picChg>
      </pc:sldChg>
      <pc:sldChg chg="del">
        <pc:chgData name="Ibrahim NIANG" userId="acdf7ece8d0764a7" providerId="LiveId" clId="{045B2FA4-8E02-4E3A-880A-591AC599A878}" dt="2024-11-27T09:54:20.990" v="52" actId="47"/>
        <pc:sldMkLst>
          <pc:docMk/>
          <pc:sldMk cId="2198530513" sldId="575"/>
        </pc:sldMkLst>
      </pc:sldChg>
      <pc:sldChg chg="del">
        <pc:chgData name="Ibrahim NIANG" userId="acdf7ece8d0764a7" providerId="LiveId" clId="{045B2FA4-8E02-4E3A-880A-591AC599A878}" dt="2024-11-27T09:54:30.205" v="86" actId="47"/>
        <pc:sldMkLst>
          <pc:docMk/>
          <pc:sldMk cId="1241657389" sldId="576"/>
        </pc:sldMkLst>
      </pc:sldChg>
      <pc:sldChg chg="addSp delSp modSp add mod ord">
        <pc:chgData name="Ibrahim NIANG" userId="acdf7ece8d0764a7" providerId="LiveId" clId="{045B2FA4-8E02-4E3A-880A-591AC599A878}" dt="2024-12-10T14:49:24.412" v="3521"/>
        <pc:sldMkLst>
          <pc:docMk/>
          <pc:sldMk cId="3460855569" sldId="576"/>
        </pc:sldMkLst>
        <pc:spChg chg="add mod">
          <ac:chgData name="Ibrahim NIANG" userId="acdf7ece8d0764a7" providerId="LiveId" clId="{045B2FA4-8E02-4E3A-880A-591AC599A878}" dt="2024-12-10T14:47:50.778" v="3494" actId="14100"/>
          <ac:spMkLst>
            <pc:docMk/>
            <pc:sldMk cId="3460855569" sldId="576"/>
            <ac:spMk id="9" creationId="{EAA1FD31-9BC4-FE68-8EC9-A8315B337BB2}"/>
          </ac:spMkLst>
        </pc:spChg>
        <pc:spChg chg="add mod">
          <ac:chgData name="Ibrahim NIANG" userId="acdf7ece8d0764a7" providerId="LiveId" clId="{045B2FA4-8E02-4E3A-880A-591AC599A878}" dt="2024-12-10T14:47:47.894" v="3493" actId="14100"/>
          <ac:spMkLst>
            <pc:docMk/>
            <pc:sldMk cId="3460855569" sldId="576"/>
            <ac:spMk id="17" creationId="{4C3DEB53-FC31-6AD6-CA1D-82CEEEAF8632}"/>
          </ac:spMkLst>
        </pc:spChg>
        <pc:spChg chg="add mod">
          <ac:chgData name="Ibrahim NIANG" userId="acdf7ece8d0764a7" providerId="LiveId" clId="{045B2FA4-8E02-4E3A-880A-591AC599A878}" dt="2024-12-10T14:49:09.739" v="3519" actId="1076"/>
          <ac:spMkLst>
            <pc:docMk/>
            <pc:sldMk cId="3460855569" sldId="576"/>
            <ac:spMk id="19" creationId="{76C65110-59F6-E6C3-81D0-AA97618D2D54}"/>
          </ac:spMkLst>
        </pc:spChg>
        <pc:spChg chg="add mod">
          <ac:chgData name="Ibrahim NIANG" userId="acdf7ece8d0764a7" providerId="LiveId" clId="{045B2FA4-8E02-4E3A-880A-591AC599A878}" dt="2024-12-10T14:49:06.638" v="3518" actId="1076"/>
          <ac:spMkLst>
            <pc:docMk/>
            <pc:sldMk cId="3460855569" sldId="576"/>
            <ac:spMk id="21" creationId="{375C1A24-A682-C014-FB33-2F072570EF75}"/>
          </ac:spMkLst>
        </pc:spChg>
      </pc:sldChg>
      <pc:sldChg chg="del">
        <pc:chgData name="Ibrahim NIANG" userId="acdf7ece8d0764a7" providerId="LiveId" clId="{045B2FA4-8E02-4E3A-880A-591AC599A878}" dt="2024-11-27T09:54:22.505" v="59" actId="47"/>
        <pc:sldMkLst>
          <pc:docMk/>
          <pc:sldMk cId="172413238" sldId="577"/>
        </pc:sldMkLst>
      </pc:sldChg>
      <pc:sldChg chg="addSp delSp modSp add mod">
        <pc:chgData name="Ibrahim NIANG" userId="acdf7ece8d0764a7" providerId="LiveId" clId="{045B2FA4-8E02-4E3A-880A-591AC599A878}" dt="2024-12-10T14:54:52.331" v="3555" actId="1076"/>
        <pc:sldMkLst>
          <pc:docMk/>
          <pc:sldMk cId="1254148830" sldId="577"/>
        </pc:sldMkLst>
        <pc:picChg chg="add mod">
          <ac:chgData name="Ibrahim NIANG" userId="acdf7ece8d0764a7" providerId="LiveId" clId="{045B2FA4-8E02-4E3A-880A-591AC599A878}" dt="2024-12-10T14:54:50.078" v="3554" actId="1076"/>
          <ac:picMkLst>
            <pc:docMk/>
            <pc:sldMk cId="1254148830" sldId="577"/>
            <ac:picMk id="10244" creationId="{1200D42F-DB85-E12A-DF7E-9E83EA9A2D23}"/>
          </ac:picMkLst>
        </pc:picChg>
        <pc:picChg chg="add mod">
          <ac:chgData name="Ibrahim NIANG" userId="acdf7ece8d0764a7" providerId="LiveId" clId="{045B2FA4-8E02-4E3A-880A-591AC599A878}" dt="2024-12-10T14:54:47.955" v="3553" actId="1076"/>
          <ac:picMkLst>
            <pc:docMk/>
            <pc:sldMk cId="1254148830" sldId="577"/>
            <ac:picMk id="10246" creationId="{E6D9A21F-8596-A726-0015-F06CD2C3DA7E}"/>
          </ac:picMkLst>
        </pc:picChg>
        <pc:picChg chg="add mod">
          <ac:chgData name="Ibrahim NIANG" userId="acdf7ece8d0764a7" providerId="LiveId" clId="{045B2FA4-8E02-4E3A-880A-591AC599A878}" dt="2024-12-10T14:54:52.331" v="3555" actId="1076"/>
          <ac:picMkLst>
            <pc:docMk/>
            <pc:sldMk cId="1254148830" sldId="577"/>
            <ac:picMk id="10250" creationId="{4B8D3A68-58E9-F365-FD18-034D1504C335}"/>
          </ac:picMkLst>
        </pc:picChg>
      </pc:sldChg>
      <pc:sldChg chg="del">
        <pc:chgData name="Ibrahim NIANG" userId="acdf7ece8d0764a7" providerId="LiveId" clId="{045B2FA4-8E02-4E3A-880A-591AC599A878}" dt="2024-11-27T09:54:22.695" v="60" actId="47"/>
        <pc:sldMkLst>
          <pc:docMk/>
          <pc:sldMk cId="1657560919" sldId="578"/>
        </pc:sldMkLst>
      </pc:sldChg>
      <pc:sldChg chg="addSp delSp modSp add mod">
        <pc:chgData name="Ibrahim NIANG" userId="acdf7ece8d0764a7" providerId="LiveId" clId="{045B2FA4-8E02-4E3A-880A-591AC599A878}" dt="2024-12-10T15:14:19.454" v="3685" actId="20577"/>
        <pc:sldMkLst>
          <pc:docMk/>
          <pc:sldMk cId="3797985465" sldId="578"/>
        </pc:sldMkLst>
        <pc:spChg chg="add mod">
          <ac:chgData name="Ibrahim NIANG" userId="acdf7ece8d0764a7" providerId="LiveId" clId="{045B2FA4-8E02-4E3A-880A-591AC599A878}" dt="2024-12-10T15:02:39.635" v="3575" actId="5793"/>
          <ac:spMkLst>
            <pc:docMk/>
            <pc:sldMk cId="3797985465" sldId="578"/>
            <ac:spMk id="9" creationId="{15EDB874-AAF0-E187-9FB9-95584DFFCC1A}"/>
          </ac:spMkLst>
        </pc:spChg>
        <pc:spChg chg="add mod">
          <ac:chgData name="Ibrahim NIANG" userId="acdf7ece8d0764a7" providerId="LiveId" clId="{045B2FA4-8E02-4E3A-880A-591AC599A878}" dt="2024-12-10T15:14:19.454" v="3685" actId="20577"/>
          <ac:spMkLst>
            <pc:docMk/>
            <pc:sldMk cId="3797985465" sldId="578"/>
            <ac:spMk id="12" creationId="{352F63FD-CF82-2F0B-63F1-BC4FAFE569EB}"/>
          </ac:spMkLst>
        </pc:spChg>
        <pc:spChg chg="add mod">
          <ac:chgData name="Ibrahim NIANG" userId="acdf7ece8d0764a7" providerId="LiveId" clId="{045B2FA4-8E02-4E3A-880A-591AC599A878}" dt="2024-12-10T15:08:26.484" v="3641" actId="1076"/>
          <ac:spMkLst>
            <pc:docMk/>
            <pc:sldMk cId="3797985465" sldId="578"/>
            <ac:spMk id="15" creationId="{BB8B17D5-2E61-C193-0C13-50597C7E0EBF}"/>
          </ac:spMkLst>
        </pc:spChg>
        <pc:picChg chg="add mod">
          <ac:chgData name="Ibrahim NIANG" userId="acdf7ece8d0764a7" providerId="LiveId" clId="{045B2FA4-8E02-4E3A-880A-591AC599A878}" dt="2024-12-10T15:09:37.036" v="3648" actId="1076"/>
          <ac:picMkLst>
            <pc:docMk/>
            <pc:sldMk cId="3797985465" sldId="578"/>
            <ac:picMk id="11266" creationId="{549F2382-7250-3900-AB49-BA9F1E34A636}"/>
          </ac:picMkLst>
        </pc:picChg>
        <pc:picChg chg="add mod">
          <ac:chgData name="Ibrahim NIANG" userId="acdf7ece8d0764a7" providerId="LiveId" clId="{045B2FA4-8E02-4E3A-880A-591AC599A878}" dt="2024-12-10T15:08:31.663" v="3644" actId="1076"/>
          <ac:picMkLst>
            <pc:docMk/>
            <pc:sldMk cId="3797985465" sldId="578"/>
            <ac:picMk id="11268" creationId="{D81D08C6-4849-992D-411D-CC2C1C539B66}"/>
          </ac:picMkLst>
        </pc:picChg>
        <pc:picChg chg="add mod">
          <ac:chgData name="Ibrahim NIANG" userId="acdf7ece8d0764a7" providerId="LiveId" clId="{045B2FA4-8E02-4E3A-880A-591AC599A878}" dt="2024-12-10T15:07:40.662" v="3631" actId="1076"/>
          <ac:picMkLst>
            <pc:docMk/>
            <pc:sldMk cId="3797985465" sldId="578"/>
            <ac:picMk id="11274" creationId="{C0E3791E-0F7D-5C2A-2AB6-6228D93A8A7C}"/>
          </ac:picMkLst>
        </pc:picChg>
        <pc:picChg chg="add mod">
          <ac:chgData name="Ibrahim NIANG" userId="acdf7ece8d0764a7" providerId="LiveId" clId="{045B2FA4-8E02-4E3A-880A-591AC599A878}" dt="2024-12-10T15:07:54.965" v="3634" actId="1076"/>
          <ac:picMkLst>
            <pc:docMk/>
            <pc:sldMk cId="3797985465" sldId="578"/>
            <ac:picMk id="11276" creationId="{88983FF7-5FB1-B360-0B5E-E7059AC0686B}"/>
          </ac:picMkLst>
        </pc:picChg>
        <pc:picChg chg="add mod">
          <ac:chgData name="Ibrahim NIANG" userId="acdf7ece8d0764a7" providerId="LiveId" clId="{045B2FA4-8E02-4E3A-880A-591AC599A878}" dt="2024-12-10T15:09:45.790" v="3652" actId="1076"/>
          <ac:picMkLst>
            <pc:docMk/>
            <pc:sldMk cId="3797985465" sldId="578"/>
            <ac:picMk id="11278" creationId="{DD2AB4CE-0C20-9AD4-A33B-BCF41D51FA6E}"/>
          </ac:picMkLst>
        </pc:picChg>
      </pc:sldChg>
      <pc:sldChg chg="del">
        <pc:chgData name="Ibrahim NIANG" userId="acdf7ece8d0764a7" providerId="LiveId" clId="{045B2FA4-8E02-4E3A-880A-591AC599A878}" dt="2024-11-27T09:54:20.596" v="50" actId="47"/>
        <pc:sldMkLst>
          <pc:docMk/>
          <pc:sldMk cId="1699416882" sldId="579"/>
        </pc:sldMkLst>
      </pc:sldChg>
      <pc:sldChg chg="addSp delSp modSp add mod">
        <pc:chgData name="Ibrahim NIANG" userId="acdf7ece8d0764a7" providerId="LiveId" clId="{045B2FA4-8E02-4E3A-880A-591AC599A878}" dt="2024-12-10T15:32:36.364" v="3786" actId="1076"/>
        <pc:sldMkLst>
          <pc:docMk/>
          <pc:sldMk cId="2934760739" sldId="579"/>
        </pc:sldMkLst>
        <pc:spChg chg="add del mod">
          <ac:chgData name="Ibrahim NIANG" userId="acdf7ece8d0764a7" providerId="LiveId" clId="{045B2FA4-8E02-4E3A-880A-591AC599A878}" dt="2024-12-10T15:26:25.104" v="3760" actId="11"/>
          <ac:spMkLst>
            <pc:docMk/>
            <pc:sldMk cId="2934760739" sldId="579"/>
            <ac:spMk id="9" creationId="{B7A28A98-52FE-F78A-FA30-21E10AE15EEE}"/>
          </ac:spMkLst>
        </pc:spChg>
        <pc:spChg chg="add mod">
          <ac:chgData name="Ibrahim NIANG" userId="acdf7ece8d0764a7" providerId="LiveId" clId="{045B2FA4-8E02-4E3A-880A-591AC599A878}" dt="2024-12-10T15:30:41.101" v="3776" actId="1076"/>
          <ac:spMkLst>
            <pc:docMk/>
            <pc:sldMk cId="2934760739" sldId="579"/>
            <ac:spMk id="14" creationId="{3372F56B-2052-D3EB-3D8E-740648EA5F08}"/>
          </ac:spMkLst>
        </pc:spChg>
        <pc:picChg chg="mod">
          <ac:chgData name="Ibrahim NIANG" userId="acdf7ece8d0764a7" providerId="LiveId" clId="{045B2FA4-8E02-4E3A-880A-591AC599A878}" dt="2024-12-10T15:04:43.746" v="3612" actId="962"/>
          <ac:picMkLst>
            <pc:docMk/>
            <pc:sldMk cId="2934760739" sldId="579"/>
            <ac:picMk id="5" creationId="{97C8E963-8C79-793C-4714-85452A1D1B86}"/>
          </ac:picMkLst>
        </pc:picChg>
        <pc:picChg chg="mod">
          <ac:chgData name="Ibrahim NIANG" userId="acdf7ece8d0764a7" providerId="LiveId" clId="{045B2FA4-8E02-4E3A-880A-591AC599A878}" dt="2024-12-10T15:04:44.952" v="3614"/>
          <ac:picMkLst>
            <pc:docMk/>
            <pc:sldMk cId="2934760739" sldId="579"/>
            <ac:picMk id="6" creationId="{98C8EA2D-4B92-77C2-17CD-FB1DB755D84B}"/>
          </ac:picMkLst>
        </pc:picChg>
        <pc:picChg chg="add mod">
          <ac:chgData name="Ibrahim NIANG" userId="acdf7ece8d0764a7" providerId="LiveId" clId="{045B2FA4-8E02-4E3A-880A-591AC599A878}" dt="2024-12-10T15:30:18.597" v="3771" actId="1076"/>
          <ac:picMkLst>
            <pc:docMk/>
            <pc:sldMk cId="2934760739" sldId="579"/>
            <ac:picMk id="11" creationId="{8C67304F-AFA2-6B48-2CCD-8822117C942D}"/>
          </ac:picMkLst>
        </pc:picChg>
        <pc:picChg chg="add mod">
          <ac:chgData name="Ibrahim NIANG" userId="acdf7ece8d0764a7" providerId="LiveId" clId="{045B2FA4-8E02-4E3A-880A-591AC599A878}" dt="2024-12-10T15:32:36.364" v="3786" actId="1076"/>
          <ac:picMkLst>
            <pc:docMk/>
            <pc:sldMk cId="2934760739" sldId="579"/>
            <ac:picMk id="15" creationId="{F1A81030-424A-06D1-B2E4-20E8532F53CE}"/>
          </ac:picMkLst>
        </pc:picChg>
        <pc:picChg chg="add mod">
          <ac:chgData name="Ibrahim NIANG" userId="acdf7ece8d0764a7" providerId="LiveId" clId="{045B2FA4-8E02-4E3A-880A-591AC599A878}" dt="2024-12-10T15:30:16.926" v="3770" actId="1076"/>
          <ac:picMkLst>
            <pc:docMk/>
            <pc:sldMk cId="2934760739" sldId="579"/>
            <ac:picMk id="12290" creationId="{D44531E3-7E34-356D-CE57-B7B3ECF74175}"/>
          </ac:picMkLst>
        </pc:picChg>
        <pc:picChg chg="add mod">
          <ac:chgData name="Ibrahim NIANG" userId="acdf7ece8d0764a7" providerId="LiveId" clId="{045B2FA4-8E02-4E3A-880A-591AC599A878}" dt="2024-12-10T15:32:35.368" v="3785" actId="14100"/>
          <ac:picMkLst>
            <pc:docMk/>
            <pc:sldMk cId="2934760739" sldId="579"/>
            <ac:picMk id="12294" creationId="{295E45D1-6698-CE6E-A7CE-34C7F966B7EE}"/>
          </ac:picMkLst>
        </pc:picChg>
      </pc:sldChg>
      <pc:sldChg chg="addSp delSp modSp add mod ord">
        <pc:chgData name="Ibrahim NIANG" userId="acdf7ece8d0764a7" providerId="LiveId" clId="{045B2FA4-8E02-4E3A-880A-591AC599A878}" dt="2024-12-10T15:17:56.922" v="3725" actId="1076"/>
        <pc:sldMkLst>
          <pc:docMk/>
          <pc:sldMk cId="1480956929" sldId="580"/>
        </pc:sldMkLst>
        <pc:spChg chg="add mod">
          <ac:chgData name="Ibrahim NIANG" userId="acdf7ece8d0764a7" providerId="LiveId" clId="{045B2FA4-8E02-4E3A-880A-591AC599A878}" dt="2024-12-10T15:17:30.349" v="3715" actId="1076"/>
          <ac:spMkLst>
            <pc:docMk/>
            <pc:sldMk cId="1480956929" sldId="580"/>
            <ac:spMk id="4" creationId="{40F2FC03-2623-12B7-4755-A98C6674C28B}"/>
          </ac:spMkLst>
        </pc:spChg>
        <pc:spChg chg="mod">
          <ac:chgData name="Ibrahim NIANG" userId="acdf7ece8d0764a7" providerId="LiveId" clId="{045B2FA4-8E02-4E3A-880A-591AC599A878}" dt="2024-12-10T15:12:50.394" v="3662" actId="1076"/>
          <ac:spMkLst>
            <pc:docMk/>
            <pc:sldMk cId="1480956929" sldId="580"/>
            <ac:spMk id="9" creationId="{C4086A3E-1E6F-5A34-955C-79A29AC17064}"/>
          </ac:spMkLst>
        </pc:spChg>
        <pc:picChg chg="mod">
          <ac:chgData name="Ibrahim NIANG" userId="acdf7ece8d0764a7" providerId="LiveId" clId="{045B2FA4-8E02-4E3A-880A-591AC599A878}" dt="2024-12-10T15:12:48.446" v="3661" actId="1076"/>
          <ac:picMkLst>
            <pc:docMk/>
            <pc:sldMk cId="1480956929" sldId="580"/>
            <ac:picMk id="12290" creationId="{20E6063C-FE53-8744-C28A-69696F417A10}"/>
          </ac:picMkLst>
        </pc:picChg>
        <pc:picChg chg="add mod">
          <ac:chgData name="Ibrahim NIANG" userId="acdf7ece8d0764a7" providerId="LiveId" clId="{045B2FA4-8E02-4E3A-880A-591AC599A878}" dt="2024-12-10T15:17:56.922" v="3725" actId="1076"/>
          <ac:picMkLst>
            <pc:docMk/>
            <pc:sldMk cId="1480956929" sldId="580"/>
            <ac:picMk id="13314" creationId="{004AC114-372B-1A09-5961-57CCCCE78FC5}"/>
          </ac:picMkLst>
        </pc:picChg>
        <pc:picChg chg="add mod">
          <ac:chgData name="Ibrahim NIANG" userId="acdf7ece8d0764a7" providerId="LiveId" clId="{045B2FA4-8E02-4E3A-880A-591AC599A878}" dt="2024-12-10T15:17:55.820" v="3724" actId="1076"/>
          <ac:picMkLst>
            <pc:docMk/>
            <pc:sldMk cId="1480956929" sldId="580"/>
            <ac:picMk id="13318" creationId="{462943BA-E0D9-12BF-E740-FC8E9FE99267}"/>
          </ac:picMkLst>
        </pc:picChg>
      </pc:sldChg>
      <pc:sldChg chg="del">
        <pc:chgData name="Ibrahim NIANG" userId="acdf7ece8d0764a7" providerId="LiveId" clId="{045B2FA4-8E02-4E3A-880A-591AC599A878}" dt="2024-11-27T09:54:18.884" v="42" actId="47"/>
        <pc:sldMkLst>
          <pc:docMk/>
          <pc:sldMk cId="3178492382" sldId="580"/>
        </pc:sldMkLst>
      </pc:sldChg>
      <pc:sldChg chg="delSp modSp add mod">
        <pc:chgData name="Ibrahim NIANG" userId="acdf7ece8d0764a7" providerId="LiveId" clId="{045B2FA4-8E02-4E3A-880A-591AC599A878}" dt="2024-12-10T15:17:22.372" v="3711" actId="1076"/>
        <pc:sldMkLst>
          <pc:docMk/>
          <pc:sldMk cId="3504590718" sldId="581"/>
        </pc:sldMkLst>
        <pc:spChg chg="mod">
          <ac:chgData name="Ibrahim NIANG" userId="acdf7ece8d0764a7" providerId="LiveId" clId="{045B2FA4-8E02-4E3A-880A-591AC599A878}" dt="2024-12-10T15:14:52.444" v="3708" actId="1076"/>
          <ac:spMkLst>
            <pc:docMk/>
            <pc:sldMk cId="3504590718" sldId="581"/>
            <ac:spMk id="4" creationId="{90B961B0-0EB1-2701-5B2C-E70B3A9C3128}"/>
          </ac:spMkLst>
        </pc:spChg>
        <pc:picChg chg="mod">
          <ac:chgData name="Ibrahim NIANG" userId="acdf7ece8d0764a7" providerId="LiveId" clId="{045B2FA4-8E02-4E3A-880A-591AC599A878}" dt="2024-12-10T15:17:22.372" v="3711" actId="1076"/>
          <ac:picMkLst>
            <pc:docMk/>
            <pc:sldMk cId="3504590718" sldId="581"/>
            <ac:picMk id="13316" creationId="{FECB47F9-6347-AC15-3B4E-0C5CC0958F55}"/>
          </ac:picMkLst>
        </pc:picChg>
      </pc:sldChg>
      <pc:sldChg chg="del">
        <pc:chgData name="Ibrahim NIANG" userId="acdf7ece8d0764a7" providerId="LiveId" clId="{045B2FA4-8E02-4E3A-880A-591AC599A878}" dt="2024-11-27T09:54:18.456" v="40" actId="47"/>
        <pc:sldMkLst>
          <pc:docMk/>
          <pc:sldMk cId="3658795830" sldId="581"/>
        </pc:sldMkLst>
      </pc:sldChg>
      <pc:sldChg chg="del">
        <pc:chgData name="Ibrahim NIANG" userId="acdf7ece8d0764a7" providerId="LiveId" clId="{045B2FA4-8E02-4E3A-880A-591AC599A878}" dt="2024-11-27T09:54:18.648" v="41" actId="47"/>
        <pc:sldMkLst>
          <pc:docMk/>
          <pc:sldMk cId="647802522" sldId="582"/>
        </pc:sldMkLst>
      </pc:sldChg>
      <pc:sldChg chg="addSp delSp modSp add mod modNotesTx">
        <pc:chgData name="Ibrahim NIANG" userId="acdf7ece8d0764a7" providerId="LiveId" clId="{045B2FA4-8E02-4E3A-880A-591AC599A878}" dt="2024-12-17T10:59:58.075" v="4340" actId="1076"/>
        <pc:sldMkLst>
          <pc:docMk/>
          <pc:sldMk cId="4009319011" sldId="582"/>
        </pc:sldMkLst>
        <pc:picChg chg="add mod">
          <ac:chgData name="Ibrahim NIANG" userId="acdf7ece8d0764a7" providerId="LiveId" clId="{045B2FA4-8E02-4E3A-880A-591AC599A878}" dt="2024-12-10T15:24:14.747" v="3739" actId="1076"/>
          <ac:picMkLst>
            <pc:docMk/>
            <pc:sldMk cId="4009319011" sldId="582"/>
            <ac:picMk id="12" creationId="{049AB011-DD2A-C406-51B9-6DD04203DFE4}"/>
          </ac:picMkLst>
        </pc:picChg>
        <pc:picChg chg="add mod">
          <ac:chgData name="Ibrahim NIANG" userId="acdf7ece8d0764a7" providerId="LiveId" clId="{045B2FA4-8E02-4E3A-880A-591AC599A878}" dt="2024-12-17T10:59:58.075" v="4340" actId="1076"/>
          <ac:picMkLst>
            <pc:docMk/>
            <pc:sldMk cId="4009319011" sldId="582"/>
            <ac:picMk id="1026" creationId="{02B7A9C0-A4FF-2830-05D6-6648892CCDA8}"/>
          </ac:picMkLst>
        </pc:picChg>
      </pc:sldChg>
      <pc:sldChg chg="addSp delSp modSp add mod">
        <pc:chgData name="Ibrahim NIANG" userId="acdf7ece8d0764a7" providerId="LiveId" clId="{045B2FA4-8E02-4E3A-880A-591AC599A878}" dt="2024-12-11T10:49:22.563" v="3888" actId="14100"/>
        <pc:sldMkLst>
          <pc:docMk/>
          <pc:sldMk cId="1076564533" sldId="583"/>
        </pc:sldMkLst>
        <pc:spChg chg="add mod">
          <ac:chgData name="Ibrahim NIANG" userId="acdf7ece8d0764a7" providerId="LiveId" clId="{045B2FA4-8E02-4E3A-880A-591AC599A878}" dt="2024-12-11T10:40:45.084" v="3804" actId="113"/>
          <ac:spMkLst>
            <pc:docMk/>
            <pc:sldMk cId="1076564533" sldId="583"/>
            <ac:spMk id="12" creationId="{6C2B484D-1173-E5EA-6A47-B0D5DEA50EA0}"/>
          </ac:spMkLst>
        </pc:spChg>
        <pc:spChg chg="add mod">
          <ac:chgData name="Ibrahim NIANG" userId="acdf7ece8d0764a7" providerId="LiveId" clId="{045B2FA4-8E02-4E3A-880A-591AC599A878}" dt="2024-12-11T10:42:09.577" v="3820" actId="1076"/>
          <ac:spMkLst>
            <pc:docMk/>
            <pc:sldMk cId="1076564533" sldId="583"/>
            <ac:spMk id="17" creationId="{50895BE6-B343-A868-2E6A-64A6C86ED560}"/>
          </ac:spMkLst>
        </pc:spChg>
        <pc:picChg chg="add mod">
          <ac:chgData name="Ibrahim NIANG" userId="acdf7ece8d0764a7" providerId="LiveId" clId="{045B2FA4-8E02-4E3A-880A-591AC599A878}" dt="2024-12-11T10:49:22.563" v="3888" actId="14100"/>
          <ac:picMkLst>
            <pc:docMk/>
            <pc:sldMk cId="1076564533" sldId="583"/>
            <ac:picMk id="1026" creationId="{ADF8BF01-A210-1C1D-7573-39C2FB6CF7AE}"/>
          </ac:picMkLst>
        </pc:picChg>
        <pc:picChg chg="add mod">
          <ac:chgData name="Ibrahim NIANG" userId="acdf7ece8d0764a7" providerId="LiveId" clId="{045B2FA4-8E02-4E3A-880A-591AC599A878}" dt="2024-12-11T10:49:20.383" v="3887" actId="1076"/>
          <ac:picMkLst>
            <pc:docMk/>
            <pc:sldMk cId="1076564533" sldId="583"/>
            <ac:picMk id="1028" creationId="{D17FB0D9-01AA-4180-E506-D2D59FA4EAE8}"/>
          </ac:picMkLst>
        </pc:picChg>
        <pc:picChg chg="add mod">
          <ac:chgData name="Ibrahim NIANG" userId="acdf7ece8d0764a7" providerId="LiveId" clId="{045B2FA4-8E02-4E3A-880A-591AC599A878}" dt="2024-12-11T10:49:18.260" v="3886" actId="1076"/>
          <ac:picMkLst>
            <pc:docMk/>
            <pc:sldMk cId="1076564533" sldId="583"/>
            <ac:picMk id="1034" creationId="{13017F34-2160-8968-FCB2-3198140D8B62}"/>
          </ac:picMkLst>
        </pc:picChg>
      </pc:sldChg>
      <pc:sldChg chg="del">
        <pc:chgData name="Ibrahim NIANG" userId="acdf7ece8d0764a7" providerId="LiveId" clId="{045B2FA4-8E02-4E3A-880A-591AC599A878}" dt="2024-11-27T09:54:19.073" v="43" actId="47"/>
        <pc:sldMkLst>
          <pc:docMk/>
          <pc:sldMk cId="2718505669" sldId="583"/>
        </pc:sldMkLst>
      </pc:sldChg>
      <pc:sldChg chg="del">
        <pc:chgData name="Ibrahim NIANG" userId="acdf7ece8d0764a7" providerId="LiveId" clId="{045B2FA4-8E02-4E3A-880A-591AC599A878}" dt="2024-11-27T09:54:20.212" v="48" actId="47"/>
        <pc:sldMkLst>
          <pc:docMk/>
          <pc:sldMk cId="1553519615" sldId="584"/>
        </pc:sldMkLst>
      </pc:sldChg>
      <pc:sldChg chg="addSp delSp modSp add mod">
        <pc:chgData name="Ibrahim NIANG" userId="acdf7ece8d0764a7" providerId="LiveId" clId="{045B2FA4-8E02-4E3A-880A-591AC599A878}" dt="2024-12-11T10:49:12.579" v="3883" actId="1076"/>
        <pc:sldMkLst>
          <pc:docMk/>
          <pc:sldMk cId="2661532802" sldId="584"/>
        </pc:sldMkLst>
        <pc:spChg chg="add mod">
          <ac:chgData name="Ibrahim NIANG" userId="acdf7ece8d0764a7" providerId="LiveId" clId="{045B2FA4-8E02-4E3A-880A-591AC599A878}" dt="2024-12-11T10:48:12.917" v="3873" actId="404"/>
          <ac:spMkLst>
            <pc:docMk/>
            <pc:sldMk cId="2661532802" sldId="584"/>
            <ac:spMk id="9" creationId="{AA3B900A-FB12-B713-9714-DBF6CA573561}"/>
          </ac:spMkLst>
        </pc:spChg>
        <pc:spChg chg="add mod">
          <ac:chgData name="Ibrahim NIANG" userId="acdf7ece8d0764a7" providerId="LiveId" clId="{045B2FA4-8E02-4E3A-880A-591AC599A878}" dt="2024-12-11T10:48:05.748" v="3871" actId="1076"/>
          <ac:spMkLst>
            <pc:docMk/>
            <pc:sldMk cId="2661532802" sldId="584"/>
            <ac:spMk id="13" creationId="{49683F1B-95B9-05CD-7ECC-4EF6CDE4C175}"/>
          </ac:spMkLst>
        </pc:spChg>
        <pc:picChg chg="add mod">
          <ac:chgData name="Ibrahim NIANG" userId="acdf7ece8d0764a7" providerId="LiveId" clId="{045B2FA4-8E02-4E3A-880A-591AC599A878}" dt="2024-12-11T10:49:12.579" v="3883" actId="1076"/>
          <ac:picMkLst>
            <pc:docMk/>
            <pc:sldMk cId="2661532802" sldId="584"/>
            <ac:picMk id="14" creationId="{0896E90F-C4E8-09B6-2BBC-55FD435F2C29}"/>
          </ac:picMkLst>
        </pc:picChg>
        <pc:picChg chg="add mod">
          <ac:chgData name="Ibrahim NIANG" userId="acdf7ece8d0764a7" providerId="LiveId" clId="{045B2FA4-8E02-4E3A-880A-591AC599A878}" dt="2024-12-11T10:49:10.404" v="3882" actId="167"/>
          <ac:picMkLst>
            <pc:docMk/>
            <pc:sldMk cId="2661532802" sldId="584"/>
            <ac:picMk id="15" creationId="{3D75D573-613A-56AB-428B-0A3E8CB06029}"/>
          </ac:picMkLst>
        </pc:picChg>
      </pc:sldChg>
      <pc:sldChg chg="addSp delSp modSp add mod">
        <pc:chgData name="Ibrahim NIANG" userId="acdf7ece8d0764a7" providerId="LiveId" clId="{045B2FA4-8E02-4E3A-880A-591AC599A878}" dt="2024-12-11T10:56:54.761" v="3959" actId="1076"/>
        <pc:sldMkLst>
          <pc:docMk/>
          <pc:sldMk cId="91975657" sldId="585"/>
        </pc:sldMkLst>
        <pc:spChg chg="mod">
          <ac:chgData name="Ibrahim NIANG" userId="acdf7ece8d0764a7" providerId="LiveId" clId="{045B2FA4-8E02-4E3A-880A-591AC599A878}" dt="2024-12-11T10:50:03.718" v="3891" actId="14100"/>
          <ac:spMkLst>
            <pc:docMk/>
            <pc:sldMk cId="91975657" sldId="585"/>
            <ac:spMk id="12" creationId="{A4F9BB85-29F1-81F6-22BE-1F51C997B46C}"/>
          </ac:spMkLst>
        </pc:spChg>
        <pc:spChg chg="add mod">
          <ac:chgData name="Ibrahim NIANG" userId="acdf7ece8d0764a7" providerId="LiveId" clId="{045B2FA4-8E02-4E3A-880A-591AC599A878}" dt="2024-12-11T10:54:49.128" v="3921" actId="1076"/>
          <ac:spMkLst>
            <pc:docMk/>
            <pc:sldMk cId="91975657" sldId="585"/>
            <ac:spMk id="21" creationId="{C187ADD5-9371-1429-8C46-FB254E3DBA4B}"/>
          </ac:spMkLst>
        </pc:spChg>
        <pc:spChg chg="add mod">
          <ac:chgData name="Ibrahim NIANG" userId="acdf7ece8d0764a7" providerId="LiveId" clId="{045B2FA4-8E02-4E3A-880A-591AC599A878}" dt="2024-12-11T10:56:54.761" v="3959" actId="1076"/>
          <ac:spMkLst>
            <pc:docMk/>
            <pc:sldMk cId="91975657" sldId="585"/>
            <ac:spMk id="22" creationId="{7275EE32-4577-9723-AE59-BDDCFA6A52A2}"/>
          </ac:spMkLst>
        </pc:spChg>
        <pc:picChg chg="add mod">
          <ac:chgData name="Ibrahim NIANG" userId="acdf7ece8d0764a7" providerId="LiveId" clId="{045B2FA4-8E02-4E3A-880A-591AC599A878}" dt="2024-12-11T10:56:04.119" v="3934" actId="14100"/>
          <ac:picMkLst>
            <pc:docMk/>
            <pc:sldMk cId="91975657" sldId="585"/>
            <ac:picMk id="2051" creationId="{D743893E-F0FD-5EF1-8D62-2AFE42BD7360}"/>
          </ac:picMkLst>
        </pc:picChg>
        <pc:picChg chg="add mod">
          <ac:chgData name="Ibrahim NIANG" userId="acdf7ece8d0764a7" providerId="LiveId" clId="{045B2FA4-8E02-4E3A-880A-591AC599A878}" dt="2024-12-11T10:56:06.556" v="3936" actId="1076"/>
          <ac:picMkLst>
            <pc:docMk/>
            <pc:sldMk cId="91975657" sldId="585"/>
            <ac:picMk id="2053" creationId="{7328D028-70C8-C987-6FE0-3FC4A07A480D}"/>
          </ac:picMkLst>
        </pc:picChg>
        <pc:picChg chg="add mod">
          <ac:chgData name="Ibrahim NIANG" userId="acdf7ece8d0764a7" providerId="LiveId" clId="{045B2FA4-8E02-4E3A-880A-591AC599A878}" dt="2024-12-11T10:56:08.802" v="3937" actId="1076"/>
          <ac:picMkLst>
            <pc:docMk/>
            <pc:sldMk cId="91975657" sldId="585"/>
            <ac:picMk id="2055" creationId="{B5AC35C8-4B1F-A394-2731-B156DD19F256}"/>
          </ac:picMkLst>
        </pc:picChg>
      </pc:sldChg>
      <pc:sldChg chg="del">
        <pc:chgData name="Ibrahim NIANG" userId="acdf7ece8d0764a7" providerId="LiveId" clId="{045B2FA4-8E02-4E3A-880A-591AC599A878}" dt="2024-11-27T09:54:20.424" v="49" actId="47"/>
        <pc:sldMkLst>
          <pc:docMk/>
          <pc:sldMk cId="1202725284" sldId="585"/>
        </pc:sldMkLst>
      </pc:sldChg>
      <pc:sldChg chg="del">
        <pc:chgData name="Ibrahim NIANG" userId="acdf7ece8d0764a7" providerId="LiveId" clId="{045B2FA4-8E02-4E3A-880A-591AC599A878}" dt="2024-11-27T09:54:19.304" v="44" actId="47"/>
        <pc:sldMkLst>
          <pc:docMk/>
          <pc:sldMk cId="757173420" sldId="586"/>
        </pc:sldMkLst>
      </pc:sldChg>
      <pc:sldChg chg="add del">
        <pc:chgData name="Ibrahim NIANG" userId="acdf7ece8d0764a7" providerId="LiveId" clId="{045B2FA4-8E02-4E3A-880A-591AC599A878}" dt="2024-12-18T11:06:55.437" v="4362" actId="47"/>
        <pc:sldMkLst>
          <pc:docMk/>
          <pc:sldMk cId="1306221758" sldId="586"/>
        </pc:sldMkLst>
      </pc:sldChg>
      <pc:sldChg chg="addSp delSp modSp add mod">
        <pc:chgData name="Ibrahim NIANG" userId="acdf7ece8d0764a7" providerId="LiveId" clId="{045B2FA4-8E02-4E3A-880A-591AC599A878}" dt="2024-12-11T10:59:39.441" v="3988" actId="1076"/>
        <pc:sldMkLst>
          <pc:docMk/>
          <pc:sldMk cId="1668131398" sldId="587"/>
        </pc:sldMkLst>
        <pc:picChg chg="add mod">
          <ac:chgData name="Ibrahim NIANG" userId="acdf7ece8d0764a7" providerId="LiveId" clId="{045B2FA4-8E02-4E3A-880A-591AC599A878}" dt="2024-12-11T10:59:39.441" v="3988" actId="1076"/>
          <ac:picMkLst>
            <pc:docMk/>
            <pc:sldMk cId="1668131398" sldId="587"/>
            <ac:picMk id="9" creationId="{925FAC89-F0FF-AFED-8289-5708B7C41487}"/>
          </ac:picMkLst>
        </pc:picChg>
        <pc:picChg chg="add mod">
          <ac:chgData name="Ibrahim NIANG" userId="acdf7ece8d0764a7" providerId="LiveId" clId="{045B2FA4-8E02-4E3A-880A-591AC599A878}" dt="2024-12-11T10:59:38.297" v="3987" actId="1076"/>
          <ac:picMkLst>
            <pc:docMk/>
            <pc:sldMk cId="1668131398" sldId="587"/>
            <ac:picMk id="5122" creationId="{BC03E8F5-5306-CBF7-65C2-ED8CC46A3B97}"/>
          </ac:picMkLst>
        </pc:picChg>
      </pc:sldChg>
      <pc:sldChg chg="del">
        <pc:chgData name="Ibrahim NIANG" userId="acdf7ece8d0764a7" providerId="LiveId" clId="{045B2FA4-8E02-4E3A-880A-591AC599A878}" dt="2024-11-27T09:54:19.953" v="47" actId="47"/>
        <pc:sldMkLst>
          <pc:docMk/>
          <pc:sldMk cId="2937442055" sldId="587"/>
        </pc:sldMkLst>
      </pc:sldChg>
      <pc:sldChg chg="addSp delSp modSp add mod">
        <pc:chgData name="Ibrahim NIANG" userId="acdf7ece8d0764a7" providerId="LiveId" clId="{045B2FA4-8E02-4E3A-880A-591AC599A878}" dt="2024-12-11T11:06:22.677" v="4055" actId="20577"/>
        <pc:sldMkLst>
          <pc:docMk/>
          <pc:sldMk cId="2147846071" sldId="588"/>
        </pc:sldMkLst>
        <pc:spChg chg="add mod">
          <ac:chgData name="Ibrahim NIANG" userId="acdf7ece8d0764a7" providerId="LiveId" clId="{045B2FA4-8E02-4E3A-880A-591AC599A878}" dt="2024-12-11T11:02:53.553" v="4021"/>
          <ac:spMkLst>
            <pc:docMk/>
            <pc:sldMk cId="2147846071" sldId="588"/>
            <ac:spMk id="4" creationId="{AB9EB814-44F4-9531-8BF5-F7492B2F1C3F}"/>
          </ac:spMkLst>
        </pc:spChg>
        <pc:spChg chg="mod">
          <ac:chgData name="Ibrahim NIANG" userId="acdf7ece8d0764a7" providerId="LiveId" clId="{045B2FA4-8E02-4E3A-880A-591AC599A878}" dt="2024-12-11T11:06:22.677" v="4055" actId="20577"/>
          <ac:spMkLst>
            <pc:docMk/>
            <pc:sldMk cId="2147846071" sldId="588"/>
            <ac:spMk id="10" creationId="{CE4BDED8-3DB7-A9C5-0CFC-11CC373DDA1C}"/>
          </ac:spMkLst>
        </pc:spChg>
        <pc:spChg chg="add mod">
          <ac:chgData name="Ibrahim NIANG" userId="acdf7ece8d0764a7" providerId="LiveId" clId="{045B2FA4-8E02-4E3A-880A-591AC599A878}" dt="2024-12-11T11:04:39.597" v="4036" actId="1076"/>
          <ac:spMkLst>
            <pc:docMk/>
            <pc:sldMk cId="2147846071" sldId="588"/>
            <ac:spMk id="13" creationId="{EF1A958D-1BF7-4A57-6469-95B851E18966}"/>
          </ac:spMkLst>
        </pc:spChg>
        <pc:picChg chg="add mod">
          <ac:chgData name="Ibrahim NIANG" userId="acdf7ece8d0764a7" providerId="LiveId" clId="{045B2FA4-8E02-4E3A-880A-591AC599A878}" dt="2024-12-11T11:05:09.956" v="4039" actId="1076"/>
          <ac:picMkLst>
            <pc:docMk/>
            <pc:sldMk cId="2147846071" sldId="588"/>
            <ac:picMk id="6146" creationId="{3222E1A9-5851-5C4C-3B63-933C92ED0A6B}"/>
          </ac:picMkLst>
        </pc:picChg>
        <pc:picChg chg="add mod">
          <ac:chgData name="Ibrahim NIANG" userId="acdf7ece8d0764a7" providerId="LiveId" clId="{045B2FA4-8E02-4E3A-880A-591AC599A878}" dt="2024-12-11T11:05:50.663" v="4046" actId="1076"/>
          <ac:picMkLst>
            <pc:docMk/>
            <pc:sldMk cId="2147846071" sldId="588"/>
            <ac:picMk id="6150" creationId="{496BE731-5F3F-F675-54FC-BA1FD89FBAF4}"/>
          </ac:picMkLst>
        </pc:picChg>
      </pc:sldChg>
      <pc:sldChg chg="del">
        <pc:chgData name="Ibrahim NIANG" userId="acdf7ece8d0764a7" providerId="LiveId" clId="{045B2FA4-8E02-4E3A-880A-591AC599A878}" dt="2024-11-27T09:54:18.070" v="38" actId="47"/>
        <pc:sldMkLst>
          <pc:docMk/>
          <pc:sldMk cId="3573528163" sldId="588"/>
        </pc:sldMkLst>
      </pc:sldChg>
      <pc:sldChg chg="del">
        <pc:chgData name="Ibrahim NIANG" userId="acdf7ece8d0764a7" providerId="LiveId" clId="{045B2FA4-8E02-4E3A-880A-591AC599A878}" dt="2024-11-27T09:54:18.252" v="39" actId="47"/>
        <pc:sldMkLst>
          <pc:docMk/>
          <pc:sldMk cId="318221856" sldId="589"/>
        </pc:sldMkLst>
      </pc:sldChg>
      <pc:sldChg chg="addSp delSp modSp add del mod">
        <pc:chgData name="Ibrahim NIANG" userId="acdf7ece8d0764a7" providerId="LiveId" clId="{045B2FA4-8E02-4E3A-880A-591AC599A878}" dt="2024-12-11T11:06:12.785" v="4048" actId="47"/>
        <pc:sldMkLst>
          <pc:docMk/>
          <pc:sldMk cId="4009543346" sldId="589"/>
        </pc:sldMkLst>
      </pc:sldChg>
      <pc:sldChg chg="del">
        <pc:chgData name="Ibrahim NIANG" userId="acdf7ece8d0764a7" providerId="LiveId" clId="{045B2FA4-8E02-4E3A-880A-591AC599A878}" dt="2024-11-27T09:54:17.906" v="37" actId="47"/>
        <pc:sldMkLst>
          <pc:docMk/>
          <pc:sldMk cId="234096490" sldId="590"/>
        </pc:sldMkLst>
      </pc:sldChg>
      <pc:sldChg chg="addSp delSp modSp add mod">
        <pc:chgData name="Ibrahim NIANG" userId="acdf7ece8d0764a7" providerId="LiveId" clId="{045B2FA4-8E02-4E3A-880A-591AC599A878}" dt="2024-12-11T11:45:38.885" v="4109" actId="1076"/>
        <pc:sldMkLst>
          <pc:docMk/>
          <pc:sldMk cId="3644601739" sldId="590"/>
        </pc:sldMkLst>
        <pc:spChg chg="add mod">
          <ac:chgData name="Ibrahim NIANG" userId="acdf7ece8d0764a7" providerId="LiveId" clId="{045B2FA4-8E02-4E3A-880A-591AC599A878}" dt="2024-12-11T11:10:08.598" v="4068" actId="113"/>
          <ac:spMkLst>
            <pc:docMk/>
            <pc:sldMk cId="3644601739" sldId="590"/>
            <ac:spMk id="9" creationId="{374962F9-36FE-C291-9A76-14EC7756EECA}"/>
          </ac:spMkLst>
        </pc:spChg>
        <pc:spChg chg="mod">
          <ac:chgData name="Ibrahim NIANG" userId="acdf7ece8d0764a7" providerId="LiveId" clId="{045B2FA4-8E02-4E3A-880A-591AC599A878}" dt="2024-12-11T11:06:18.248" v="4054" actId="20577"/>
          <ac:spMkLst>
            <pc:docMk/>
            <pc:sldMk cId="3644601739" sldId="590"/>
            <ac:spMk id="10" creationId="{064D278E-6C67-7B6F-A8D7-58AC2C8C982C}"/>
          </ac:spMkLst>
        </pc:spChg>
        <pc:spChg chg="add mod">
          <ac:chgData name="Ibrahim NIANG" userId="acdf7ece8d0764a7" providerId="LiveId" clId="{045B2FA4-8E02-4E3A-880A-591AC599A878}" dt="2024-12-11T11:12:44.074" v="4091" actId="1076"/>
          <ac:spMkLst>
            <pc:docMk/>
            <pc:sldMk cId="3644601739" sldId="590"/>
            <ac:spMk id="16" creationId="{6C60B207-E315-B74A-2F9E-371C9B35276B}"/>
          </ac:spMkLst>
        </pc:spChg>
        <pc:spChg chg="add mod">
          <ac:chgData name="Ibrahim NIANG" userId="acdf7ece8d0764a7" providerId="LiveId" clId="{045B2FA4-8E02-4E3A-880A-591AC599A878}" dt="2024-12-11T11:45:38.885" v="4109" actId="1076"/>
          <ac:spMkLst>
            <pc:docMk/>
            <pc:sldMk cId="3644601739" sldId="590"/>
            <ac:spMk id="18" creationId="{91664C78-D826-055B-1F3D-3B23C062E0FD}"/>
          </ac:spMkLst>
        </pc:spChg>
        <pc:picChg chg="add mod">
          <ac:chgData name="Ibrahim NIANG" userId="acdf7ece8d0764a7" providerId="LiveId" clId="{045B2FA4-8E02-4E3A-880A-591AC599A878}" dt="2024-12-11T11:43:57.667" v="4093" actId="1076"/>
          <ac:picMkLst>
            <pc:docMk/>
            <pc:sldMk cId="3644601739" sldId="590"/>
            <ac:picMk id="7171" creationId="{B13CC717-CA1B-D9F5-4571-C4B901F14DF0}"/>
          </ac:picMkLst>
        </pc:picChg>
        <pc:picChg chg="add mod">
          <ac:chgData name="Ibrahim NIANG" userId="acdf7ece8d0764a7" providerId="LiveId" clId="{045B2FA4-8E02-4E3A-880A-591AC599A878}" dt="2024-12-11T11:44:58.985" v="4097" actId="14100"/>
          <ac:picMkLst>
            <pc:docMk/>
            <pc:sldMk cId="3644601739" sldId="590"/>
            <ac:picMk id="7173" creationId="{5EB14895-A8E4-76AD-2ABA-3AA85F9F9D41}"/>
          </ac:picMkLst>
        </pc:picChg>
        <pc:picChg chg="add mod">
          <ac:chgData name="Ibrahim NIANG" userId="acdf7ece8d0764a7" providerId="LiveId" clId="{045B2FA4-8E02-4E3A-880A-591AC599A878}" dt="2024-12-11T11:45:05.415" v="4100" actId="1076"/>
          <ac:picMkLst>
            <pc:docMk/>
            <pc:sldMk cId="3644601739" sldId="590"/>
            <ac:picMk id="7175" creationId="{97EBDC79-D326-6E25-D9E8-A840AEA56923}"/>
          </ac:picMkLst>
        </pc:picChg>
      </pc:sldChg>
      <pc:sldChg chg="addSp delSp modSp add mod">
        <pc:chgData name="Ibrahim NIANG" userId="acdf7ece8d0764a7" providerId="LiveId" clId="{045B2FA4-8E02-4E3A-880A-591AC599A878}" dt="2024-12-11T11:51:57.089" v="4172" actId="1076"/>
        <pc:sldMkLst>
          <pc:docMk/>
          <pc:sldMk cId="284284673" sldId="591"/>
        </pc:sldMkLst>
        <pc:spChg chg="add mod">
          <ac:chgData name="Ibrahim NIANG" userId="acdf7ece8d0764a7" providerId="LiveId" clId="{045B2FA4-8E02-4E3A-880A-591AC599A878}" dt="2024-12-11T11:48:16.514" v="4133" actId="1076"/>
          <ac:spMkLst>
            <pc:docMk/>
            <pc:sldMk cId="284284673" sldId="591"/>
            <ac:spMk id="7" creationId="{50A2D453-5009-4A72-D5EF-31F5D12ACB7E}"/>
          </ac:spMkLst>
        </pc:spChg>
        <pc:spChg chg="mod">
          <ac:chgData name="Ibrahim NIANG" userId="acdf7ece8d0764a7" providerId="LiveId" clId="{045B2FA4-8E02-4E3A-880A-591AC599A878}" dt="2024-12-11T11:46:46.466" v="4116" actId="20577"/>
          <ac:spMkLst>
            <pc:docMk/>
            <pc:sldMk cId="284284673" sldId="591"/>
            <ac:spMk id="10" creationId="{D0C162B7-395A-F369-C9BE-609BB2E86B53}"/>
          </ac:spMkLst>
        </pc:spChg>
        <pc:spChg chg="add mod">
          <ac:chgData name="Ibrahim NIANG" userId="acdf7ece8d0764a7" providerId="LiveId" clId="{045B2FA4-8E02-4E3A-880A-591AC599A878}" dt="2024-12-11T11:50:05.809" v="4164" actId="1076"/>
          <ac:spMkLst>
            <pc:docMk/>
            <pc:sldMk cId="284284673" sldId="591"/>
            <ac:spMk id="12" creationId="{9E0625BA-DB1B-6E07-E184-DBAA88D4F326}"/>
          </ac:spMkLst>
        </pc:spChg>
        <pc:picChg chg="add mod">
          <ac:chgData name="Ibrahim NIANG" userId="acdf7ece8d0764a7" providerId="LiveId" clId="{045B2FA4-8E02-4E3A-880A-591AC599A878}" dt="2024-12-11T11:51:53.576" v="4170" actId="1076"/>
          <ac:picMkLst>
            <pc:docMk/>
            <pc:sldMk cId="284284673" sldId="591"/>
            <ac:picMk id="8194" creationId="{83D19F89-CADC-63B7-CED9-367D01B14F97}"/>
          </ac:picMkLst>
        </pc:picChg>
        <pc:picChg chg="add mod">
          <ac:chgData name="Ibrahim NIANG" userId="acdf7ece8d0764a7" providerId="LiveId" clId="{045B2FA4-8E02-4E3A-880A-591AC599A878}" dt="2024-12-11T11:51:57.089" v="4172" actId="1076"/>
          <ac:picMkLst>
            <pc:docMk/>
            <pc:sldMk cId="284284673" sldId="591"/>
            <ac:picMk id="8196" creationId="{089091C0-AF92-8F24-017D-7D7202D54D3E}"/>
          </ac:picMkLst>
        </pc:picChg>
      </pc:sldChg>
      <pc:sldChg chg="del">
        <pc:chgData name="Ibrahim NIANG" userId="acdf7ece8d0764a7" providerId="LiveId" clId="{045B2FA4-8E02-4E3A-880A-591AC599A878}" dt="2024-11-27T09:54:17.362" v="35" actId="47"/>
        <pc:sldMkLst>
          <pc:docMk/>
          <pc:sldMk cId="1690179196" sldId="591"/>
        </pc:sldMkLst>
      </pc:sldChg>
      <pc:sldChg chg="del">
        <pc:chgData name="Ibrahim NIANG" userId="acdf7ece8d0764a7" providerId="LiveId" clId="{045B2FA4-8E02-4E3A-880A-591AC599A878}" dt="2024-11-27T09:54:21.863" v="56" actId="47"/>
        <pc:sldMkLst>
          <pc:docMk/>
          <pc:sldMk cId="2686968891" sldId="592"/>
        </pc:sldMkLst>
      </pc:sldChg>
      <pc:sldChg chg="addSp delSp modSp add mod">
        <pc:chgData name="Ibrahim NIANG" userId="acdf7ece8d0764a7" providerId="LiveId" clId="{045B2FA4-8E02-4E3A-880A-591AC599A878}" dt="2024-12-11T11:59:05.793" v="4233" actId="1076"/>
        <pc:sldMkLst>
          <pc:docMk/>
          <pc:sldMk cId="2800821982" sldId="592"/>
        </pc:sldMkLst>
        <pc:spChg chg="mod">
          <ac:chgData name="Ibrahim NIANG" userId="acdf7ece8d0764a7" providerId="LiveId" clId="{045B2FA4-8E02-4E3A-880A-591AC599A878}" dt="2024-12-11T11:53:07.935" v="4180" actId="14100"/>
          <ac:spMkLst>
            <pc:docMk/>
            <pc:sldMk cId="2800821982" sldId="592"/>
            <ac:spMk id="7" creationId="{07D80376-AD0A-6982-617A-A33388455446}"/>
          </ac:spMkLst>
        </pc:spChg>
        <pc:spChg chg="add mod">
          <ac:chgData name="Ibrahim NIANG" userId="acdf7ece8d0764a7" providerId="LiveId" clId="{045B2FA4-8E02-4E3A-880A-591AC599A878}" dt="2024-12-11T11:53:58.326" v="4203" actId="1076"/>
          <ac:spMkLst>
            <pc:docMk/>
            <pc:sldMk cId="2800821982" sldId="592"/>
            <ac:spMk id="9" creationId="{5B9A5274-4C38-88D5-FEB4-1448E60D9435}"/>
          </ac:spMkLst>
        </pc:spChg>
        <pc:spChg chg="add mod">
          <ac:chgData name="Ibrahim NIANG" userId="acdf7ece8d0764a7" providerId="LiveId" clId="{045B2FA4-8E02-4E3A-880A-591AC599A878}" dt="2024-12-11T11:57:58.438" v="4222" actId="1076"/>
          <ac:spMkLst>
            <pc:docMk/>
            <pc:sldMk cId="2800821982" sldId="592"/>
            <ac:spMk id="13" creationId="{30C597C3-AC01-C8BE-4C70-5F93CECF9F6C}"/>
          </ac:spMkLst>
        </pc:spChg>
        <pc:spChg chg="add mod">
          <ac:chgData name="Ibrahim NIANG" userId="acdf7ece8d0764a7" providerId="LiveId" clId="{045B2FA4-8E02-4E3A-880A-591AC599A878}" dt="2024-12-11T11:58:46.134" v="4230" actId="1076"/>
          <ac:spMkLst>
            <pc:docMk/>
            <pc:sldMk cId="2800821982" sldId="592"/>
            <ac:spMk id="15" creationId="{3FBC04CB-ED2D-CD01-CB83-9985FED6736F}"/>
          </ac:spMkLst>
        </pc:spChg>
        <pc:picChg chg="add mod">
          <ac:chgData name="Ibrahim NIANG" userId="acdf7ece8d0764a7" providerId="LiveId" clId="{045B2FA4-8E02-4E3A-880A-591AC599A878}" dt="2024-12-11T11:57:48.214" v="4218" actId="1076"/>
          <ac:picMkLst>
            <pc:docMk/>
            <pc:sldMk cId="2800821982" sldId="592"/>
            <ac:picMk id="9218" creationId="{5DBE41E0-CD6B-2F17-7B32-3D0A686B36F8}"/>
          </ac:picMkLst>
        </pc:picChg>
        <pc:picChg chg="add mod">
          <ac:chgData name="Ibrahim NIANG" userId="acdf7ece8d0764a7" providerId="LiveId" clId="{045B2FA4-8E02-4E3A-880A-591AC599A878}" dt="2024-12-11T11:57:47.266" v="4217" actId="1076"/>
          <ac:picMkLst>
            <pc:docMk/>
            <pc:sldMk cId="2800821982" sldId="592"/>
            <ac:picMk id="9220" creationId="{A6C4C961-4A75-2089-6CB9-298BFB809661}"/>
          </ac:picMkLst>
        </pc:picChg>
        <pc:picChg chg="add mod">
          <ac:chgData name="Ibrahim NIANG" userId="acdf7ece8d0764a7" providerId="LiveId" clId="{045B2FA4-8E02-4E3A-880A-591AC599A878}" dt="2024-12-11T11:58:25.843" v="4226" actId="1076"/>
          <ac:picMkLst>
            <pc:docMk/>
            <pc:sldMk cId="2800821982" sldId="592"/>
            <ac:picMk id="9222" creationId="{0D8D5B51-D94E-E433-6CA5-D92C87477A62}"/>
          </ac:picMkLst>
        </pc:picChg>
        <pc:picChg chg="add mod">
          <ac:chgData name="Ibrahim NIANG" userId="acdf7ece8d0764a7" providerId="LiveId" clId="{045B2FA4-8E02-4E3A-880A-591AC599A878}" dt="2024-12-11T11:59:05.793" v="4233" actId="1076"/>
          <ac:picMkLst>
            <pc:docMk/>
            <pc:sldMk cId="2800821982" sldId="592"/>
            <ac:picMk id="9224" creationId="{3D5384B9-9642-6263-4AB0-B84DB706C7EB}"/>
          </ac:picMkLst>
        </pc:picChg>
      </pc:sldChg>
      <pc:sldChg chg="addSp delSp modSp add mod">
        <pc:chgData name="Ibrahim NIANG" userId="acdf7ece8d0764a7" providerId="LiveId" clId="{045B2FA4-8E02-4E3A-880A-591AC599A878}" dt="2024-12-11T12:05:27.254" v="4278" actId="1076"/>
        <pc:sldMkLst>
          <pc:docMk/>
          <pc:sldMk cId="2233475712" sldId="593"/>
        </pc:sldMkLst>
        <pc:spChg chg="mod">
          <ac:chgData name="Ibrahim NIANG" userId="acdf7ece8d0764a7" providerId="LiveId" clId="{045B2FA4-8E02-4E3A-880A-591AC599A878}" dt="2024-12-11T12:00:10.510" v="4266" actId="1076"/>
          <ac:spMkLst>
            <pc:docMk/>
            <pc:sldMk cId="2233475712" sldId="593"/>
            <ac:spMk id="13" creationId="{A2222045-BB5C-2D96-974C-A266B11247C3}"/>
          </ac:spMkLst>
        </pc:spChg>
        <pc:spChg chg="mod">
          <ac:chgData name="Ibrahim NIANG" userId="acdf7ece8d0764a7" providerId="LiveId" clId="{045B2FA4-8E02-4E3A-880A-591AC599A878}" dt="2024-12-11T11:59:30.618" v="4258" actId="20577"/>
          <ac:spMkLst>
            <pc:docMk/>
            <pc:sldMk cId="2233475712" sldId="593"/>
            <ac:spMk id="15" creationId="{6D950280-4C0A-3B7A-D2CF-B3812BA18501}"/>
          </ac:spMkLst>
        </pc:spChg>
        <pc:picChg chg="add mod">
          <ac:chgData name="Ibrahim NIANG" userId="acdf7ece8d0764a7" providerId="LiveId" clId="{045B2FA4-8E02-4E3A-880A-591AC599A878}" dt="2024-12-11T12:00:09.156" v="4265" actId="14100"/>
          <ac:picMkLst>
            <pc:docMk/>
            <pc:sldMk cId="2233475712" sldId="593"/>
            <ac:picMk id="10244" creationId="{D1EF4B9C-C261-D71A-FA63-4E3CB4760E4B}"/>
          </ac:picMkLst>
        </pc:picChg>
        <pc:picChg chg="add mod">
          <ac:chgData name="Ibrahim NIANG" userId="acdf7ece8d0764a7" providerId="LiveId" clId="{045B2FA4-8E02-4E3A-880A-591AC599A878}" dt="2024-12-11T12:00:24.507" v="4269" actId="1076"/>
          <ac:picMkLst>
            <pc:docMk/>
            <pc:sldMk cId="2233475712" sldId="593"/>
            <ac:picMk id="10246" creationId="{D530A20B-0A48-4CB0-ADC8-F53EF42ACC4C}"/>
          </ac:picMkLst>
        </pc:picChg>
        <pc:picChg chg="add mod">
          <ac:chgData name="Ibrahim NIANG" userId="acdf7ece8d0764a7" providerId="LiveId" clId="{045B2FA4-8E02-4E3A-880A-591AC599A878}" dt="2024-12-11T12:05:04.055" v="4272" actId="1076"/>
          <ac:picMkLst>
            <pc:docMk/>
            <pc:sldMk cId="2233475712" sldId="593"/>
            <ac:picMk id="10248" creationId="{6D0F9957-93B6-819F-5E07-CEC4EE28DA93}"/>
          </ac:picMkLst>
        </pc:picChg>
        <pc:picChg chg="add mod">
          <ac:chgData name="Ibrahim NIANG" userId="acdf7ece8d0764a7" providerId="LiveId" clId="{045B2FA4-8E02-4E3A-880A-591AC599A878}" dt="2024-12-11T12:05:27.254" v="4278" actId="1076"/>
          <ac:picMkLst>
            <pc:docMk/>
            <pc:sldMk cId="2233475712" sldId="593"/>
            <ac:picMk id="10250" creationId="{1F03ADD2-B747-EAAB-1AF9-C8D240764E5B}"/>
          </ac:picMkLst>
        </pc:picChg>
      </pc:sldChg>
      <pc:sldChg chg="del">
        <pc:chgData name="Ibrahim NIANG" userId="acdf7ece8d0764a7" providerId="LiveId" clId="{045B2FA4-8E02-4E3A-880A-591AC599A878}" dt="2024-11-27T09:54:19.752" v="46" actId="47"/>
        <pc:sldMkLst>
          <pc:docMk/>
          <pc:sldMk cId="4278918976" sldId="593"/>
        </pc:sldMkLst>
      </pc:sldChg>
      <pc:sldChg chg="del">
        <pc:chgData name="Ibrahim NIANG" userId="acdf7ece8d0764a7" providerId="LiveId" clId="{045B2FA4-8E02-4E3A-880A-591AC599A878}" dt="2024-11-27T09:54:19.535" v="45" actId="47"/>
        <pc:sldMkLst>
          <pc:docMk/>
          <pc:sldMk cId="2474052985" sldId="594"/>
        </pc:sldMkLst>
      </pc:sldChg>
      <pc:sldChg chg="addSp delSp modSp add mod">
        <pc:chgData name="Ibrahim NIANG" userId="acdf7ece8d0764a7" providerId="LiveId" clId="{045B2FA4-8E02-4E3A-880A-591AC599A878}" dt="2024-12-18T11:06:49.577" v="4361" actId="1076"/>
        <pc:sldMkLst>
          <pc:docMk/>
          <pc:sldMk cId="2483598148" sldId="594"/>
        </pc:sldMkLst>
        <pc:spChg chg="add mod">
          <ac:chgData name="Ibrahim NIANG" userId="acdf7ece8d0764a7" providerId="LiveId" clId="{045B2FA4-8E02-4E3A-880A-591AC599A878}" dt="2024-12-18T11:06:49.577" v="4361" actId="1076"/>
          <ac:spMkLst>
            <pc:docMk/>
            <pc:sldMk cId="2483598148" sldId="594"/>
            <ac:spMk id="7" creationId="{17193E95-EEB8-8069-8980-B0E59D08585D}"/>
          </ac:spMkLst>
        </pc:spChg>
        <pc:picChg chg="add mod">
          <ac:chgData name="Ibrahim NIANG" userId="acdf7ece8d0764a7" providerId="LiveId" clId="{045B2FA4-8E02-4E3A-880A-591AC599A878}" dt="2024-12-11T12:10:19.040" v="4315" actId="14100"/>
          <ac:picMkLst>
            <pc:docMk/>
            <pc:sldMk cId="2483598148" sldId="594"/>
            <ac:picMk id="13" creationId="{EEF4A9FA-E2C5-3DD6-4C71-E0AB2932B423}"/>
          </ac:picMkLst>
        </pc:picChg>
        <pc:picChg chg="add mod">
          <ac:chgData name="Ibrahim NIANG" userId="acdf7ece8d0764a7" providerId="LiveId" clId="{045B2FA4-8E02-4E3A-880A-591AC599A878}" dt="2024-12-11T12:10:40.574" v="4317" actId="1076"/>
          <ac:picMkLst>
            <pc:docMk/>
            <pc:sldMk cId="2483598148" sldId="594"/>
            <ac:picMk id="16" creationId="{416A8364-35C2-0EE7-6DE9-1529A3D5A284}"/>
          </ac:picMkLst>
        </pc:picChg>
      </pc:sldChg>
      <pc:sldChg chg="delSp modSp add mod">
        <pc:chgData name="Ibrahim NIANG" userId="acdf7ece8d0764a7" providerId="LiveId" clId="{045B2FA4-8E02-4E3A-880A-591AC599A878}" dt="2024-12-11T16:12:26.649" v="4334" actId="1076"/>
        <pc:sldMkLst>
          <pc:docMk/>
          <pc:sldMk cId="122412611" sldId="595"/>
        </pc:sldMkLst>
        <pc:picChg chg="mod">
          <ac:chgData name="Ibrahim NIANG" userId="acdf7ece8d0764a7" providerId="LiveId" clId="{045B2FA4-8E02-4E3A-880A-591AC599A878}" dt="2024-12-11T16:12:26.649" v="4334" actId="1076"/>
          <ac:picMkLst>
            <pc:docMk/>
            <pc:sldMk cId="122412611" sldId="595"/>
            <ac:picMk id="4102" creationId="{0C4E49F1-FF70-879F-9B6D-269E50320BEA}"/>
          </ac:picMkLst>
        </pc:picChg>
      </pc:sldChg>
      <pc:sldChg chg="addSp delSp modSp add mod">
        <pc:chgData name="Ibrahim NIANG" userId="acdf7ece8d0764a7" providerId="LiveId" clId="{045B2FA4-8E02-4E3A-880A-591AC599A878}" dt="2024-12-18T11:12:59.255" v="4439" actId="1076"/>
        <pc:sldMkLst>
          <pc:docMk/>
          <pc:sldMk cId="3693298819" sldId="596"/>
        </pc:sldMkLst>
        <pc:spChg chg="mod">
          <ac:chgData name="Ibrahim NIANG" userId="acdf7ece8d0764a7" providerId="LiveId" clId="{045B2FA4-8E02-4E3A-880A-591AC599A878}" dt="2024-12-18T11:06:30.647" v="4359" actId="20577"/>
          <ac:spMkLst>
            <pc:docMk/>
            <pc:sldMk cId="3693298819" sldId="596"/>
            <ac:spMk id="3" creationId="{40D537B0-E578-038F-9F01-546C6C92AEB5}"/>
          </ac:spMkLst>
        </pc:spChg>
        <pc:spChg chg="add mod">
          <ac:chgData name="Ibrahim NIANG" userId="acdf7ece8d0764a7" providerId="LiveId" clId="{045B2FA4-8E02-4E3A-880A-591AC599A878}" dt="2024-12-18T11:08:37.450" v="4381" actId="1076"/>
          <ac:spMkLst>
            <pc:docMk/>
            <pc:sldMk cId="3693298819" sldId="596"/>
            <ac:spMk id="7" creationId="{B26447B1-69B8-DE84-2C7A-D9AB7958A194}"/>
          </ac:spMkLst>
        </pc:spChg>
        <pc:spChg chg="del">
          <ac:chgData name="Ibrahim NIANG" userId="acdf7ece8d0764a7" providerId="LiveId" clId="{045B2FA4-8E02-4E3A-880A-591AC599A878}" dt="2024-12-18T11:08:25.043" v="4376" actId="478"/>
          <ac:spMkLst>
            <pc:docMk/>
            <pc:sldMk cId="3693298819" sldId="596"/>
            <ac:spMk id="9" creationId="{9079685A-59BF-DF4D-2013-4489741FD262}"/>
          </ac:spMkLst>
        </pc:spChg>
        <pc:spChg chg="mod">
          <ac:chgData name="Ibrahim NIANG" userId="acdf7ece8d0764a7" providerId="LiveId" clId="{045B2FA4-8E02-4E3A-880A-591AC599A878}" dt="2024-12-18T11:08:19.803" v="4374" actId="20577"/>
          <ac:spMkLst>
            <pc:docMk/>
            <pc:sldMk cId="3693298819" sldId="596"/>
            <ac:spMk id="10" creationId="{5A8E7276-FEB7-8999-206F-DC8107308F56}"/>
          </ac:spMkLst>
        </pc:spChg>
        <pc:spChg chg="add mod">
          <ac:chgData name="Ibrahim NIANG" userId="acdf7ece8d0764a7" providerId="LiveId" clId="{045B2FA4-8E02-4E3A-880A-591AC599A878}" dt="2024-12-18T11:10:09.353" v="4399" actId="1076"/>
          <ac:spMkLst>
            <pc:docMk/>
            <pc:sldMk cId="3693298819" sldId="596"/>
            <ac:spMk id="13" creationId="{695F4098-B04C-89C3-49C0-F929644D5E16}"/>
          </ac:spMkLst>
        </pc:spChg>
        <pc:spChg chg="add mod">
          <ac:chgData name="Ibrahim NIANG" userId="acdf7ece8d0764a7" providerId="LiveId" clId="{045B2FA4-8E02-4E3A-880A-591AC599A878}" dt="2024-12-18T11:11:52.059" v="4427" actId="1076"/>
          <ac:spMkLst>
            <pc:docMk/>
            <pc:sldMk cId="3693298819" sldId="596"/>
            <ac:spMk id="15" creationId="{2CA37059-25D0-401F-763A-D7A0FADD73A0}"/>
          </ac:spMkLst>
        </pc:spChg>
        <pc:spChg chg="add mod">
          <ac:chgData name="Ibrahim NIANG" userId="acdf7ece8d0764a7" providerId="LiveId" clId="{045B2FA4-8E02-4E3A-880A-591AC599A878}" dt="2024-12-18T11:11:55.881" v="4428" actId="108"/>
          <ac:spMkLst>
            <pc:docMk/>
            <pc:sldMk cId="3693298819" sldId="596"/>
            <ac:spMk id="17" creationId="{9F7A7420-AA72-0E40-C463-2B240776DB90}"/>
          </ac:spMkLst>
        </pc:spChg>
        <pc:spChg chg="add mod">
          <ac:chgData name="Ibrahim NIANG" userId="acdf7ece8d0764a7" providerId="LiveId" clId="{045B2FA4-8E02-4E3A-880A-591AC599A878}" dt="2024-12-18T11:12:59.255" v="4439" actId="1076"/>
          <ac:spMkLst>
            <pc:docMk/>
            <pc:sldMk cId="3693298819" sldId="596"/>
            <ac:spMk id="19" creationId="{86ECC3EE-35A8-5DCA-020A-64AF622F4F25}"/>
          </ac:spMkLst>
        </pc:spChg>
        <pc:picChg chg="del">
          <ac:chgData name="Ibrahim NIANG" userId="acdf7ece8d0764a7" providerId="LiveId" clId="{045B2FA4-8E02-4E3A-880A-591AC599A878}" dt="2024-12-18T11:08:10.537" v="4363" actId="478"/>
          <ac:picMkLst>
            <pc:docMk/>
            <pc:sldMk cId="3693298819" sldId="596"/>
            <ac:picMk id="12" creationId="{A35E038C-D469-719D-1872-3DC00F5B08A9}"/>
          </ac:picMkLst>
        </pc:picChg>
        <pc:picChg chg="add mod">
          <ac:chgData name="Ibrahim NIANG" userId="acdf7ece8d0764a7" providerId="LiveId" clId="{045B2FA4-8E02-4E3A-880A-591AC599A878}" dt="2024-12-18T11:10:51.129" v="4412" actId="14100"/>
          <ac:picMkLst>
            <pc:docMk/>
            <pc:sldMk cId="3693298819" sldId="596"/>
            <ac:picMk id="1026" creationId="{18702C1A-0AC7-E919-E8C1-C05A6F7EAFF0}"/>
          </ac:picMkLst>
        </pc:picChg>
        <pc:picChg chg="add mod">
          <ac:chgData name="Ibrahim NIANG" userId="acdf7ece8d0764a7" providerId="LiveId" clId="{045B2FA4-8E02-4E3A-880A-591AC599A878}" dt="2024-12-18T11:10:52.738" v="4413" actId="1076"/>
          <ac:picMkLst>
            <pc:docMk/>
            <pc:sldMk cId="3693298819" sldId="596"/>
            <ac:picMk id="1028" creationId="{8DBC0CBF-9B10-DFA1-6EC4-22D378E9542E}"/>
          </ac:picMkLst>
        </pc:picChg>
        <pc:picChg chg="add mod">
          <ac:chgData name="Ibrahim NIANG" userId="acdf7ece8d0764a7" providerId="LiveId" clId="{045B2FA4-8E02-4E3A-880A-591AC599A878}" dt="2024-12-18T11:12:30.937" v="4433" actId="1076"/>
          <ac:picMkLst>
            <pc:docMk/>
            <pc:sldMk cId="3693298819" sldId="596"/>
            <ac:picMk id="1030" creationId="{9BF34FC3-806D-A7A5-74A8-AC27F032E3C8}"/>
          </ac:picMkLst>
        </pc:picChg>
      </pc:sldChg>
      <pc:sldChg chg="addSp delSp modSp add mod">
        <pc:chgData name="Ibrahim NIANG" userId="acdf7ece8d0764a7" providerId="LiveId" clId="{045B2FA4-8E02-4E3A-880A-591AC599A878}" dt="2024-12-18T11:15:47.261" v="4465" actId="1076"/>
        <pc:sldMkLst>
          <pc:docMk/>
          <pc:sldMk cId="1062144490" sldId="597"/>
        </pc:sldMkLst>
        <pc:spChg chg="add mod">
          <ac:chgData name="Ibrahim NIANG" userId="acdf7ece8d0764a7" providerId="LiveId" clId="{045B2FA4-8E02-4E3A-880A-591AC599A878}" dt="2024-12-18T11:14:31.713" v="4462" actId="1076"/>
          <ac:spMkLst>
            <pc:docMk/>
            <pc:sldMk cId="1062144490" sldId="597"/>
            <ac:spMk id="9" creationId="{0C92D83D-4712-AA48-9875-A49D821DFF6D}"/>
          </ac:spMkLst>
        </pc:spChg>
        <pc:spChg chg="del">
          <ac:chgData name="Ibrahim NIANG" userId="acdf7ece8d0764a7" providerId="LiveId" clId="{045B2FA4-8E02-4E3A-880A-591AC599A878}" dt="2024-12-18T11:13:36.231" v="4441" actId="478"/>
          <ac:spMkLst>
            <pc:docMk/>
            <pc:sldMk cId="1062144490" sldId="597"/>
            <ac:spMk id="13" creationId="{3AD8FFBF-8A0E-758C-C014-5D6E78F159D5}"/>
          </ac:spMkLst>
        </pc:spChg>
        <pc:spChg chg="del">
          <ac:chgData name="Ibrahim NIANG" userId="acdf7ece8d0764a7" providerId="LiveId" clId="{045B2FA4-8E02-4E3A-880A-591AC599A878}" dt="2024-12-18T11:13:38.871" v="4445" actId="478"/>
          <ac:spMkLst>
            <pc:docMk/>
            <pc:sldMk cId="1062144490" sldId="597"/>
            <ac:spMk id="15" creationId="{D387A708-8F40-3F9B-BF98-353C981F545B}"/>
          </ac:spMkLst>
        </pc:spChg>
        <pc:spChg chg="del">
          <ac:chgData name="Ibrahim NIANG" userId="acdf7ece8d0764a7" providerId="LiveId" clId="{045B2FA4-8E02-4E3A-880A-591AC599A878}" dt="2024-12-18T11:13:42.558" v="4447" actId="478"/>
          <ac:spMkLst>
            <pc:docMk/>
            <pc:sldMk cId="1062144490" sldId="597"/>
            <ac:spMk id="17" creationId="{FE2A7C13-B1B8-6780-527E-BC454BDFD635}"/>
          </ac:spMkLst>
        </pc:spChg>
        <pc:spChg chg="del">
          <ac:chgData name="Ibrahim NIANG" userId="acdf7ece8d0764a7" providerId="LiveId" clId="{045B2FA4-8E02-4E3A-880A-591AC599A878}" dt="2024-12-18T11:13:41.190" v="4446" actId="478"/>
          <ac:spMkLst>
            <pc:docMk/>
            <pc:sldMk cId="1062144490" sldId="597"/>
            <ac:spMk id="19" creationId="{10458A88-C5A1-07E9-6AB4-3957C4222940}"/>
          </ac:spMkLst>
        </pc:spChg>
        <pc:picChg chg="add mod">
          <ac:chgData name="Ibrahim NIANG" userId="acdf7ece8d0764a7" providerId="LiveId" clId="{045B2FA4-8E02-4E3A-880A-591AC599A878}" dt="2024-12-18T11:15:47.261" v="4465" actId="1076"/>
          <ac:picMkLst>
            <pc:docMk/>
            <pc:sldMk cId="1062144490" sldId="597"/>
            <ac:picMk id="11" creationId="{4B953DDE-C4B1-1FD8-607C-DB224D26FA4A}"/>
          </ac:picMkLst>
        </pc:picChg>
        <pc:picChg chg="del">
          <ac:chgData name="Ibrahim NIANG" userId="acdf7ece8d0764a7" providerId="LiveId" clId="{045B2FA4-8E02-4E3A-880A-591AC599A878}" dt="2024-12-18T11:13:37.322" v="4443" actId="478"/>
          <ac:picMkLst>
            <pc:docMk/>
            <pc:sldMk cId="1062144490" sldId="597"/>
            <ac:picMk id="1026" creationId="{55F0EEB3-121E-803D-75EF-AB895A1F87D5}"/>
          </ac:picMkLst>
        </pc:picChg>
        <pc:picChg chg="del">
          <ac:chgData name="Ibrahim NIANG" userId="acdf7ece8d0764a7" providerId="LiveId" clId="{045B2FA4-8E02-4E3A-880A-591AC599A878}" dt="2024-12-18T11:13:36.872" v="4442" actId="478"/>
          <ac:picMkLst>
            <pc:docMk/>
            <pc:sldMk cId="1062144490" sldId="597"/>
            <ac:picMk id="1028" creationId="{159772CC-FB78-1C4F-C0F2-890C20CE711C}"/>
          </ac:picMkLst>
        </pc:picChg>
        <pc:picChg chg="del">
          <ac:chgData name="Ibrahim NIANG" userId="acdf7ece8d0764a7" providerId="LiveId" clId="{045B2FA4-8E02-4E3A-880A-591AC599A878}" dt="2024-12-18T11:13:37.770" v="4444" actId="478"/>
          <ac:picMkLst>
            <pc:docMk/>
            <pc:sldMk cId="1062144490" sldId="597"/>
            <ac:picMk id="1030" creationId="{B8FA051C-41CE-ADDA-811B-D10A163310C5}"/>
          </ac:picMkLst>
        </pc:picChg>
      </pc:sldChg>
      <pc:sldChg chg="addSp delSp modSp add mod">
        <pc:chgData name="Ibrahim NIANG" userId="acdf7ece8d0764a7" providerId="LiveId" clId="{045B2FA4-8E02-4E3A-880A-591AC599A878}" dt="2024-12-18T11:17:55.904" v="4477" actId="1076"/>
        <pc:sldMkLst>
          <pc:docMk/>
          <pc:sldMk cId="4226510750" sldId="598"/>
        </pc:sldMkLst>
        <pc:spChg chg="del">
          <ac:chgData name="Ibrahim NIANG" userId="acdf7ece8d0764a7" providerId="LiveId" clId="{045B2FA4-8E02-4E3A-880A-591AC599A878}" dt="2024-12-18T11:16:48.257" v="4468" actId="478"/>
          <ac:spMkLst>
            <pc:docMk/>
            <pc:sldMk cId="4226510750" sldId="598"/>
            <ac:spMk id="9" creationId="{0A84531F-C7ED-1E1C-0E05-89ADC6295AFE}"/>
          </ac:spMkLst>
        </pc:spChg>
        <pc:spChg chg="add mod">
          <ac:chgData name="Ibrahim NIANG" userId="acdf7ece8d0764a7" providerId="LiveId" clId="{045B2FA4-8E02-4E3A-880A-591AC599A878}" dt="2024-12-18T11:17:53.761" v="4476" actId="122"/>
          <ac:spMkLst>
            <pc:docMk/>
            <pc:sldMk cId="4226510750" sldId="598"/>
            <ac:spMk id="12" creationId="{74F7E815-7032-BE27-253E-9358F7EE9367}"/>
          </ac:spMkLst>
        </pc:spChg>
        <pc:picChg chg="del">
          <ac:chgData name="Ibrahim NIANG" userId="acdf7ece8d0764a7" providerId="LiveId" clId="{045B2FA4-8E02-4E3A-880A-591AC599A878}" dt="2024-12-18T11:16:20.607" v="4467" actId="478"/>
          <ac:picMkLst>
            <pc:docMk/>
            <pc:sldMk cId="4226510750" sldId="598"/>
            <ac:picMk id="11" creationId="{34453322-D0F1-30E3-CB69-973689AF6CC4}"/>
          </ac:picMkLst>
        </pc:picChg>
        <pc:picChg chg="add mod">
          <ac:chgData name="Ibrahim NIANG" userId="acdf7ece8d0764a7" providerId="LiveId" clId="{045B2FA4-8E02-4E3A-880A-591AC599A878}" dt="2024-12-18T11:17:55.904" v="4477" actId="1076"/>
          <ac:picMkLst>
            <pc:docMk/>
            <pc:sldMk cId="4226510750" sldId="598"/>
            <ac:picMk id="2050" creationId="{F68417E3-C40D-3311-D1C2-1C31DA4ED26D}"/>
          </ac:picMkLst>
        </pc:picChg>
      </pc:sldChg>
      <pc:sldChg chg="addSp delSp modSp add mod">
        <pc:chgData name="Ibrahim NIANG" userId="acdf7ece8d0764a7" providerId="LiveId" clId="{045B2FA4-8E02-4E3A-880A-591AC599A878}" dt="2024-12-18T11:30:28.663" v="4592" actId="1076"/>
        <pc:sldMkLst>
          <pc:docMk/>
          <pc:sldMk cId="1793687655" sldId="599"/>
        </pc:sldMkLst>
        <pc:spChg chg="mod">
          <ac:chgData name="Ibrahim NIANG" userId="acdf7ece8d0764a7" providerId="LiveId" clId="{045B2FA4-8E02-4E3A-880A-591AC599A878}" dt="2024-12-18T11:26:00.489" v="4508" actId="1076"/>
          <ac:spMkLst>
            <pc:docMk/>
            <pc:sldMk cId="1793687655" sldId="599"/>
            <ac:spMk id="7" creationId="{9C919749-3F1B-03A6-3386-33263F2B6BF5}"/>
          </ac:spMkLst>
        </pc:spChg>
        <pc:spChg chg="add del mod">
          <ac:chgData name="Ibrahim NIANG" userId="acdf7ece8d0764a7" providerId="LiveId" clId="{045B2FA4-8E02-4E3A-880A-591AC599A878}" dt="2024-12-18T11:25:54.576" v="4505" actId="478"/>
          <ac:spMkLst>
            <pc:docMk/>
            <pc:sldMk cId="1793687655" sldId="599"/>
            <ac:spMk id="9" creationId="{13E3B6B0-F836-D71F-7574-A82581A87BF0}"/>
          </ac:spMkLst>
        </pc:spChg>
        <pc:spChg chg="del">
          <ac:chgData name="Ibrahim NIANG" userId="acdf7ece8d0764a7" providerId="LiveId" clId="{045B2FA4-8E02-4E3A-880A-591AC599A878}" dt="2024-12-18T11:23:51.338" v="4479" actId="478"/>
          <ac:spMkLst>
            <pc:docMk/>
            <pc:sldMk cId="1793687655" sldId="599"/>
            <ac:spMk id="12" creationId="{900744EA-BA33-12C6-AC51-AC51946D079F}"/>
          </ac:spMkLst>
        </pc:spChg>
        <pc:spChg chg="add del mod">
          <ac:chgData name="Ibrahim NIANG" userId="acdf7ece8d0764a7" providerId="LiveId" clId="{045B2FA4-8E02-4E3A-880A-591AC599A878}" dt="2024-12-18T11:26:46.666" v="4522" actId="478"/>
          <ac:spMkLst>
            <pc:docMk/>
            <pc:sldMk cId="1793687655" sldId="599"/>
            <ac:spMk id="13" creationId="{33392289-57D1-5890-948F-79E7E7D5BEBE}"/>
          </ac:spMkLst>
        </pc:spChg>
        <pc:spChg chg="add del mod">
          <ac:chgData name="Ibrahim NIANG" userId="acdf7ece8d0764a7" providerId="LiveId" clId="{045B2FA4-8E02-4E3A-880A-591AC599A878}" dt="2024-12-18T11:26:58.836" v="4526" actId="22"/>
          <ac:spMkLst>
            <pc:docMk/>
            <pc:sldMk cId="1793687655" sldId="599"/>
            <ac:spMk id="15" creationId="{686C59B7-8392-4EB8-F921-DF43023131F2}"/>
          </ac:spMkLst>
        </pc:spChg>
        <pc:spChg chg="add mod">
          <ac:chgData name="Ibrahim NIANG" userId="acdf7ece8d0764a7" providerId="LiveId" clId="{045B2FA4-8E02-4E3A-880A-591AC599A878}" dt="2024-12-18T11:28:39.955" v="4556" actId="14100"/>
          <ac:spMkLst>
            <pc:docMk/>
            <pc:sldMk cId="1793687655" sldId="599"/>
            <ac:spMk id="17" creationId="{990BA31A-F967-9D1A-0725-271C1450B1B1}"/>
          </ac:spMkLst>
        </pc:spChg>
        <pc:spChg chg="add del mod">
          <ac:chgData name="Ibrahim NIANG" userId="acdf7ece8d0764a7" providerId="LiveId" clId="{045B2FA4-8E02-4E3A-880A-591AC599A878}" dt="2024-12-18T11:28:00.071" v="4542" actId="478"/>
          <ac:spMkLst>
            <pc:docMk/>
            <pc:sldMk cId="1793687655" sldId="599"/>
            <ac:spMk id="19" creationId="{59BBDE8F-2E76-D9EE-AE13-88F607EC6BA5}"/>
          </ac:spMkLst>
        </pc:spChg>
        <pc:spChg chg="add mod">
          <ac:chgData name="Ibrahim NIANG" userId="acdf7ece8d0764a7" providerId="LiveId" clId="{045B2FA4-8E02-4E3A-880A-591AC599A878}" dt="2024-12-18T11:28:42.528" v="4557" actId="1076"/>
          <ac:spMkLst>
            <pc:docMk/>
            <pc:sldMk cId="1793687655" sldId="599"/>
            <ac:spMk id="21" creationId="{729F8045-1D71-2A48-9940-9E994022E68E}"/>
          </ac:spMkLst>
        </pc:spChg>
        <pc:spChg chg="add mod">
          <ac:chgData name="Ibrahim NIANG" userId="acdf7ece8d0764a7" providerId="LiveId" clId="{045B2FA4-8E02-4E3A-880A-591AC599A878}" dt="2024-12-18T11:29:23.207" v="4569" actId="1076"/>
          <ac:spMkLst>
            <pc:docMk/>
            <pc:sldMk cId="1793687655" sldId="599"/>
            <ac:spMk id="23" creationId="{F3D8E9BD-95B5-9C15-07EC-A919CD18D674}"/>
          </ac:spMkLst>
        </pc:spChg>
        <pc:spChg chg="add mod">
          <ac:chgData name="Ibrahim NIANG" userId="acdf7ece8d0764a7" providerId="LiveId" clId="{045B2FA4-8E02-4E3A-880A-591AC599A878}" dt="2024-12-18T11:29:53.538" v="4580" actId="404"/>
          <ac:spMkLst>
            <pc:docMk/>
            <pc:sldMk cId="1793687655" sldId="599"/>
            <ac:spMk id="25" creationId="{4DFFA61E-5704-6066-21BB-F1F53BCFBA89}"/>
          </ac:spMkLst>
        </pc:spChg>
        <pc:spChg chg="add mod">
          <ac:chgData name="Ibrahim NIANG" userId="acdf7ece8d0764a7" providerId="LiveId" clId="{045B2FA4-8E02-4E3A-880A-591AC599A878}" dt="2024-12-18T11:30:28.663" v="4592" actId="1076"/>
          <ac:spMkLst>
            <pc:docMk/>
            <pc:sldMk cId="1793687655" sldId="599"/>
            <ac:spMk id="27" creationId="{8FDBE0CB-379A-6789-FB6B-73398B0A4DB4}"/>
          </ac:spMkLst>
        </pc:spChg>
        <pc:picChg chg="del">
          <ac:chgData name="Ibrahim NIANG" userId="acdf7ece8d0764a7" providerId="LiveId" clId="{045B2FA4-8E02-4E3A-880A-591AC599A878}" dt="2024-12-18T11:23:52.191" v="4480" actId="478"/>
          <ac:picMkLst>
            <pc:docMk/>
            <pc:sldMk cId="1793687655" sldId="599"/>
            <ac:picMk id="2050" creationId="{414ED29B-4E1F-E423-C6DB-5DB4D0F5695A}"/>
          </ac:picMkLst>
        </pc:picChg>
      </pc:sldChg>
      <pc:sldChg chg="addSp delSp modSp add mod">
        <pc:chgData name="Ibrahim NIANG" userId="acdf7ece8d0764a7" providerId="LiveId" clId="{045B2FA4-8E02-4E3A-880A-591AC599A878}" dt="2024-12-18T11:46:27.361" v="4649" actId="1076"/>
        <pc:sldMkLst>
          <pc:docMk/>
          <pc:sldMk cId="498114833" sldId="600"/>
        </pc:sldMkLst>
        <pc:spChg chg="add">
          <ac:chgData name="Ibrahim NIANG" userId="acdf7ece8d0764a7" providerId="LiveId" clId="{045B2FA4-8E02-4E3A-880A-591AC599A878}" dt="2024-12-18T11:40:15.570" v="4605"/>
          <ac:spMkLst>
            <pc:docMk/>
            <pc:sldMk cId="498114833" sldId="600"/>
            <ac:spMk id="4" creationId="{D90E6495-C325-12EA-2C21-0A94A14CF70B}"/>
          </ac:spMkLst>
        </pc:spChg>
        <pc:spChg chg="add mod">
          <ac:chgData name="Ibrahim NIANG" userId="acdf7ece8d0764a7" providerId="LiveId" clId="{045B2FA4-8E02-4E3A-880A-591AC599A878}" dt="2024-12-18T11:41:18.619" v="4615"/>
          <ac:spMkLst>
            <pc:docMk/>
            <pc:sldMk cId="498114833" sldId="600"/>
            <ac:spMk id="9" creationId="{6DDB85FD-F1A6-56D7-9828-0011C1D34F5D}"/>
          </ac:spMkLst>
        </pc:spChg>
        <pc:spChg chg="del mod">
          <ac:chgData name="Ibrahim NIANG" userId="acdf7ece8d0764a7" providerId="LiveId" clId="{045B2FA4-8E02-4E3A-880A-591AC599A878}" dt="2024-12-18T11:39:51.305" v="4603" actId="478"/>
          <ac:spMkLst>
            <pc:docMk/>
            <pc:sldMk cId="498114833" sldId="600"/>
            <ac:spMk id="17" creationId="{80741FA6-5038-217F-E354-2D65646D9C72}"/>
          </ac:spMkLst>
        </pc:spChg>
        <pc:spChg chg="mod">
          <ac:chgData name="Ibrahim NIANG" userId="acdf7ece8d0764a7" providerId="LiveId" clId="{045B2FA4-8E02-4E3A-880A-591AC599A878}" dt="2024-12-18T11:43:34.904" v="4637" actId="1076"/>
          <ac:spMkLst>
            <pc:docMk/>
            <pc:sldMk cId="498114833" sldId="600"/>
            <ac:spMk id="21" creationId="{7FCD452D-0910-3539-3CFD-AF70698C3226}"/>
          </ac:spMkLst>
        </pc:spChg>
        <pc:spChg chg="del">
          <ac:chgData name="Ibrahim NIANG" userId="acdf7ece8d0764a7" providerId="LiveId" clId="{045B2FA4-8E02-4E3A-880A-591AC599A878}" dt="2024-12-18T11:39:39.905" v="4597" actId="478"/>
          <ac:spMkLst>
            <pc:docMk/>
            <pc:sldMk cId="498114833" sldId="600"/>
            <ac:spMk id="23" creationId="{1DCB8975-E122-F6E5-4A7D-81473A010D19}"/>
          </ac:spMkLst>
        </pc:spChg>
        <pc:spChg chg="del mod">
          <ac:chgData name="Ibrahim NIANG" userId="acdf7ece8d0764a7" providerId="LiveId" clId="{045B2FA4-8E02-4E3A-880A-591AC599A878}" dt="2024-12-18T11:44:59.815" v="4644" actId="478"/>
          <ac:spMkLst>
            <pc:docMk/>
            <pc:sldMk cId="498114833" sldId="600"/>
            <ac:spMk id="27" creationId="{422555A4-4933-91F9-99BE-08710A1C3DE2}"/>
          </ac:spMkLst>
        </pc:spChg>
        <pc:picChg chg="add mod">
          <ac:chgData name="Ibrahim NIANG" userId="acdf7ece8d0764a7" providerId="LiveId" clId="{045B2FA4-8E02-4E3A-880A-591AC599A878}" dt="2024-12-18T11:43:38.101" v="4639" actId="1076"/>
          <ac:picMkLst>
            <pc:docMk/>
            <pc:sldMk cId="498114833" sldId="600"/>
            <ac:picMk id="3076" creationId="{31C33A09-2564-8DBB-E313-E11C07592836}"/>
          </ac:picMkLst>
        </pc:picChg>
        <pc:picChg chg="add mod">
          <ac:chgData name="Ibrahim NIANG" userId="acdf7ece8d0764a7" providerId="LiveId" clId="{045B2FA4-8E02-4E3A-880A-591AC599A878}" dt="2024-12-18T11:43:37.089" v="4638" actId="1076"/>
          <ac:picMkLst>
            <pc:docMk/>
            <pc:sldMk cId="498114833" sldId="600"/>
            <ac:picMk id="3078" creationId="{CCF71641-758C-AE64-4168-92CBF88B8790}"/>
          </ac:picMkLst>
        </pc:picChg>
        <pc:picChg chg="add mod">
          <ac:chgData name="Ibrahim NIANG" userId="acdf7ece8d0764a7" providerId="LiveId" clId="{045B2FA4-8E02-4E3A-880A-591AC599A878}" dt="2024-12-18T11:43:39.107" v="4640" actId="1076"/>
          <ac:picMkLst>
            <pc:docMk/>
            <pc:sldMk cId="498114833" sldId="600"/>
            <ac:picMk id="3082" creationId="{9FB40852-4E08-3E30-C920-16DD0DF0FA44}"/>
          </ac:picMkLst>
        </pc:picChg>
        <pc:picChg chg="add mod">
          <ac:chgData name="Ibrahim NIANG" userId="acdf7ece8d0764a7" providerId="LiveId" clId="{045B2FA4-8E02-4E3A-880A-591AC599A878}" dt="2024-12-18T11:46:23.227" v="4647" actId="1076"/>
          <ac:picMkLst>
            <pc:docMk/>
            <pc:sldMk cId="498114833" sldId="600"/>
            <ac:picMk id="3084" creationId="{469A59D1-B936-FB8C-E2D3-92314ED6612B}"/>
          </ac:picMkLst>
        </pc:picChg>
        <pc:picChg chg="add mod">
          <ac:chgData name="Ibrahim NIANG" userId="acdf7ece8d0764a7" providerId="LiveId" clId="{045B2FA4-8E02-4E3A-880A-591AC599A878}" dt="2024-12-18T11:46:27.361" v="4649" actId="1076"/>
          <ac:picMkLst>
            <pc:docMk/>
            <pc:sldMk cId="498114833" sldId="600"/>
            <ac:picMk id="3086" creationId="{D772F79B-A612-E685-4AC0-E9087FABB4B2}"/>
          </ac:picMkLst>
        </pc:picChg>
      </pc:sldChg>
      <pc:sldChg chg="addSp delSp modSp add mod">
        <pc:chgData name="Ibrahim NIANG" userId="acdf7ece8d0764a7" providerId="LiveId" clId="{045B2FA4-8E02-4E3A-880A-591AC599A878}" dt="2024-12-18T11:42:34.590" v="4629" actId="478"/>
        <pc:sldMkLst>
          <pc:docMk/>
          <pc:sldMk cId="2396223362" sldId="601"/>
        </pc:sldMkLst>
        <pc:spChg chg="add del">
          <ac:chgData name="Ibrahim NIANG" userId="acdf7ece8d0764a7" providerId="LiveId" clId="{045B2FA4-8E02-4E3A-880A-591AC599A878}" dt="2024-12-18T11:42:34.590" v="4629" actId="478"/>
          <ac:spMkLst>
            <pc:docMk/>
            <pc:sldMk cId="2396223362" sldId="601"/>
            <ac:spMk id="9" creationId="{B003255E-4E2B-B8B5-855B-32D76D7C9C9C}"/>
          </ac:spMkLst>
        </pc:spChg>
        <pc:spChg chg="del">
          <ac:chgData name="Ibrahim NIANG" userId="acdf7ece8d0764a7" providerId="LiveId" clId="{045B2FA4-8E02-4E3A-880A-591AC599A878}" dt="2024-12-18T11:42:03.967" v="4618" actId="478"/>
          <ac:spMkLst>
            <pc:docMk/>
            <pc:sldMk cId="2396223362" sldId="601"/>
            <ac:spMk id="15" creationId="{8FB70D4B-06CA-0E10-FF6D-2814132D6F0B}"/>
          </ac:spMkLst>
        </pc:spChg>
        <pc:spChg chg="del">
          <ac:chgData name="Ibrahim NIANG" userId="acdf7ece8d0764a7" providerId="LiveId" clId="{045B2FA4-8E02-4E3A-880A-591AC599A878}" dt="2024-12-18T11:42:07.366" v="4621" actId="478"/>
          <ac:spMkLst>
            <pc:docMk/>
            <pc:sldMk cId="2396223362" sldId="601"/>
            <ac:spMk id="17" creationId="{92B36B7B-472F-8458-1141-81DE37EB2D65}"/>
          </ac:spMkLst>
        </pc:spChg>
        <pc:spChg chg="del">
          <ac:chgData name="Ibrahim NIANG" userId="acdf7ece8d0764a7" providerId="LiveId" clId="{045B2FA4-8E02-4E3A-880A-591AC599A878}" dt="2024-12-18T11:42:06.048" v="4620" actId="478"/>
          <ac:spMkLst>
            <pc:docMk/>
            <pc:sldMk cId="2396223362" sldId="601"/>
            <ac:spMk id="19" creationId="{CF7AE2AE-D102-A6D9-3717-EA4193AFB761}"/>
          </ac:spMkLst>
        </pc:spChg>
        <pc:picChg chg="del">
          <ac:chgData name="Ibrahim NIANG" userId="acdf7ece8d0764a7" providerId="LiveId" clId="{045B2FA4-8E02-4E3A-880A-591AC599A878}" dt="2024-12-18T11:42:03.061" v="4617" actId="478"/>
          <ac:picMkLst>
            <pc:docMk/>
            <pc:sldMk cId="2396223362" sldId="601"/>
            <ac:picMk id="1026" creationId="{69CAE125-22C7-DD46-39BA-BA7E092C0792}"/>
          </ac:picMkLst>
        </pc:picChg>
        <pc:picChg chg="del">
          <ac:chgData name="Ibrahim NIANG" userId="acdf7ece8d0764a7" providerId="LiveId" clId="{045B2FA4-8E02-4E3A-880A-591AC599A878}" dt="2024-12-18T11:42:07.694" v="4622" actId="478"/>
          <ac:picMkLst>
            <pc:docMk/>
            <pc:sldMk cId="2396223362" sldId="601"/>
            <ac:picMk id="1028" creationId="{9144480B-93D6-14A9-CD8E-AB6ECFC398C6}"/>
          </ac:picMkLst>
        </pc:picChg>
        <pc:picChg chg="del">
          <ac:chgData name="Ibrahim NIANG" userId="acdf7ece8d0764a7" providerId="LiveId" clId="{045B2FA4-8E02-4E3A-880A-591AC599A878}" dt="2024-12-18T11:42:04.367" v="4619" actId="478"/>
          <ac:picMkLst>
            <pc:docMk/>
            <pc:sldMk cId="2396223362" sldId="601"/>
            <ac:picMk id="1030" creationId="{8381E452-44BD-15DD-749D-9EADA6E3D467}"/>
          </ac:picMkLst>
        </pc:picChg>
        <pc:picChg chg="add mod">
          <ac:chgData name="Ibrahim NIANG" userId="acdf7ece8d0764a7" providerId="LiveId" clId="{045B2FA4-8E02-4E3A-880A-591AC599A878}" dt="2024-12-18T11:42:23.441" v="4627" actId="1076"/>
          <ac:picMkLst>
            <pc:docMk/>
            <pc:sldMk cId="2396223362" sldId="601"/>
            <ac:picMk id="4098" creationId="{0AC29FFD-9B19-D02D-C918-D37B82FEC9B9}"/>
          </ac:picMkLst>
        </pc:picChg>
      </pc:sldChg>
      <pc:sldChg chg="addSp delSp modSp add mod">
        <pc:chgData name="Ibrahim NIANG" userId="acdf7ece8d0764a7" providerId="LiveId" clId="{045B2FA4-8E02-4E3A-880A-591AC599A878}" dt="2024-12-18T11:43:11.653" v="4634" actId="1076"/>
        <pc:sldMkLst>
          <pc:docMk/>
          <pc:sldMk cId="265409982" sldId="602"/>
        </pc:sldMkLst>
        <pc:picChg chg="del">
          <ac:chgData name="Ibrahim NIANG" userId="acdf7ece8d0764a7" providerId="LiveId" clId="{045B2FA4-8E02-4E3A-880A-591AC599A878}" dt="2024-12-18T11:43:05.736" v="4631" actId="478"/>
          <ac:picMkLst>
            <pc:docMk/>
            <pc:sldMk cId="265409982" sldId="602"/>
            <ac:picMk id="11" creationId="{FBE04D4C-DBCD-8381-8C96-5EB891309946}"/>
          </ac:picMkLst>
        </pc:picChg>
        <pc:picChg chg="add mod">
          <ac:chgData name="Ibrahim NIANG" userId="acdf7ece8d0764a7" providerId="LiveId" clId="{045B2FA4-8E02-4E3A-880A-591AC599A878}" dt="2024-12-18T11:43:11.653" v="4634" actId="1076"/>
          <ac:picMkLst>
            <pc:docMk/>
            <pc:sldMk cId="265409982" sldId="602"/>
            <ac:picMk id="5122" creationId="{0DC20DCF-9C67-F902-0892-7C6DEB6DD09B}"/>
          </ac:picMkLst>
        </pc:picChg>
      </pc:sldChg>
    </pc:docChg>
  </pc:docChgLst>
  <pc:docChgLst>
    <pc:chgData name="Ibrahim NIANG" userId="acdf7ece8d0764a7" providerId="LiveId" clId="{E040C4FD-A350-48D1-9FBA-8D0B272720DB}"/>
    <pc:docChg chg="undo redo custSel addSld delSld modSld sldOrd modMainMaster">
      <pc:chgData name="Ibrahim NIANG" userId="acdf7ece8d0764a7" providerId="LiveId" clId="{E040C4FD-A350-48D1-9FBA-8D0B272720DB}" dt="2024-11-27T09:52:39.139" v="4492" actId="1076"/>
      <pc:docMkLst>
        <pc:docMk/>
      </pc:docMkLst>
      <pc:sldChg chg="addSp delSp modSp mod">
        <pc:chgData name="Ibrahim NIANG" userId="acdf7ece8d0764a7" providerId="LiveId" clId="{E040C4FD-A350-48D1-9FBA-8D0B272720DB}" dt="2024-11-18T11:29:55.442" v="64" actId="1076"/>
        <pc:sldMkLst>
          <pc:docMk/>
          <pc:sldMk cId="1838747637" sldId="459"/>
        </pc:sldMkLst>
        <pc:spChg chg="mod">
          <ac:chgData name="Ibrahim NIANG" userId="acdf7ece8d0764a7" providerId="LiveId" clId="{E040C4FD-A350-48D1-9FBA-8D0B272720DB}" dt="2024-11-18T11:29:42.826" v="59" actId="1076"/>
          <ac:spMkLst>
            <pc:docMk/>
            <pc:sldMk cId="1838747637" sldId="459"/>
            <ac:spMk id="5" creationId="{3212850B-BAEC-FFF4-C778-2248F3C43D32}"/>
          </ac:spMkLst>
        </pc:spChg>
        <pc:spChg chg="mod">
          <ac:chgData name="Ibrahim NIANG" userId="acdf7ece8d0764a7" providerId="LiveId" clId="{E040C4FD-A350-48D1-9FBA-8D0B272720DB}" dt="2024-11-18T11:29:14.492" v="57" actId="14100"/>
          <ac:spMkLst>
            <pc:docMk/>
            <pc:sldMk cId="1838747637" sldId="459"/>
            <ac:spMk id="10" creationId="{8A8DF2B9-A7E7-5801-AD87-D4883697B765}"/>
          </ac:spMkLst>
        </pc:spChg>
      </pc:sldChg>
      <pc:sldChg chg="addSp delSp modSp mod setBg">
        <pc:chgData name="Ibrahim NIANG" userId="acdf7ece8d0764a7" providerId="LiveId" clId="{E040C4FD-A350-48D1-9FBA-8D0B272720DB}" dt="2024-11-18T14:59:03.535" v="1703" actId="478"/>
        <pc:sldMkLst>
          <pc:docMk/>
          <pc:sldMk cId="3535838964" sldId="518"/>
        </pc:sldMkLst>
        <pc:picChg chg="mod">
          <ac:chgData name="Ibrahim NIANG" userId="acdf7ece8d0764a7" providerId="LiveId" clId="{E040C4FD-A350-48D1-9FBA-8D0B272720DB}" dt="2024-11-18T13:00:33.476" v="1272" actId="27614"/>
          <ac:picMkLst>
            <pc:docMk/>
            <pc:sldMk cId="3535838964" sldId="518"/>
            <ac:picMk id="3" creationId="{B1CFDCA3-4759-25E1-88A5-2F67C8914F09}"/>
          </ac:picMkLst>
        </pc:picChg>
        <pc:picChg chg="mod">
          <ac:chgData name="Ibrahim NIANG" userId="acdf7ece8d0764a7" providerId="LiveId" clId="{E040C4FD-A350-48D1-9FBA-8D0B272720DB}" dt="2024-11-18T13:00:33.482" v="1274" actId="27614"/>
          <ac:picMkLst>
            <pc:docMk/>
            <pc:sldMk cId="3535838964" sldId="518"/>
            <ac:picMk id="4" creationId="{EE1A7C04-7ACE-1CD8-AA15-44C29060692F}"/>
          </ac:picMkLst>
        </pc:picChg>
      </pc:sldChg>
      <pc:sldChg chg="addSp delSp modSp add del mod">
        <pc:chgData name="Ibrahim NIANG" userId="acdf7ece8d0764a7" providerId="LiveId" clId="{E040C4FD-A350-48D1-9FBA-8D0B272720DB}" dt="2024-11-21T15:00:57.358" v="3566" actId="478"/>
        <pc:sldMkLst>
          <pc:docMk/>
          <pc:sldMk cId="154245759" sldId="526"/>
        </pc:sldMkLst>
        <pc:spChg chg="mod">
          <ac:chgData name="Ibrahim NIANG" userId="acdf7ece8d0764a7" providerId="LiveId" clId="{E040C4FD-A350-48D1-9FBA-8D0B272720DB}" dt="2024-11-18T11:37:24.593" v="464" actId="14100"/>
          <ac:spMkLst>
            <pc:docMk/>
            <pc:sldMk cId="154245759" sldId="526"/>
            <ac:spMk id="3" creationId="{1740D677-3673-1F6C-84B4-3ECAFE760D0A}"/>
          </ac:spMkLst>
        </pc:spChg>
      </pc:sldChg>
      <pc:sldChg chg="del">
        <pc:chgData name="Ibrahim NIANG" userId="acdf7ece8d0764a7" providerId="LiveId" clId="{E040C4FD-A350-48D1-9FBA-8D0B272720DB}" dt="2024-11-18T11:30:17.582" v="96" actId="47"/>
        <pc:sldMkLst>
          <pc:docMk/>
          <pc:sldMk cId="710853856" sldId="527"/>
        </pc:sldMkLst>
      </pc:sldChg>
      <pc:sldChg chg="add del">
        <pc:chgData name="Ibrahim NIANG" userId="acdf7ece8d0764a7" providerId="LiveId" clId="{E040C4FD-A350-48D1-9FBA-8D0B272720DB}" dt="2024-11-21T08:48:30.420" v="1843" actId="47"/>
        <pc:sldMkLst>
          <pc:docMk/>
          <pc:sldMk cId="2595863038" sldId="528"/>
        </pc:sldMkLst>
      </pc:sldChg>
      <pc:sldChg chg="del">
        <pc:chgData name="Ibrahim NIANG" userId="acdf7ece8d0764a7" providerId="LiveId" clId="{E040C4FD-A350-48D1-9FBA-8D0B272720DB}" dt="2024-11-18T11:30:17.407" v="95" actId="47"/>
        <pc:sldMkLst>
          <pc:docMk/>
          <pc:sldMk cId="770240412" sldId="529"/>
        </pc:sldMkLst>
      </pc:sldChg>
      <pc:sldChg chg="add del">
        <pc:chgData name="Ibrahim NIANG" userId="acdf7ece8d0764a7" providerId="LiveId" clId="{E040C4FD-A350-48D1-9FBA-8D0B272720DB}" dt="2024-11-21T08:48:29.428" v="1842" actId="47"/>
        <pc:sldMkLst>
          <pc:docMk/>
          <pc:sldMk cId="21959780" sldId="530"/>
        </pc:sldMkLst>
      </pc:sldChg>
      <pc:sldChg chg="addSp delSp modSp add mod">
        <pc:chgData name="Ibrahim NIANG" userId="acdf7ece8d0764a7" providerId="LiveId" clId="{E040C4FD-A350-48D1-9FBA-8D0B272720DB}" dt="2024-11-21T15:01:01.104" v="3567" actId="478"/>
        <pc:sldMkLst>
          <pc:docMk/>
          <pc:sldMk cId="2643357324" sldId="531"/>
        </pc:sldMkLst>
      </pc:sldChg>
      <pc:sldChg chg="del">
        <pc:chgData name="Ibrahim NIANG" userId="acdf7ece8d0764a7" providerId="LiveId" clId="{E040C4FD-A350-48D1-9FBA-8D0B272720DB}" dt="2024-11-18T11:30:41.672" v="105" actId="47"/>
        <pc:sldMkLst>
          <pc:docMk/>
          <pc:sldMk cId="2658365472" sldId="531"/>
        </pc:sldMkLst>
      </pc:sldChg>
      <pc:sldChg chg="del">
        <pc:chgData name="Ibrahim NIANG" userId="acdf7ece8d0764a7" providerId="LiveId" clId="{E040C4FD-A350-48D1-9FBA-8D0B272720DB}" dt="2024-11-18T11:30:40.542" v="101" actId="47"/>
        <pc:sldMkLst>
          <pc:docMk/>
          <pc:sldMk cId="564066709" sldId="532"/>
        </pc:sldMkLst>
      </pc:sldChg>
      <pc:sldChg chg="addSp delSp modSp add mod">
        <pc:chgData name="Ibrahim NIANG" userId="acdf7ece8d0764a7" providerId="LiveId" clId="{E040C4FD-A350-48D1-9FBA-8D0B272720DB}" dt="2024-11-21T15:01:04.289" v="3568" actId="478"/>
        <pc:sldMkLst>
          <pc:docMk/>
          <pc:sldMk cId="1139980920" sldId="532"/>
        </pc:sldMkLst>
      </pc:sldChg>
      <pc:sldChg chg="add del">
        <pc:chgData name="Ibrahim NIANG" userId="acdf7ece8d0764a7" providerId="LiveId" clId="{E040C4FD-A350-48D1-9FBA-8D0B272720DB}" dt="2024-11-18T11:30:33.440" v="100" actId="47"/>
        <pc:sldMkLst>
          <pc:docMk/>
          <pc:sldMk cId="2237745760" sldId="533"/>
        </pc:sldMkLst>
      </pc:sldChg>
      <pc:sldChg chg="addSp delSp modSp add mod">
        <pc:chgData name="Ibrahim NIANG" userId="acdf7ece8d0764a7" providerId="LiveId" clId="{E040C4FD-A350-48D1-9FBA-8D0B272720DB}" dt="2024-11-21T15:01:10.257" v="3569"/>
        <pc:sldMkLst>
          <pc:docMk/>
          <pc:sldMk cId="3901145723" sldId="533"/>
        </pc:sldMkLst>
      </pc:sldChg>
      <pc:sldChg chg="del">
        <pc:chgData name="Ibrahim NIANG" userId="acdf7ece8d0764a7" providerId="LiveId" clId="{E040C4FD-A350-48D1-9FBA-8D0B272720DB}" dt="2024-11-18T11:30:17.753" v="97" actId="47"/>
        <pc:sldMkLst>
          <pc:docMk/>
          <pc:sldMk cId="2875049130" sldId="534"/>
        </pc:sldMkLst>
      </pc:sldChg>
      <pc:sldChg chg="addSp delSp modSp add mod">
        <pc:chgData name="Ibrahim NIANG" userId="acdf7ece8d0764a7" providerId="LiveId" clId="{E040C4FD-A350-48D1-9FBA-8D0B272720DB}" dt="2024-11-21T15:01:13.561" v="3570"/>
        <pc:sldMkLst>
          <pc:docMk/>
          <pc:sldMk cId="4150777963" sldId="534"/>
        </pc:sldMkLst>
      </pc:sldChg>
      <pc:sldChg chg="addSp delSp modSp add mod">
        <pc:chgData name="Ibrahim NIANG" userId="acdf7ece8d0764a7" providerId="LiveId" clId="{E040C4FD-A350-48D1-9FBA-8D0B272720DB}" dt="2024-11-18T12:03:32.090" v="863" actId="313"/>
        <pc:sldMkLst>
          <pc:docMk/>
          <pc:sldMk cId="3482664428" sldId="535"/>
        </pc:sldMkLst>
      </pc:sldChg>
      <pc:sldChg chg="del">
        <pc:chgData name="Ibrahim NIANG" userId="acdf7ece8d0764a7" providerId="LiveId" clId="{E040C4FD-A350-48D1-9FBA-8D0B272720DB}" dt="2024-11-18T11:30:41.162" v="103" actId="47"/>
        <pc:sldMkLst>
          <pc:docMk/>
          <pc:sldMk cId="4128392707" sldId="535"/>
        </pc:sldMkLst>
      </pc:sldChg>
      <pc:sldChg chg="addSp delSp modSp new mod">
        <pc:chgData name="Ibrahim NIANG" userId="acdf7ece8d0764a7" providerId="LiveId" clId="{E040C4FD-A350-48D1-9FBA-8D0B272720DB}" dt="2024-11-25T15:03:40.477" v="4151" actId="478"/>
        <pc:sldMkLst>
          <pc:docMk/>
          <pc:sldMk cId="377305923" sldId="536"/>
        </pc:sldMkLst>
      </pc:sldChg>
      <pc:sldChg chg="del">
        <pc:chgData name="Ibrahim NIANG" userId="acdf7ece8d0764a7" providerId="LiveId" clId="{E040C4FD-A350-48D1-9FBA-8D0B272720DB}" dt="2024-11-18T11:30:40.892" v="102" actId="47"/>
        <pc:sldMkLst>
          <pc:docMk/>
          <pc:sldMk cId="3726263903" sldId="536"/>
        </pc:sldMkLst>
      </pc:sldChg>
      <pc:sldChg chg="addSp delSp modSp add del mod">
        <pc:chgData name="Ibrahim NIANG" userId="acdf7ece8d0764a7" providerId="LiveId" clId="{E040C4FD-A350-48D1-9FBA-8D0B272720DB}" dt="2024-11-18T12:32:42.974" v="1078" actId="2696"/>
        <pc:sldMkLst>
          <pc:docMk/>
          <pc:sldMk cId="984138464" sldId="537"/>
        </pc:sldMkLst>
      </pc:sldChg>
      <pc:sldChg chg="del">
        <pc:chgData name="Ibrahim NIANG" userId="acdf7ece8d0764a7" providerId="LiveId" clId="{E040C4FD-A350-48D1-9FBA-8D0B272720DB}" dt="2024-11-18T11:30:17.232" v="94" actId="47"/>
        <pc:sldMkLst>
          <pc:docMk/>
          <pc:sldMk cId="3823860732" sldId="537"/>
        </pc:sldMkLst>
      </pc:sldChg>
      <pc:sldChg chg="del">
        <pc:chgData name="Ibrahim NIANG" userId="acdf7ece8d0764a7" providerId="LiveId" clId="{E040C4FD-A350-48D1-9FBA-8D0B272720DB}" dt="2024-11-18T11:30:16.733" v="93" actId="47"/>
        <pc:sldMkLst>
          <pc:docMk/>
          <pc:sldMk cId="210351825" sldId="538"/>
        </pc:sldMkLst>
      </pc:sldChg>
      <pc:sldChg chg="addSp delSp modSp add mod">
        <pc:chgData name="Ibrahim NIANG" userId="acdf7ece8d0764a7" providerId="LiveId" clId="{E040C4FD-A350-48D1-9FBA-8D0B272720DB}" dt="2024-11-18T12:55:24.494" v="1211" actId="20577"/>
        <pc:sldMkLst>
          <pc:docMk/>
          <pc:sldMk cId="3968391175" sldId="538"/>
        </pc:sldMkLst>
      </pc:sldChg>
      <pc:sldChg chg="addSp delSp modSp add mod">
        <pc:chgData name="Ibrahim NIANG" userId="acdf7ece8d0764a7" providerId="LiveId" clId="{E040C4FD-A350-48D1-9FBA-8D0B272720DB}" dt="2024-11-21T15:01:31.309" v="3571"/>
        <pc:sldMkLst>
          <pc:docMk/>
          <pc:sldMk cId="819907114" sldId="539"/>
        </pc:sldMkLst>
      </pc:sldChg>
      <pc:sldChg chg="del">
        <pc:chgData name="Ibrahim NIANG" userId="acdf7ece8d0764a7" providerId="LiveId" clId="{E040C4FD-A350-48D1-9FBA-8D0B272720DB}" dt="2024-11-18T11:30:41.392" v="104" actId="47"/>
        <pc:sldMkLst>
          <pc:docMk/>
          <pc:sldMk cId="1014814413" sldId="539"/>
        </pc:sldMkLst>
      </pc:sldChg>
      <pc:sldChg chg="addSp delSp modSp add mod">
        <pc:chgData name="Ibrahim NIANG" userId="acdf7ece8d0764a7" providerId="LiveId" clId="{E040C4FD-A350-48D1-9FBA-8D0B272720DB}" dt="2024-11-21T15:01:45.093" v="3572" actId="1076"/>
        <pc:sldMkLst>
          <pc:docMk/>
          <pc:sldMk cId="1794854875" sldId="540"/>
        </pc:sldMkLst>
      </pc:sldChg>
      <pc:sldChg chg="del">
        <pc:chgData name="Ibrahim NIANG" userId="acdf7ece8d0764a7" providerId="LiveId" clId="{E040C4FD-A350-48D1-9FBA-8D0B272720DB}" dt="2024-11-18T11:30:13.970" v="81" actId="47"/>
        <pc:sldMkLst>
          <pc:docMk/>
          <pc:sldMk cId="3026545837" sldId="540"/>
        </pc:sldMkLst>
      </pc:sldChg>
      <pc:sldChg chg="addSp delSp modSp add mod">
        <pc:chgData name="Ibrahim NIANG" userId="acdf7ece8d0764a7" providerId="LiveId" clId="{E040C4FD-A350-48D1-9FBA-8D0B272720DB}" dt="2024-11-21T15:01:49.402" v="3573"/>
        <pc:sldMkLst>
          <pc:docMk/>
          <pc:sldMk cId="2976753360" sldId="541"/>
        </pc:sldMkLst>
      </pc:sldChg>
      <pc:sldChg chg="del">
        <pc:chgData name="Ibrahim NIANG" userId="acdf7ece8d0764a7" providerId="LiveId" clId="{E040C4FD-A350-48D1-9FBA-8D0B272720DB}" dt="2024-11-18T11:30:16.535" v="92" actId="47"/>
        <pc:sldMkLst>
          <pc:docMk/>
          <pc:sldMk cId="3920302908" sldId="541"/>
        </pc:sldMkLst>
      </pc:sldChg>
      <pc:sldChg chg="del">
        <pc:chgData name="Ibrahim NIANG" userId="acdf7ece8d0764a7" providerId="LiveId" clId="{E040C4FD-A350-48D1-9FBA-8D0B272720DB}" dt="2024-11-18T11:30:16.336" v="91" actId="47"/>
        <pc:sldMkLst>
          <pc:docMk/>
          <pc:sldMk cId="113635674" sldId="542"/>
        </pc:sldMkLst>
      </pc:sldChg>
      <pc:sldChg chg="addSp delSp modSp add mod">
        <pc:chgData name="Ibrahim NIANG" userId="acdf7ece8d0764a7" providerId="LiveId" clId="{E040C4FD-A350-48D1-9FBA-8D0B272720DB}" dt="2024-11-21T15:02:30.591" v="3579" actId="1076"/>
        <pc:sldMkLst>
          <pc:docMk/>
          <pc:sldMk cId="1465071853" sldId="542"/>
        </pc:sldMkLst>
      </pc:sldChg>
      <pc:sldChg chg="addSp delSp modSp add mod">
        <pc:chgData name="Ibrahim NIANG" userId="acdf7ece8d0764a7" providerId="LiveId" clId="{E040C4FD-A350-48D1-9FBA-8D0B272720DB}" dt="2024-11-21T11:18:33.554" v="3111" actId="1076"/>
        <pc:sldMkLst>
          <pc:docMk/>
          <pc:sldMk cId="531521117" sldId="543"/>
        </pc:sldMkLst>
      </pc:sldChg>
      <pc:sldChg chg="del">
        <pc:chgData name="Ibrahim NIANG" userId="acdf7ece8d0764a7" providerId="LiveId" clId="{E040C4FD-A350-48D1-9FBA-8D0B272720DB}" dt="2024-11-18T11:30:16.195" v="90" actId="47"/>
        <pc:sldMkLst>
          <pc:docMk/>
          <pc:sldMk cId="2212781140" sldId="543"/>
        </pc:sldMkLst>
      </pc:sldChg>
      <pc:sldChg chg="del">
        <pc:chgData name="Ibrahim NIANG" userId="acdf7ece8d0764a7" providerId="LiveId" clId="{E040C4FD-A350-48D1-9FBA-8D0B272720DB}" dt="2024-11-18T11:30:14.322" v="82" actId="47"/>
        <pc:sldMkLst>
          <pc:docMk/>
          <pc:sldMk cId="2162645583" sldId="544"/>
        </pc:sldMkLst>
      </pc:sldChg>
      <pc:sldChg chg="addSp delSp modSp add mod">
        <pc:chgData name="Ibrahim NIANG" userId="acdf7ece8d0764a7" providerId="LiveId" clId="{E040C4FD-A350-48D1-9FBA-8D0B272720DB}" dt="2024-11-21T15:01:57.951" v="3575" actId="1076"/>
        <pc:sldMkLst>
          <pc:docMk/>
          <pc:sldMk cId="2233503616" sldId="544"/>
        </pc:sldMkLst>
      </pc:sldChg>
      <pc:sldChg chg="addSp delSp modSp add del mod">
        <pc:chgData name="Ibrahim NIANG" userId="acdf7ece8d0764a7" providerId="LiveId" clId="{E040C4FD-A350-48D1-9FBA-8D0B272720DB}" dt="2024-11-18T15:06:08.693" v="1704" actId="47"/>
        <pc:sldMkLst>
          <pc:docMk/>
          <pc:sldMk cId="1043159506" sldId="545"/>
        </pc:sldMkLst>
      </pc:sldChg>
      <pc:sldChg chg="del">
        <pc:chgData name="Ibrahim NIANG" userId="acdf7ece8d0764a7" providerId="LiveId" clId="{E040C4FD-A350-48D1-9FBA-8D0B272720DB}" dt="2024-11-18T11:30:15.664" v="89" actId="47"/>
        <pc:sldMkLst>
          <pc:docMk/>
          <pc:sldMk cId="2167895979" sldId="545"/>
        </pc:sldMkLst>
      </pc:sldChg>
      <pc:sldChg chg="addSp delSp modSp add mod">
        <pc:chgData name="Ibrahim NIANG" userId="acdf7ece8d0764a7" providerId="LiveId" clId="{E040C4FD-A350-48D1-9FBA-8D0B272720DB}" dt="2024-11-21T11:07:23.572" v="2839"/>
        <pc:sldMkLst>
          <pc:docMk/>
          <pc:sldMk cId="974544387" sldId="546"/>
        </pc:sldMkLst>
      </pc:sldChg>
      <pc:sldChg chg="del">
        <pc:chgData name="Ibrahim NIANG" userId="acdf7ece8d0764a7" providerId="LiveId" clId="{E040C4FD-A350-48D1-9FBA-8D0B272720DB}" dt="2024-11-18T11:30:15.302" v="87" actId="47"/>
        <pc:sldMkLst>
          <pc:docMk/>
          <pc:sldMk cId="2482163205" sldId="546"/>
        </pc:sldMkLst>
      </pc:sldChg>
      <pc:sldChg chg="del">
        <pc:chgData name="Ibrahim NIANG" userId="acdf7ece8d0764a7" providerId="LiveId" clId="{E040C4FD-A350-48D1-9FBA-8D0B272720DB}" dt="2024-11-18T11:30:15.506" v="88" actId="47"/>
        <pc:sldMkLst>
          <pc:docMk/>
          <pc:sldMk cId="2111166100" sldId="547"/>
        </pc:sldMkLst>
      </pc:sldChg>
      <pc:sldChg chg="addSp delSp modSp add mod">
        <pc:chgData name="Ibrahim NIANG" userId="acdf7ece8d0764a7" providerId="LiveId" clId="{E040C4FD-A350-48D1-9FBA-8D0B272720DB}" dt="2024-11-21T15:02:07.276" v="3577" actId="1076"/>
        <pc:sldMkLst>
          <pc:docMk/>
          <pc:sldMk cId="2511281477" sldId="547"/>
        </pc:sldMkLst>
      </pc:sldChg>
      <pc:sldChg chg="addSp delSp modSp add mod">
        <pc:chgData name="Ibrahim NIANG" userId="acdf7ece8d0764a7" providerId="LiveId" clId="{E040C4FD-A350-48D1-9FBA-8D0B272720DB}" dt="2024-11-21T11:07:14.599" v="2835"/>
        <pc:sldMkLst>
          <pc:docMk/>
          <pc:sldMk cId="200079084" sldId="548"/>
        </pc:sldMkLst>
      </pc:sldChg>
      <pc:sldChg chg="del">
        <pc:chgData name="Ibrahim NIANG" userId="acdf7ece8d0764a7" providerId="LiveId" clId="{E040C4FD-A350-48D1-9FBA-8D0B272720DB}" dt="2024-11-18T11:30:15.095" v="86" actId="47"/>
        <pc:sldMkLst>
          <pc:docMk/>
          <pc:sldMk cId="350110426" sldId="549"/>
        </pc:sldMkLst>
      </pc:sldChg>
      <pc:sldChg chg="addSp delSp modSp add mod">
        <pc:chgData name="Ibrahim NIANG" userId="acdf7ece8d0764a7" providerId="LiveId" clId="{E040C4FD-A350-48D1-9FBA-8D0B272720DB}" dt="2024-11-21T11:07:17.886" v="2837"/>
        <pc:sldMkLst>
          <pc:docMk/>
          <pc:sldMk cId="1703448516" sldId="549"/>
        </pc:sldMkLst>
      </pc:sldChg>
      <pc:sldChg chg="del">
        <pc:chgData name="Ibrahim NIANG" userId="acdf7ece8d0764a7" providerId="LiveId" clId="{E040C4FD-A350-48D1-9FBA-8D0B272720DB}" dt="2024-11-18T11:30:14.885" v="85" actId="47"/>
        <pc:sldMkLst>
          <pc:docMk/>
          <pc:sldMk cId="1658903904" sldId="550"/>
        </pc:sldMkLst>
      </pc:sldChg>
      <pc:sldChg chg="addSp delSp modSp add mod ord">
        <pc:chgData name="Ibrahim NIANG" userId="acdf7ece8d0764a7" providerId="LiveId" clId="{E040C4FD-A350-48D1-9FBA-8D0B272720DB}" dt="2024-11-21T11:07:11.333" v="2833"/>
        <pc:sldMkLst>
          <pc:docMk/>
          <pc:sldMk cId="2340111284" sldId="550"/>
        </pc:sldMkLst>
      </pc:sldChg>
      <pc:sldChg chg="del">
        <pc:chgData name="Ibrahim NIANG" userId="acdf7ece8d0764a7" providerId="LiveId" clId="{E040C4FD-A350-48D1-9FBA-8D0B272720DB}" dt="2024-11-18T11:30:14.702" v="84" actId="47"/>
        <pc:sldMkLst>
          <pc:docMk/>
          <pc:sldMk cId="840544288" sldId="551"/>
        </pc:sldMkLst>
      </pc:sldChg>
      <pc:sldChg chg="addSp delSp modSp add mod">
        <pc:chgData name="Ibrahim NIANG" userId="acdf7ece8d0764a7" providerId="LiveId" clId="{E040C4FD-A350-48D1-9FBA-8D0B272720DB}" dt="2024-11-21T11:07:27.318" v="2841"/>
        <pc:sldMkLst>
          <pc:docMk/>
          <pc:sldMk cId="2081210618" sldId="551"/>
        </pc:sldMkLst>
      </pc:sldChg>
      <pc:sldChg chg="addSp delSp modSp add mod">
        <pc:chgData name="Ibrahim NIANG" userId="acdf7ece8d0764a7" providerId="LiveId" clId="{E040C4FD-A350-48D1-9FBA-8D0B272720DB}" dt="2024-11-21T11:07:31.409" v="2843"/>
        <pc:sldMkLst>
          <pc:docMk/>
          <pc:sldMk cId="1413211029" sldId="552"/>
        </pc:sldMkLst>
      </pc:sldChg>
      <pc:sldChg chg="del">
        <pc:chgData name="Ibrahim NIANG" userId="acdf7ece8d0764a7" providerId="LiveId" clId="{E040C4FD-A350-48D1-9FBA-8D0B272720DB}" dt="2024-11-18T11:30:14.513" v="83" actId="47"/>
        <pc:sldMkLst>
          <pc:docMk/>
          <pc:sldMk cId="1910478981" sldId="552"/>
        </pc:sldMkLst>
      </pc:sldChg>
      <pc:sldChg chg="del">
        <pc:chgData name="Ibrahim NIANG" userId="acdf7ece8d0764a7" providerId="LiveId" clId="{E040C4FD-A350-48D1-9FBA-8D0B272720DB}" dt="2024-11-18T11:30:12.602" v="77" actId="47"/>
        <pc:sldMkLst>
          <pc:docMk/>
          <pc:sldMk cId="2104246072" sldId="553"/>
        </pc:sldMkLst>
      </pc:sldChg>
      <pc:sldChg chg="addSp delSp modSp add mod">
        <pc:chgData name="Ibrahim NIANG" userId="acdf7ece8d0764a7" providerId="LiveId" clId="{E040C4FD-A350-48D1-9FBA-8D0B272720DB}" dt="2024-11-21T11:07:35.894" v="2845"/>
        <pc:sldMkLst>
          <pc:docMk/>
          <pc:sldMk cId="4135655232" sldId="553"/>
        </pc:sldMkLst>
      </pc:sldChg>
      <pc:sldChg chg="addSp delSp modSp add mod">
        <pc:chgData name="Ibrahim NIANG" userId="acdf7ece8d0764a7" providerId="LiveId" clId="{E040C4FD-A350-48D1-9FBA-8D0B272720DB}" dt="2024-11-21T11:07:39.711" v="2847"/>
        <pc:sldMkLst>
          <pc:docMk/>
          <pc:sldMk cId="3005910671" sldId="554"/>
        </pc:sldMkLst>
      </pc:sldChg>
      <pc:sldChg chg="del">
        <pc:chgData name="Ibrahim NIANG" userId="acdf7ece8d0764a7" providerId="LiveId" clId="{E040C4FD-A350-48D1-9FBA-8D0B272720DB}" dt="2024-11-18T11:30:07.562" v="73" actId="47"/>
        <pc:sldMkLst>
          <pc:docMk/>
          <pc:sldMk cId="3244769883" sldId="554"/>
        </pc:sldMkLst>
      </pc:sldChg>
      <pc:sldChg chg="del">
        <pc:chgData name="Ibrahim NIANG" userId="acdf7ece8d0764a7" providerId="LiveId" clId="{E040C4FD-A350-48D1-9FBA-8D0B272720DB}" dt="2024-11-18T11:30:05.244" v="69" actId="47"/>
        <pc:sldMkLst>
          <pc:docMk/>
          <pc:sldMk cId="2364556023" sldId="555"/>
        </pc:sldMkLst>
      </pc:sldChg>
      <pc:sldChg chg="addSp delSp modSp add mod">
        <pc:chgData name="Ibrahim NIANG" userId="acdf7ece8d0764a7" providerId="LiveId" clId="{E040C4FD-A350-48D1-9FBA-8D0B272720DB}" dt="2024-11-21T11:07:44.585" v="2849"/>
        <pc:sldMkLst>
          <pc:docMk/>
          <pc:sldMk cId="3547184459" sldId="555"/>
        </pc:sldMkLst>
      </pc:sldChg>
      <pc:sldChg chg="addSp delSp modSp add mod">
        <pc:chgData name="Ibrahim NIANG" userId="acdf7ece8d0764a7" providerId="LiveId" clId="{E040C4FD-A350-48D1-9FBA-8D0B272720DB}" dt="2024-11-21T11:07:49.599" v="2851"/>
        <pc:sldMkLst>
          <pc:docMk/>
          <pc:sldMk cId="1210054496" sldId="556"/>
        </pc:sldMkLst>
      </pc:sldChg>
      <pc:sldChg chg="del">
        <pc:chgData name="Ibrahim NIANG" userId="acdf7ece8d0764a7" providerId="LiveId" clId="{E040C4FD-A350-48D1-9FBA-8D0B272720DB}" dt="2024-11-18T11:30:13.464" v="80" actId="47"/>
        <pc:sldMkLst>
          <pc:docMk/>
          <pc:sldMk cId="1766580762" sldId="556"/>
        </pc:sldMkLst>
      </pc:sldChg>
      <pc:sldChg chg="del">
        <pc:chgData name="Ibrahim NIANG" userId="acdf7ece8d0764a7" providerId="LiveId" clId="{E040C4FD-A350-48D1-9FBA-8D0B272720DB}" dt="2024-11-18T11:30:12.793" v="78" actId="47"/>
        <pc:sldMkLst>
          <pc:docMk/>
          <pc:sldMk cId="1033359560" sldId="557"/>
        </pc:sldMkLst>
      </pc:sldChg>
      <pc:sldChg chg="addSp delSp modSp add mod">
        <pc:chgData name="Ibrahim NIANG" userId="acdf7ece8d0764a7" providerId="LiveId" clId="{E040C4FD-A350-48D1-9FBA-8D0B272720DB}" dt="2024-11-21T11:07:54.014" v="2853"/>
        <pc:sldMkLst>
          <pc:docMk/>
          <pc:sldMk cId="4220757500" sldId="557"/>
        </pc:sldMkLst>
      </pc:sldChg>
      <pc:sldChg chg="addSp delSp modSp add mod">
        <pc:chgData name="Ibrahim NIANG" userId="acdf7ece8d0764a7" providerId="LiveId" clId="{E040C4FD-A350-48D1-9FBA-8D0B272720DB}" dt="2024-11-21T11:08:02.078" v="2855"/>
        <pc:sldMkLst>
          <pc:docMk/>
          <pc:sldMk cId="592659565" sldId="558"/>
        </pc:sldMkLst>
      </pc:sldChg>
      <pc:sldChg chg="del">
        <pc:chgData name="Ibrahim NIANG" userId="acdf7ece8d0764a7" providerId="LiveId" clId="{E040C4FD-A350-48D1-9FBA-8D0B272720DB}" dt="2024-11-18T11:30:12.384" v="76" actId="47"/>
        <pc:sldMkLst>
          <pc:docMk/>
          <pc:sldMk cId="4174677024" sldId="558"/>
        </pc:sldMkLst>
      </pc:sldChg>
      <pc:sldChg chg="del">
        <pc:chgData name="Ibrahim NIANG" userId="acdf7ece8d0764a7" providerId="LiveId" clId="{E040C4FD-A350-48D1-9FBA-8D0B272720DB}" dt="2024-11-18T11:30:09.502" v="74" actId="47"/>
        <pc:sldMkLst>
          <pc:docMk/>
          <pc:sldMk cId="667452722" sldId="559"/>
        </pc:sldMkLst>
      </pc:sldChg>
      <pc:sldChg chg="addSp delSp modSp add mod">
        <pc:chgData name="Ibrahim NIANG" userId="acdf7ece8d0764a7" providerId="LiveId" clId="{E040C4FD-A350-48D1-9FBA-8D0B272720DB}" dt="2024-11-21T11:08:07.019" v="2857"/>
        <pc:sldMkLst>
          <pc:docMk/>
          <pc:sldMk cId="675674695" sldId="559"/>
        </pc:sldMkLst>
      </pc:sldChg>
      <pc:sldChg chg="addSp delSp modSp add mod">
        <pc:chgData name="Ibrahim NIANG" userId="acdf7ece8d0764a7" providerId="LiveId" clId="{E040C4FD-A350-48D1-9FBA-8D0B272720DB}" dt="2024-11-21T11:08:11.167" v="2859"/>
        <pc:sldMkLst>
          <pc:docMk/>
          <pc:sldMk cId="3149754995" sldId="560"/>
        </pc:sldMkLst>
      </pc:sldChg>
      <pc:sldChg chg="del">
        <pc:chgData name="Ibrahim NIANG" userId="acdf7ece8d0764a7" providerId="LiveId" clId="{E040C4FD-A350-48D1-9FBA-8D0B272720DB}" dt="2024-11-18T11:30:05.457" v="70" actId="47"/>
        <pc:sldMkLst>
          <pc:docMk/>
          <pc:sldMk cId="3970048665" sldId="560"/>
        </pc:sldMkLst>
      </pc:sldChg>
      <pc:sldChg chg="del">
        <pc:chgData name="Ibrahim NIANG" userId="acdf7ece8d0764a7" providerId="LiveId" clId="{E040C4FD-A350-48D1-9FBA-8D0B272720DB}" dt="2024-11-18T11:30:06.363" v="72" actId="47"/>
        <pc:sldMkLst>
          <pc:docMk/>
          <pc:sldMk cId="3128149916" sldId="561"/>
        </pc:sldMkLst>
      </pc:sldChg>
      <pc:sldChg chg="addSp delSp modSp add mod">
        <pc:chgData name="Ibrahim NIANG" userId="acdf7ece8d0764a7" providerId="LiveId" clId="{E040C4FD-A350-48D1-9FBA-8D0B272720DB}" dt="2024-11-21T11:08:16.185" v="2861"/>
        <pc:sldMkLst>
          <pc:docMk/>
          <pc:sldMk cId="3986737361" sldId="561"/>
        </pc:sldMkLst>
      </pc:sldChg>
      <pc:sldChg chg="addSp delSp modSp add mod">
        <pc:chgData name="Ibrahim NIANG" userId="acdf7ece8d0764a7" providerId="LiveId" clId="{E040C4FD-A350-48D1-9FBA-8D0B272720DB}" dt="2024-11-21T11:08:21.232" v="2863"/>
        <pc:sldMkLst>
          <pc:docMk/>
          <pc:sldMk cId="84676860" sldId="562"/>
        </pc:sldMkLst>
      </pc:sldChg>
      <pc:sldChg chg="del">
        <pc:chgData name="Ibrahim NIANG" userId="acdf7ece8d0764a7" providerId="LiveId" clId="{E040C4FD-A350-48D1-9FBA-8D0B272720DB}" dt="2024-11-18T11:30:04.852" v="67" actId="47"/>
        <pc:sldMkLst>
          <pc:docMk/>
          <pc:sldMk cId="143433085" sldId="562"/>
        </pc:sldMkLst>
      </pc:sldChg>
      <pc:sldChg chg="del">
        <pc:chgData name="Ibrahim NIANG" userId="acdf7ece8d0764a7" providerId="LiveId" clId="{E040C4FD-A350-48D1-9FBA-8D0B272720DB}" dt="2024-11-18T11:30:04.287" v="65" actId="47"/>
        <pc:sldMkLst>
          <pc:docMk/>
          <pc:sldMk cId="74138148" sldId="563"/>
        </pc:sldMkLst>
      </pc:sldChg>
      <pc:sldChg chg="addSp delSp modSp add mod">
        <pc:chgData name="Ibrahim NIANG" userId="acdf7ece8d0764a7" providerId="LiveId" clId="{E040C4FD-A350-48D1-9FBA-8D0B272720DB}" dt="2024-11-21T11:08:26.051" v="2865"/>
        <pc:sldMkLst>
          <pc:docMk/>
          <pc:sldMk cId="1254654348" sldId="563"/>
        </pc:sldMkLst>
      </pc:sldChg>
      <pc:sldChg chg="addSp delSp modSp add mod">
        <pc:chgData name="Ibrahim NIANG" userId="acdf7ece8d0764a7" providerId="LiveId" clId="{E040C4FD-A350-48D1-9FBA-8D0B272720DB}" dt="2024-11-21T15:02:39.071" v="3581" actId="1076"/>
        <pc:sldMkLst>
          <pc:docMk/>
          <pc:sldMk cId="1530165513" sldId="564"/>
        </pc:sldMkLst>
      </pc:sldChg>
      <pc:sldChg chg="del">
        <pc:chgData name="Ibrahim NIANG" userId="acdf7ece8d0764a7" providerId="LiveId" clId="{E040C4FD-A350-48D1-9FBA-8D0B272720DB}" dt="2024-11-18T11:30:04.622" v="66" actId="47"/>
        <pc:sldMkLst>
          <pc:docMk/>
          <pc:sldMk cId="2971887564" sldId="564"/>
        </pc:sldMkLst>
      </pc:sldChg>
      <pc:sldChg chg="add del">
        <pc:chgData name="Ibrahim NIANG" userId="acdf7ece8d0764a7" providerId="LiveId" clId="{E040C4FD-A350-48D1-9FBA-8D0B272720DB}" dt="2024-11-21T12:17:33.061" v="3267" actId="47"/>
        <pc:sldMkLst>
          <pc:docMk/>
          <pc:sldMk cId="2279300224" sldId="565"/>
        </pc:sldMkLst>
      </pc:sldChg>
      <pc:sldChg chg="del">
        <pc:chgData name="Ibrahim NIANG" userId="acdf7ece8d0764a7" providerId="LiveId" clId="{E040C4FD-A350-48D1-9FBA-8D0B272720DB}" dt="2024-11-18T11:30:05.067" v="68" actId="47"/>
        <pc:sldMkLst>
          <pc:docMk/>
          <pc:sldMk cId="2432346136" sldId="565"/>
        </pc:sldMkLst>
      </pc:sldChg>
      <pc:sldChg chg="del">
        <pc:chgData name="Ibrahim NIANG" userId="acdf7ece8d0764a7" providerId="LiveId" clId="{E040C4FD-A350-48D1-9FBA-8D0B272720DB}" dt="2024-11-18T11:30:06.167" v="71" actId="47"/>
        <pc:sldMkLst>
          <pc:docMk/>
          <pc:sldMk cId="2257937470" sldId="566"/>
        </pc:sldMkLst>
      </pc:sldChg>
      <pc:sldChg chg="addSp delSp modSp add mod">
        <pc:chgData name="Ibrahim NIANG" userId="acdf7ece8d0764a7" providerId="LiveId" clId="{E040C4FD-A350-48D1-9FBA-8D0B272720DB}" dt="2024-11-21T15:02:45.649" v="3583" actId="1076"/>
        <pc:sldMkLst>
          <pc:docMk/>
          <pc:sldMk cId="2901763863" sldId="566"/>
        </pc:sldMkLst>
      </pc:sldChg>
      <pc:sldChg chg="del">
        <pc:chgData name="Ibrahim NIANG" userId="acdf7ece8d0764a7" providerId="LiveId" clId="{E040C4FD-A350-48D1-9FBA-8D0B272720DB}" dt="2024-11-18T11:30:12.210" v="75" actId="47"/>
        <pc:sldMkLst>
          <pc:docMk/>
          <pc:sldMk cId="1371932112" sldId="567"/>
        </pc:sldMkLst>
      </pc:sldChg>
      <pc:sldChg chg="addSp delSp modSp add mod">
        <pc:chgData name="Ibrahim NIANG" userId="acdf7ece8d0764a7" providerId="LiveId" clId="{E040C4FD-A350-48D1-9FBA-8D0B272720DB}" dt="2024-11-21T15:02:53.884" v="3585" actId="1076"/>
        <pc:sldMkLst>
          <pc:docMk/>
          <pc:sldMk cId="3186115315" sldId="567"/>
        </pc:sldMkLst>
      </pc:sldChg>
      <pc:sldChg chg="del">
        <pc:chgData name="Ibrahim NIANG" userId="acdf7ece8d0764a7" providerId="LiveId" clId="{E040C4FD-A350-48D1-9FBA-8D0B272720DB}" dt="2024-11-18T11:30:12.994" v="79" actId="47"/>
        <pc:sldMkLst>
          <pc:docMk/>
          <pc:sldMk cId="2662994852" sldId="568"/>
        </pc:sldMkLst>
      </pc:sldChg>
      <pc:sldChg chg="addSp delSp modSp add mod">
        <pc:chgData name="Ibrahim NIANG" userId="acdf7ece8d0764a7" providerId="LiveId" clId="{E040C4FD-A350-48D1-9FBA-8D0B272720DB}" dt="2024-11-25T12:17:55.232" v="3647"/>
        <pc:sldMkLst>
          <pc:docMk/>
          <pc:sldMk cId="3658356511" sldId="568"/>
        </pc:sldMkLst>
      </pc:sldChg>
      <pc:sldChg chg="addSp modSp add mod">
        <pc:chgData name="Ibrahim NIANG" userId="acdf7ece8d0764a7" providerId="LiveId" clId="{E040C4FD-A350-48D1-9FBA-8D0B272720DB}" dt="2024-11-27T09:19:45.973" v="4328"/>
        <pc:sldMkLst>
          <pc:docMk/>
          <pc:sldMk cId="3242736320" sldId="569"/>
        </pc:sldMkLst>
      </pc:sldChg>
      <pc:sldChg chg="addSp delSp modSp add mod">
        <pc:chgData name="Ibrahim NIANG" userId="acdf7ece8d0764a7" providerId="LiveId" clId="{E040C4FD-A350-48D1-9FBA-8D0B272720DB}" dt="2024-11-21T12:28:05.602" v="3440" actId="1076"/>
        <pc:sldMkLst>
          <pc:docMk/>
          <pc:sldMk cId="3903250699" sldId="570"/>
        </pc:sldMkLst>
      </pc:sldChg>
      <pc:sldChg chg="addSp delSp modSp add mod">
        <pc:chgData name="Ibrahim NIANG" userId="acdf7ece8d0764a7" providerId="LiveId" clId="{E040C4FD-A350-48D1-9FBA-8D0B272720DB}" dt="2024-11-21T12:30:55.507" v="3480" actId="1076"/>
        <pc:sldMkLst>
          <pc:docMk/>
          <pc:sldMk cId="3548126246" sldId="571"/>
        </pc:sldMkLst>
      </pc:sldChg>
      <pc:sldChg chg="addSp delSp modSp add mod">
        <pc:chgData name="Ibrahim NIANG" userId="acdf7ece8d0764a7" providerId="LiveId" clId="{E040C4FD-A350-48D1-9FBA-8D0B272720DB}" dt="2024-11-21T12:32:31.122" v="3504" actId="1076"/>
        <pc:sldMkLst>
          <pc:docMk/>
          <pc:sldMk cId="2983344229" sldId="572"/>
        </pc:sldMkLst>
      </pc:sldChg>
      <pc:sldChg chg="addSp delSp modSp add mod">
        <pc:chgData name="Ibrahim NIANG" userId="acdf7ece8d0764a7" providerId="LiveId" clId="{E040C4FD-A350-48D1-9FBA-8D0B272720DB}" dt="2024-11-21T12:34:15.564" v="3522" actId="1076"/>
        <pc:sldMkLst>
          <pc:docMk/>
          <pc:sldMk cId="398623334" sldId="573"/>
        </pc:sldMkLst>
      </pc:sldChg>
      <pc:sldChg chg="addSp delSp modSp add mod">
        <pc:chgData name="Ibrahim NIANG" userId="acdf7ece8d0764a7" providerId="LiveId" clId="{E040C4FD-A350-48D1-9FBA-8D0B272720DB}" dt="2024-11-27T09:52:31.879" v="4490"/>
        <pc:sldMkLst>
          <pc:docMk/>
          <pc:sldMk cId="2513092308" sldId="574"/>
        </pc:sldMkLst>
      </pc:sldChg>
      <pc:sldChg chg="addSp modSp add mod">
        <pc:chgData name="Ibrahim NIANG" userId="acdf7ece8d0764a7" providerId="LiveId" clId="{E040C4FD-A350-48D1-9FBA-8D0B272720DB}" dt="2024-11-27T09:52:39.139" v="4492" actId="1076"/>
        <pc:sldMkLst>
          <pc:docMk/>
          <pc:sldMk cId="2198530513" sldId="575"/>
        </pc:sldMkLst>
      </pc:sldChg>
      <pc:sldChg chg="addSp delSp modSp add mod">
        <pc:chgData name="Ibrahim NIANG" userId="acdf7ece8d0764a7" providerId="LiveId" clId="{E040C4FD-A350-48D1-9FBA-8D0B272720DB}" dt="2024-11-21T15:04:33.797" v="3625" actId="20577"/>
        <pc:sldMkLst>
          <pc:docMk/>
          <pc:sldMk cId="1241657389" sldId="576"/>
        </pc:sldMkLst>
      </pc:sldChg>
      <pc:sldChg chg="modSp add mod">
        <pc:chgData name="Ibrahim NIANG" userId="acdf7ece8d0764a7" providerId="LiveId" clId="{E040C4FD-A350-48D1-9FBA-8D0B272720DB}" dt="2024-11-25T12:16:34.512" v="3627" actId="20577"/>
        <pc:sldMkLst>
          <pc:docMk/>
          <pc:sldMk cId="172413238" sldId="577"/>
        </pc:sldMkLst>
      </pc:sldChg>
      <pc:sldChg chg="addSp delSp modSp add mod">
        <pc:chgData name="Ibrahim NIANG" userId="acdf7ece8d0764a7" providerId="LiveId" clId="{E040C4FD-A350-48D1-9FBA-8D0B272720DB}" dt="2024-11-25T12:22:39.340" v="3722" actId="1076"/>
        <pc:sldMkLst>
          <pc:docMk/>
          <pc:sldMk cId="1657560919" sldId="578"/>
        </pc:sldMkLst>
      </pc:sldChg>
      <pc:sldChg chg="addSp delSp modSp add mod">
        <pc:chgData name="Ibrahim NIANG" userId="acdf7ece8d0764a7" providerId="LiveId" clId="{E040C4FD-A350-48D1-9FBA-8D0B272720DB}" dt="2024-11-27T09:40:15.158" v="4424" actId="1076"/>
        <pc:sldMkLst>
          <pc:docMk/>
          <pc:sldMk cId="1699416882" sldId="579"/>
        </pc:sldMkLst>
      </pc:sldChg>
      <pc:sldChg chg="addSp delSp modSp add mod">
        <pc:chgData name="Ibrahim NIANG" userId="acdf7ece8d0764a7" providerId="LiveId" clId="{E040C4FD-A350-48D1-9FBA-8D0B272720DB}" dt="2024-11-25T14:37:57.728" v="3844" actId="14100"/>
        <pc:sldMkLst>
          <pc:docMk/>
          <pc:sldMk cId="3178492382" sldId="580"/>
        </pc:sldMkLst>
      </pc:sldChg>
      <pc:sldChg chg="addSp delSp modSp add mod">
        <pc:chgData name="Ibrahim NIANG" userId="acdf7ece8d0764a7" providerId="LiveId" clId="{E040C4FD-A350-48D1-9FBA-8D0B272720DB}" dt="2024-11-25T14:38:07.359" v="3848"/>
        <pc:sldMkLst>
          <pc:docMk/>
          <pc:sldMk cId="3658795830" sldId="581"/>
        </pc:sldMkLst>
      </pc:sldChg>
      <pc:sldChg chg="addSp delSp modSp add mod">
        <pc:chgData name="Ibrahim NIANG" userId="acdf7ece8d0764a7" providerId="LiveId" clId="{E040C4FD-A350-48D1-9FBA-8D0B272720DB}" dt="2024-11-25T14:38:03.048" v="3846"/>
        <pc:sldMkLst>
          <pc:docMk/>
          <pc:sldMk cId="647802522" sldId="582"/>
        </pc:sldMkLst>
      </pc:sldChg>
      <pc:sldChg chg="addSp delSp modSp add mod">
        <pc:chgData name="Ibrahim NIANG" userId="acdf7ece8d0764a7" providerId="LiveId" clId="{E040C4FD-A350-48D1-9FBA-8D0B272720DB}" dt="2024-11-25T14:40:35.121" v="3864" actId="1076"/>
        <pc:sldMkLst>
          <pc:docMk/>
          <pc:sldMk cId="2718505669" sldId="583"/>
        </pc:sldMkLst>
      </pc:sldChg>
      <pc:sldChg chg="addSp delSp modSp add mod">
        <pc:chgData name="Ibrahim NIANG" userId="acdf7ece8d0764a7" providerId="LiveId" clId="{E040C4FD-A350-48D1-9FBA-8D0B272720DB}" dt="2024-11-25T14:58:11.101" v="4086" actId="1076"/>
        <pc:sldMkLst>
          <pc:docMk/>
          <pc:sldMk cId="1553519615" sldId="584"/>
        </pc:sldMkLst>
      </pc:sldChg>
      <pc:sldChg chg="addSp delSp modSp add mod">
        <pc:chgData name="Ibrahim NIANG" userId="acdf7ece8d0764a7" providerId="LiveId" clId="{E040C4FD-A350-48D1-9FBA-8D0B272720DB}" dt="2024-11-27T09:32:54.999" v="4385"/>
        <pc:sldMkLst>
          <pc:docMk/>
          <pc:sldMk cId="1202725284" sldId="585"/>
        </pc:sldMkLst>
      </pc:sldChg>
      <pc:sldChg chg="add">
        <pc:chgData name="Ibrahim NIANG" userId="acdf7ece8d0764a7" providerId="LiveId" clId="{E040C4FD-A350-48D1-9FBA-8D0B272720DB}" dt="2024-11-25T14:49:07.346" v="3979" actId="2890"/>
        <pc:sldMkLst>
          <pc:docMk/>
          <pc:sldMk cId="757173420" sldId="586"/>
        </pc:sldMkLst>
      </pc:sldChg>
      <pc:sldChg chg="addSp delSp modSp add mod">
        <pc:chgData name="Ibrahim NIANG" userId="acdf7ece8d0764a7" providerId="LiveId" clId="{E040C4FD-A350-48D1-9FBA-8D0B272720DB}" dt="2024-11-25T14:55:54.304" v="4077" actId="113"/>
        <pc:sldMkLst>
          <pc:docMk/>
          <pc:sldMk cId="2937442055" sldId="587"/>
        </pc:sldMkLst>
      </pc:sldChg>
      <pc:sldChg chg="addSp delSp modSp add mod ord">
        <pc:chgData name="Ibrahim NIANG" userId="acdf7ece8d0764a7" providerId="LiveId" clId="{E040C4FD-A350-48D1-9FBA-8D0B272720DB}" dt="2024-11-25T15:07:58.734" v="4189"/>
        <pc:sldMkLst>
          <pc:docMk/>
          <pc:sldMk cId="3573528163" sldId="588"/>
        </pc:sldMkLst>
      </pc:sldChg>
      <pc:sldChg chg="addSp delSp modSp add mod">
        <pc:chgData name="Ibrahim NIANG" userId="acdf7ece8d0764a7" providerId="LiveId" clId="{E040C4FD-A350-48D1-9FBA-8D0B272720DB}" dt="2024-11-25T15:08:13.348" v="4190" actId="1076"/>
        <pc:sldMkLst>
          <pc:docMk/>
          <pc:sldMk cId="318221856" sldId="589"/>
        </pc:sldMkLst>
      </pc:sldChg>
      <pc:sldChg chg="addSp delSp modSp add mod ord">
        <pc:chgData name="Ibrahim NIANG" userId="acdf7ece8d0764a7" providerId="LiveId" clId="{E040C4FD-A350-48D1-9FBA-8D0B272720DB}" dt="2024-11-25T15:15:30.243" v="4259" actId="122"/>
        <pc:sldMkLst>
          <pc:docMk/>
          <pc:sldMk cId="234096490" sldId="590"/>
        </pc:sldMkLst>
      </pc:sldChg>
      <pc:sldChg chg="addSp delSp modSp add mod">
        <pc:chgData name="Ibrahim NIANG" userId="acdf7ece8d0764a7" providerId="LiveId" clId="{E040C4FD-A350-48D1-9FBA-8D0B272720DB}" dt="2024-11-25T15:36:02.504" v="4320" actId="14100"/>
        <pc:sldMkLst>
          <pc:docMk/>
          <pc:sldMk cId="1690179196" sldId="591"/>
        </pc:sldMkLst>
      </pc:sldChg>
      <pc:sldChg chg="addSp delSp modSp add mod">
        <pc:chgData name="Ibrahim NIANG" userId="acdf7ece8d0764a7" providerId="LiveId" clId="{E040C4FD-A350-48D1-9FBA-8D0B272720DB}" dt="2024-11-27T09:19:55.356" v="4330" actId="1076"/>
        <pc:sldMkLst>
          <pc:docMk/>
          <pc:sldMk cId="2686968891" sldId="592"/>
        </pc:sldMkLst>
      </pc:sldChg>
      <pc:sldChg chg="addSp delSp modSp add mod">
        <pc:chgData name="Ibrahim NIANG" userId="acdf7ece8d0764a7" providerId="LiveId" clId="{E040C4FD-A350-48D1-9FBA-8D0B272720DB}" dt="2024-11-27T09:27:23.081" v="4339" actId="1076"/>
        <pc:sldMkLst>
          <pc:docMk/>
          <pc:sldMk cId="4278918976" sldId="593"/>
        </pc:sldMkLst>
      </pc:sldChg>
      <pc:sldChg chg="addSp delSp modSp add mod">
        <pc:chgData name="Ibrahim NIANG" userId="acdf7ece8d0764a7" providerId="LiveId" clId="{E040C4FD-A350-48D1-9FBA-8D0B272720DB}" dt="2024-11-27T09:47:36.007" v="4489" actId="1076"/>
        <pc:sldMkLst>
          <pc:docMk/>
          <pc:sldMk cId="2474052985" sldId="594"/>
        </pc:sldMkLst>
      </pc:sldChg>
      <pc:sldMasterChg chg="modSldLayout">
        <pc:chgData name="Ibrahim NIANG" userId="acdf7ece8d0764a7" providerId="LiveId" clId="{E040C4FD-A350-48D1-9FBA-8D0B272720DB}" dt="2024-11-18T11:35:21.835" v="208" actId="1076"/>
        <pc:sldMasterMkLst>
          <pc:docMk/>
          <pc:sldMasterMk cId="4227476695" sldId="2147483648"/>
        </pc:sldMasterMkLst>
        <pc:sldLayoutChg chg="addSp modSp mod">
          <pc:chgData name="Ibrahim NIANG" userId="acdf7ece8d0764a7" providerId="LiveId" clId="{E040C4FD-A350-48D1-9FBA-8D0B272720DB}" dt="2024-11-18T11:35:21.835" v="208" actId="1076"/>
          <pc:sldLayoutMkLst>
            <pc:docMk/>
            <pc:sldMasterMk cId="4227476695" sldId="2147483648"/>
            <pc:sldLayoutMk cId="3275750867" sldId="2147483656"/>
          </pc:sldLayoutMkLst>
          <pc:spChg chg="mod">
            <ac:chgData name="Ibrahim NIANG" userId="acdf7ece8d0764a7" providerId="LiveId" clId="{E040C4FD-A350-48D1-9FBA-8D0B272720DB}" dt="2024-11-18T11:35:21.835" v="208" actId="1076"/>
            <ac:spMkLst>
              <pc:docMk/>
              <pc:sldMasterMk cId="4227476695" sldId="2147483648"/>
              <pc:sldLayoutMk cId="3275750867" sldId="2147483656"/>
              <ac:spMk id="3" creationId="{BC0193A9-A81B-E55C-22B8-9290B49A983F}"/>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0A6A41A-E474-45C6-B8C8-CD92FE1F6E72}" type="datetimeFigureOut">
              <a:rPr lang="fr-FR" smtClean="0"/>
              <a:t>08/01/2025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759BFA7-AEB1-46E1-95C6-0A4E045A832D}" type="slidenum">
              <a:rPr lang="fr-FR" smtClean="0"/>
              <a:t>‹N°›</a:t>
            </a:fld>
            <a:endParaRPr lang="fr-FR"/>
          </a:p>
        </p:txBody>
      </p:sp>
    </p:spTree>
    <p:extLst>
      <p:ext uri="{BB962C8B-B14F-4D97-AF65-F5344CB8AC3E}">
        <p14:creationId xmlns:p14="http://schemas.microsoft.com/office/powerpoint/2010/main" val="13491625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93" name="Google Shape;9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435546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lang="fr-FR" dirty="0"/>
          </a:p>
          <a:p>
            <a:pPr marL="0" lvl="0" indent="0" algn="l" rtl="0">
              <a:lnSpc>
                <a:spcPct val="100000"/>
              </a:lnSpc>
              <a:spcBef>
                <a:spcPts val="0"/>
              </a:spcBef>
              <a:spcAft>
                <a:spcPts val="0"/>
              </a:spcAft>
              <a:buSzPts val="1400"/>
              <a:buNone/>
            </a:pPr>
            <a:endParaRPr dirty="0"/>
          </a:p>
        </p:txBody>
      </p:sp>
      <p:sp>
        <p:nvSpPr>
          <p:cNvPr id="93" name="Google Shape;9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921134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93" name="Google Shape;9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948440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 xmlns:a16="http://schemas.microsoft.com/office/drawing/2014/main" id="{09362AD3-561E-E5C1-58D5-51D555073C65}"/>
            </a:ext>
          </a:extLst>
        </p:cNvPr>
        <p:cNvGrpSpPr/>
        <p:nvPr/>
      </p:nvGrpSpPr>
      <p:grpSpPr>
        <a:xfrm>
          <a:off x="0" y="0"/>
          <a:ext cx="0" cy="0"/>
          <a:chOff x="0" y="0"/>
          <a:chExt cx="0" cy="0"/>
        </a:xfrm>
      </p:grpSpPr>
      <p:sp>
        <p:nvSpPr>
          <p:cNvPr id="92" name="Google Shape;92;p2:notes">
            <a:extLst>
              <a:ext uri="{FF2B5EF4-FFF2-40B4-BE49-F238E27FC236}">
                <a16:creationId xmlns="" xmlns:a16="http://schemas.microsoft.com/office/drawing/2014/main" id="{40D88AAF-99FA-46B8-9ED5-01F1D3B8779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93" name="Google Shape;93;p2:notes">
            <a:extLst>
              <a:ext uri="{FF2B5EF4-FFF2-40B4-BE49-F238E27FC236}">
                <a16:creationId xmlns="" xmlns:a16="http://schemas.microsoft.com/office/drawing/2014/main" id="{23010CA5-4B00-DFC1-F1ED-5D847FC91AA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967663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 xmlns:a16="http://schemas.microsoft.com/office/drawing/2014/main" id="{F47F9F0A-4A8D-3A25-460D-74930012D136}"/>
            </a:ext>
          </a:extLst>
        </p:cNvPr>
        <p:cNvGrpSpPr/>
        <p:nvPr/>
      </p:nvGrpSpPr>
      <p:grpSpPr>
        <a:xfrm>
          <a:off x="0" y="0"/>
          <a:ext cx="0" cy="0"/>
          <a:chOff x="0" y="0"/>
          <a:chExt cx="0" cy="0"/>
        </a:xfrm>
      </p:grpSpPr>
      <p:sp>
        <p:nvSpPr>
          <p:cNvPr id="92" name="Google Shape;92;p2:notes">
            <a:extLst>
              <a:ext uri="{FF2B5EF4-FFF2-40B4-BE49-F238E27FC236}">
                <a16:creationId xmlns="" xmlns:a16="http://schemas.microsoft.com/office/drawing/2014/main" id="{CD436670-DA9F-1F7C-C636-9E7D59440DD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93" name="Google Shape;93;p2:notes">
            <a:extLst>
              <a:ext uri="{FF2B5EF4-FFF2-40B4-BE49-F238E27FC236}">
                <a16:creationId xmlns="" xmlns:a16="http://schemas.microsoft.com/office/drawing/2014/main" id="{5BEBFC70-5047-957E-03FD-A05EECC79CB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701940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 xmlns:a16="http://schemas.microsoft.com/office/drawing/2014/main" id="{7BC70932-793A-EE75-57A2-568AF880B131}"/>
            </a:ext>
          </a:extLst>
        </p:cNvPr>
        <p:cNvGrpSpPr/>
        <p:nvPr/>
      </p:nvGrpSpPr>
      <p:grpSpPr>
        <a:xfrm>
          <a:off x="0" y="0"/>
          <a:ext cx="0" cy="0"/>
          <a:chOff x="0" y="0"/>
          <a:chExt cx="0" cy="0"/>
        </a:xfrm>
      </p:grpSpPr>
      <p:sp>
        <p:nvSpPr>
          <p:cNvPr id="92" name="Google Shape;92;p2:notes">
            <a:extLst>
              <a:ext uri="{FF2B5EF4-FFF2-40B4-BE49-F238E27FC236}">
                <a16:creationId xmlns="" xmlns:a16="http://schemas.microsoft.com/office/drawing/2014/main" id="{920A7FED-75A3-2E29-9333-DB3BF05FED3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93" name="Google Shape;93;p2:notes">
            <a:extLst>
              <a:ext uri="{FF2B5EF4-FFF2-40B4-BE49-F238E27FC236}">
                <a16:creationId xmlns="" xmlns:a16="http://schemas.microsoft.com/office/drawing/2014/main" id="{01A3D4F0-3F55-9A4D-7CB0-188B70FA462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069029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 xmlns:a16="http://schemas.microsoft.com/office/drawing/2014/main" id="{51E82FDF-8442-D047-60D2-584C3DAD387F}"/>
            </a:ext>
          </a:extLst>
        </p:cNvPr>
        <p:cNvGrpSpPr/>
        <p:nvPr/>
      </p:nvGrpSpPr>
      <p:grpSpPr>
        <a:xfrm>
          <a:off x="0" y="0"/>
          <a:ext cx="0" cy="0"/>
          <a:chOff x="0" y="0"/>
          <a:chExt cx="0" cy="0"/>
        </a:xfrm>
      </p:grpSpPr>
      <p:sp>
        <p:nvSpPr>
          <p:cNvPr id="92" name="Google Shape;92;p2:notes">
            <a:extLst>
              <a:ext uri="{FF2B5EF4-FFF2-40B4-BE49-F238E27FC236}">
                <a16:creationId xmlns="" xmlns:a16="http://schemas.microsoft.com/office/drawing/2014/main" id="{B7CF5CDD-BA3F-4612-3794-C7A6677508E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93" name="Google Shape;93;p2:notes">
            <a:extLst>
              <a:ext uri="{FF2B5EF4-FFF2-40B4-BE49-F238E27FC236}">
                <a16:creationId xmlns="" xmlns:a16="http://schemas.microsoft.com/office/drawing/2014/main" id="{454D504E-9AA3-D4F2-58E0-B6D12B32F30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774837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 xmlns:a16="http://schemas.microsoft.com/office/drawing/2014/main" id="{0F81A44A-4E95-75E5-39F0-BDBF53187384}"/>
            </a:ext>
          </a:extLst>
        </p:cNvPr>
        <p:cNvGrpSpPr/>
        <p:nvPr/>
      </p:nvGrpSpPr>
      <p:grpSpPr>
        <a:xfrm>
          <a:off x="0" y="0"/>
          <a:ext cx="0" cy="0"/>
          <a:chOff x="0" y="0"/>
          <a:chExt cx="0" cy="0"/>
        </a:xfrm>
      </p:grpSpPr>
      <p:sp>
        <p:nvSpPr>
          <p:cNvPr id="92" name="Google Shape;92;p2:notes">
            <a:extLst>
              <a:ext uri="{FF2B5EF4-FFF2-40B4-BE49-F238E27FC236}">
                <a16:creationId xmlns="" xmlns:a16="http://schemas.microsoft.com/office/drawing/2014/main" id="{5F63072A-7D7F-D8E8-697D-D48DD7FA1D0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93" name="Google Shape;93;p2:notes">
            <a:extLst>
              <a:ext uri="{FF2B5EF4-FFF2-40B4-BE49-F238E27FC236}">
                <a16:creationId xmlns="" xmlns:a16="http://schemas.microsoft.com/office/drawing/2014/main" id="{7320ADA8-318F-895D-0015-7297798DDE2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314309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 xmlns:a16="http://schemas.microsoft.com/office/drawing/2014/main" id="{3348D032-4ED8-E17B-4928-67B1019AEDFF}"/>
            </a:ext>
          </a:extLst>
        </p:cNvPr>
        <p:cNvGrpSpPr/>
        <p:nvPr/>
      </p:nvGrpSpPr>
      <p:grpSpPr>
        <a:xfrm>
          <a:off x="0" y="0"/>
          <a:ext cx="0" cy="0"/>
          <a:chOff x="0" y="0"/>
          <a:chExt cx="0" cy="0"/>
        </a:xfrm>
      </p:grpSpPr>
      <p:sp>
        <p:nvSpPr>
          <p:cNvPr id="92" name="Google Shape;92;p2:notes">
            <a:extLst>
              <a:ext uri="{FF2B5EF4-FFF2-40B4-BE49-F238E27FC236}">
                <a16:creationId xmlns="" xmlns:a16="http://schemas.microsoft.com/office/drawing/2014/main" id="{FF1D0975-0E11-098D-11CB-2CB7CE8C808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93" name="Google Shape;93;p2:notes">
            <a:extLst>
              <a:ext uri="{FF2B5EF4-FFF2-40B4-BE49-F238E27FC236}">
                <a16:creationId xmlns="" xmlns:a16="http://schemas.microsoft.com/office/drawing/2014/main" id="{D0AB6525-3770-797A-19A5-CBF19FC61FD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99889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 xmlns:a16="http://schemas.microsoft.com/office/drawing/2014/main" id="{C2DB6DF6-E626-6CF7-6F08-6F130C578CCA}"/>
            </a:ext>
          </a:extLst>
        </p:cNvPr>
        <p:cNvGrpSpPr/>
        <p:nvPr/>
      </p:nvGrpSpPr>
      <p:grpSpPr>
        <a:xfrm>
          <a:off x="0" y="0"/>
          <a:ext cx="0" cy="0"/>
          <a:chOff x="0" y="0"/>
          <a:chExt cx="0" cy="0"/>
        </a:xfrm>
      </p:grpSpPr>
      <p:sp>
        <p:nvSpPr>
          <p:cNvPr id="92" name="Google Shape;92;p2:notes">
            <a:extLst>
              <a:ext uri="{FF2B5EF4-FFF2-40B4-BE49-F238E27FC236}">
                <a16:creationId xmlns="" xmlns:a16="http://schemas.microsoft.com/office/drawing/2014/main" id="{721274E8-5A1F-8226-0079-53C20AD1273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93" name="Google Shape;93;p2:notes">
            <a:extLst>
              <a:ext uri="{FF2B5EF4-FFF2-40B4-BE49-F238E27FC236}">
                <a16:creationId xmlns="" xmlns:a16="http://schemas.microsoft.com/office/drawing/2014/main" id="{68E5A766-2234-48D8-470D-1DA5AFAE437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838707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 xmlns:a16="http://schemas.microsoft.com/office/drawing/2014/main" id="{61057669-561E-C49F-3D67-C703182F8EEC}"/>
            </a:ext>
          </a:extLst>
        </p:cNvPr>
        <p:cNvGrpSpPr/>
        <p:nvPr/>
      </p:nvGrpSpPr>
      <p:grpSpPr>
        <a:xfrm>
          <a:off x="0" y="0"/>
          <a:ext cx="0" cy="0"/>
          <a:chOff x="0" y="0"/>
          <a:chExt cx="0" cy="0"/>
        </a:xfrm>
      </p:grpSpPr>
      <p:sp>
        <p:nvSpPr>
          <p:cNvPr id="92" name="Google Shape;92;p2:notes">
            <a:extLst>
              <a:ext uri="{FF2B5EF4-FFF2-40B4-BE49-F238E27FC236}">
                <a16:creationId xmlns="" xmlns:a16="http://schemas.microsoft.com/office/drawing/2014/main" id="{7B8B30A8-8B4C-A6BA-968C-A4821884851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93" name="Google Shape;93;p2:notes">
            <a:extLst>
              <a:ext uri="{FF2B5EF4-FFF2-40B4-BE49-F238E27FC236}">
                <a16:creationId xmlns="" xmlns:a16="http://schemas.microsoft.com/office/drawing/2014/main" id="{0B429129-FA17-447B-D12E-8DEDC3BB310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204894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 xmlns:a16="http://schemas.microsoft.com/office/drawing/2014/main" id="{5E4FD329-4649-DC2C-9088-CD222025EDD9}"/>
            </a:ext>
          </a:extLst>
        </p:cNvPr>
        <p:cNvGrpSpPr/>
        <p:nvPr/>
      </p:nvGrpSpPr>
      <p:grpSpPr>
        <a:xfrm>
          <a:off x="0" y="0"/>
          <a:ext cx="0" cy="0"/>
          <a:chOff x="0" y="0"/>
          <a:chExt cx="0" cy="0"/>
        </a:xfrm>
      </p:grpSpPr>
      <p:sp>
        <p:nvSpPr>
          <p:cNvPr id="92" name="Google Shape;92;p2:notes">
            <a:extLst>
              <a:ext uri="{FF2B5EF4-FFF2-40B4-BE49-F238E27FC236}">
                <a16:creationId xmlns="" xmlns:a16="http://schemas.microsoft.com/office/drawing/2014/main" id="{33D68928-3C16-426F-70E5-3CE5CB896F8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93" name="Google Shape;93;p2:notes">
            <a:extLst>
              <a:ext uri="{FF2B5EF4-FFF2-40B4-BE49-F238E27FC236}">
                <a16:creationId xmlns="" xmlns:a16="http://schemas.microsoft.com/office/drawing/2014/main" id="{E04D7E66-263A-97F2-1502-D1B322EBC4A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470668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 xmlns:a16="http://schemas.microsoft.com/office/drawing/2014/main" id="{AC1E1611-08F8-840B-7FF8-A242C4008677}"/>
            </a:ext>
          </a:extLst>
        </p:cNvPr>
        <p:cNvGrpSpPr/>
        <p:nvPr/>
      </p:nvGrpSpPr>
      <p:grpSpPr>
        <a:xfrm>
          <a:off x="0" y="0"/>
          <a:ext cx="0" cy="0"/>
          <a:chOff x="0" y="0"/>
          <a:chExt cx="0" cy="0"/>
        </a:xfrm>
      </p:grpSpPr>
      <p:sp>
        <p:nvSpPr>
          <p:cNvPr id="92" name="Google Shape;92;p2:notes">
            <a:extLst>
              <a:ext uri="{FF2B5EF4-FFF2-40B4-BE49-F238E27FC236}">
                <a16:creationId xmlns="" xmlns:a16="http://schemas.microsoft.com/office/drawing/2014/main" id="{AD1245D0-3202-9BE0-302F-81D0D4728C9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93" name="Google Shape;93;p2:notes">
            <a:extLst>
              <a:ext uri="{FF2B5EF4-FFF2-40B4-BE49-F238E27FC236}">
                <a16:creationId xmlns="" xmlns:a16="http://schemas.microsoft.com/office/drawing/2014/main" id="{BD035972-8F85-9E3A-1F76-D488237FB87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109163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 xmlns:a16="http://schemas.microsoft.com/office/drawing/2014/main" id="{D9258C8A-BFF3-54C1-4B1E-38B671A6C366}"/>
            </a:ext>
          </a:extLst>
        </p:cNvPr>
        <p:cNvGrpSpPr/>
        <p:nvPr/>
      </p:nvGrpSpPr>
      <p:grpSpPr>
        <a:xfrm>
          <a:off x="0" y="0"/>
          <a:ext cx="0" cy="0"/>
          <a:chOff x="0" y="0"/>
          <a:chExt cx="0" cy="0"/>
        </a:xfrm>
      </p:grpSpPr>
      <p:sp>
        <p:nvSpPr>
          <p:cNvPr id="92" name="Google Shape;92;p2:notes">
            <a:extLst>
              <a:ext uri="{FF2B5EF4-FFF2-40B4-BE49-F238E27FC236}">
                <a16:creationId xmlns="" xmlns:a16="http://schemas.microsoft.com/office/drawing/2014/main" id="{CD56A007-BF07-C2F6-035E-5407F270235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93" name="Google Shape;93;p2:notes">
            <a:extLst>
              <a:ext uri="{FF2B5EF4-FFF2-40B4-BE49-F238E27FC236}">
                <a16:creationId xmlns="" xmlns:a16="http://schemas.microsoft.com/office/drawing/2014/main" id="{5DAA133D-56B9-AE0F-9321-F49F939E2C4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098488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 xmlns:a16="http://schemas.microsoft.com/office/drawing/2014/main" id="{0F9A33AF-2C42-4B2B-031F-70655D79BEDB}"/>
            </a:ext>
          </a:extLst>
        </p:cNvPr>
        <p:cNvGrpSpPr/>
        <p:nvPr/>
      </p:nvGrpSpPr>
      <p:grpSpPr>
        <a:xfrm>
          <a:off x="0" y="0"/>
          <a:ext cx="0" cy="0"/>
          <a:chOff x="0" y="0"/>
          <a:chExt cx="0" cy="0"/>
        </a:xfrm>
      </p:grpSpPr>
      <p:sp>
        <p:nvSpPr>
          <p:cNvPr id="92" name="Google Shape;92;p2:notes">
            <a:extLst>
              <a:ext uri="{FF2B5EF4-FFF2-40B4-BE49-F238E27FC236}">
                <a16:creationId xmlns="" xmlns:a16="http://schemas.microsoft.com/office/drawing/2014/main" id="{43D2367A-2C97-D23F-23A2-D60531D3B0E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93" name="Google Shape;93;p2:notes">
            <a:extLst>
              <a:ext uri="{FF2B5EF4-FFF2-40B4-BE49-F238E27FC236}">
                <a16:creationId xmlns="" xmlns:a16="http://schemas.microsoft.com/office/drawing/2014/main" id="{7C957BAD-529D-F481-4E9A-AEDADB2E610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958531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 xmlns:a16="http://schemas.microsoft.com/office/drawing/2014/main" id="{DBD31DE0-8B7A-DE97-9D48-EAC6996EEE56}"/>
            </a:ext>
          </a:extLst>
        </p:cNvPr>
        <p:cNvGrpSpPr/>
        <p:nvPr/>
      </p:nvGrpSpPr>
      <p:grpSpPr>
        <a:xfrm>
          <a:off x="0" y="0"/>
          <a:ext cx="0" cy="0"/>
          <a:chOff x="0" y="0"/>
          <a:chExt cx="0" cy="0"/>
        </a:xfrm>
      </p:grpSpPr>
      <p:sp>
        <p:nvSpPr>
          <p:cNvPr id="92" name="Google Shape;92;p2:notes">
            <a:extLst>
              <a:ext uri="{FF2B5EF4-FFF2-40B4-BE49-F238E27FC236}">
                <a16:creationId xmlns="" xmlns:a16="http://schemas.microsoft.com/office/drawing/2014/main" id="{277F8914-FAF4-9772-B443-35E281A4E1E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93" name="Google Shape;93;p2:notes">
            <a:extLst>
              <a:ext uri="{FF2B5EF4-FFF2-40B4-BE49-F238E27FC236}">
                <a16:creationId xmlns="" xmlns:a16="http://schemas.microsoft.com/office/drawing/2014/main" id="{625E738F-D998-BB0C-4969-AABAEFF114D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1003223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 xmlns:a16="http://schemas.microsoft.com/office/drawing/2014/main" id="{3855E75C-AE56-7805-B506-D2025B080318}"/>
            </a:ext>
          </a:extLst>
        </p:cNvPr>
        <p:cNvGrpSpPr/>
        <p:nvPr/>
      </p:nvGrpSpPr>
      <p:grpSpPr>
        <a:xfrm>
          <a:off x="0" y="0"/>
          <a:ext cx="0" cy="0"/>
          <a:chOff x="0" y="0"/>
          <a:chExt cx="0" cy="0"/>
        </a:xfrm>
      </p:grpSpPr>
      <p:sp>
        <p:nvSpPr>
          <p:cNvPr id="92" name="Google Shape;92;p2:notes">
            <a:extLst>
              <a:ext uri="{FF2B5EF4-FFF2-40B4-BE49-F238E27FC236}">
                <a16:creationId xmlns="" xmlns:a16="http://schemas.microsoft.com/office/drawing/2014/main" id="{95771C47-037F-FF70-283B-43EC7223C78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93" name="Google Shape;93;p2:notes">
            <a:extLst>
              <a:ext uri="{FF2B5EF4-FFF2-40B4-BE49-F238E27FC236}">
                <a16:creationId xmlns="" xmlns:a16="http://schemas.microsoft.com/office/drawing/2014/main" id="{F7B69FAF-9145-4723-A278-51B9A38AFBB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507063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 xmlns:a16="http://schemas.microsoft.com/office/drawing/2014/main" id="{143F302B-1789-5CCC-985A-B49107B5F410}"/>
            </a:ext>
          </a:extLst>
        </p:cNvPr>
        <p:cNvGrpSpPr/>
        <p:nvPr/>
      </p:nvGrpSpPr>
      <p:grpSpPr>
        <a:xfrm>
          <a:off x="0" y="0"/>
          <a:ext cx="0" cy="0"/>
          <a:chOff x="0" y="0"/>
          <a:chExt cx="0" cy="0"/>
        </a:xfrm>
      </p:grpSpPr>
      <p:sp>
        <p:nvSpPr>
          <p:cNvPr id="92" name="Google Shape;92;p2:notes">
            <a:extLst>
              <a:ext uri="{FF2B5EF4-FFF2-40B4-BE49-F238E27FC236}">
                <a16:creationId xmlns="" xmlns:a16="http://schemas.microsoft.com/office/drawing/2014/main" id="{E3F5AD11-F7CC-1571-7633-09095D88E9F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93" name="Google Shape;93;p2:notes">
            <a:extLst>
              <a:ext uri="{FF2B5EF4-FFF2-40B4-BE49-F238E27FC236}">
                <a16:creationId xmlns="" xmlns:a16="http://schemas.microsoft.com/office/drawing/2014/main" id="{52AC1A5B-0643-87A9-E30B-5A050B671EE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4085140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 xmlns:a16="http://schemas.microsoft.com/office/drawing/2014/main" id="{097D82E0-8826-5208-1182-EFC1E429944F}"/>
            </a:ext>
          </a:extLst>
        </p:cNvPr>
        <p:cNvGrpSpPr/>
        <p:nvPr/>
      </p:nvGrpSpPr>
      <p:grpSpPr>
        <a:xfrm>
          <a:off x="0" y="0"/>
          <a:ext cx="0" cy="0"/>
          <a:chOff x="0" y="0"/>
          <a:chExt cx="0" cy="0"/>
        </a:xfrm>
      </p:grpSpPr>
      <p:sp>
        <p:nvSpPr>
          <p:cNvPr id="92" name="Google Shape;92;p2:notes">
            <a:extLst>
              <a:ext uri="{FF2B5EF4-FFF2-40B4-BE49-F238E27FC236}">
                <a16:creationId xmlns="" xmlns:a16="http://schemas.microsoft.com/office/drawing/2014/main" id="{6CBB6128-0CCB-812B-319C-C925FDF6E03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93" name="Google Shape;93;p2:notes">
            <a:extLst>
              <a:ext uri="{FF2B5EF4-FFF2-40B4-BE49-F238E27FC236}">
                <a16:creationId xmlns="" xmlns:a16="http://schemas.microsoft.com/office/drawing/2014/main" id="{67AE6BA1-0F67-6B36-0152-BA7ED70ACEC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1593427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 xmlns:a16="http://schemas.microsoft.com/office/drawing/2014/main" id="{912EEBB0-DE62-24A1-6DB4-91E913DFAA13}"/>
            </a:ext>
          </a:extLst>
        </p:cNvPr>
        <p:cNvGrpSpPr/>
        <p:nvPr/>
      </p:nvGrpSpPr>
      <p:grpSpPr>
        <a:xfrm>
          <a:off x="0" y="0"/>
          <a:ext cx="0" cy="0"/>
          <a:chOff x="0" y="0"/>
          <a:chExt cx="0" cy="0"/>
        </a:xfrm>
      </p:grpSpPr>
      <p:sp>
        <p:nvSpPr>
          <p:cNvPr id="92" name="Google Shape;92;p2:notes">
            <a:extLst>
              <a:ext uri="{FF2B5EF4-FFF2-40B4-BE49-F238E27FC236}">
                <a16:creationId xmlns="" xmlns:a16="http://schemas.microsoft.com/office/drawing/2014/main" id="{279D4CEB-DFBD-9780-3B2F-81173445EFF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93" name="Google Shape;93;p2:notes">
            <a:extLst>
              <a:ext uri="{FF2B5EF4-FFF2-40B4-BE49-F238E27FC236}">
                <a16:creationId xmlns="" xmlns:a16="http://schemas.microsoft.com/office/drawing/2014/main" id="{99A41DBD-FDB4-79EC-4BE6-DBA0A930301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1115616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 xmlns:a16="http://schemas.microsoft.com/office/drawing/2014/main" id="{FF03FD3D-A124-AC4B-D4D0-2946F0F9DF49}"/>
            </a:ext>
          </a:extLst>
        </p:cNvPr>
        <p:cNvGrpSpPr/>
        <p:nvPr/>
      </p:nvGrpSpPr>
      <p:grpSpPr>
        <a:xfrm>
          <a:off x="0" y="0"/>
          <a:ext cx="0" cy="0"/>
          <a:chOff x="0" y="0"/>
          <a:chExt cx="0" cy="0"/>
        </a:xfrm>
      </p:grpSpPr>
      <p:sp>
        <p:nvSpPr>
          <p:cNvPr id="92" name="Google Shape;92;p2:notes">
            <a:extLst>
              <a:ext uri="{FF2B5EF4-FFF2-40B4-BE49-F238E27FC236}">
                <a16:creationId xmlns="" xmlns:a16="http://schemas.microsoft.com/office/drawing/2014/main" id="{09A3C67E-0B6E-849E-6357-689CA24A24E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93" name="Google Shape;93;p2:notes">
            <a:extLst>
              <a:ext uri="{FF2B5EF4-FFF2-40B4-BE49-F238E27FC236}">
                <a16:creationId xmlns="" xmlns:a16="http://schemas.microsoft.com/office/drawing/2014/main" id="{6E6BA0C5-89E5-A726-0BF9-4B60F1C45FE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1685565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 xmlns:a16="http://schemas.microsoft.com/office/drawing/2014/main" id="{DF9A806D-7032-78F1-8718-04243327E4C7}"/>
            </a:ext>
          </a:extLst>
        </p:cNvPr>
        <p:cNvGrpSpPr/>
        <p:nvPr/>
      </p:nvGrpSpPr>
      <p:grpSpPr>
        <a:xfrm>
          <a:off x="0" y="0"/>
          <a:ext cx="0" cy="0"/>
          <a:chOff x="0" y="0"/>
          <a:chExt cx="0" cy="0"/>
        </a:xfrm>
      </p:grpSpPr>
      <p:sp>
        <p:nvSpPr>
          <p:cNvPr id="92" name="Google Shape;92;p2:notes">
            <a:extLst>
              <a:ext uri="{FF2B5EF4-FFF2-40B4-BE49-F238E27FC236}">
                <a16:creationId xmlns="" xmlns:a16="http://schemas.microsoft.com/office/drawing/2014/main" id="{CACA3231-906C-B0DB-A443-F5E524A59C6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93" name="Google Shape;93;p2:notes">
            <a:extLst>
              <a:ext uri="{FF2B5EF4-FFF2-40B4-BE49-F238E27FC236}">
                <a16:creationId xmlns="" xmlns:a16="http://schemas.microsoft.com/office/drawing/2014/main" id="{CE9E2DBD-488C-56CF-1133-920B8B802BA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7140136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 xmlns:a16="http://schemas.microsoft.com/office/drawing/2014/main" id="{8713FCFD-E894-6319-C5D7-F602EF887240}"/>
            </a:ext>
          </a:extLst>
        </p:cNvPr>
        <p:cNvGrpSpPr/>
        <p:nvPr/>
      </p:nvGrpSpPr>
      <p:grpSpPr>
        <a:xfrm>
          <a:off x="0" y="0"/>
          <a:ext cx="0" cy="0"/>
          <a:chOff x="0" y="0"/>
          <a:chExt cx="0" cy="0"/>
        </a:xfrm>
      </p:grpSpPr>
      <p:sp>
        <p:nvSpPr>
          <p:cNvPr id="92" name="Google Shape;92;p2:notes">
            <a:extLst>
              <a:ext uri="{FF2B5EF4-FFF2-40B4-BE49-F238E27FC236}">
                <a16:creationId xmlns="" xmlns:a16="http://schemas.microsoft.com/office/drawing/2014/main" id="{B0C90E5B-3B7B-9FF1-75CA-A3A0D1B81F4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fr-FR" dirty="0"/>
              <a:t>https://www.google.com/search?sca_esv=8c9b3293186be496&amp;sxsrf=ADLYWIJFcQkFvqSb83TVqnXFveuVi1CEMA:1733151635164&amp;q=type+de+blindage+de+fouille&amp;udm=2&amp;fbs=AEQNm0CbCVgAZ5mWEJDg6aoPVcBgTlosgQSuzBMlnAdio07UCCJug3WzoI_0_7bcYmDUufzjO_q0vkPYekOrgQnkQI-NDnaOwlJqigLVPT50q6tJXFCKeUKJzjrVj9cB4MvTg61QA6ONVyTh-jZpyvaTr9sd9sYCe6DRynfWwjMwnYOvwerTMQLYz-AFnhdJlhaHiTKBOyVY&amp;sa=X&amp;sqi=2&amp;ved=2ahUKEwif5rj8rImKAxW8gP0HHa44DFkQtKgLegQIGBAB&amp;biw=1064&amp;bih=437&amp;dpr=0.9#vhid=3dAqTxaRemiaZM&amp;vssid=mosaic</a:t>
            </a:r>
          </a:p>
          <a:p>
            <a:pPr marL="0" lvl="0" indent="0" algn="l" rtl="0">
              <a:lnSpc>
                <a:spcPct val="100000"/>
              </a:lnSpc>
              <a:spcBef>
                <a:spcPts val="0"/>
              </a:spcBef>
              <a:spcAft>
                <a:spcPts val="0"/>
              </a:spcAft>
              <a:buSzPts val="1400"/>
              <a:buNone/>
            </a:pPr>
            <a:endParaRPr dirty="0"/>
          </a:p>
        </p:txBody>
      </p:sp>
      <p:sp>
        <p:nvSpPr>
          <p:cNvPr id="93" name="Google Shape;93;p2:notes">
            <a:extLst>
              <a:ext uri="{FF2B5EF4-FFF2-40B4-BE49-F238E27FC236}">
                <a16:creationId xmlns="" xmlns:a16="http://schemas.microsoft.com/office/drawing/2014/main" id="{9FB6962E-5046-416A-0B6D-929ECF394DD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4635380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 xmlns:a16="http://schemas.microsoft.com/office/drawing/2014/main" id="{A3359080-8FB1-7530-ED7A-0C1D781753D9}"/>
            </a:ext>
          </a:extLst>
        </p:cNvPr>
        <p:cNvGrpSpPr/>
        <p:nvPr/>
      </p:nvGrpSpPr>
      <p:grpSpPr>
        <a:xfrm>
          <a:off x="0" y="0"/>
          <a:ext cx="0" cy="0"/>
          <a:chOff x="0" y="0"/>
          <a:chExt cx="0" cy="0"/>
        </a:xfrm>
      </p:grpSpPr>
      <p:sp>
        <p:nvSpPr>
          <p:cNvPr id="92" name="Google Shape;92;p2:notes">
            <a:extLst>
              <a:ext uri="{FF2B5EF4-FFF2-40B4-BE49-F238E27FC236}">
                <a16:creationId xmlns="" xmlns:a16="http://schemas.microsoft.com/office/drawing/2014/main" id="{967BE7C0-434C-1EFA-7E21-AC974F77369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93" name="Google Shape;93;p2:notes">
            <a:extLst>
              <a:ext uri="{FF2B5EF4-FFF2-40B4-BE49-F238E27FC236}">
                <a16:creationId xmlns="" xmlns:a16="http://schemas.microsoft.com/office/drawing/2014/main" id="{73F7A9C2-9FBD-4CE6-6E2B-9D1A0E7F024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0782630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 xmlns:a16="http://schemas.microsoft.com/office/drawing/2014/main" id="{0E8F949E-64AA-5511-1337-8B13BD390E2D}"/>
            </a:ext>
          </a:extLst>
        </p:cNvPr>
        <p:cNvGrpSpPr/>
        <p:nvPr/>
      </p:nvGrpSpPr>
      <p:grpSpPr>
        <a:xfrm>
          <a:off x="0" y="0"/>
          <a:ext cx="0" cy="0"/>
          <a:chOff x="0" y="0"/>
          <a:chExt cx="0" cy="0"/>
        </a:xfrm>
      </p:grpSpPr>
      <p:sp>
        <p:nvSpPr>
          <p:cNvPr id="92" name="Google Shape;92;p2:notes">
            <a:extLst>
              <a:ext uri="{FF2B5EF4-FFF2-40B4-BE49-F238E27FC236}">
                <a16:creationId xmlns="" xmlns:a16="http://schemas.microsoft.com/office/drawing/2014/main" id="{F7DA630E-DF51-649D-90AA-A13C16A8734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93" name="Google Shape;93;p2:notes">
            <a:extLst>
              <a:ext uri="{FF2B5EF4-FFF2-40B4-BE49-F238E27FC236}">
                <a16:creationId xmlns="" xmlns:a16="http://schemas.microsoft.com/office/drawing/2014/main" id="{C771D82D-46D2-F015-2A37-ED955848DDD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3685165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 xmlns:a16="http://schemas.microsoft.com/office/drawing/2014/main" id="{25D2318B-7EB4-7E21-893C-E78E0635DD4A}"/>
            </a:ext>
          </a:extLst>
        </p:cNvPr>
        <p:cNvGrpSpPr/>
        <p:nvPr/>
      </p:nvGrpSpPr>
      <p:grpSpPr>
        <a:xfrm>
          <a:off x="0" y="0"/>
          <a:ext cx="0" cy="0"/>
          <a:chOff x="0" y="0"/>
          <a:chExt cx="0" cy="0"/>
        </a:xfrm>
      </p:grpSpPr>
      <p:sp>
        <p:nvSpPr>
          <p:cNvPr id="92" name="Google Shape;92;p2:notes">
            <a:extLst>
              <a:ext uri="{FF2B5EF4-FFF2-40B4-BE49-F238E27FC236}">
                <a16:creationId xmlns="" xmlns:a16="http://schemas.microsoft.com/office/drawing/2014/main" id="{1B4E0EDC-3830-866D-8DF7-A5AA1A4CDC4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93" name="Google Shape;93;p2:notes">
            <a:extLst>
              <a:ext uri="{FF2B5EF4-FFF2-40B4-BE49-F238E27FC236}">
                <a16:creationId xmlns="" xmlns:a16="http://schemas.microsoft.com/office/drawing/2014/main" id="{3C60764E-F91B-7045-85FB-680551C122E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93855880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 xmlns:a16="http://schemas.microsoft.com/office/drawing/2014/main" id="{91082D76-578B-942F-84B1-B39944595FAF}"/>
            </a:ext>
          </a:extLst>
        </p:cNvPr>
        <p:cNvGrpSpPr/>
        <p:nvPr/>
      </p:nvGrpSpPr>
      <p:grpSpPr>
        <a:xfrm>
          <a:off x="0" y="0"/>
          <a:ext cx="0" cy="0"/>
          <a:chOff x="0" y="0"/>
          <a:chExt cx="0" cy="0"/>
        </a:xfrm>
      </p:grpSpPr>
      <p:sp>
        <p:nvSpPr>
          <p:cNvPr id="92" name="Google Shape;92;p2:notes">
            <a:extLst>
              <a:ext uri="{FF2B5EF4-FFF2-40B4-BE49-F238E27FC236}">
                <a16:creationId xmlns="" xmlns:a16="http://schemas.microsoft.com/office/drawing/2014/main" id="{99C8E347-5887-CC31-81C1-B47AB778512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93" name="Google Shape;93;p2:notes">
            <a:extLst>
              <a:ext uri="{FF2B5EF4-FFF2-40B4-BE49-F238E27FC236}">
                <a16:creationId xmlns="" xmlns:a16="http://schemas.microsoft.com/office/drawing/2014/main" id="{13364827-03E8-7896-8273-726695F2C95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1902421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 xmlns:a16="http://schemas.microsoft.com/office/drawing/2014/main" id="{85984A63-F459-47B6-DF82-DAFCBC8D3CC3}"/>
            </a:ext>
          </a:extLst>
        </p:cNvPr>
        <p:cNvGrpSpPr/>
        <p:nvPr/>
      </p:nvGrpSpPr>
      <p:grpSpPr>
        <a:xfrm>
          <a:off x="0" y="0"/>
          <a:ext cx="0" cy="0"/>
          <a:chOff x="0" y="0"/>
          <a:chExt cx="0" cy="0"/>
        </a:xfrm>
      </p:grpSpPr>
      <p:sp>
        <p:nvSpPr>
          <p:cNvPr id="92" name="Google Shape;92;p2:notes">
            <a:extLst>
              <a:ext uri="{FF2B5EF4-FFF2-40B4-BE49-F238E27FC236}">
                <a16:creationId xmlns="" xmlns:a16="http://schemas.microsoft.com/office/drawing/2014/main" id="{823E2DFD-5110-5DB3-75EB-0F6A671D8DB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93" name="Google Shape;93;p2:notes">
            <a:extLst>
              <a:ext uri="{FF2B5EF4-FFF2-40B4-BE49-F238E27FC236}">
                <a16:creationId xmlns="" xmlns:a16="http://schemas.microsoft.com/office/drawing/2014/main" id="{04F610D5-A3F4-1602-EBF7-866DA27558E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74147950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 xmlns:a16="http://schemas.microsoft.com/office/drawing/2014/main" id="{D1C5DD8F-B7A6-4DCF-45E0-BE5BF2023B5D}"/>
            </a:ext>
          </a:extLst>
        </p:cNvPr>
        <p:cNvGrpSpPr/>
        <p:nvPr/>
      </p:nvGrpSpPr>
      <p:grpSpPr>
        <a:xfrm>
          <a:off x="0" y="0"/>
          <a:ext cx="0" cy="0"/>
          <a:chOff x="0" y="0"/>
          <a:chExt cx="0" cy="0"/>
        </a:xfrm>
      </p:grpSpPr>
      <p:sp>
        <p:nvSpPr>
          <p:cNvPr id="92" name="Google Shape;92;p2:notes">
            <a:extLst>
              <a:ext uri="{FF2B5EF4-FFF2-40B4-BE49-F238E27FC236}">
                <a16:creationId xmlns="" xmlns:a16="http://schemas.microsoft.com/office/drawing/2014/main" id="{2DB5AAAD-0356-506D-AFC1-D9B6BB917A5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93" name="Google Shape;93;p2:notes">
            <a:extLst>
              <a:ext uri="{FF2B5EF4-FFF2-40B4-BE49-F238E27FC236}">
                <a16:creationId xmlns="" xmlns:a16="http://schemas.microsoft.com/office/drawing/2014/main" id="{5B85BEAE-C1EF-AA4F-2C7F-43306B6EA00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0213549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 xmlns:a16="http://schemas.microsoft.com/office/drawing/2014/main" id="{79078192-65B2-9FFB-A5BA-332681439084}"/>
            </a:ext>
          </a:extLst>
        </p:cNvPr>
        <p:cNvGrpSpPr/>
        <p:nvPr/>
      </p:nvGrpSpPr>
      <p:grpSpPr>
        <a:xfrm>
          <a:off x="0" y="0"/>
          <a:ext cx="0" cy="0"/>
          <a:chOff x="0" y="0"/>
          <a:chExt cx="0" cy="0"/>
        </a:xfrm>
      </p:grpSpPr>
      <p:sp>
        <p:nvSpPr>
          <p:cNvPr id="92" name="Google Shape;92;p2:notes">
            <a:extLst>
              <a:ext uri="{FF2B5EF4-FFF2-40B4-BE49-F238E27FC236}">
                <a16:creationId xmlns="" xmlns:a16="http://schemas.microsoft.com/office/drawing/2014/main" id="{6F62F9A7-5222-1A6D-0222-63DC0411FA5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93" name="Google Shape;93;p2:notes">
            <a:extLst>
              <a:ext uri="{FF2B5EF4-FFF2-40B4-BE49-F238E27FC236}">
                <a16:creationId xmlns="" xmlns:a16="http://schemas.microsoft.com/office/drawing/2014/main" id="{EF2C0268-02C0-F2ED-9E85-2A13F295C3D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3662885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 xmlns:a16="http://schemas.microsoft.com/office/drawing/2014/main" id="{3948787B-F59D-42B0-BCED-BC3D4AE6C837}"/>
            </a:ext>
          </a:extLst>
        </p:cNvPr>
        <p:cNvGrpSpPr/>
        <p:nvPr/>
      </p:nvGrpSpPr>
      <p:grpSpPr>
        <a:xfrm>
          <a:off x="0" y="0"/>
          <a:ext cx="0" cy="0"/>
          <a:chOff x="0" y="0"/>
          <a:chExt cx="0" cy="0"/>
        </a:xfrm>
      </p:grpSpPr>
      <p:sp>
        <p:nvSpPr>
          <p:cNvPr id="92" name="Google Shape;92;p2:notes">
            <a:extLst>
              <a:ext uri="{FF2B5EF4-FFF2-40B4-BE49-F238E27FC236}">
                <a16:creationId xmlns="" xmlns:a16="http://schemas.microsoft.com/office/drawing/2014/main" id="{1EE0920E-EB14-77B0-D3C4-6FC3FDDCE44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93" name="Google Shape;93;p2:notes">
            <a:extLst>
              <a:ext uri="{FF2B5EF4-FFF2-40B4-BE49-F238E27FC236}">
                <a16:creationId xmlns="" xmlns:a16="http://schemas.microsoft.com/office/drawing/2014/main" id="{6A9B5060-A09F-E3C7-A5EB-5BDB737715C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1364868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 xmlns:a16="http://schemas.microsoft.com/office/drawing/2014/main" id="{66B914BB-CDA6-EC00-6274-6E3768E3A3FE}"/>
            </a:ext>
          </a:extLst>
        </p:cNvPr>
        <p:cNvGrpSpPr/>
        <p:nvPr/>
      </p:nvGrpSpPr>
      <p:grpSpPr>
        <a:xfrm>
          <a:off x="0" y="0"/>
          <a:ext cx="0" cy="0"/>
          <a:chOff x="0" y="0"/>
          <a:chExt cx="0" cy="0"/>
        </a:xfrm>
      </p:grpSpPr>
      <p:sp>
        <p:nvSpPr>
          <p:cNvPr id="92" name="Google Shape;92;p2:notes">
            <a:extLst>
              <a:ext uri="{FF2B5EF4-FFF2-40B4-BE49-F238E27FC236}">
                <a16:creationId xmlns="" xmlns:a16="http://schemas.microsoft.com/office/drawing/2014/main" id="{BDC43B87-A2AF-7F55-100A-C616A924E3C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93" name="Google Shape;93;p2:notes">
            <a:extLst>
              <a:ext uri="{FF2B5EF4-FFF2-40B4-BE49-F238E27FC236}">
                <a16:creationId xmlns="" xmlns:a16="http://schemas.microsoft.com/office/drawing/2014/main" id="{F0CFACC0-9177-0A6B-1D20-BDE9FCB65D9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3357716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 xmlns:a16="http://schemas.microsoft.com/office/drawing/2014/main" id="{BDDCCF63-F621-2641-9ADA-952A0F0980C1}"/>
            </a:ext>
          </a:extLst>
        </p:cNvPr>
        <p:cNvGrpSpPr/>
        <p:nvPr/>
      </p:nvGrpSpPr>
      <p:grpSpPr>
        <a:xfrm>
          <a:off x="0" y="0"/>
          <a:ext cx="0" cy="0"/>
          <a:chOff x="0" y="0"/>
          <a:chExt cx="0" cy="0"/>
        </a:xfrm>
      </p:grpSpPr>
      <p:sp>
        <p:nvSpPr>
          <p:cNvPr id="92" name="Google Shape;92;p2:notes">
            <a:extLst>
              <a:ext uri="{FF2B5EF4-FFF2-40B4-BE49-F238E27FC236}">
                <a16:creationId xmlns="" xmlns:a16="http://schemas.microsoft.com/office/drawing/2014/main" id="{70383D5C-8846-657B-D1C8-4213D8D7AD0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93" name="Google Shape;93;p2:notes">
            <a:extLst>
              <a:ext uri="{FF2B5EF4-FFF2-40B4-BE49-F238E27FC236}">
                <a16:creationId xmlns="" xmlns:a16="http://schemas.microsoft.com/office/drawing/2014/main" id="{91D802A7-13E3-43C8-6D6A-4035F92D95D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5636852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 xmlns:a16="http://schemas.microsoft.com/office/drawing/2014/main" id="{4B0E5079-CAEE-46C9-11B1-0D62F618E2F8}"/>
            </a:ext>
          </a:extLst>
        </p:cNvPr>
        <p:cNvGrpSpPr/>
        <p:nvPr/>
      </p:nvGrpSpPr>
      <p:grpSpPr>
        <a:xfrm>
          <a:off x="0" y="0"/>
          <a:ext cx="0" cy="0"/>
          <a:chOff x="0" y="0"/>
          <a:chExt cx="0" cy="0"/>
        </a:xfrm>
      </p:grpSpPr>
      <p:sp>
        <p:nvSpPr>
          <p:cNvPr id="92" name="Google Shape;92;p2:notes">
            <a:extLst>
              <a:ext uri="{FF2B5EF4-FFF2-40B4-BE49-F238E27FC236}">
                <a16:creationId xmlns="" xmlns:a16="http://schemas.microsoft.com/office/drawing/2014/main" id="{5C7FC74F-BDDC-1A65-57E4-627B64049F9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93" name="Google Shape;93;p2:notes">
            <a:extLst>
              <a:ext uri="{FF2B5EF4-FFF2-40B4-BE49-F238E27FC236}">
                <a16:creationId xmlns="" xmlns:a16="http://schemas.microsoft.com/office/drawing/2014/main" id="{1CA1EB4E-E245-3C1A-C723-DFED3F0FE8E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8721486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 xmlns:a16="http://schemas.microsoft.com/office/drawing/2014/main" id="{C73B73D7-024D-6D3F-1A5B-5E686422C0F9}"/>
            </a:ext>
          </a:extLst>
        </p:cNvPr>
        <p:cNvGrpSpPr/>
        <p:nvPr/>
      </p:nvGrpSpPr>
      <p:grpSpPr>
        <a:xfrm>
          <a:off x="0" y="0"/>
          <a:ext cx="0" cy="0"/>
          <a:chOff x="0" y="0"/>
          <a:chExt cx="0" cy="0"/>
        </a:xfrm>
      </p:grpSpPr>
      <p:sp>
        <p:nvSpPr>
          <p:cNvPr id="92" name="Google Shape;92;p2:notes">
            <a:extLst>
              <a:ext uri="{FF2B5EF4-FFF2-40B4-BE49-F238E27FC236}">
                <a16:creationId xmlns="" xmlns:a16="http://schemas.microsoft.com/office/drawing/2014/main" id="{691D9FF0-E9D4-DF6D-1373-A26337E8F38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93" name="Google Shape;93;p2:notes">
            <a:extLst>
              <a:ext uri="{FF2B5EF4-FFF2-40B4-BE49-F238E27FC236}">
                <a16:creationId xmlns="" xmlns:a16="http://schemas.microsoft.com/office/drawing/2014/main" id="{29139627-9251-2738-DF68-C19A1253236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6209094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 xmlns:a16="http://schemas.microsoft.com/office/drawing/2014/main" id="{4CF7F652-A464-2CF0-ED7D-5C966509A18F}"/>
            </a:ext>
          </a:extLst>
        </p:cNvPr>
        <p:cNvGrpSpPr/>
        <p:nvPr/>
      </p:nvGrpSpPr>
      <p:grpSpPr>
        <a:xfrm>
          <a:off x="0" y="0"/>
          <a:ext cx="0" cy="0"/>
          <a:chOff x="0" y="0"/>
          <a:chExt cx="0" cy="0"/>
        </a:xfrm>
      </p:grpSpPr>
      <p:sp>
        <p:nvSpPr>
          <p:cNvPr id="92" name="Google Shape;92;p2:notes">
            <a:extLst>
              <a:ext uri="{FF2B5EF4-FFF2-40B4-BE49-F238E27FC236}">
                <a16:creationId xmlns="" xmlns:a16="http://schemas.microsoft.com/office/drawing/2014/main" id="{B5574A89-59E1-090F-E66E-79746188979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93" name="Google Shape;93;p2:notes">
            <a:extLst>
              <a:ext uri="{FF2B5EF4-FFF2-40B4-BE49-F238E27FC236}">
                <a16:creationId xmlns="" xmlns:a16="http://schemas.microsoft.com/office/drawing/2014/main" id="{39BBE5C4-7911-EE27-2A55-D36E8779834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4737935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 xmlns:a16="http://schemas.microsoft.com/office/drawing/2014/main" id="{666FA433-2CC5-3E6A-EEBA-CB92B67482C3}"/>
            </a:ext>
          </a:extLst>
        </p:cNvPr>
        <p:cNvGrpSpPr/>
        <p:nvPr/>
      </p:nvGrpSpPr>
      <p:grpSpPr>
        <a:xfrm>
          <a:off x="0" y="0"/>
          <a:ext cx="0" cy="0"/>
          <a:chOff x="0" y="0"/>
          <a:chExt cx="0" cy="0"/>
        </a:xfrm>
      </p:grpSpPr>
      <p:sp>
        <p:nvSpPr>
          <p:cNvPr id="92" name="Google Shape;92;p2:notes">
            <a:extLst>
              <a:ext uri="{FF2B5EF4-FFF2-40B4-BE49-F238E27FC236}">
                <a16:creationId xmlns="" xmlns:a16="http://schemas.microsoft.com/office/drawing/2014/main" id="{A6646849-3C13-A2A7-4E88-3D920DDA2E5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93" name="Google Shape;93;p2:notes">
            <a:extLst>
              <a:ext uri="{FF2B5EF4-FFF2-40B4-BE49-F238E27FC236}">
                <a16:creationId xmlns="" xmlns:a16="http://schemas.microsoft.com/office/drawing/2014/main" id="{132D93D8-227A-0B0F-02AD-64370AB8FF4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8407584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 xmlns:a16="http://schemas.microsoft.com/office/drawing/2014/main" id="{05D3E671-BE5D-FC32-A2F7-1C60156FC3F4}"/>
            </a:ext>
          </a:extLst>
        </p:cNvPr>
        <p:cNvGrpSpPr/>
        <p:nvPr/>
      </p:nvGrpSpPr>
      <p:grpSpPr>
        <a:xfrm>
          <a:off x="0" y="0"/>
          <a:ext cx="0" cy="0"/>
          <a:chOff x="0" y="0"/>
          <a:chExt cx="0" cy="0"/>
        </a:xfrm>
      </p:grpSpPr>
      <p:sp>
        <p:nvSpPr>
          <p:cNvPr id="92" name="Google Shape;92;p2:notes">
            <a:extLst>
              <a:ext uri="{FF2B5EF4-FFF2-40B4-BE49-F238E27FC236}">
                <a16:creationId xmlns="" xmlns:a16="http://schemas.microsoft.com/office/drawing/2014/main" id="{86540219-0B41-F10A-20F2-A258D2ED84D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93" name="Google Shape;93;p2:notes">
            <a:extLst>
              <a:ext uri="{FF2B5EF4-FFF2-40B4-BE49-F238E27FC236}">
                <a16:creationId xmlns="" xmlns:a16="http://schemas.microsoft.com/office/drawing/2014/main" id="{34148EFE-0EED-C66E-86CF-6972206883D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9834484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 xmlns:a16="http://schemas.microsoft.com/office/drawing/2014/main" id="{D320C4E8-3443-63B7-F255-5869A2BEF35C}"/>
            </a:ext>
          </a:extLst>
        </p:cNvPr>
        <p:cNvGrpSpPr/>
        <p:nvPr/>
      </p:nvGrpSpPr>
      <p:grpSpPr>
        <a:xfrm>
          <a:off x="0" y="0"/>
          <a:ext cx="0" cy="0"/>
          <a:chOff x="0" y="0"/>
          <a:chExt cx="0" cy="0"/>
        </a:xfrm>
      </p:grpSpPr>
      <p:sp>
        <p:nvSpPr>
          <p:cNvPr id="92" name="Google Shape;92;p2:notes">
            <a:extLst>
              <a:ext uri="{FF2B5EF4-FFF2-40B4-BE49-F238E27FC236}">
                <a16:creationId xmlns="" xmlns:a16="http://schemas.microsoft.com/office/drawing/2014/main" id="{45986EC8-D687-EBCB-4FF6-2A2935B0078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93" name="Google Shape;93;p2:notes">
            <a:extLst>
              <a:ext uri="{FF2B5EF4-FFF2-40B4-BE49-F238E27FC236}">
                <a16:creationId xmlns="" xmlns:a16="http://schemas.microsoft.com/office/drawing/2014/main" id="{18FED05E-E801-4121-EC56-3FB6D4BAFFD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5339421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 xmlns:a16="http://schemas.microsoft.com/office/drawing/2014/main" id="{BDB32FE7-8C84-2AD2-3342-3C0AFB57923F}"/>
            </a:ext>
          </a:extLst>
        </p:cNvPr>
        <p:cNvGrpSpPr/>
        <p:nvPr/>
      </p:nvGrpSpPr>
      <p:grpSpPr>
        <a:xfrm>
          <a:off x="0" y="0"/>
          <a:ext cx="0" cy="0"/>
          <a:chOff x="0" y="0"/>
          <a:chExt cx="0" cy="0"/>
        </a:xfrm>
      </p:grpSpPr>
      <p:sp>
        <p:nvSpPr>
          <p:cNvPr id="92" name="Google Shape;92;p2:notes">
            <a:extLst>
              <a:ext uri="{FF2B5EF4-FFF2-40B4-BE49-F238E27FC236}">
                <a16:creationId xmlns="" xmlns:a16="http://schemas.microsoft.com/office/drawing/2014/main" id="{7D12D49B-18E3-3B85-07C4-E171C9D07A1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93" name="Google Shape;93;p2:notes">
            <a:extLst>
              <a:ext uri="{FF2B5EF4-FFF2-40B4-BE49-F238E27FC236}">
                <a16:creationId xmlns="" xmlns:a16="http://schemas.microsoft.com/office/drawing/2014/main" id="{D53C79FD-1B8E-AEF6-B6D7-E736550FCB2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6746565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 xmlns:a16="http://schemas.microsoft.com/office/drawing/2014/main" id="{24836DDE-C820-2866-49C9-129BB8A91981}"/>
            </a:ext>
          </a:extLst>
        </p:cNvPr>
        <p:cNvGrpSpPr/>
        <p:nvPr/>
      </p:nvGrpSpPr>
      <p:grpSpPr>
        <a:xfrm>
          <a:off x="0" y="0"/>
          <a:ext cx="0" cy="0"/>
          <a:chOff x="0" y="0"/>
          <a:chExt cx="0" cy="0"/>
        </a:xfrm>
      </p:grpSpPr>
      <p:sp>
        <p:nvSpPr>
          <p:cNvPr id="92" name="Google Shape;92;p2:notes">
            <a:extLst>
              <a:ext uri="{FF2B5EF4-FFF2-40B4-BE49-F238E27FC236}">
                <a16:creationId xmlns="" xmlns:a16="http://schemas.microsoft.com/office/drawing/2014/main" id="{0886DE0C-31B8-D4A6-B4C2-0FBB56282FB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93" name="Google Shape;93;p2:notes">
            <a:extLst>
              <a:ext uri="{FF2B5EF4-FFF2-40B4-BE49-F238E27FC236}">
                <a16:creationId xmlns="" xmlns:a16="http://schemas.microsoft.com/office/drawing/2014/main" id="{F2E80AC9-BD53-863B-0393-879BAB6C6E1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1476898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 xmlns:a16="http://schemas.microsoft.com/office/drawing/2014/main" id="{FCD04F43-0D55-4A2E-B3CC-E4A8B037CB9B}"/>
            </a:ext>
          </a:extLst>
        </p:cNvPr>
        <p:cNvGrpSpPr/>
        <p:nvPr/>
      </p:nvGrpSpPr>
      <p:grpSpPr>
        <a:xfrm>
          <a:off x="0" y="0"/>
          <a:ext cx="0" cy="0"/>
          <a:chOff x="0" y="0"/>
          <a:chExt cx="0" cy="0"/>
        </a:xfrm>
      </p:grpSpPr>
      <p:sp>
        <p:nvSpPr>
          <p:cNvPr id="92" name="Google Shape;92;p2:notes">
            <a:extLst>
              <a:ext uri="{FF2B5EF4-FFF2-40B4-BE49-F238E27FC236}">
                <a16:creationId xmlns="" xmlns:a16="http://schemas.microsoft.com/office/drawing/2014/main" id="{EDE4D19F-436D-BA27-4A5E-7CA4B3F6BFD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93" name="Google Shape;93;p2:notes">
            <a:extLst>
              <a:ext uri="{FF2B5EF4-FFF2-40B4-BE49-F238E27FC236}">
                <a16:creationId xmlns="" xmlns:a16="http://schemas.microsoft.com/office/drawing/2014/main" id="{3B230577-1AED-AA2A-25D4-424270D54B2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2787088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 xmlns:a16="http://schemas.microsoft.com/office/drawing/2014/main" id="{ED183B6D-7AD6-7A55-A3C2-39F38C21E5C7}"/>
            </a:ext>
          </a:extLst>
        </p:cNvPr>
        <p:cNvGrpSpPr/>
        <p:nvPr/>
      </p:nvGrpSpPr>
      <p:grpSpPr>
        <a:xfrm>
          <a:off x="0" y="0"/>
          <a:ext cx="0" cy="0"/>
          <a:chOff x="0" y="0"/>
          <a:chExt cx="0" cy="0"/>
        </a:xfrm>
      </p:grpSpPr>
      <p:sp>
        <p:nvSpPr>
          <p:cNvPr id="92" name="Google Shape;92;p2:notes">
            <a:extLst>
              <a:ext uri="{FF2B5EF4-FFF2-40B4-BE49-F238E27FC236}">
                <a16:creationId xmlns="" xmlns:a16="http://schemas.microsoft.com/office/drawing/2014/main" id="{ABDCB92F-F148-F2B3-80F2-8B9AAF61857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93" name="Google Shape;93;p2:notes">
            <a:extLst>
              <a:ext uri="{FF2B5EF4-FFF2-40B4-BE49-F238E27FC236}">
                <a16:creationId xmlns="" xmlns:a16="http://schemas.microsoft.com/office/drawing/2014/main" id="{2773C7E5-901E-16EC-AFB2-56E16A98238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7779376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 xmlns:a16="http://schemas.microsoft.com/office/drawing/2014/main" id="{51C8AE68-2C07-5274-0EA1-58F3E6FF76F6}"/>
            </a:ext>
          </a:extLst>
        </p:cNvPr>
        <p:cNvGrpSpPr/>
        <p:nvPr/>
      </p:nvGrpSpPr>
      <p:grpSpPr>
        <a:xfrm>
          <a:off x="0" y="0"/>
          <a:ext cx="0" cy="0"/>
          <a:chOff x="0" y="0"/>
          <a:chExt cx="0" cy="0"/>
        </a:xfrm>
      </p:grpSpPr>
      <p:sp>
        <p:nvSpPr>
          <p:cNvPr id="92" name="Google Shape;92;p2:notes">
            <a:extLst>
              <a:ext uri="{FF2B5EF4-FFF2-40B4-BE49-F238E27FC236}">
                <a16:creationId xmlns="" xmlns:a16="http://schemas.microsoft.com/office/drawing/2014/main" id="{6BB69D13-222D-7E0D-2D2C-F73E4DDDE84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93" name="Google Shape;93;p2:notes">
            <a:extLst>
              <a:ext uri="{FF2B5EF4-FFF2-40B4-BE49-F238E27FC236}">
                <a16:creationId xmlns="" xmlns:a16="http://schemas.microsoft.com/office/drawing/2014/main" id="{730F91E9-FC60-20CA-E64D-E58EA5AE340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2278513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 xmlns:a16="http://schemas.microsoft.com/office/drawing/2014/main" id="{283C4CE8-7AAE-5AD1-76AF-9E052D1854AE}"/>
            </a:ext>
          </a:extLst>
        </p:cNvPr>
        <p:cNvGrpSpPr/>
        <p:nvPr/>
      </p:nvGrpSpPr>
      <p:grpSpPr>
        <a:xfrm>
          <a:off x="0" y="0"/>
          <a:ext cx="0" cy="0"/>
          <a:chOff x="0" y="0"/>
          <a:chExt cx="0" cy="0"/>
        </a:xfrm>
      </p:grpSpPr>
      <p:sp>
        <p:nvSpPr>
          <p:cNvPr id="92" name="Google Shape;92;p2:notes">
            <a:extLst>
              <a:ext uri="{FF2B5EF4-FFF2-40B4-BE49-F238E27FC236}">
                <a16:creationId xmlns="" xmlns:a16="http://schemas.microsoft.com/office/drawing/2014/main" id="{146E5329-B0B6-546C-BE12-4D462BF088F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93" name="Google Shape;93;p2:notes">
            <a:extLst>
              <a:ext uri="{FF2B5EF4-FFF2-40B4-BE49-F238E27FC236}">
                <a16:creationId xmlns="" xmlns:a16="http://schemas.microsoft.com/office/drawing/2014/main" id="{E6B0C619-B3AA-185B-8CAC-7C09744FE74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8387363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 xmlns:a16="http://schemas.microsoft.com/office/drawing/2014/main" id="{5FE80C7E-558A-6D24-0950-5714B6CA8C78}"/>
            </a:ext>
          </a:extLst>
        </p:cNvPr>
        <p:cNvGrpSpPr/>
        <p:nvPr/>
      </p:nvGrpSpPr>
      <p:grpSpPr>
        <a:xfrm>
          <a:off x="0" y="0"/>
          <a:ext cx="0" cy="0"/>
          <a:chOff x="0" y="0"/>
          <a:chExt cx="0" cy="0"/>
        </a:xfrm>
      </p:grpSpPr>
      <p:sp>
        <p:nvSpPr>
          <p:cNvPr id="92" name="Google Shape;92;p2:notes">
            <a:extLst>
              <a:ext uri="{FF2B5EF4-FFF2-40B4-BE49-F238E27FC236}">
                <a16:creationId xmlns="" xmlns:a16="http://schemas.microsoft.com/office/drawing/2014/main" id="{94DF387C-C178-4002-696A-B325AEA310C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93" name="Google Shape;93;p2:notes">
            <a:extLst>
              <a:ext uri="{FF2B5EF4-FFF2-40B4-BE49-F238E27FC236}">
                <a16:creationId xmlns="" xmlns:a16="http://schemas.microsoft.com/office/drawing/2014/main" id="{1A556C6F-6F44-C3A2-45AB-03C129D8E95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3991863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 xmlns:a16="http://schemas.microsoft.com/office/drawing/2014/main" id="{A77B6A88-DC88-423D-C6B9-83A4CA826069}"/>
            </a:ext>
          </a:extLst>
        </p:cNvPr>
        <p:cNvGrpSpPr/>
        <p:nvPr/>
      </p:nvGrpSpPr>
      <p:grpSpPr>
        <a:xfrm>
          <a:off x="0" y="0"/>
          <a:ext cx="0" cy="0"/>
          <a:chOff x="0" y="0"/>
          <a:chExt cx="0" cy="0"/>
        </a:xfrm>
      </p:grpSpPr>
      <p:sp>
        <p:nvSpPr>
          <p:cNvPr id="92" name="Google Shape;92;p2:notes">
            <a:extLst>
              <a:ext uri="{FF2B5EF4-FFF2-40B4-BE49-F238E27FC236}">
                <a16:creationId xmlns="" xmlns:a16="http://schemas.microsoft.com/office/drawing/2014/main" id="{8A8BABF0-39B5-BDD2-96AF-49875B5BB35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93" name="Google Shape;93;p2:notes">
            <a:extLst>
              <a:ext uri="{FF2B5EF4-FFF2-40B4-BE49-F238E27FC236}">
                <a16:creationId xmlns="" xmlns:a16="http://schemas.microsoft.com/office/drawing/2014/main" id="{6C375A30-9582-5180-D8FD-0B3A1D2BE55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9619331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 xmlns:a16="http://schemas.microsoft.com/office/drawing/2014/main" id="{E5F2CE60-D5B7-BBD2-5B94-67CA7F86F3A3}"/>
            </a:ext>
          </a:extLst>
        </p:cNvPr>
        <p:cNvGrpSpPr/>
        <p:nvPr/>
      </p:nvGrpSpPr>
      <p:grpSpPr>
        <a:xfrm>
          <a:off x="0" y="0"/>
          <a:ext cx="0" cy="0"/>
          <a:chOff x="0" y="0"/>
          <a:chExt cx="0" cy="0"/>
        </a:xfrm>
      </p:grpSpPr>
      <p:sp>
        <p:nvSpPr>
          <p:cNvPr id="92" name="Google Shape;92;p2:notes">
            <a:extLst>
              <a:ext uri="{FF2B5EF4-FFF2-40B4-BE49-F238E27FC236}">
                <a16:creationId xmlns="" xmlns:a16="http://schemas.microsoft.com/office/drawing/2014/main" id="{9792BC66-9CBC-1692-C131-874EDF3EAD1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93" name="Google Shape;93;p2:notes">
            <a:extLst>
              <a:ext uri="{FF2B5EF4-FFF2-40B4-BE49-F238E27FC236}">
                <a16:creationId xmlns="" xmlns:a16="http://schemas.microsoft.com/office/drawing/2014/main" id="{B3478892-C159-618D-3E50-DEEC41B86A7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0332802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 xmlns:a16="http://schemas.microsoft.com/office/drawing/2014/main" id="{4A2E00B6-DF0C-07C4-8E38-27835E575E3E}"/>
            </a:ext>
          </a:extLst>
        </p:cNvPr>
        <p:cNvGrpSpPr/>
        <p:nvPr/>
      </p:nvGrpSpPr>
      <p:grpSpPr>
        <a:xfrm>
          <a:off x="0" y="0"/>
          <a:ext cx="0" cy="0"/>
          <a:chOff x="0" y="0"/>
          <a:chExt cx="0" cy="0"/>
        </a:xfrm>
      </p:grpSpPr>
      <p:sp>
        <p:nvSpPr>
          <p:cNvPr id="92" name="Google Shape;92;p2:notes">
            <a:extLst>
              <a:ext uri="{FF2B5EF4-FFF2-40B4-BE49-F238E27FC236}">
                <a16:creationId xmlns="" xmlns:a16="http://schemas.microsoft.com/office/drawing/2014/main" id="{2C4EA553-CA4E-BE66-3317-A0DFF17ADFB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93" name="Google Shape;93;p2:notes">
            <a:extLst>
              <a:ext uri="{FF2B5EF4-FFF2-40B4-BE49-F238E27FC236}">
                <a16:creationId xmlns="" xmlns:a16="http://schemas.microsoft.com/office/drawing/2014/main" id="{5AA4825E-7F49-2037-CCD2-4125935DD45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54972646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 xmlns:a16="http://schemas.microsoft.com/office/drawing/2014/main" id="{4D8E90B2-070B-71A6-1E8A-D9B3834ACA5A}"/>
            </a:ext>
          </a:extLst>
        </p:cNvPr>
        <p:cNvGrpSpPr/>
        <p:nvPr/>
      </p:nvGrpSpPr>
      <p:grpSpPr>
        <a:xfrm>
          <a:off x="0" y="0"/>
          <a:ext cx="0" cy="0"/>
          <a:chOff x="0" y="0"/>
          <a:chExt cx="0" cy="0"/>
        </a:xfrm>
      </p:grpSpPr>
      <p:sp>
        <p:nvSpPr>
          <p:cNvPr id="92" name="Google Shape;92;p2:notes">
            <a:extLst>
              <a:ext uri="{FF2B5EF4-FFF2-40B4-BE49-F238E27FC236}">
                <a16:creationId xmlns="" xmlns:a16="http://schemas.microsoft.com/office/drawing/2014/main" id="{8690D047-ED92-112B-FC33-0293193B63A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fr-FR" dirty="0"/>
              <a:t>https://myprivacy.dpgmedia.be/consent/?siteKey=qjtctvjsavd3t6lp&amp;callbackUrl=https%3a%2f%2fwww.livios.be%2ffr%2farticle%2f21130%2fchoisir-lappareillage-voici-vos-options%2f</a:t>
            </a:r>
          </a:p>
          <a:p>
            <a:pPr marL="0" lvl="0" indent="0" algn="l" rtl="0">
              <a:lnSpc>
                <a:spcPct val="100000"/>
              </a:lnSpc>
              <a:spcBef>
                <a:spcPts val="0"/>
              </a:spcBef>
              <a:spcAft>
                <a:spcPts val="0"/>
              </a:spcAft>
              <a:buSzPts val="1400"/>
              <a:buNone/>
            </a:pPr>
            <a:endParaRPr dirty="0"/>
          </a:p>
        </p:txBody>
      </p:sp>
      <p:sp>
        <p:nvSpPr>
          <p:cNvPr id="93" name="Google Shape;93;p2:notes">
            <a:extLst>
              <a:ext uri="{FF2B5EF4-FFF2-40B4-BE49-F238E27FC236}">
                <a16:creationId xmlns="" xmlns:a16="http://schemas.microsoft.com/office/drawing/2014/main" id="{7BA7028C-6321-8538-1F47-63BDF83FDE5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6326005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 xmlns:a16="http://schemas.microsoft.com/office/drawing/2014/main" id="{70D79DD6-ADB4-EAA6-4032-D466E2827AC2}"/>
            </a:ext>
          </a:extLst>
        </p:cNvPr>
        <p:cNvGrpSpPr/>
        <p:nvPr/>
      </p:nvGrpSpPr>
      <p:grpSpPr>
        <a:xfrm>
          <a:off x="0" y="0"/>
          <a:ext cx="0" cy="0"/>
          <a:chOff x="0" y="0"/>
          <a:chExt cx="0" cy="0"/>
        </a:xfrm>
      </p:grpSpPr>
      <p:sp>
        <p:nvSpPr>
          <p:cNvPr id="92" name="Google Shape;92;p2:notes">
            <a:extLst>
              <a:ext uri="{FF2B5EF4-FFF2-40B4-BE49-F238E27FC236}">
                <a16:creationId xmlns="" xmlns:a16="http://schemas.microsoft.com/office/drawing/2014/main" id="{8C61350A-D7A0-3020-F167-515ACA9A67D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93" name="Google Shape;93;p2:notes">
            <a:extLst>
              <a:ext uri="{FF2B5EF4-FFF2-40B4-BE49-F238E27FC236}">
                <a16:creationId xmlns="" xmlns:a16="http://schemas.microsoft.com/office/drawing/2014/main" id="{B71C6B89-54FC-D21A-645A-8E1F5D90FDD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1590977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 xmlns:a16="http://schemas.microsoft.com/office/drawing/2014/main" id="{6A7934AF-B615-EF62-87AA-31ACB8CF1629}"/>
            </a:ext>
          </a:extLst>
        </p:cNvPr>
        <p:cNvGrpSpPr/>
        <p:nvPr/>
      </p:nvGrpSpPr>
      <p:grpSpPr>
        <a:xfrm>
          <a:off x="0" y="0"/>
          <a:ext cx="0" cy="0"/>
          <a:chOff x="0" y="0"/>
          <a:chExt cx="0" cy="0"/>
        </a:xfrm>
      </p:grpSpPr>
      <p:sp>
        <p:nvSpPr>
          <p:cNvPr id="92" name="Google Shape;92;p2:notes">
            <a:extLst>
              <a:ext uri="{FF2B5EF4-FFF2-40B4-BE49-F238E27FC236}">
                <a16:creationId xmlns="" xmlns:a16="http://schemas.microsoft.com/office/drawing/2014/main" id="{A75EA489-4218-0EBD-8F8E-75E1CA0CF9E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93" name="Google Shape;93;p2:notes">
            <a:extLst>
              <a:ext uri="{FF2B5EF4-FFF2-40B4-BE49-F238E27FC236}">
                <a16:creationId xmlns="" xmlns:a16="http://schemas.microsoft.com/office/drawing/2014/main" id="{26EA9AD1-474B-12AC-9022-E99BC262087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1427132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 xmlns:a16="http://schemas.microsoft.com/office/drawing/2014/main" id="{00E355C4-204E-1924-E27E-FDECCF28E068}"/>
            </a:ext>
          </a:extLst>
        </p:cNvPr>
        <p:cNvGrpSpPr/>
        <p:nvPr/>
      </p:nvGrpSpPr>
      <p:grpSpPr>
        <a:xfrm>
          <a:off x="0" y="0"/>
          <a:ext cx="0" cy="0"/>
          <a:chOff x="0" y="0"/>
          <a:chExt cx="0" cy="0"/>
        </a:xfrm>
      </p:grpSpPr>
      <p:sp>
        <p:nvSpPr>
          <p:cNvPr id="92" name="Google Shape;92;p2:notes">
            <a:extLst>
              <a:ext uri="{FF2B5EF4-FFF2-40B4-BE49-F238E27FC236}">
                <a16:creationId xmlns="" xmlns:a16="http://schemas.microsoft.com/office/drawing/2014/main" id="{A3531808-CC42-9D38-F43E-56792C5504D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93" name="Google Shape;93;p2:notes">
            <a:extLst>
              <a:ext uri="{FF2B5EF4-FFF2-40B4-BE49-F238E27FC236}">
                <a16:creationId xmlns="" xmlns:a16="http://schemas.microsoft.com/office/drawing/2014/main" id="{A6FB42A7-49E0-0DA4-72F9-8C26B4084CD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2170351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 xmlns:a16="http://schemas.microsoft.com/office/drawing/2014/main" id="{5F2951D8-25B9-5E0C-75C8-0BF841F99E9C}"/>
            </a:ext>
          </a:extLst>
        </p:cNvPr>
        <p:cNvGrpSpPr/>
        <p:nvPr/>
      </p:nvGrpSpPr>
      <p:grpSpPr>
        <a:xfrm>
          <a:off x="0" y="0"/>
          <a:ext cx="0" cy="0"/>
          <a:chOff x="0" y="0"/>
          <a:chExt cx="0" cy="0"/>
        </a:xfrm>
      </p:grpSpPr>
      <p:sp>
        <p:nvSpPr>
          <p:cNvPr id="92" name="Google Shape;92;p2:notes">
            <a:extLst>
              <a:ext uri="{FF2B5EF4-FFF2-40B4-BE49-F238E27FC236}">
                <a16:creationId xmlns="" xmlns:a16="http://schemas.microsoft.com/office/drawing/2014/main" id="{A5ACB448-6620-76D5-973C-DF2EA699027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93" name="Google Shape;93;p2:notes">
            <a:extLst>
              <a:ext uri="{FF2B5EF4-FFF2-40B4-BE49-F238E27FC236}">
                <a16:creationId xmlns="" xmlns:a16="http://schemas.microsoft.com/office/drawing/2014/main" id="{43A2978C-1846-B1B7-3972-8FE6A4D2B72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5864088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 xmlns:a16="http://schemas.microsoft.com/office/drawing/2014/main" id="{96814208-31E1-219F-E7FF-E9BE662B7E78}"/>
            </a:ext>
          </a:extLst>
        </p:cNvPr>
        <p:cNvGrpSpPr/>
        <p:nvPr/>
      </p:nvGrpSpPr>
      <p:grpSpPr>
        <a:xfrm>
          <a:off x="0" y="0"/>
          <a:ext cx="0" cy="0"/>
          <a:chOff x="0" y="0"/>
          <a:chExt cx="0" cy="0"/>
        </a:xfrm>
      </p:grpSpPr>
      <p:sp>
        <p:nvSpPr>
          <p:cNvPr id="92" name="Google Shape;92;p2:notes">
            <a:extLst>
              <a:ext uri="{FF2B5EF4-FFF2-40B4-BE49-F238E27FC236}">
                <a16:creationId xmlns="" xmlns:a16="http://schemas.microsoft.com/office/drawing/2014/main" id="{6E1B09C4-56FC-D06B-11C6-40C1B90E747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93" name="Google Shape;93;p2:notes">
            <a:extLst>
              <a:ext uri="{FF2B5EF4-FFF2-40B4-BE49-F238E27FC236}">
                <a16:creationId xmlns="" xmlns:a16="http://schemas.microsoft.com/office/drawing/2014/main" id="{A0961174-3962-9ABD-A94F-AEA04FD5FCE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7078359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 xmlns:a16="http://schemas.microsoft.com/office/drawing/2014/main" id="{53DDB3EB-D444-DFFC-860D-756595CFA371}"/>
            </a:ext>
          </a:extLst>
        </p:cNvPr>
        <p:cNvGrpSpPr/>
        <p:nvPr/>
      </p:nvGrpSpPr>
      <p:grpSpPr>
        <a:xfrm>
          <a:off x="0" y="0"/>
          <a:ext cx="0" cy="0"/>
          <a:chOff x="0" y="0"/>
          <a:chExt cx="0" cy="0"/>
        </a:xfrm>
      </p:grpSpPr>
      <p:sp>
        <p:nvSpPr>
          <p:cNvPr id="92" name="Google Shape;92;p2:notes">
            <a:extLst>
              <a:ext uri="{FF2B5EF4-FFF2-40B4-BE49-F238E27FC236}">
                <a16:creationId xmlns="" xmlns:a16="http://schemas.microsoft.com/office/drawing/2014/main" id="{0DD7E15F-A83A-BDD7-1329-A63BA59C5D1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93" name="Google Shape;93;p2:notes">
            <a:extLst>
              <a:ext uri="{FF2B5EF4-FFF2-40B4-BE49-F238E27FC236}">
                <a16:creationId xmlns="" xmlns:a16="http://schemas.microsoft.com/office/drawing/2014/main" id="{B37E8A6B-A95D-C550-C173-4D9FF652552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6303036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 xmlns:a16="http://schemas.microsoft.com/office/drawing/2014/main" id="{49D402DB-CED7-7F99-B2A6-232C87E03A21}"/>
            </a:ext>
          </a:extLst>
        </p:cNvPr>
        <p:cNvGrpSpPr/>
        <p:nvPr/>
      </p:nvGrpSpPr>
      <p:grpSpPr>
        <a:xfrm>
          <a:off x="0" y="0"/>
          <a:ext cx="0" cy="0"/>
          <a:chOff x="0" y="0"/>
          <a:chExt cx="0" cy="0"/>
        </a:xfrm>
      </p:grpSpPr>
      <p:sp>
        <p:nvSpPr>
          <p:cNvPr id="92" name="Google Shape;92;p2:notes">
            <a:extLst>
              <a:ext uri="{FF2B5EF4-FFF2-40B4-BE49-F238E27FC236}">
                <a16:creationId xmlns="" xmlns:a16="http://schemas.microsoft.com/office/drawing/2014/main" id="{72979A1C-022E-58C5-9895-9F1E9CD215D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93" name="Google Shape;93;p2:notes">
            <a:extLst>
              <a:ext uri="{FF2B5EF4-FFF2-40B4-BE49-F238E27FC236}">
                <a16:creationId xmlns="" xmlns:a16="http://schemas.microsoft.com/office/drawing/2014/main" id="{C6C628C2-0D06-67C1-A039-829D537F608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5706640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 xmlns:a16="http://schemas.microsoft.com/office/drawing/2014/main" id="{89763C88-9CBA-0E02-AF6C-CC600E50C1BC}"/>
            </a:ext>
          </a:extLst>
        </p:cNvPr>
        <p:cNvGrpSpPr/>
        <p:nvPr/>
      </p:nvGrpSpPr>
      <p:grpSpPr>
        <a:xfrm>
          <a:off x="0" y="0"/>
          <a:ext cx="0" cy="0"/>
          <a:chOff x="0" y="0"/>
          <a:chExt cx="0" cy="0"/>
        </a:xfrm>
      </p:grpSpPr>
      <p:sp>
        <p:nvSpPr>
          <p:cNvPr id="92" name="Google Shape;92;p2:notes">
            <a:extLst>
              <a:ext uri="{FF2B5EF4-FFF2-40B4-BE49-F238E27FC236}">
                <a16:creationId xmlns="" xmlns:a16="http://schemas.microsoft.com/office/drawing/2014/main" id="{49CAB492-2F8C-5C54-B357-B11624BDA6F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93" name="Google Shape;93;p2:notes">
            <a:extLst>
              <a:ext uri="{FF2B5EF4-FFF2-40B4-BE49-F238E27FC236}">
                <a16:creationId xmlns="" xmlns:a16="http://schemas.microsoft.com/office/drawing/2014/main" id="{BADF239F-9AB9-8A7E-42AA-C35727C3CAA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1904992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 xmlns:a16="http://schemas.microsoft.com/office/drawing/2014/main" id="{954646D7-56E0-F330-94AE-E439E796EFF5}"/>
            </a:ext>
          </a:extLst>
        </p:cNvPr>
        <p:cNvGrpSpPr/>
        <p:nvPr/>
      </p:nvGrpSpPr>
      <p:grpSpPr>
        <a:xfrm>
          <a:off x="0" y="0"/>
          <a:ext cx="0" cy="0"/>
          <a:chOff x="0" y="0"/>
          <a:chExt cx="0" cy="0"/>
        </a:xfrm>
      </p:grpSpPr>
      <p:sp>
        <p:nvSpPr>
          <p:cNvPr id="92" name="Google Shape;92;p2:notes">
            <a:extLst>
              <a:ext uri="{FF2B5EF4-FFF2-40B4-BE49-F238E27FC236}">
                <a16:creationId xmlns="" xmlns:a16="http://schemas.microsoft.com/office/drawing/2014/main" id="{F5D78DB6-6652-5383-2928-8F65DA2DCA9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93" name="Google Shape;93;p2:notes">
            <a:extLst>
              <a:ext uri="{FF2B5EF4-FFF2-40B4-BE49-F238E27FC236}">
                <a16:creationId xmlns="" xmlns:a16="http://schemas.microsoft.com/office/drawing/2014/main" id="{DE382D2A-E191-1B05-60B3-50D39C3CB2F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2491546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 xmlns:a16="http://schemas.microsoft.com/office/drawing/2014/main" id="{556F306A-93B4-8AE3-63FC-0D9596914EF8}"/>
            </a:ext>
          </a:extLst>
        </p:cNvPr>
        <p:cNvGrpSpPr/>
        <p:nvPr/>
      </p:nvGrpSpPr>
      <p:grpSpPr>
        <a:xfrm>
          <a:off x="0" y="0"/>
          <a:ext cx="0" cy="0"/>
          <a:chOff x="0" y="0"/>
          <a:chExt cx="0" cy="0"/>
        </a:xfrm>
      </p:grpSpPr>
      <p:sp>
        <p:nvSpPr>
          <p:cNvPr id="92" name="Google Shape;92;p2:notes">
            <a:extLst>
              <a:ext uri="{FF2B5EF4-FFF2-40B4-BE49-F238E27FC236}">
                <a16:creationId xmlns="" xmlns:a16="http://schemas.microsoft.com/office/drawing/2014/main" id="{C53EBCF9-710A-8157-1B24-D1EE35C343F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93" name="Google Shape;93;p2:notes">
            <a:extLst>
              <a:ext uri="{FF2B5EF4-FFF2-40B4-BE49-F238E27FC236}">
                <a16:creationId xmlns="" xmlns:a16="http://schemas.microsoft.com/office/drawing/2014/main" id="{0F23B388-A9D3-37C2-5D7A-93B39F4EA95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7478555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 xmlns:a16="http://schemas.microsoft.com/office/drawing/2014/main" id="{C54957D2-E7A0-D015-D4D0-B4246F0DA974}"/>
            </a:ext>
          </a:extLst>
        </p:cNvPr>
        <p:cNvGrpSpPr/>
        <p:nvPr/>
      </p:nvGrpSpPr>
      <p:grpSpPr>
        <a:xfrm>
          <a:off x="0" y="0"/>
          <a:ext cx="0" cy="0"/>
          <a:chOff x="0" y="0"/>
          <a:chExt cx="0" cy="0"/>
        </a:xfrm>
      </p:grpSpPr>
      <p:sp>
        <p:nvSpPr>
          <p:cNvPr id="92" name="Google Shape;92;p2:notes">
            <a:extLst>
              <a:ext uri="{FF2B5EF4-FFF2-40B4-BE49-F238E27FC236}">
                <a16:creationId xmlns="" xmlns:a16="http://schemas.microsoft.com/office/drawing/2014/main" id="{4E75E029-5D02-4EEB-175D-F6DC15078AA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93" name="Google Shape;93;p2:notes">
            <a:extLst>
              <a:ext uri="{FF2B5EF4-FFF2-40B4-BE49-F238E27FC236}">
                <a16:creationId xmlns="" xmlns:a16="http://schemas.microsoft.com/office/drawing/2014/main" id="{FE4A3658-926B-2961-87B5-7B1A5C40170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8925346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 xmlns:a16="http://schemas.microsoft.com/office/drawing/2014/main" id="{A7B95DB6-03EA-976F-41B3-9EE74C8BFE09}"/>
            </a:ext>
          </a:extLst>
        </p:cNvPr>
        <p:cNvGrpSpPr/>
        <p:nvPr/>
      </p:nvGrpSpPr>
      <p:grpSpPr>
        <a:xfrm>
          <a:off x="0" y="0"/>
          <a:ext cx="0" cy="0"/>
          <a:chOff x="0" y="0"/>
          <a:chExt cx="0" cy="0"/>
        </a:xfrm>
      </p:grpSpPr>
      <p:sp>
        <p:nvSpPr>
          <p:cNvPr id="92" name="Google Shape;92;p2:notes">
            <a:extLst>
              <a:ext uri="{FF2B5EF4-FFF2-40B4-BE49-F238E27FC236}">
                <a16:creationId xmlns="" xmlns:a16="http://schemas.microsoft.com/office/drawing/2014/main" id="{B9D2EAB2-4764-F207-2C45-C6F19748A2B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93" name="Google Shape;93;p2:notes">
            <a:extLst>
              <a:ext uri="{FF2B5EF4-FFF2-40B4-BE49-F238E27FC236}">
                <a16:creationId xmlns="" xmlns:a16="http://schemas.microsoft.com/office/drawing/2014/main" id="{A4B1D934-A58A-F2D6-A127-98E2EA0E9CA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2992089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 xmlns:a16="http://schemas.microsoft.com/office/drawing/2014/main" id="{81D1F419-D062-DC24-9A21-082614F71FCD}"/>
            </a:ext>
          </a:extLst>
        </p:cNvPr>
        <p:cNvGrpSpPr/>
        <p:nvPr/>
      </p:nvGrpSpPr>
      <p:grpSpPr>
        <a:xfrm>
          <a:off x="0" y="0"/>
          <a:ext cx="0" cy="0"/>
          <a:chOff x="0" y="0"/>
          <a:chExt cx="0" cy="0"/>
        </a:xfrm>
      </p:grpSpPr>
      <p:sp>
        <p:nvSpPr>
          <p:cNvPr id="92" name="Google Shape;92;p2:notes">
            <a:extLst>
              <a:ext uri="{FF2B5EF4-FFF2-40B4-BE49-F238E27FC236}">
                <a16:creationId xmlns="" xmlns:a16="http://schemas.microsoft.com/office/drawing/2014/main" id="{D73A0F99-CEF1-7334-DBD0-EB4A279DE0C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93" name="Google Shape;93;p2:notes">
            <a:extLst>
              <a:ext uri="{FF2B5EF4-FFF2-40B4-BE49-F238E27FC236}">
                <a16:creationId xmlns="" xmlns:a16="http://schemas.microsoft.com/office/drawing/2014/main" id="{88EEDB32-A96F-F3BA-92A3-E032362D073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77781315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 xmlns:a16="http://schemas.microsoft.com/office/drawing/2014/main" id="{A8C46DD5-1381-6963-7663-B12A2C676730}"/>
            </a:ext>
          </a:extLst>
        </p:cNvPr>
        <p:cNvGrpSpPr/>
        <p:nvPr/>
      </p:nvGrpSpPr>
      <p:grpSpPr>
        <a:xfrm>
          <a:off x="0" y="0"/>
          <a:ext cx="0" cy="0"/>
          <a:chOff x="0" y="0"/>
          <a:chExt cx="0" cy="0"/>
        </a:xfrm>
      </p:grpSpPr>
      <p:sp>
        <p:nvSpPr>
          <p:cNvPr id="92" name="Google Shape;92;p2:notes">
            <a:extLst>
              <a:ext uri="{FF2B5EF4-FFF2-40B4-BE49-F238E27FC236}">
                <a16:creationId xmlns="" xmlns:a16="http://schemas.microsoft.com/office/drawing/2014/main" id="{0700C10A-C2BF-FCC1-E909-EAEFF4B55B1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93" name="Google Shape;93;p2:notes">
            <a:extLst>
              <a:ext uri="{FF2B5EF4-FFF2-40B4-BE49-F238E27FC236}">
                <a16:creationId xmlns="" xmlns:a16="http://schemas.microsoft.com/office/drawing/2014/main" id="{F821C643-7944-7515-2B9C-CE7F165A5BD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6913550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 xmlns:a16="http://schemas.microsoft.com/office/drawing/2014/main" id="{DD82C039-8FF1-1251-0A54-0AE094B0875D}"/>
            </a:ext>
          </a:extLst>
        </p:cNvPr>
        <p:cNvGrpSpPr/>
        <p:nvPr/>
      </p:nvGrpSpPr>
      <p:grpSpPr>
        <a:xfrm>
          <a:off x="0" y="0"/>
          <a:ext cx="0" cy="0"/>
          <a:chOff x="0" y="0"/>
          <a:chExt cx="0" cy="0"/>
        </a:xfrm>
      </p:grpSpPr>
      <p:sp>
        <p:nvSpPr>
          <p:cNvPr id="92" name="Google Shape;92;p2:notes">
            <a:extLst>
              <a:ext uri="{FF2B5EF4-FFF2-40B4-BE49-F238E27FC236}">
                <a16:creationId xmlns="" xmlns:a16="http://schemas.microsoft.com/office/drawing/2014/main" id="{A95368D9-4489-5E15-01A5-CA46B403121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93" name="Google Shape;93;p2:notes">
            <a:extLst>
              <a:ext uri="{FF2B5EF4-FFF2-40B4-BE49-F238E27FC236}">
                <a16:creationId xmlns="" xmlns:a16="http://schemas.microsoft.com/office/drawing/2014/main" id="{F2652E91-5B42-C5D7-7233-72FBDEF3677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51493946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 xmlns:a16="http://schemas.microsoft.com/office/drawing/2014/main" id="{F78E8C18-8B76-001A-23C6-A893DE18C797}"/>
            </a:ext>
          </a:extLst>
        </p:cNvPr>
        <p:cNvGrpSpPr/>
        <p:nvPr/>
      </p:nvGrpSpPr>
      <p:grpSpPr>
        <a:xfrm>
          <a:off x="0" y="0"/>
          <a:ext cx="0" cy="0"/>
          <a:chOff x="0" y="0"/>
          <a:chExt cx="0" cy="0"/>
        </a:xfrm>
      </p:grpSpPr>
      <p:sp>
        <p:nvSpPr>
          <p:cNvPr id="92" name="Google Shape;92;p2:notes">
            <a:extLst>
              <a:ext uri="{FF2B5EF4-FFF2-40B4-BE49-F238E27FC236}">
                <a16:creationId xmlns="" xmlns:a16="http://schemas.microsoft.com/office/drawing/2014/main" id="{B69F4DEC-DBD0-FA3D-D9BD-81A9C994A17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93" name="Google Shape;93;p2:notes">
            <a:extLst>
              <a:ext uri="{FF2B5EF4-FFF2-40B4-BE49-F238E27FC236}">
                <a16:creationId xmlns="" xmlns:a16="http://schemas.microsoft.com/office/drawing/2014/main" id="{C41D8D06-36E3-06BC-EF7C-B5A112AFEBD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99141105"/>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 xmlns:a16="http://schemas.microsoft.com/office/drawing/2014/main" id="{483DFF44-1D49-9B39-F5A7-BB40DBA0463F}"/>
            </a:ext>
          </a:extLst>
        </p:cNvPr>
        <p:cNvGrpSpPr/>
        <p:nvPr/>
      </p:nvGrpSpPr>
      <p:grpSpPr>
        <a:xfrm>
          <a:off x="0" y="0"/>
          <a:ext cx="0" cy="0"/>
          <a:chOff x="0" y="0"/>
          <a:chExt cx="0" cy="0"/>
        </a:xfrm>
      </p:grpSpPr>
      <p:sp>
        <p:nvSpPr>
          <p:cNvPr id="92" name="Google Shape;92;p2:notes">
            <a:extLst>
              <a:ext uri="{FF2B5EF4-FFF2-40B4-BE49-F238E27FC236}">
                <a16:creationId xmlns="" xmlns:a16="http://schemas.microsoft.com/office/drawing/2014/main" id="{BB9EA354-A7C3-7B39-F0C3-D7C2063BB28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93" name="Google Shape;93;p2:notes">
            <a:extLst>
              <a:ext uri="{FF2B5EF4-FFF2-40B4-BE49-F238E27FC236}">
                <a16:creationId xmlns="" xmlns:a16="http://schemas.microsoft.com/office/drawing/2014/main" id="{89166BB1-76A4-EEE6-3740-42F2BB17B08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68111533"/>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 xmlns:a16="http://schemas.microsoft.com/office/drawing/2014/main" id="{5AD14CBD-4FFC-658D-5987-A461F52341FF}"/>
            </a:ext>
          </a:extLst>
        </p:cNvPr>
        <p:cNvGrpSpPr/>
        <p:nvPr/>
      </p:nvGrpSpPr>
      <p:grpSpPr>
        <a:xfrm>
          <a:off x="0" y="0"/>
          <a:ext cx="0" cy="0"/>
          <a:chOff x="0" y="0"/>
          <a:chExt cx="0" cy="0"/>
        </a:xfrm>
      </p:grpSpPr>
      <p:sp>
        <p:nvSpPr>
          <p:cNvPr id="92" name="Google Shape;92;p2:notes">
            <a:extLst>
              <a:ext uri="{FF2B5EF4-FFF2-40B4-BE49-F238E27FC236}">
                <a16:creationId xmlns="" xmlns:a16="http://schemas.microsoft.com/office/drawing/2014/main" id="{478C9BB9-E639-5210-3F10-2A8CAE26D2E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93" name="Google Shape;93;p2:notes">
            <a:extLst>
              <a:ext uri="{FF2B5EF4-FFF2-40B4-BE49-F238E27FC236}">
                <a16:creationId xmlns="" xmlns:a16="http://schemas.microsoft.com/office/drawing/2014/main" id="{39142D49-4D8A-155D-4913-1ABC03FDF28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83096396"/>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 xmlns:a16="http://schemas.microsoft.com/office/drawing/2014/main" id="{7068721C-FB9C-18B2-2C43-556AD22D8A4A}"/>
            </a:ext>
          </a:extLst>
        </p:cNvPr>
        <p:cNvGrpSpPr/>
        <p:nvPr/>
      </p:nvGrpSpPr>
      <p:grpSpPr>
        <a:xfrm>
          <a:off x="0" y="0"/>
          <a:ext cx="0" cy="0"/>
          <a:chOff x="0" y="0"/>
          <a:chExt cx="0" cy="0"/>
        </a:xfrm>
      </p:grpSpPr>
      <p:sp>
        <p:nvSpPr>
          <p:cNvPr id="92" name="Google Shape;92;p2:notes">
            <a:extLst>
              <a:ext uri="{FF2B5EF4-FFF2-40B4-BE49-F238E27FC236}">
                <a16:creationId xmlns="" xmlns:a16="http://schemas.microsoft.com/office/drawing/2014/main" id="{867CDD9C-B684-4806-9328-EC1C91BA62C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93" name="Google Shape;93;p2:notes">
            <a:extLst>
              <a:ext uri="{FF2B5EF4-FFF2-40B4-BE49-F238E27FC236}">
                <a16:creationId xmlns="" xmlns:a16="http://schemas.microsoft.com/office/drawing/2014/main" id="{25BA3B8F-9255-FEB7-4BBF-F43AAE6B7E7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7801611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 xmlns:a16="http://schemas.microsoft.com/office/drawing/2014/main" id="{3775C6AF-D0E6-DF44-970F-7DD9B9539D76}"/>
            </a:ext>
          </a:extLst>
        </p:cNvPr>
        <p:cNvGrpSpPr/>
        <p:nvPr/>
      </p:nvGrpSpPr>
      <p:grpSpPr>
        <a:xfrm>
          <a:off x="0" y="0"/>
          <a:ext cx="0" cy="0"/>
          <a:chOff x="0" y="0"/>
          <a:chExt cx="0" cy="0"/>
        </a:xfrm>
      </p:grpSpPr>
      <p:sp>
        <p:nvSpPr>
          <p:cNvPr id="92" name="Google Shape;92;p2:notes">
            <a:extLst>
              <a:ext uri="{FF2B5EF4-FFF2-40B4-BE49-F238E27FC236}">
                <a16:creationId xmlns="" xmlns:a16="http://schemas.microsoft.com/office/drawing/2014/main" id="{7FA20255-70D1-1EA8-656E-1DF39623CAA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93" name="Google Shape;93;p2:notes">
            <a:extLst>
              <a:ext uri="{FF2B5EF4-FFF2-40B4-BE49-F238E27FC236}">
                <a16:creationId xmlns="" xmlns:a16="http://schemas.microsoft.com/office/drawing/2014/main" id="{0E86262A-DF62-B88F-FF1F-E6B56D32039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71855776"/>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 xmlns:a16="http://schemas.microsoft.com/office/drawing/2014/main" id="{4D3E1F0C-53AA-58C6-C61F-C5A6554BDCEF}"/>
            </a:ext>
          </a:extLst>
        </p:cNvPr>
        <p:cNvGrpSpPr/>
        <p:nvPr/>
      </p:nvGrpSpPr>
      <p:grpSpPr>
        <a:xfrm>
          <a:off x="0" y="0"/>
          <a:ext cx="0" cy="0"/>
          <a:chOff x="0" y="0"/>
          <a:chExt cx="0" cy="0"/>
        </a:xfrm>
      </p:grpSpPr>
      <p:sp>
        <p:nvSpPr>
          <p:cNvPr id="92" name="Google Shape;92;p2:notes">
            <a:extLst>
              <a:ext uri="{FF2B5EF4-FFF2-40B4-BE49-F238E27FC236}">
                <a16:creationId xmlns="" xmlns:a16="http://schemas.microsoft.com/office/drawing/2014/main" id="{AE40C670-D0B3-2584-FD38-65CC579C853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93" name="Google Shape;93;p2:notes">
            <a:extLst>
              <a:ext uri="{FF2B5EF4-FFF2-40B4-BE49-F238E27FC236}">
                <a16:creationId xmlns="" xmlns:a16="http://schemas.microsoft.com/office/drawing/2014/main" id="{E687A658-B75E-E15B-B9B7-C5EE2893EEC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909936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EB7BFAC8-01C6-DDFE-7AD9-D51E88AB599D}"/>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 xmlns:a16="http://schemas.microsoft.com/office/drawing/2014/main" id="{B7926AE4-0989-6D93-5212-3B6B500F55D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 xmlns:a16="http://schemas.microsoft.com/office/drawing/2014/main" id="{9224D8D7-0E44-6D98-9BAB-C39850269CEF}"/>
              </a:ext>
            </a:extLst>
          </p:cNvPr>
          <p:cNvSpPr>
            <a:spLocks noGrp="1"/>
          </p:cNvSpPr>
          <p:nvPr>
            <p:ph type="dt" sz="half" idx="10"/>
          </p:nvPr>
        </p:nvSpPr>
        <p:spPr/>
        <p:txBody>
          <a:bodyPr/>
          <a:lstStyle/>
          <a:p>
            <a:fld id="{7DDDD19F-4FBF-41BE-9A63-40E08548A8C1}" type="datetimeFigureOut">
              <a:rPr lang="fr-FR" smtClean="0"/>
              <a:t>08/01/2025</a:t>
            </a:fld>
            <a:endParaRPr lang="fr-FR"/>
          </a:p>
        </p:txBody>
      </p:sp>
      <p:sp>
        <p:nvSpPr>
          <p:cNvPr id="5" name="Espace réservé du pied de page 4">
            <a:extLst>
              <a:ext uri="{FF2B5EF4-FFF2-40B4-BE49-F238E27FC236}">
                <a16:creationId xmlns="" xmlns:a16="http://schemas.microsoft.com/office/drawing/2014/main" id="{B5F266F6-3CE9-2D9F-E2F1-200DA6378AFF}"/>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 xmlns:a16="http://schemas.microsoft.com/office/drawing/2014/main" id="{D6E8D0B0-FA2C-3B96-D308-9B167FF0D437}"/>
              </a:ext>
            </a:extLst>
          </p:cNvPr>
          <p:cNvSpPr>
            <a:spLocks noGrp="1"/>
          </p:cNvSpPr>
          <p:nvPr>
            <p:ph type="sldNum" sz="quarter" idx="12"/>
          </p:nvPr>
        </p:nvSpPr>
        <p:spPr/>
        <p:txBody>
          <a:bodyPr/>
          <a:lstStyle/>
          <a:p>
            <a:fld id="{B6CFC013-ABEF-4E8E-B052-0837BC87C016}" type="slidenum">
              <a:rPr lang="fr-FR" smtClean="0"/>
              <a:t>‹N°›</a:t>
            </a:fld>
            <a:endParaRPr lang="fr-FR"/>
          </a:p>
        </p:txBody>
      </p:sp>
    </p:spTree>
    <p:extLst>
      <p:ext uri="{BB962C8B-B14F-4D97-AF65-F5344CB8AC3E}">
        <p14:creationId xmlns:p14="http://schemas.microsoft.com/office/powerpoint/2010/main" val="30110176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EC1AC386-C0F1-A7EE-402F-3542D265EA4B}"/>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 xmlns:a16="http://schemas.microsoft.com/office/drawing/2014/main" id="{4E9B418F-A590-A998-F438-A4B642833A13}"/>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 xmlns:a16="http://schemas.microsoft.com/office/drawing/2014/main" id="{F010B037-EE9D-05D0-62DB-B1BCD79CC580}"/>
              </a:ext>
            </a:extLst>
          </p:cNvPr>
          <p:cNvSpPr>
            <a:spLocks noGrp="1"/>
          </p:cNvSpPr>
          <p:nvPr>
            <p:ph type="dt" sz="half" idx="10"/>
          </p:nvPr>
        </p:nvSpPr>
        <p:spPr/>
        <p:txBody>
          <a:bodyPr/>
          <a:lstStyle/>
          <a:p>
            <a:fld id="{7DDDD19F-4FBF-41BE-9A63-40E08548A8C1}" type="datetimeFigureOut">
              <a:rPr lang="fr-FR" smtClean="0"/>
              <a:t>08/01/2025</a:t>
            </a:fld>
            <a:endParaRPr lang="fr-FR"/>
          </a:p>
        </p:txBody>
      </p:sp>
      <p:sp>
        <p:nvSpPr>
          <p:cNvPr id="5" name="Espace réservé du pied de page 4">
            <a:extLst>
              <a:ext uri="{FF2B5EF4-FFF2-40B4-BE49-F238E27FC236}">
                <a16:creationId xmlns="" xmlns:a16="http://schemas.microsoft.com/office/drawing/2014/main" id="{99350357-54C9-CBE6-F596-8A74F8A55421}"/>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 xmlns:a16="http://schemas.microsoft.com/office/drawing/2014/main" id="{CC75C5B0-663B-B9DE-D923-04A8BCE21905}"/>
              </a:ext>
            </a:extLst>
          </p:cNvPr>
          <p:cNvSpPr>
            <a:spLocks noGrp="1"/>
          </p:cNvSpPr>
          <p:nvPr>
            <p:ph type="sldNum" sz="quarter" idx="12"/>
          </p:nvPr>
        </p:nvSpPr>
        <p:spPr/>
        <p:txBody>
          <a:bodyPr/>
          <a:lstStyle/>
          <a:p>
            <a:fld id="{B6CFC013-ABEF-4E8E-B052-0837BC87C016}" type="slidenum">
              <a:rPr lang="fr-FR" smtClean="0"/>
              <a:t>‹N°›</a:t>
            </a:fld>
            <a:endParaRPr lang="fr-FR"/>
          </a:p>
        </p:txBody>
      </p:sp>
    </p:spTree>
    <p:extLst>
      <p:ext uri="{BB962C8B-B14F-4D97-AF65-F5344CB8AC3E}">
        <p14:creationId xmlns:p14="http://schemas.microsoft.com/office/powerpoint/2010/main" val="25910992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91D44368-DE65-6018-DD1F-3276B2E5CD29}"/>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 xmlns:a16="http://schemas.microsoft.com/office/drawing/2014/main" id="{9B84D76B-0399-36B9-AE79-0AE1438C7D0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 xmlns:a16="http://schemas.microsoft.com/office/drawing/2014/main" id="{FB2516D4-6EC9-8B37-F396-46B38C3992F8}"/>
              </a:ext>
            </a:extLst>
          </p:cNvPr>
          <p:cNvSpPr>
            <a:spLocks noGrp="1"/>
          </p:cNvSpPr>
          <p:nvPr>
            <p:ph type="dt" sz="half" idx="10"/>
          </p:nvPr>
        </p:nvSpPr>
        <p:spPr/>
        <p:txBody>
          <a:bodyPr/>
          <a:lstStyle/>
          <a:p>
            <a:fld id="{7DDDD19F-4FBF-41BE-9A63-40E08548A8C1}" type="datetimeFigureOut">
              <a:rPr lang="fr-FR" smtClean="0"/>
              <a:t>08/01/2025</a:t>
            </a:fld>
            <a:endParaRPr lang="fr-FR"/>
          </a:p>
        </p:txBody>
      </p:sp>
      <p:sp>
        <p:nvSpPr>
          <p:cNvPr id="5" name="Espace réservé du pied de page 4">
            <a:extLst>
              <a:ext uri="{FF2B5EF4-FFF2-40B4-BE49-F238E27FC236}">
                <a16:creationId xmlns="" xmlns:a16="http://schemas.microsoft.com/office/drawing/2014/main" id="{22F26B1A-1F04-A0E6-DCBC-2A98F233DD23}"/>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 xmlns:a16="http://schemas.microsoft.com/office/drawing/2014/main" id="{33BD8076-07B3-CA08-227B-7EDF1A7FB4A2}"/>
              </a:ext>
            </a:extLst>
          </p:cNvPr>
          <p:cNvSpPr>
            <a:spLocks noGrp="1"/>
          </p:cNvSpPr>
          <p:nvPr>
            <p:ph type="sldNum" sz="quarter" idx="12"/>
          </p:nvPr>
        </p:nvSpPr>
        <p:spPr/>
        <p:txBody>
          <a:bodyPr/>
          <a:lstStyle/>
          <a:p>
            <a:fld id="{B6CFC013-ABEF-4E8E-B052-0837BC87C016}" type="slidenum">
              <a:rPr lang="fr-FR" smtClean="0"/>
              <a:t>‹N°›</a:t>
            </a:fld>
            <a:endParaRPr lang="fr-FR"/>
          </a:p>
        </p:txBody>
      </p:sp>
    </p:spTree>
    <p:extLst>
      <p:ext uri="{BB962C8B-B14F-4D97-AF65-F5344CB8AC3E}">
        <p14:creationId xmlns:p14="http://schemas.microsoft.com/office/powerpoint/2010/main" val="14348033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299FB330-B3E9-69D1-F398-205F402BC043}"/>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 xmlns:a16="http://schemas.microsoft.com/office/drawing/2014/main" id="{2FD27B9E-0D65-F14A-8C6B-1393237FD55B}"/>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 xmlns:a16="http://schemas.microsoft.com/office/drawing/2014/main" id="{F32D80E1-59F2-9B3D-0E0A-BF54FA64B6C0}"/>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 xmlns:a16="http://schemas.microsoft.com/office/drawing/2014/main" id="{360EEA06-42AC-C430-F8DC-F21F99116EB7}"/>
              </a:ext>
            </a:extLst>
          </p:cNvPr>
          <p:cNvSpPr>
            <a:spLocks noGrp="1"/>
          </p:cNvSpPr>
          <p:nvPr>
            <p:ph type="dt" sz="half" idx="10"/>
          </p:nvPr>
        </p:nvSpPr>
        <p:spPr/>
        <p:txBody>
          <a:bodyPr/>
          <a:lstStyle/>
          <a:p>
            <a:fld id="{7DDDD19F-4FBF-41BE-9A63-40E08548A8C1}" type="datetimeFigureOut">
              <a:rPr lang="fr-FR" smtClean="0"/>
              <a:t>08/01/2025</a:t>
            </a:fld>
            <a:endParaRPr lang="fr-FR"/>
          </a:p>
        </p:txBody>
      </p:sp>
      <p:sp>
        <p:nvSpPr>
          <p:cNvPr id="6" name="Espace réservé du pied de page 5">
            <a:extLst>
              <a:ext uri="{FF2B5EF4-FFF2-40B4-BE49-F238E27FC236}">
                <a16:creationId xmlns="" xmlns:a16="http://schemas.microsoft.com/office/drawing/2014/main" id="{AD2E85DE-0C88-1840-0723-FE234B3CC71B}"/>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 xmlns:a16="http://schemas.microsoft.com/office/drawing/2014/main" id="{DCEED3B3-F0DD-5A5F-53CC-710BC59ECA12}"/>
              </a:ext>
            </a:extLst>
          </p:cNvPr>
          <p:cNvSpPr>
            <a:spLocks noGrp="1"/>
          </p:cNvSpPr>
          <p:nvPr>
            <p:ph type="sldNum" sz="quarter" idx="12"/>
          </p:nvPr>
        </p:nvSpPr>
        <p:spPr/>
        <p:txBody>
          <a:bodyPr/>
          <a:lstStyle/>
          <a:p>
            <a:fld id="{B6CFC013-ABEF-4E8E-B052-0837BC87C016}" type="slidenum">
              <a:rPr lang="fr-FR" smtClean="0"/>
              <a:t>‹N°›</a:t>
            </a:fld>
            <a:endParaRPr lang="fr-FR"/>
          </a:p>
        </p:txBody>
      </p:sp>
    </p:spTree>
    <p:extLst>
      <p:ext uri="{BB962C8B-B14F-4D97-AF65-F5344CB8AC3E}">
        <p14:creationId xmlns:p14="http://schemas.microsoft.com/office/powerpoint/2010/main" val="11714430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E1F122D6-BA45-FF7F-83F6-87E53C7C2916}"/>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 xmlns:a16="http://schemas.microsoft.com/office/drawing/2014/main" id="{45687FB5-8BC8-6F5C-5751-7DE07137F79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 xmlns:a16="http://schemas.microsoft.com/office/drawing/2014/main" id="{87981036-D578-7932-5637-B8FC6E7E35A1}"/>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 xmlns:a16="http://schemas.microsoft.com/office/drawing/2014/main" id="{93A6104B-6B45-7847-6E29-994D6259D63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 xmlns:a16="http://schemas.microsoft.com/office/drawing/2014/main" id="{576D8DE9-1C49-A19F-E264-3CDA502A9AF8}"/>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 xmlns:a16="http://schemas.microsoft.com/office/drawing/2014/main" id="{CF543275-CEF7-4987-FF9A-3E781C450EE1}"/>
              </a:ext>
            </a:extLst>
          </p:cNvPr>
          <p:cNvSpPr>
            <a:spLocks noGrp="1"/>
          </p:cNvSpPr>
          <p:nvPr>
            <p:ph type="dt" sz="half" idx="10"/>
          </p:nvPr>
        </p:nvSpPr>
        <p:spPr/>
        <p:txBody>
          <a:bodyPr/>
          <a:lstStyle/>
          <a:p>
            <a:fld id="{7DDDD19F-4FBF-41BE-9A63-40E08548A8C1}" type="datetimeFigureOut">
              <a:rPr lang="fr-FR" smtClean="0"/>
              <a:t>08/01/2025</a:t>
            </a:fld>
            <a:endParaRPr lang="fr-FR"/>
          </a:p>
        </p:txBody>
      </p:sp>
      <p:sp>
        <p:nvSpPr>
          <p:cNvPr id="8" name="Espace réservé du pied de page 7">
            <a:extLst>
              <a:ext uri="{FF2B5EF4-FFF2-40B4-BE49-F238E27FC236}">
                <a16:creationId xmlns="" xmlns:a16="http://schemas.microsoft.com/office/drawing/2014/main" id="{A129ACD6-77DF-9A81-C821-1DE715128A87}"/>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 xmlns:a16="http://schemas.microsoft.com/office/drawing/2014/main" id="{460AB7B2-7988-A936-1524-697D537FBA09}"/>
              </a:ext>
            </a:extLst>
          </p:cNvPr>
          <p:cNvSpPr>
            <a:spLocks noGrp="1"/>
          </p:cNvSpPr>
          <p:nvPr>
            <p:ph type="sldNum" sz="quarter" idx="12"/>
          </p:nvPr>
        </p:nvSpPr>
        <p:spPr/>
        <p:txBody>
          <a:bodyPr/>
          <a:lstStyle/>
          <a:p>
            <a:fld id="{B6CFC013-ABEF-4E8E-B052-0837BC87C016}" type="slidenum">
              <a:rPr lang="fr-FR" smtClean="0"/>
              <a:t>‹N°›</a:t>
            </a:fld>
            <a:endParaRPr lang="fr-FR"/>
          </a:p>
        </p:txBody>
      </p:sp>
    </p:spTree>
    <p:extLst>
      <p:ext uri="{BB962C8B-B14F-4D97-AF65-F5344CB8AC3E}">
        <p14:creationId xmlns:p14="http://schemas.microsoft.com/office/powerpoint/2010/main" val="6854902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2795101B-E107-5DA7-8716-2F93B729A9C2}"/>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 xmlns:a16="http://schemas.microsoft.com/office/drawing/2014/main" id="{71DA8659-AED6-AC37-9246-8C2CD980AE2F}"/>
              </a:ext>
            </a:extLst>
          </p:cNvPr>
          <p:cNvSpPr>
            <a:spLocks noGrp="1"/>
          </p:cNvSpPr>
          <p:nvPr>
            <p:ph type="dt" sz="half" idx="10"/>
          </p:nvPr>
        </p:nvSpPr>
        <p:spPr/>
        <p:txBody>
          <a:bodyPr/>
          <a:lstStyle/>
          <a:p>
            <a:fld id="{7DDDD19F-4FBF-41BE-9A63-40E08548A8C1}" type="datetimeFigureOut">
              <a:rPr lang="fr-FR" smtClean="0"/>
              <a:t>08/01/2025</a:t>
            </a:fld>
            <a:endParaRPr lang="fr-FR"/>
          </a:p>
        </p:txBody>
      </p:sp>
      <p:sp>
        <p:nvSpPr>
          <p:cNvPr id="4" name="Espace réservé du pied de page 3">
            <a:extLst>
              <a:ext uri="{FF2B5EF4-FFF2-40B4-BE49-F238E27FC236}">
                <a16:creationId xmlns="" xmlns:a16="http://schemas.microsoft.com/office/drawing/2014/main" id="{7F4D881D-67B5-0C65-7EBB-2FF7F77556D7}"/>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 xmlns:a16="http://schemas.microsoft.com/office/drawing/2014/main" id="{68CBBDA2-9003-5B37-443B-DEB0004FFA8E}"/>
              </a:ext>
            </a:extLst>
          </p:cNvPr>
          <p:cNvSpPr>
            <a:spLocks noGrp="1"/>
          </p:cNvSpPr>
          <p:nvPr>
            <p:ph type="sldNum" sz="quarter" idx="12"/>
          </p:nvPr>
        </p:nvSpPr>
        <p:spPr/>
        <p:txBody>
          <a:bodyPr/>
          <a:lstStyle/>
          <a:p>
            <a:fld id="{B6CFC013-ABEF-4E8E-B052-0837BC87C016}" type="slidenum">
              <a:rPr lang="fr-FR" smtClean="0"/>
              <a:t>‹N°›</a:t>
            </a:fld>
            <a:endParaRPr lang="fr-FR"/>
          </a:p>
        </p:txBody>
      </p:sp>
    </p:spTree>
    <p:extLst>
      <p:ext uri="{BB962C8B-B14F-4D97-AF65-F5344CB8AC3E}">
        <p14:creationId xmlns:p14="http://schemas.microsoft.com/office/powerpoint/2010/main" val="31755272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 xmlns:a16="http://schemas.microsoft.com/office/drawing/2014/main" id="{917485FA-CEC6-5A76-0A74-4129E07246D4}"/>
              </a:ext>
            </a:extLst>
          </p:cNvPr>
          <p:cNvSpPr>
            <a:spLocks noGrp="1"/>
          </p:cNvSpPr>
          <p:nvPr>
            <p:ph type="dt" sz="half" idx="10"/>
          </p:nvPr>
        </p:nvSpPr>
        <p:spPr/>
        <p:txBody>
          <a:bodyPr/>
          <a:lstStyle/>
          <a:p>
            <a:fld id="{7DDDD19F-4FBF-41BE-9A63-40E08548A8C1}" type="datetimeFigureOut">
              <a:rPr lang="fr-FR" smtClean="0"/>
              <a:t>08/01/2025</a:t>
            </a:fld>
            <a:endParaRPr lang="fr-FR"/>
          </a:p>
        </p:txBody>
      </p:sp>
      <p:sp>
        <p:nvSpPr>
          <p:cNvPr id="3" name="Espace réservé du pied de page 2">
            <a:extLst>
              <a:ext uri="{FF2B5EF4-FFF2-40B4-BE49-F238E27FC236}">
                <a16:creationId xmlns="" xmlns:a16="http://schemas.microsoft.com/office/drawing/2014/main" id="{A3DCD263-229E-EB01-2058-90A8158EA664}"/>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 xmlns:a16="http://schemas.microsoft.com/office/drawing/2014/main" id="{00D77854-7ECB-EB89-B6E7-0BC4F68E9FE8}"/>
              </a:ext>
            </a:extLst>
          </p:cNvPr>
          <p:cNvSpPr>
            <a:spLocks noGrp="1"/>
          </p:cNvSpPr>
          <p:nvPr>
            <p:ph type="sldNum" sz="quarter" idx="12"/>
          </p:nvPr>
        </p:nvSpPr>
        <p:spPr/>
        <p:txBody>
          <a:bodyPr/>
          <a:lstStyle/>
          <a:p>
            <a:fld id="{B6CFC013-ABEF-4E8E-B052-0837BC87C016}" type="slidenum">
              <a:rPr lang="fr-FR" smtClean="0"/>
              <a:t>‹N°›</a:t>
            </a:fld>
            <a:endParaRPr lang="fr-FR"/>
          </a:p>
        </p:txBody>
      </p:sp>
    </p:spTree>
    <p:extLst>
      <p:ext uri="{BB962C8B-B14F-4D97-AF65-F5344CB8AC3E}">
        <p14:creationId xmlns:p14="http://schemas.microsoft.com/office/powerpoint/2010/main" val="21458094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92DDF276-4FC6-B0BE-7873-811C2C7C7291}"/>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 xmlns:a16="http://schemas.microsoft.com/office/drawing/2014/main" id="{BC0193A9-A81B-E55C-22B8-9290B49A983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4" name="Espace réservé du texte 3">
            <a:extLst>
              <a:ext uri="{FF2B5EF4-FFF2-40B4-BE49-F238E27FC236}">
                <a16:creationId xmlns="" xmlns:a16="http://schemas.microsoft.com/office/drawing/2014/main" id="{A1CEC672-74C6-DC9B-E841-4C44DD46067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 xmlns:a16="http://schemas.microsoft.com/office/drawing/2014/main" id="{5A6A1C16-D309-7953-CD51-6932281269CA}"/>
              </a:ext>
            </a:extLst>
          </p:cNvPr>
          <p:cNvSpPr>
            <a:spLocks noGrp="1"/>
          </p:cNvSpPr>
          <p:nvPr>
            <p:ph type="dt" sz="half" idx="10"/>
          </p:nvPr>
        </p:nvSpPr>
        <p:spPr/>
        <p:txBody>
          <a:bodyPr/>
          <a:lstStyle/>
          <a:p>
            <a:fld id="{7DDDD19F-4FBF-41BE-9A63-40E08548A8C1}" type="datetimeFigureOut">
              <a:rPr lang="fr-FR" smtClean="0"/>
              <a:t>08/01/2025</a:t>
            </a:fld>
            <a:endParaRPr lang="fr-FR"/>
          </a:p>
        </p:txBody>
      </p:sp>
      <p:sp>
        <p:nvSpPr>
          <p:cNvPr id="6" name="Espace réservé du pied de page 5">
            <a:extLst>
              <a:ext uri="{FF2B5EF4-FFF2-40B4-BE49-F238E27FC236}">
                <a16:creationId xmlns="" xmlns:a16="http://schemas.microsoft.com/office/drawing/2014/main" id="{583B1DD3-CA3E-E12F-E358-79BBF18B0983}"/>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 xmlns:a16="http://schemas.microsoft.com/office/drawing/2014/main" id="{EB0EB12C-EF2B-8778-85A7-2C6334448834}"/>
              </a:ext>
            </a:extLst>
          </p:cNvPr>
          <p:cNvSpPr>
            <a:spLocks noGrp="1"/>
          </p:cNvSpPr>
          <p:nvPr>
            <p:ph type="sldNum" sz="quarter" idx="12"/>
          </p:nvPr>
        </p:nvSpPr>
        <p:spPr/>
        <p:txBody>
          <a:bodyPr/>
          <a:lstStyle/>
          <a:p>
            <a:fld id="{B6CFC013-ABEF-4E8E-B052-0837BC87C016}" type="slidenum">
              <a:rPr lang="fr-FR" smtClean="0"/>
              <a:t>‹N°›</a:t>
            </a:fld>
            <a:endParaRPr lang="fr-FR"/>
          </a:p>
        </p:txBody>
      </p:sp>
    </p:spTree>
    <p:extLst>
      <p:ext uri="{BB962C8B-B14F-4D97-AF65-F5344CB8AC3E}">
        <p14:creationId xmlns:p14="http://schemas.microsoft.com/office/powerpoint/2010/main" val="32757508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E129116B-C318-1AC1-C283-61476C45CA85}"/>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 xmlns:a16="http://schemas.microsoft.com/office/drawing/2014/main" id="{31445E29-474B-C398-EE46-37DC7BBAFFB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 xmlns:a16="http://schemas.microsoft.com/office/drawing/2014/main" id="{E53B91DC-9686-7B70-E215-C9305EA0E10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 xmlns:a16="http://schemas.microsoft.com/office/drawing/2014/main" id="{657D4624-0481-DAC7-A141-5AAFF7C581DD}"/>
              </a:ext>
            </a:extLst>
          </p:cNvPr>
          <p:cNvSpPr>
            <a:spLocks noGrp="1"/>
          </p:cNvSpPr>
          <p:nvPr>
            <p:ph type="dt" sz="half" idx="10"/>
          </p:nvPr>
        </p:nvSpPr>
        <p:spPr/>
        <p:txBody>
          <a:bodyPr/>
          <a:lstStyle/>
          <a:p>
            <a:fld id="{7DDDD19F-4FBF-41BE-9A63-40E08548A8C1}" type="datetimeFigureOut">
              <a:rPr lang="fr-FR" smtClean="0"/>
              <a:t>08/01/2025</a:t>
            </a:fld>
            <a:endParaRPr lang="fr-FR"/>
          </a:p>
        </p:txBody>
      </p:sp>
      <p:sp>
        <p:nvSpPr>
          <p:cNvPr id="6" name="Espace réservé du pied de page 5">
            <a:extLst>
              <a:ext uri="{FF2B5EF4-FFF2-40B4-BE49-F238E27FC236}">
                <a16:creationId xmlns="" xmlns:a16="http://schemas.microsoft.com/office/drawing/2014/main" id="{E40B8159-D4EB-42CC-76CF-D32BCBD2F71B}"/>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 xmlns:a16="http://schemas.microsoft.com/office/drawing/2014/main" id="{A8608ED8-BB98-99AC-0D56-EB9E81413DE6}"/>
              </a:ext>
            </a:extLst>
          </p:cNvPr>
          <p:cNvSpPr>
            <a:spLocks noGrp="1"/>
          </p:cNvSpPr>
          <p:nvPr>
            <p:ph type="sldNum" sz="quarter" idx="12"/>
          </p:nvPr>
        </p:nvSpPr>
        <p:spPr/>
        <p:txBody>
          <a:bodyPr/>
          <a:lstStyle/>
          <a:p>
            <a:fld id="{B6CFC013-ABEF-4E8E-B052-0837BC87C016}" type="slidenum">
              <a:rPr lang="fr-FR" smtClean="0"/>
              <a:t>‹N°›</a:t>
            </a:fld>
            <a:endParaRPr lang="fr-FR"/>
          </a:p>
        </p:txBody>
      </p:sp>
    </p:spTree>
    <p:extLst>
      <p:ext uri="{BB962C8B-B14F-4D97-AF65-F5344CB8AC3E}">
        <p14:creationId xmlns:p14="http://schemas.microsoft.com/office/powerpoint/2010/main" val="30646805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B7FAD81D-878D-4EBF-DC2B-8B7372AB238D}"/>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 xmlns:a16="http://schemas.microsoft.com/office/drawing/2014/main" id="{9BCA3DE4-68F4-0262-3932-C15BCBBDEC64}"/>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 xmlns:a16="http://schemas.microsoft.com/office/drawing/2014/main" id="{CF5F33FC-9F2C-D856-51D4-FB58EFC4A968}"/>
              </a:ext>
            </a:extLst>
          </p:cNvPr>
          <p:cNvSpPr>
            <a:spLocks noGrp="1"/>
          </p:cNvSpPr>
          <p:nvPr>
            <p:ph type="dt" sz="half" idx="10"/>
          </p:nvPr>
        </p:nvSpPr>
        <p:spPr/>
        <p:txBody>
          <a:bodyPr/>
          <a:lstStyle/>
          <a:p>
            <a:fld id="{7DDDD19F-4FBF-41BE-9A63-40E08548A8C1}" type="datetimeFigureOut">
              <a:rPr lang="fr-FR" smtClean="0"/>
              <a:t>08/01/2025</a:t>
            </a:fld>
            <a:endParaRPr lang="fr-FR"/>
          </a:p>
        </p:txBody>
      </p:sp>
      <p:sp>
        <p:nvSpPr>
          <p:cNvPr id="5" name="Espace réservé du pied de page 4">
            <a:extLst>
              <a:ext uri="{FF2B5EF4-FFF2-40B4-BE49-F238E27FC236}">
                <a16:creationId xmlns="" xmlns:a16="http://schemas.microsoft.com/office/drawing/2014/main" id="{4B92B05C-A66E-66DA-859C-449E83372D13}"/>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 xmlns:a16="http://schemas.microsoft.com/office/drawing/2014/main" id="{DB927F36-D7B8-3220-A6A4-09F1DD72BA41}"/>
              </a:ext>
            </a:extLst>
          </p:cNvPr>
          <p:cNvSpPr>
            <a:spLocks noGrp="1"/>
          </p:cNvSpPr>
          <p:nvPr>
            <p:ph type="sldNum" sz="quarter" idx="12"/>
          </p:nvPr>
        </p:nvSpPr>
        <p:spPr/>
        <p:txBody>
          <a:bodyPr/>
          <a:lstStyle/>
          <a:p>
            <a:fld id="{B6CFC013-ABEF-4E8E-B052-0837BC87C016}" type="slidenum">
              <a:rPr lang="fr-FR" smtClean="0"/>
              <a:t>‹N°›</a:t>
            </a:fld>
            <a:endParaRPr lang="fr-FR"/>
          </a:p>
        </p:txBody>
      </p:sp>
    </p:spTree>
    <p:extLst>
      <p:ext uri="{BB962C8B-B14F-4D97-AF65-F5344CB8AC3E}">
        <p14:creationId xmlns:p14="http://schemas.microsoft.com/office/powerpoint/2010/main" val="31716442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 xmlns:a16="http://schemas.microsoft.com/office/drawing/2014/main" id="{0BE8CE0A-DC84-99BB-00BA-B1DFCC30027A}"/>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 xmlns:a16="http://schemas.microsoft.com/office/drawing/2014/main" id="{C16A9A37-CD15-3181-1FDB-90C3AED248EE}"/>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 xmlns:a16="http://schemas.microsoft.com/office/drawing/2014/main" id="{3A410E90-B832-AE3C-A227-B82BD9C5E4B8}"/>
              </a:ext>
            </a:extLst>
          </p:cNvPr>
          <p:cNvSpPr>
            <a:spLocks noGrp="1"/>
          </p:cNvSpPr>
          <p:nvPr>
            <p:ph type="dt" sz="half" idx="10"/>
          </p:nvPr>
        </p:nvSpPr>
        <p:spPr/>
        <p:txBody>
          <a:bodyPr/>
          <a:lstStyle/>
          <a:p>
            <a:fld id="{7DDDD19F-4FBF-41BE-9A63-40E08548A8C1}" type="datetimeFigureOut">
              <a:rPr lang="fr-FR" smtClean="0"/>
              <a:t>08/01/2025</a:t>
            </a:fld>
            <a:endParaRPr lang="fr-FR"/>
          </a:p>
        </p:txBody>
      </p:sp>
      <p:sp>
        <p:nvSpPr>
          <p:cNvPr id="5" name="Espace réservé du pied de page 4">
            <a:extLst>
              <a:ext uri="{FF2B5EF4-FFF2-40B4-BE49-F238E27FC236}">
                <a16:creationId xmlns="" xmlns:a16="http://schemas.microsoft.com/office/drawing/2014/main" id="{C2115CE0-E57D-4349-7966-44E7607FA1C1}"/>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 xmlns:a16="http://schemas.microsoft.com/office/drawing/2014/main" id="{98E349FE-7479-EEE3-95E3-A440CFB1983C}"/>
              </a:ext>
            </a:extLst>
          </p:cNvPr>
          <p:cNvSpPr>
            <a:spLocks noGrp="1"/>
          </p:cNvSpPr>
          <p:nvPr>
            <p:ph type="sldNum" sz="quarter" idx="12"/>
          </p:nvPr>
        </p:nvSpPr>
        <p:spPr/>
        <p:txBody>
          <a:bodyPr/>
          <a:lstStyle/>
          <a:p>
            <a:fld id="{B6CFC013-ABEF-4E8E-B052-0837BC87C016}" type="slidenum">
              <a:rPr lang="fr-FR" smtClean="0"/>
              <a:t>‹N°›</a:t>
            </a:fld>
            <a:endParaRPr lang="fr-FR"/>
          </a:p>
        </p:txBody>
      </p:sp>
    </p:spTree>
    <p:extLst>
      <p:ext uri="{BB962C8B-B14F-4D97-AF65-F5344CB8AC3E}">
        <p14:creationId xmlns:p14="http://schemas.microsoft.com/office/powerpoint/2010/main" val="28810967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 xmlns:a16="http://schemas.microsoft.com/office/drawing/2014/main" id="{6FF0DB43-E73C-D4F3-31ED-89A417753EF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 xmlns:a16="http://schemas.microsoft.com/office/drawing/2014/main" id="{806D8405-D718-FC87-F78D-2BE5C425D7A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 xmlns:a16="http://schemas.microsoft.com/office/drawing/2014/main" id="{5D6AB7CA-08C7-9727-D4AF-10C64283205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DDDD19F-4FBF-41BE-9A63-40E08548A8C1}" type="datetimeFigureOut">
              <a:rPr lang="fr-FR" smtClean="0"/>
              <a:t>08/01/2025</a:t>
            </a:fld>
            <a:endParaRPr lang="fr-FR"/>
          </a:p>
        </p:txBody>
      </p:sp>
      <p:sp>
        <p:nvSpPr>
          <p:cNvPr id="5" name="Espace réservé du pied de page 4">
            <a:extLst>
              <a:ext uri="{FF2B5EF4-FFF2-40B4-BE49-F238E27FC236}">
                <a16:creationId xmlns="" xmlns:a16="http://schemas.microsoft.com/office/drawing/2014/main" id="{09A58312-DD79-D39A-C62A-53F94488883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 xmlns:a16="http://schemas.microsoft.com/office/drawing/2014/main" id="{DB6DF597-3BF5-8BAB-0DD0-36BC08E30C1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6CFC013-ABEF-4E8E-B052-0837BC87C016}" type="slidenum">
              <a:rPr lang="fr-FR" smtClean="0"/>
              <a:t>‹N°›</a:t>
            </a:fld>
            <a:endParaRPr lang="fr-FR"/>
          </a:p>
        </p:txBody>
      </p:sp>
    </p:spTree>
    <p:extLst>
      <p:ext uri="{BB962C8B-B14F-4D97-AF65-F5344CB8AC3E}">
        <p14:creationId xmlns:p14="http://schemas.microsoft.com/office/powerpoint/2010/main" val="42274766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8.xml"/><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8.xml"/><Relationship Id="rId5" Type="http://schemas.openxmlformats.org/officeDocument/2006/relationships/image" Target="../media/image3.jpeg"/><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8.xml"/><Relationship Id="rId6" Type="http://schemas.openxmlformats.org/officeDocument/2006/relationships/hyperlink" Target="https://www.abc-maconnerie.com/lecture-plan/generalites/bases-dessin-technique/terminologie.html" TargetMode="External"/><Relationship Id="rId5" Type="http://schemas.openxmlformats.org/officeDocument/2006/relationships/image" Target="../media/image2.jpeg"/><Relationship Id="rId4" Type="http://schemas.openxmlformats.org/officeDocument/2006/relationships/image" Target="../media/image1.jpg"/></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8.xml"/><Relationship Id="rId6" Type="http://schemas.openxmlformats.org/officeDocument/2006/relationships/hyperlink" Target="https://www.abc-maconnerie.com/lecture-plan/generalites/bases-dessin-technique/terminologie.html" TargetMode="External"/><Relationship Id="rId5" Type="http://schemas.openxmlformats.org/officeDocument/2006/relationships/image" Target="../media/image2.jpeg"/><Relationship Id="rId4" Type="http://schemas.openxmlformats.org/officeDocument/2006/relationships/image" Target="../media/image1.jp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8.xml"/><Relationship Id="rId6" Type="http://schemas.openxmlformats.org/officeDocument/2006/relationships/hyperlink" Target="https://www.abc-maconnerie.com/lecture-plan/generalites/bases-dessin-technique/terminologie.html" TargetMode="External"/><Relationship Id="rId5" Type="http://schemas.openxmlformats.org/officeDocument/2006/relationships/image" Target="../media/image2.jpeg"/><Relationship Id="rId4" Type="http://schemas.openxmlformats.org/officeDocument/2006/relationships/image" Target="../media/image1.jpg"/></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image" Target="../media/image6.png"/><Relationship Id="rId5" Type="http://schemas.openxmlformats.org/officeDocument/2006/relationships/hyperlink" Target="https://www.abc-maconnerie.com/lecture-plan/generalites/bases-dessin-technique/terminologie.html" TargetMode="External"/><Relationship Id="rId4" Type="http://schemas.openxmlformats.org/officeDocument/2006/relationships/image" Target="../media/image2.jpeg"/></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6.png"/><Relationship Id="rId5" Type="http://schemas.openxmlformats.org/officeDocument/2006/relationships/hyperlink" Target="https://www.abc-maconnerie.com/lecture-plan/generalites/bases-dessin-technique/terminologie.html" TargetMode="External"/><Relationship Id="rId4" Type="http://schemas.openxmlformats.org/officeDocument/2006/relationships/image" Target="../media/image2.jpeg"/></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image" Target="../media/image7.png"/><Relationship Id="rId5" Type="http://schemas.openxmlformats.org/officeDocument/2006/relationships/hyperlink" Target="https://www.youtube.com/watch?v=7p7iPNhg9SY" TargetMode="External"/><Relationship Id="rId4" Type="http://schemas.openxmlformats.org/officeDocument/2006/relationships/image" Target="../media/image2.jpeg"/></Relationships>
</file>

<file path=ppt/slides/_rels/slide9.xml.rels><?xml version="1.0" encoding="UTF-8" standalone="yes"?>
<Relationships xmlns="http://schemas.openxmlformats.org/package/2006/relationships"><Relationship Id="rId8" Type="http://schemas.openxmlformats.org/officeDocument/2006/relationships/hyperlink" Target="https://www.youtube.com/watch?v=GDwWiyS6s4o" TargetMode="External"/><Relationship Id="rId3" Type="http://schemas.openxmlformats.org/officeDocument/2006/relationships/image" Target="../media/image1.jpg"/><Relationship Id="rId7"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8.xml"/><Relationship Id="rId6" Type="http://schemas.openxmlformats.org/officeDocument/2006/relationships/image" Target="../media/image8.png"/><Relationship Id="rId5" Type="http://schemas.openxmlformats.org/officeDocument/2006/relationships/hyperlink" Target="https://www.youtube.com/watch?v=r-thd4PJKBw" TargetMode="External"/><Relationship Id="rId4" Type="http://schemas.openxmlformats.org/officeDocument/2006/relationships/image" Target="../media/image2.jpeg"/></Relationships>
</file>

<file path=ppt/slides/_rels/slide10.xml.rels><?xml version="1.0" encoding="UTF-8" standalone="yes"?>
<Relationships xmlns="http://schemas.openxmlformats.org/package/2006/relationships"><Relationship Id="rId8" Type="http://schemas.openxmlformats.org/officeDocument/2006/relationships/hyperlink" Target="https://www.youtube.com/watch?v=LRfi1KB1H48" TargetMode="External"/><Relationship Id="rId3" Type="http://schemas.openxmlformats.org/officeDocument/2006/relationships/image" Target="../media/image1.jpg"/><Relationship Id="rId7"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8.xml"/><Relationship Id="rId6" Type="http://schemas.openxmlformats.org/officeDocument/2006/relationships/image" Target="../media/image11.jpeg"/><Relationship Id="rId5" Type="http://schemas.openxmlformats.org/officeDocument/2006/relationships/image" Target="../media/image10.jpeg"/><Relationship Id="rId4" Type="http://schemas.openxmlformats.org/officeDocument/2006/relationships/image" Target="../media/image2.jpeg"/></Relationships>
</file>

<file path=ppt/slides/_rels/slide11.xml.rels><?xml version="1.0" encoding="UTF-8" standalone="yes"?>
<Relationships xmlns="http://schemas.openxmlformats.org/package/2006/relationships"><Relationship Id="rId8" Type="http://schemas.openxmlformats.org/officeDocument/2006/relationships/hyperlink" Target="https://www.youtube.com/watch?v=LRfi1KB1H48" TargetMode="External"/><Relationship Id="rId3" Type="http://schemas.openxmlformats.org/officeDocument/2006/relationships/image" Target="../media/image1.jpg"/><Relationship Id="rId7"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8.xml"/><Relationship Id="rId6" Type="http://schemas.openxmlformats.org/officeDocument/2006/relationships/image" Target="../media/image11.jpeg"/><Relationship Id="rId5" Type="http://schemas.openxmlformats.org/officeDocument/2006/relationships/image" Target="../media/image10.jpeg"/><Relationship Id="rId4" Type="http://schemas.openxmlformats.org/officeDocument/2006/relationships/image" Target="../media/image2.jpeg"/></Relationships>
</file>

<file path=ppt/slides/_rels/slide12.xml.rels><?xml version="1.0" encoding="UTF-8" standalone="yes"?>
<Relationships xmlns="http://schemas.openxmlformats.org/package/2006/relationships"><Relationship Id="rId8" Type="http://schemas.openxmlformats.org/officeDocument/2006/relationships/hyperlink" Target="https://www.youtube.com/watch?v=LRfi1KB1H48" TargetMode="External"/><Relationship Id="rId3" Type="http://schemas.openxmlformats.org/officeDocument/2006/relationships/image" Target="../media/image1.jpg"/><Relationship Id="rId7" Type="http://schemas.openxmlformats.org/officeDocument/2006/relationships/hyperlink" Target="https://www.youtube.com/watch?app=desktop&amp;v=m4uqRfo_R8U&amp;t=53s" TargetMode="External"/><Relationship Id="rId2" Type="http://schemas.openxmlformats.org/officeDocument/2006/relationships/notesSlide" Target="../notesSlides/notesSlide12.xml"/><Relationship Id="rId1" Type="http://schemas.openxmlformats.org/officeDocument/2006/relationships/slideLayout" Target="../slideLayouts/slideLayout8.xml"/><Relationship Id="rId6" Type="http://schemas.openxmlformats.org/officeDocument/2006/relationships/image" Target="../media/image14.png"/><Relationship Id="rId5" Type="http://schemas.openxmlformats.org/officeDocument/2006/relationships/image" Target="../media/image13.jpeg"/><Relationship Id="rId10" Type="http://schemas.openxmlformats.org/officeDocument/2006/relationships/hyperlink" Target="https://youtu.be/m4uqRfo_R8U?si=yiV0Lu2QaDec7jTd" TargetMode="External"/><Relationship Id="rId4" Type="http://schemas.openxmlformats.org/officeDocument/2006/relationships/image" Target="../media/image2.jpeg"/><Relationship Id="rId9" Type="http://schemas.openxmlformats.org/officeDocument/2006/relationships/image" Target="../media/image15.jpeg"/></Relationships>
</file>

<file path=ppt/slides/_rels/slide13.xml.rels><?xml version="1.0" encoding="UTF-8" standalone="yes"?>
<Relationships xmlns="http://schemas.openxmlformats.org/package/2006/relationships"><Relationship Id="rId8" Type="http://schemas.openxmlformats.org/officeDocument/2006/relationships/hyperlink" Target="https://www.youtube.com/watch?v=LRfi1KB1H48" TargetMode="External"/><Relationship Id="rId3" Type="http://schemas.openxmlformats.org/officeDocument/2006/relationships/image" Target="../media/image1.jpg"/><Relationship Id="rId7" Type="http://schemas.openxmlformats.org/officeDocument/2006/relationships/hyperlink" Target="https://www.youtube.com/watch?app=desktop&amp;v=m4uqRfo_R8U&amp;t=53s" TargetMode="External"/><Relationship Id="rId12" Type="http://schemas.openxmlformats.org/officeDocument/2006/relationships/image" Target="../media/image18.jpeg"/><Relationship Id="rId2" Type="http://schemas.openxmlformats.org/officeDocument/2006/relationships/notesSlide" Target="../notesSlides/notesSlide13.xml"/><Relationship Id="rId1" Type="http://schemas.openxmlformats.org/officeDocument/2006/relationships/slideLayout" Target="../slideLayouts/slideLayout8.xml"/><Relationship Id="rId6" Type="http://schemas.openxmlformats.org/officeDocument/2006/relationships/image" Target="../media/image14.png"/><Relationship Id="rId11" Type="http://schemas.openxmlformats.org/officeDocument/2006/relationships/image" Target="../media/image17.png"/><Relationship Id="rId5" Type="http://schemas.openxmlformats.org/officeDocument/2006/relationships/image" Target="../media/image13.jpeg"/><Relationship Id="rId10" Type="http://schemas.openxmlformats.org/officeDocument/2006/relationships/image" Target="../media/image16.jpeg"/><Relationship Id="rId4" Type="http://schemas.openxmlformats.org/officeDocument/2006/relationships/image" Target="../media/image2.jpeg"/><Relationship Id="rId9" Type="http://schemas.openxmlformats.org/officeDocument/2006/relationships/image" Target="../media/image15.jpeg"/></Relationships>
</file>

<file path=ppt/slides/_rels/slide14.xml.rels><?xml version="1.0" encoding="UTF-8" standalone="yes"?>
<Relationships xmlns="http://schemas.openxmlformats.org/package/2006/relationships"><Relationship Id="rId8" Type="http://schemas.openxmlformats.org/officeDocument/2006/relationships/hyperlink" Target="https://www.youtube.com/watch?v=LRfi1KB1H48" TargetMode="External"/><Relationship Id="rId3" Type="http://schemas.openxmlformats.org/officeDocument/2006/relationships/image" Target="../media/image1.jpg"/><Relationship Id="rId7" Type="http://schemas.openxmlformats.org/officeDocument/2006/relationships/hyperlink" Target="https://www.youtube.com/watch?app=desktop&amp;v=m4uqRfo_R8U&amp;t=53s" TargetMode="External"/><Relationship Id="rId2" Type="http://schemas.openxmlformats.org/officeDocument/2006/relationships/notesSlide" Target="../notesSlides/notesSlide14.xml"/><Relationship Id="rId1" Type="http://schemas.openxmlformats.org/officeDocument/2006/relationships/slideLayout" Target="../slideLayouts/slideLayout8.xml"/><Relationship Id="rId6" Type="http://schemas.openxmlformats.org/officeDocument/2006/relationships/image" Target="../media/image14.png"/><Relationship Id="rId5" Type="http://schemas.openxmlformats.org/officeDocument/2006/relationships/image" Target="../media/image13.jpeg"/><Relationship Id="rId4" Type="http://schemas.openxmlformats.org/officeDocument/2006/relationships/image" Target="../media/image2.jpeg"/><Relationship Id="rId9" Type="http://schemas.openxmlformats.org/officeDocument/2006/relationships/image" Target="../media/image15.jpeg"/></Relationships>
</file>

<file path=ppt/slides/_rels/slide15.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1.jpg"/><Relationship Id="rId7"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8.xml"/><Relationship Id="rId6" Type="http://schemas.openxmlformats.org/officeDocument/2006/relationships/image" Target="../media/image20.png"/><Relationship Id="rId5" Type="http://schemas.openxmlformats.org/officeDocument/2006/relationships/image" Target="../media/image19.jpeg"/><Relationship Id="rId4" Type="http://schemas.openxmlformats.org/officeDocument/2006/relationships/image" Target="../media/image2.jpeg"/></Relationships>
</file>

<file path=ppt/slides/_rels/slide16.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6.xml"/><Relationship Id="rId1" Type="http://schemas.openxmlformats.org/officeDocument/2006/relationships/slideLayout" Target="../slideLayouts/slideLayout8.xml"/><Relationship Id="rId6" Type="http://schemas.openxmlformats.org/officeDocument/2006/relationships/image" Target="../media/image23.jpeg"/><Relationship Id="rId5" Type="http://schemas.openxmlformats.org/officeDocument/2006/relationships/image" Target="../media/image2.jpeg"/><Relationship Id="rId4" Type="http://schemas.openxmlformats.org/officeDocument/2006/relationships/image" Target="../media/image1.jpg"/></Relationships>
</file>

<file path=ppt/slides/_rels/slide17.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26.jpeg"/><Relationship Id="rId2" Type="http://schemas.openxmlformats.org/officeDocument/2006/relationships/notesSlide" Target="../notesSlides/notesSlide17.xml"/><Relationship Id="rId1" Type="http://schemas.openxmlformats.org/officeDocument/2006/relationships/slideLayout" Target="../slideLayouts/slideLayout8.xml"/><Relationship Id="rId6" Type="http://schemas.openxmlformats.org/officeDocument/2006/relationships/image" Target="../media/image25.jpeg"/><Relationship Id="rId5" Type="http://schemas.openxmlformats.org/officeDocument/2006/relationships/image" Target="../media/image24.jpeg"/><Relationship Id="rId4" Type="http://schemas.openxmlformats.org/officeDocument/2006/relationships/image" Target="../media/image2.jpeg"/></Relationships>
</file>

<file path=ppt/slides/_rels/slide1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8.xml"/><Relationship Id="rId1" Type="http://schemas.openxmlformats.org/officeDocument/2006/relationships/slideLayout" Target="../slideLayouts/slideLayout8.xml"/><Relationship Id="rId6" Type="http://schemas.openxmlformats.org/officeDocument/2006/relationships/hyperlink" Target="https://coursexosup.blogspot.com/2015/04/terrassements-et-etude-du-sol.html#google_vignette" TargetMode="External"/><Relationship Id="rId5" Type="http://schemas.openxmlformats.org/officeDocument/2006/relationships/image" Target="../media/image27.png"/><Relationship Id="rId4" Type="http://schemas.openxmlformats.org/officeDocument/2006/relationships/image" Target="../media/image2.jpeg"/></Relationships>
</file>

<file path=ppt/slides/_rels/slide1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9.xml"/><Relationship Id="rId1" Type="http://schemas.openxmlformats.org/officeDocument/2006/relationships/slideLayout" Target="../slideLayouts/slideLayout8.xml"/><Relationship Id="rId6" Type="http://schemas.openxmlformats.org/officeDocument/2006/relationships/image" Target="../media/image29.jpeg"/><Relationship Id="rId5" Type="http://schemas.openxmlformats.org/officeDocument/2006/relationships/image" Target="../media/image28.jpeg"/><Relationship Id="rId4" Type="http://schemas.openxmlformats.org/officeDocument/2006/relationships/image" Target="../media/image2.jpeg"/></Relationships>
</file>

<file path=ppt/slides/_rels/slide20.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32.jpeg"/><Relationship Id="rId2" Type="http://schemas.openxmlformats.org/officeDocument/2006/relationships/notesSlide" Target="../notesSlides/notesSlide20.xml"/><Relationship Id="rId1" Type="http://schemas.openxmlformats.org/officeDocument/2006/relationships/slideLayout" Target="../slideLayouts/slideLayout8.xml"/><Relationship Id="rId6" Type="http://schemas.openxmlformats.org/officeDocument/2006/relationships/image" Target="../media/image31.jpeg"/><Relationship Id="rId5" Type="http://schemas.openxmlformats.org/officeDocument/2006/relationships/image" Target="../media/image30.jpeg"/><Relationship Id="rId4" Type="http://schemas.openxmlformats.org/officeDocument/2006/relationships/image" Target="../media/image2.jpeg"/></Relationships>
</file>

<file path=ppt/slides/_rels/slide2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1.xml"/><Relationship Id="rId1" Type="http://schemas.openxmlformats.org/officeDocument/2006/relationships/slideLayout" Target="../slideLayouts/slideLayout8.xml"/><Relationship Id="rId5" Type="http://schemas.openxmlformats.org/officeDocument/2006/relationships/image" Target="../media/image33.jpeg"/><Relationship Id="rId4" Type="http://schemas.openxmlformats.org/officeDocument/2006/relationships/image" Target="../media/image2.jpeg"/></Relationships>
</file>

<file path=ppt/slides/_rels/slide2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2.xml"/><Relationship Id="rId1" Type="http://schemas.openxmlformats.org/officeDocument/2006/relationships/slideLayout" Target="../slideLayouts/slideLayout8.xml"/><Relationship Id="rId6" Type="http://schemas.openxmlformats.org/officeDocument/2006/relationships/hyperlink" Target="https://blog.hamil.fr/2018/02/07/les-fondations/" TargetMode="External"/><Relationship Id="rId5" Type="http://schemas.openxmlformats.org/officeDocument/2006/relationships/image" Target="../media/image34.png"/><Relationship Id="rId4" Type="http://schemas.openxmlformats.org/officeDocument/2006/relationships/image" Target="../media/image2.jpeg"/></Relationships>
</file>

<file path=ppt/slides/_rels/slide23.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1.jpg"/><Relationship Id="rId7" Type="http://schemas.openxmlformats.org/officeDocument/2006/relationships/image" Target="../media/image36.jpeg"/><Relationship Id="rId2" Type="http://schemas.openxmlformats.org/officeDocument/2006/relationships/notesSlide" Target="../notesSlides/notesSlide23.xml"/><Relationship Id="rId1" Type="http://schemas.openxmlformats.org/officeDocument/2006/relationships/slideLayout" Target="../slideLayouts/slideLayout8.xml"/><Relationship Id="rId6" Type="http://schemas.openxmlformats.org/officeDocument/2006/relationships/image" Target="../media/image35.jpeg"/><Relationship Id="rId5" Type="http://schemas.openxmlformats.org/officeDocument/2006/relationships/hyperlink" Target="https://www.youtube.com/watch?v=6XJ5ntu3Jq8" TargetMode="External"/><Relationship Id="rId4" Type="http://schemas.openxmlformats.org/officeDocument/2006/relationships/image" Target="../media/image2.jpeg"/><Relationship Id="rId9" Type="http://schemas.openxmlformats.org/officeDocument/2006/relationships/hyperlink" Target="https://youtu.be/9tkH6guWhfM?si=Kl-eXqHV4estuafB" TargetMode="External"/></Relationships>
</file>

<file path=ppt/slides/_rels/slide2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4.xml"/><Relationship Id="rId1" Type="http://schemas.openxmlformats.org/officeDocument/2006/relationships/slideLayout" Target="../slideLayouts/slideLayout8.xml"/><Relationship Id="rId6" Type="http://schemas.openxmlformats.org/officeDocument/2006/relationships/hyperlink" Target="https://www.dailymotion.com/video/x5isciz" TargetMode="External"/><Relationship Id="rId5" Type="http://schemas.openxmlformats.org/officeDocument/2006/relationships/image" Target="../media/image44.png"/><Relationship Id="rId4" Type="http://schemas.openxmlformats.org/officeDocument/2006/relationships/image" Target="../media/image2.jpeg"/></Relationships>
</file>

<file path=ppt/slides/_rels/slide25.xml.rels><?xml version="1.0" encoding="UTF-8" standalone="yes"?>
<Relationships xmlns="http://schemas.openxmlformats.org/package/2006/relationships"><Relationship Id="rId8" Type="http://schemas.openxmlformats.org/officeDocument/2006/relationships/image" Target="../media/image41.emf"/><Relationship Id="rId3" Type="http://schemas.openxmlformats.org/officeDocument/2006/relationships/image" Target="../media/image1.jpg"/><Relationship Id="rId7" Type="http://schemas.openxmlformats.org/officeDocument/2006/relationships/image" Target="../media/image40.jpeg"/><Relationship Id="rId2" Type="http://schemas.openxmlformats.org/officeDocument/2006/relationships/notesSlide" Target="../notesSlides/notesSlide25.xml"/><Relationship Id="rId1" Type="http://schemas.openxmlformats.org/officeDocument/2006/relationships/slideLayout" Target="../slideLayouts/slideLayout8.xml"/><Relationship Id="rId6" Type="http://schemas.openxmlformats.org/officeDocument/2006/relationships/image" Target="../media/image39.jpeg"/><Relationship Id="rId5" Type="http://schemas.openxmlformats.org/officeDocument/2006/relationships/image" Target="../media/image38.jpeg"/><Relationship Id="rId4" Type="http://schemas.openxmlformats.org/officeDocument/2006/relationships/image" Target="../media/image2.jpeg"/></Relationships>
</file>

<file path=ppt/slides/_rels/slide26.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hyperlink" Target="https://www.youtube.com/watch?v=GDwWiyS6s4o" TargetMode="External"/><Relationship Id="rId2" Type="http://schemas.openxmlformats.org/officeDocument/2006/relationships/notesSlide" Target="../notesSlides/notesSlide26.xml"/><Relationship Id="rId1" Type="http://schemas.openxmlformats.org/officeDocument/2006/relationships/slideLayout" Target="../slideLayouts/slideLayout8.xml"/><Relationship Id="rId6" Type="http://schemas.openxmlformats.org/officeDocument/2006/relationships/image" Target="../media/image41.emf"/><Relationship Id="rId5" Type="http://schemas.openxmlformats.org/officeDocument/2006/relationships/image" Target="../media/image40.jpeg"/><Relationship Id="rId4" Type="http://schemas.openxmlformats.org/officeDocument/2006/relationships/image" Target="../media/image2.jpeg"/></Relationships>
</file>

<file path=ppt/slides/_rels/slide27.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43.png"/><Relationship Id="rId2" Type="http://schemas.openxmlformats.org/officeDocument/2006/relationships/notesSlide" Target="../notesSlides/notesSlide27.xml"/><Relationship Id="rId1" Type="http://schemas.openxmlformats.org/officeDocument/2006/relationships/slideLayout" Target="../slideLayouts/slideLayout8.xml"/><Relationship Id="rId6" Type="http://schemas.openxmlformats.org/officeDocument/2006/relationships/image" Target="../media/image42.png"/><Relationship Id="rId5" Type="http://schemas.openxmlformats.org/officeDocument/2006/relationships/image" Target="../media/image40.jpeg"/><Relationship Id="rId4" Type="http://schemas.openxmlformats.org/officeDocument/2006/relationships/image" Target="../media/image2.jpeg"/></Relationships>
</file>

<file path=ppt/slides/_rels/slide2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8.xml"/><Relationship Id="rId1" Type="http://schemas.openxmlformats.org/officeDocument/2006/relationships/slideLayout" Target="../slideLayouts/slideLayout8.xml"/><Relationship Id="rId6" Type="http://schemas.openxmlformats.org/officeDocument/2006/relationships/image" Target="../media/image45.png"/><Relationship Id="rId5" Type="http://schemas.openxmlformats.org/officeDocument/2006/relationships/image" Target="../media/image40.jpeg"/><Relationship Id="rId4" Type="http://schemas.openxmlformats.org/officeDocument/2006/relationships/image" Target="../media/image2.jpeg"/></Relationships>
</file>

<file path=ppt/slides/_rels/slide29.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47.png"/><Relationship Id="rId2" Type="http://schemas.openxmlformats.org/officeDocument/2006/relationships/notesSlide" Target="../notesSlides/notesSlide29.xml"/><Relationship Id="rId1" Type="http://schemas.openxmlformats.org/officeDocument/2006/relationships/slideLayout" Target="../slideLayouts/slideLayout8.xml"/><Relationship Id="rId6" Type="http://schemas.openxmlformats.org/officeDocument/2006/relationships/image" Target="../media/image46.png"/><Relationship Id="rId5" Type="http://schemas.openxmlformats.org/officeDocument/2006/relationships/image" Target="../media/image40.jpeg"/><Relationship Id="rId4" Type="http://schemas.openxmlformats.org/officeDocument/2006/relationships/image" Target="../media/image2.jpeg"/></Relationships>
</file>

<file path=ppt/slides/_rels/slide3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0.xml"/><Relationship Id="rId1" Type="http://schemas.openxmlformats.org/officeDocument/2006/relationships/slideLayout" Target="../slideLayouts/slideLayout8.xml"/><Relationship Id="rId6" Type="http://schemas.openxmlformats.org/officeDocument/2006/relationships/image" Target="../media/image49.jpeg"/><Relationship Id="rId5" Type="http://schemas.openxmlformats.org/officeDocument/2006/relationships/image" Target="../media/image48.gif"/><Relationship Id="rId4" Type="http://schemas.openxmlformats.org/officeDocument/2006/relationships/image" Target="../media/image2.jpeg"/></Relationships>
</file>

<file path=ppt/slides/_rels/slide31.xml.rels><?xml version="1.0" encoding="UTF-8" standalone="yes"?>
<Relationships xmlns="http://schemas.openxmlformats.org/package/2006/relationships"><Relationship Id="rId8" Type="http://schemas.openxmlformats.org/officeDocument/2006/relationships/hyperlink" Target="https://www.toutsurlebeton.fr/mise-en-oeuvre/le-radier-de-fondation-en-beton/" TargetMode="External"/><Relationship Id="rId3" Type="http://schemas.openxmlformats.org/officeDocument/2006/relationships/image" Target="../media/image1.jpg"/><Relationship Id="rId7" Type="http://schemas.microsoft.com/office/2007/relationships/hdphoto" Target="../media/hdphoto2.wdp"/><Relationship Id="rId2" Type="http://schemas.openxmlformats.org/officeDocument/2006/relationships/notesSlide" Target="../notesSlides/notesSlide31.xml"/><Relationship Id="rId1" Type="http://schemas.openxmlformats.org/officeDocument/2006/relationships/slideLayout" Target="../slideLayouts/slideLayout8.xml"/><Relationship Id="rId6" Type="http://schemas.openxmlformats.org/officeDocument/2006/relationships/image" Target="../media/image51.png"/><Relationship Id="rId5" Type="http://schemas.openxmlformats.org/officeDocument/2006/relationships/image" Target="../media/image50.jpeg"/><Relationship Id="rId4" Type="http://schemas.openxmlformats.org/officeDocument/2006/relationships/image" Target="../media/image2.jpeg"/></Relationships>
</file>

<file path=ppt/slides/_rels/slide32.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54.jpeg"/><Relationship Id="rId2" Type="http://schemas.openxmlformats.org/officeDocument/2006/relationships/notesSlide" Target="../notesSlides/notesSlide32.xml"/><Relationship Id="rId1" Type="http://schemas.openxmlformats.org/officeDocument/2006/relationships/slideLayout" Target="../slideLayouts/slideLayout8.xml"/><Relationship Id="rId6" Type="http://schemas.openxmlformats.org/officeDocument/2006/relationships/image" Target="../media/image53.jpeg"/><Relationship Id="rId5" Type="http://schemas.openxmlformats.org/officeDocument/2006/relationships/image" Target="../media/image52.jpeg"/><Relationship Id="rId4" Type="http://schemas.openxmlformats.org/officeDocument/2006/relationships/image" Target="../media/image2.jpeg"/></Relationships>
</file>

<file path=ppt/slides/_rels/slide3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3.xml"/><Relationship Id="rId1" Type="http://schemas.openxmlformats.org/officeDocument/2006/relationships/slideLayout" Target="../slideLayouts/slideLayout8.xml"/><Relationship Id="rId4" Type="http://schemas.openxmlformats.org/officeDocument/2006/relationships/image" Target="../media/image2.jpeg"/></Relationships>
</file>

<file path=ppt/slides/_rels/slide34.xml.rels><?xml version="1.0" encoding="UTF-8" standalone="yes"?>
<Relationships xmlns="http://schemas.openxmlformats.org/package/2006/relationships"><Relationship Id="rId8" Type="http://schemas.openxmlformats.org/officeDocument/2006/relationships/hyperlink" Target="https://www.youtube.com/shorts/Put75ePGhKo" TargetMode="External"/><Relationship Id="rId3" Type="http://schemas.openxmlformats.org/officeDocument/2006/relationships/image" Target="../media/image1.jpg"/><Relationship Id="rId7" Type="http://schemas.openxmlformats.org/officeDocument/2006/relationships/image" Target="../media/image57.png"/><Relationship Id="rId2" Type="http://schemas.openxmlformats.org/officeDocument/2006/relationships/notesSlide" Target="../notesSlides/notesSlide34.xml"/><Relationship Id="rId1" Type="http://schemas.openxmlformats.org/officeDocument/2006/relationships/slideLayout" Target="../slideLayouts/slideLayout8.xml"/><Relationship Id="rId6" Type="http://schemas.openxmlformats.org/officeDocument/2006/relationships/image" Target="../media/image56.jpeg"/><Relationship Id="rId5" Type="http://schemas.openxmlformats.org/officeDocument/2006/relationships/image" Target="../media/image55.jpeg"/><Relationship Id="rId4" Type="http://schemas.openxmlformats.org/officeDocument/2006/relationships/image" Target="../media/image2.jpeg"/><Relationship Id="rId9" Type="http://schemas.openxmlformats.org/officeDocument/2006/relationships/hyperlink" Target="https://www.youtube.com/watch?v=jtIi_Ra_1Xk" TargetMode="External"/></Relationships>
</file>

<file path=ppt/slides/_rels/slide35.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58.png"/><Relationship Id="rId2" Type="http://schemas.openxmlformats.org/officeDocument/2006/relationships/notesSlide" Target="../notesSlides/notesSlide35.xml"/><Relationship Id="rId1" Type="http://schemas.openxmlformats.org/officeDocument/2006/relationships/slideLayout" Target="../slideLayouts/slideLayout8.xml"/><Relationship Id="rId6" Type="http://schemas.openxmlformats.org/officeDocument/2006/relationships/hyperlink" Target="https://www.youtube.com/watch?v=jtIi_Ra_1Xk" TargetMode="External"/><Relationship Id="rId5" Type="http://schemas.openxmlformats.org/officeDocument/2006/relationships/hyperlink" Target="https://www.youtube.com/shorts/Put75ePGhKo" TargetMode="External"/><Relationship Id="rId4" Type="http://schemas.openxmlformats.org/officeDocument/2006/relationships/image" Target="../media/image2.jpeg"/></Relationships>
</file>

<file path=ppt/slides/_rels/slide3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6.xml"/><Relationship Id="rId1" Type="http://schemas.openxmlformats.org/officeDocument/2006/relationships/slideLayout" Target="../slideLayouts/slideLayout8.xml"/><Relationship Id="rId5" Type="http://schemas.openxmlformats.org/officeDocument/2006/relationships/image" Target="../media/image59.jpeg"/><Relationship Id="rId4" Type="http://schemas.openxmlformats.org/officeDocument/2006/relationships/image" Target="../media/image2.jpeg"/></Relationships>
</file>

<file path=ppt/slides/_rels/slide37.xml.rels><?xml version="1.0" encoding="UTF-8" standalone="yes"?>
<Relationships xmlns="http://schemas.openxmlformats.org/package/2006/relationships"><Relationship Id="rId8" Type="http://schemas.openxmlformats.org/officeDocument/2006/relationships/hyperlink" Target="https://www.youtube.com/watch?v=Y2aBleb0oIA" TargetMode="External"/><Relationship Id="rId3" Type="http://schemas.openxmlformats.org/officeDocument/2006/relationships/image" Target="../media/image1.jpg"/><Relationship Id="rId7" Type="http://schemas.openxmlformats.org/officeDocument/2006/relationships/image" Target="../media/image62.png"/><Relationship Id="rId2" Type="http://schemas.openxmlformats.org/officeDocument/2006/relationships/notesSlide" Target="../notesSlides/notesSlide37.xml"/><Relationship Id="rId1" Type="http://schemas.openxmlformats.org/officeDocument/2006/relationships/slideLayout" Target="../slideLayouts/slideLayout8.xml"/><Relationship Id="rId6" Type="http://schemas.openxmlformats.org/officeDocument/2006/relationships/image" Target="../media/image61.jpeg"/><Relationship Id="rId5" Type="http://schemas.openxmlformats.org/officeDocument/2006/relationships/image" Target="../media/image60.jpeg"/><Relationship Id="rId4" Type="http://schemas.openxmlformats.org/officeDocument/2006/relationships/image" Target="../media/image2.jpeg"/></Relationships>
</file>

<file path=ppt/slides/_rels/slide3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8.xml"/><Relationship Id="rId1" Type="http://schemas.openxmlformats.org/officeDocument/2006/relationships/slideLayout" Target="../slideLayouts/slideLayout8.xml"/><Relationship Id="rId6" Type="http://schemas.openxmlformats.org/officeDocument/2006/relationships/hyperlink" Target="https://www.youtube.com/watch?v=Y2aBleb0oIA" TargetMode="External"/><Relationship Id="rId5" Type="http://schemas.openxmlformats.org/officeDocument/2006/relationships/image" Target="../media/image62.png"/><Relationship Id="rId4" Type="http://schemas.openxmlformats.org/officeDocument/2006/relationships/image" Target="../media/image2.jpeg"/></Relationships>
</file>

<file path=ppt/slides/_rels/slide3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9.xml"/><Relationship Id="rId1" Type="http://schemas.openxmlformats.org/officeDocument/2006/relationships/slideLayout" Target="../slideLayouts/slideLayout8.xml"/><Relationship Id="rId6" Type="http://schemas.openxmlformats.org/officeDocument/2006/relationships/hyperlink" Target="https://www.youtube.com/watch?v=R6HvYno5fxU" TargetMode="External"/><Relationship Id="rId5" Type="http://schemas.openxmlformats.org/officeDocument/2006/relationships/image" Target="../media/image63.png"/><Relationship Id="rId4" Type="http://schemas.openxmlformats.org/officeDocument/2006/relationships/image" Target="../media/image2.jpeg"/></Relationships>
</file>

<file path=ppt/slides/_rels/slide4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0.xml"/><Relationship Id="rId1" Type="http://schemas.openxmlformats.org/officeDocument/2006/relationships/slideLayout" Target="../slideLayouts/slideLayout8.xml"/><Relationship Id="rId6" Type="http://schemas.openxmlformats.org/officeDocument/2006/relationships/image" Target="../media/image64.png"/><Relationship Id="rId5" Type="http://schemas.openxmlformats.org/officeDocument/2006/relationships/hyperlink" Target="https://www.youtube.com/watch?v=R6HvYno5fxU" TargetMode="External"/><Relationship Id="rId4" Type="http://schemas.openxmlformats.org/officeDocument/2006/relationships/image" Target="../media/image2.jpeg"/></Relationships>
</file>

<file path=ppt/slides/_rels/slide4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1.xml"/><Relationship Id="rId1" Type="http://schemas.openxmlformats.org/officeDocument/2006/relationships/slideLayout" Target="../slideLayouts/slideLayout8.xml"/><Relationship Id="rId5" Type="http://schemas.openxmlformats.org/officeDocument/2006/relationships/image" Target="../media/image65.png"/><Relationship Id="rId4" Type="http://schemas.openxmlformats.org/officeDocument/2006/relationships/image" Target="../media/image2.jpeg"/></Relationships>
</file>

<file path=ppt/slides/_rels/slide42.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42.xml"/><Relationship Id="rId1" Type="http://schemas.openxmlformats.org/officeDocument/2006/relationships/slideLayout" Target="../slideLayouts/slideLayout8.xml"/><Relationship Id="rId6" Type="http://schemas.openxmlformats.org/officeDocument/2006/relationships/image" Target="../media/image67.jpeg"/><Relationship Id="rId5" Type="http://schemas.openxmlformats.org/officeDocument/2006/relationships/image" Target="../media/image2.jpeg"/><Relationship Id="rId4" Type="http://schemas.openxmlformats.org/officeDocument/2006/relationships/image" Target="../media/image1.jpg"/></Relationships>
</file>

<file path=ppt/slides/_rels/slide4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3.xml"/><Relationship Id="rId1" Type="http://schemas.openxmlformats.org/officeDocument/2006/relationships/slideLayout" Target="../slideLayouts/slideLayout8.xml"/><Relationship Id="rId4" Type="http://schemas.openxmlformats.org/officeDocument/2006/relationships/image" Target="../media/image2.jpeg"/></Relationships>
</file>

<file path=ppt/slides/_rels/slide44.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70.jpeg"/><Relationship Id="rId2" Type="http://schemas.openxmlformats.org/officeDocument/2006/relationships/notesSlide" Target="../notesSlides/notesSlide44.xml"/><Relationship Id="rId1" Type="http://schemas.openxmlformats.org/officeDocument/2006/relationships/slideLayout" Target="../slideLayouts/slideLayout8.xml"/><Relationship Id="rId6" Type="http://schemas.openxmlformats.org/officeDocument/2006/relationships/image" Target="../media/image69.png"/><Relationship Id="rId5" Type="http://schemas.openxmlformats.org/officeDocument/2006/relationships/image" Target="../media/image68.jpeg"/><Relationship Id="rId4" Type="http://schemas.openxmlformats.org/officeDocument/2006/relationships/image" Target="../media/image2.jpeg"/></Relationships>
</file>

<file path=ppt/slides/_rels/slide4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5.xml"/><Relationship Id="rId1" Type="http://schemas.openxmlformats.org/officeDocument/2006/relationships/slideLayout" Target="../slideLayouts/slideLayout8.xml"/><Relationship Id="rId6" Type="http://schemas.openxmlformats.org/officeDocument/2006/relationships/image" Target="../media/image72.jpeg"/><Relationship Id="rId5" Type="http://schemas.openxmlformats.org/officeDocument/2006/relationships/image" Target="../media/image71.jpeg"/><Relationship Id="rId4" Type="http://schemas.openxmlformats.org/officeDocument/2006/relationships/image" Target="../media/image2.jpeg"/></Relationships>
</file>

<file path=ppt/slides/_rels/slide46.xml.rels><?xml version="1.0" encoding="UTF-8" standalone="yes"?>
<Relationships xmlns="http://schemas.openxmlformats.org/package/2006/relationships"><Relationship Id="rId8" Type="http://schemas.openxmlformats.org/officeDocument/2006/relationships/hyperlink" Target="https://www.youtube.com/watch?v=z2ZJa0PFanE" TargetMode="External"/><Relationship Id="rId3" Type="http://schemas.openxmlformats.org/officeDocument/2006/relationships/image" Target="../media/image1.jpg"/><Relationship Id="rId7" Type="http://schemas.openxmlformats.org/officeDocument/2006/relationships/image" Target="../media/image75.jpeg"/><Relationship Id="rId2" Type="http://schemas.openxmlformats.org/officeDocument/2006/relationships/notesSlide" Target="../notesSlides/notesSlide46.xml"/><Relationship Id="rId1" Type="http://schemas.openxmlformats.org/officeDocument/2006/relationships/slideLayout" Target="../slideLayouts/slideLayout8.xml"/><Relationship Id="rId6" Type="http://schemas.openxmlformats.org/officeDocument/2006/relationships/image" Target="../media/image74.jpeg"/><Relationship Id="rId5" Type="http://schemas.openxmlformats.org/officeDocument/2006/relationships/image" Target="../media/image73.jpeg"/><Relationship Id="rId4" Type="http://schemas.openxmlformats.org/officeDocument/2006/relationships/image" Target="../media/image2.jpeg"/><Relationship Id="rId9" Type="http://schemas.openxmlformats.org/officeDocument/2006/relationships/image" Target="../media/image76.jpeg"/></Relationships>
</file>

<file path=ppt/slides/_rels/slide47.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79.jpeg"/><Relationship Id="rId2" Type="http://schemas.openxmlformats.org/officeDocument/2006/relationships/notesSlide" Target="../notesSlides/notesSlide47.xml"/><Relationship Id="rId1" Type="http://schemas.openxmlformats.org/officeDocument/2006/relationships/slideLayout" Target="../slideLayouts/slideLayout8.xml"/><Relationship Id="rId6" Type="http://schemas.openxmlformats.org/officeDocument/2006/relationships/image" Target="../media/image78.png"/><Relationship Id="rId5" Type="http://schemas.openxmlformats.org/officeDocument/2006/relationships/image" Target="../media/image77.jpeg"/><Relationship Id="rId4" Type="http://schemas.openxmlformats.org/officeDocument/2006/relationships/image" Target="../media/image2.jpeg"/></Relationships>
</file>

<file path=ppt/slides/_rels/slide48.xml.rels><?xml version="1.0" encoding="UTF-8" standalone="yes"?>
<Relationships xmlns="http://schemas.openxmlformats.org/package/2006/relationships"><Relationship Id="rId8" Type="http://schemas.openxmlformats.org/officeDocument/2006/relationships/image" Target="../media/image83.jpeg"/><Relationship Id="rId3" Type="http://schemas.openxmlformats.org/officeDocument/2006/relationships/image" Target="../media/image1.jpg"/><Relationship Id="rId7" Type="http://schemas.openxmlformats.org/officeDocument/2006/relationships/image" Target="../media/image82.jpeg"/><Relationship Id="rId2" Type="http://schemas.openxmlformats.org/officeDocument/2006/relationships/notesSlide" Target="../notesSlides/notesSlide48.xml"/><Relationship Id="rId1" Type="http://schemas.openxmlformats.org/officeDocument/2006/relationships/slideLayout" Target="../slideLayouts/slideLayout8.xml"/><Relationship Id="rId6" Type="http://schemas.openxmlformats.org/officeDocument/2006/relationships/image" Target="../media/image81.jpeg"/><Relationship Id="rId5" Type="http://schemas.openxmlformats.org/officeDocument/2006/relationships/image" Target="../media/image80.jpeg"/><Relationship Id="rId10" Type="http://schemas.openxmlformats.org/officeDocument/2006/relationships/image" Target="../media/image84.jpeg"/><Relationship Id="rId4" Type="http://schemas.openxmlformats.org/officeDocument/2006/relationships/image" Target="../media/image2.jpeg"/><Relationship Id="rId9" Type="http://schemas.openxmlformats.org/officeDocument/2006/relationships/hyperlink" Target="https://www.youtube.com/watch?v=rXutKC8Pm4g" TargetMode="External"/></Relationships>
</file>

<file path=ppt/slides/_rels/slide49.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87.jpeg"/><Relationship Id="rId2" Type="http://schemas.openxmlformats.org/officeDocument/2006/relationships/notesSlide" Target="../notesSlides/notesSlide49.xml"/><Relationship Id="rId1" Type="http://schemas.openxmlformats.org/officeDocument/2006/relationships/slideLayout" Target="../slideLayouts/slideLayout8.xml"/><Relationship Id="rId6" Type="http://schemas.openxmlformats.org/officeDocument/2006/relationships/image" Target="../media/image86.png"/><Relationship Id="rId5" Type="http://schemas.openxmlformats.org/officeDocument/2006/relationships/image" Target="../media/image85.jpeg"/><Relationship Id="rId4" Type="http://schemas.openxmlformats.org/officeDocument/2006/relationships/image" Target="../media/image2.jpeg"/></Relationships>
</file>

<file path=ppt/slides/_rels/slide50.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89.jpeg"/><Relationship Id="rId2" Type="http://schemas.openxmlformats.org/officeDocument/2006/relationships/notesSlide" Target="../notesSlides/notesSlide50.xml"/><Relationship Id="rId1" Type="http://schemas.openxmlformats.org/officeDocument/2006/relationships/slideLayout" Target="../slideLayouts/slideLayout8.xml"/><Relationship Id="rId6" Type="http://schemas.openxmlformats.org/officeDocument/2006/relationships/image" Target="../media/image88.png"/><Relationship Id="rId5" Type="http://schemas.openxmlformats.org/officeDocument/2006/relationships/image" Target="../media/image85.jpeg"/><Relationship Id="rId4" Type="http://schemas.openxmlformats.org/officeDocument/2006/relationships/image" Target="../media/image2.jpeg"/></Relationships>
</file>

<file path=ppt/slides/_rels/slide5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1.xml"/><Relationship Id="rId1" Type="http://schemas.openxmlformats.org/officeDocument/2006/relationships/slideLayout" Target="../slideLayouts/slideLayout8.xml"/><Relationship Id="rId6" Type="http://schemas.openxmlformats.org/officeDocument/2006/relationships/image" Target="../media/image90.png"/><Relationship Id="rId5" Type="http://schemas.openxmlformats.org/officeDocument/2006/relationships/image" Target="../media/image85.jpeg"/><Relationship Id="rId4" Type="http://schemas.openxmlformats.org/officeDocument/2006/relationships/image" Target="../media/image2.jpeg"/></Relationships>
</file>

<file path=ppt/slides/_rels/slide52.xml.rels><?xml version="1.0" encoding="UTF-8" standalone="yes"?>
<Relationships xmlns="http://schemas.openxmlformats.org/package/2006/relationships"><Relationship Id="rId8" Type="http://schemas.openxmlformats.org/officeDocument/2006/relationships/image" Target="../media/image92.jpeg"/><Relationship Id="rId3" Type="http://schemas.openxmlformats.org/officeDocument/2006/relationships/image" Target="../media/image1.jpg"/><Relationship Id="rId7" Type="http://schemas.openxmlformats.org/officeDocument/2006/relationships/hyperlink" Target="https://www.youtube.com/watch?v=6kUV1vHm-YU" TargetMode="External"/><Relationship Id="rId2" Type="http://schemas.openxmlformats.org/officeDocument/2006/relationships/notesSlide" Target="../notesSlides/notesSlide52.xml"/><Relationship Id="rId1" Type="http://schemas.openxmlformats.org/officeDocument/2006/relationships/slideLayout" Target="../slideLayouts/slideLayout8.xml"/><Relationship Id="rId6" Type="http://schemas.openxmlformats.org/officeDocument/2006/relationships/image" Target="../media/image91.png"/><Relationship Id="rId5" Type="http://schemas.openxmlformats.org/officeDocument/2006/relationships/image" Target="../media/image85.jpeg"/><Relationship Id="rId4" Type="http://schemas.openxmlformats.org/officeDocument/2006/relationships/image" Target="../media/image2.jpeg"/><Relationship Id="rId9" Type="http://schemas.openxmlformats.org/officeDocument/2006/relationships/image" Target="../media/image93.jpeg"/></Relationships>
</file>

<file path=ppt/slides/_rels/slide53.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96.jpeg"/><Relationship Id="rId2" Type="http://schemas.openxmlformats.org/officeDocument/2006/relationships/notesSlide" Target="../notesSlides/notesSlide53.xml"/><Relationship Id="rId1" Type="http://schemas.openxmlformats.org/officeDocument/2006/relationships/slideLayout" Target="../slideLayouts/slideLayout8.xml"/><Relationship Id="rId6" Type="http://schemas.openxmlformats.org/officeDocument/2006/relationships/image" Target="../media/image95.jpeg"/><Relationship Id="rId5" Type="http://schemas.openxmlformats.org/officeDocument/2006/relationships/image" Target="../media/image94.jpeg"/><Relationship Id="rId4" Type="http://schemas.openxmlformats.org/officeDocument/2006/relationships/image" Target="../media/image2.jpeg"/></Relationships>
</file>

<file path=ppt/slides/_rels/slide54.xml.rels><?xml version="1.0" encoding="UTF-8" standalone="yes"?>
<Relationships xmlns="http://schemas.openxmlformats.org/package/2006/relationships"><Relationship Id="rId8" Type="http://schemas.openxmlformats.org/officeDocument/2006/relationships/image" Target="../media/image98.gif"/><Relationship Id="rId3" Type="http://schemas.openxmlformats.org/officeDocument/2006/relationships/image" Target="../media/image97.jpeg"/><Relationship Id="rId7" Type="http://schemas.openxmlformats.org/officeDocument/2006/relationships/hyperlink" Target="https://youtube.com/shorts/MBj-gognboU?si=_p1SLqMnxePOECkD" TargetMode="External"/><Relationship Id="rId2" Type="http://schemas.openxmlformats.org/officeDocument/2006/relationships/notesSlide" Target="../notesSlides/notesSlide54.xml"/><Relationship Id="rId1" Type="http://schemas.openxmlformats.org/officeDocument/2006/relationships/slideLayout" Target="../slideLayouts/slideLayout8.xml"/><Relationship Id="rId6" Type="http://schemas.openxmlformats.org/officeDocument/2006/relationships/hyperlink" Target="https://www.youtube.com/shorts/M7iZA16O5WA" TargetMode="External"/><Relationship Id="rId5" Type="http://schemas.openxmlformats.org/officeDocument/2006/relationships/image" Target="../media/image2.jpeg"/><Relationship Id="rId4" Type="http://schemas.openxmlformats.org/officeDocument/2006/relationships/image" Target="../media/image1.jpg"/></Relationships>
</file>

<file path=ppt/slides/_rels/slide55.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101.jpeg"/><Relationship Id="rId2" Type="http://schemas.openxmlformats.org/officeDocument/2006/relationships/notesSlide" Target="../notesSlides/notesSlide55.xml"/><Relationship Id="rId1" Type="http://schemas.openxmlformats.org/officeDocument/2006/relationships/slideLayout" Target="../slideLayouts/slideLayout8.xml"/><Relationship Id="rId6" Type="http://schemas.openxmlformats.org/officeDocument/2006/relationships/image" Target="../media/image100.jpeg"/><Relationship Id="rId5" Type="http://schemas.openxmlformats.org/officeDocument/2006/relationships/image" Target="../media/image99.jpeg"/><Relationship Id="rId4" Type="http://schemas.openxmlformats.org/officeDocument/2006/relationships/image" Target="../media/image2.jpeg"/></Relationships>
</file>

<file path=ppt/slides/_rels/slide5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6.xml"/><Relationship Id="rId1" Type="http://schemas.openxmlformats.org/officeDocument/2006/relationships/slideLayout" Target="../slideLayouts/slideLayout8.xml"/><Relationship Id="rId6" Type="http://schemas.openxmlformats.org/officeDocument/2006/relationships/image" Target="../media/image103.png"/><Relationship Id="rId5" Type="http://schemas.openxmlformats.org/officeDocument/2006/relationships/image" Target="../media/image102.jpeg"/><Relationship Id="rId4" Type="http://schemas.openxmlformats.org/officeDocument/2006/relationships/image" Target="../media/image2.jpeg"/></Relationships>
</file>

<file path=ppt/slides/_rels/slide5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7.xml"/><Relationship Id="rId1" Type="http://schemas.openxmlformats.org/officeDocument/2006/relationships/slideLayout" Target="../slideLayouts/slideLayout8.xml"/><Relationship Id="rId6" Type="http://schemas.openxmlformats.org/officeDocument/2006/relationships/image" Target="../media/image105.png"/><Relationship Id="rId5" Type="http://schemas.openxmlformats.org/officeDocument/2006/relationships/image" Target="../media/image104.jpeg"/><Relationship Id="rId4" Type="http://schemas.openxmlformats.org/officeDocument/2006/relationships/image" Target="../media/image2.jpeg"/></Relationships>
</file>

<file path=ppt/slides/_rels/slide58.xml.rels><?xml version="1.0" encoding="UTF-8" standalone="yes"?>
<Relationships xmlns="http://schemas.openxmlformats.org/package/2006/relationships"><Relationship Id="rId8" Type="http://schemas.openxmlformats.org/officeDocument/2006/relationships/hyperlink" Target="https://www.youtube.com/watch?v=Ez9nIiPLZ6g" TargetMode="External"/><Relationship Id="rId3" Type="http://schemas.openxmlformats.org/officeDocument/2006/relationships/image" Target="../media/image1.jpg"/><Relationship Id="rId7" Type="http://schemas.openxmlformats.org/officeDocument/2006/relationships/image" Target="../media/image108.png"/><Relationship Id="rId2" Type="http://schemas.openxmlformats.org/officeDocument/2006/relationships/notesSlide" Target="../notesSlides/notesSlide58.xml"/><Relationship Id="rId1" Type="http://schemas.openxmlformats.org/officeDocument/2006/relationships/slideLayout" Target="../slideLayouts/slideLayout8.xml"/><Relationship Id="rId6" Type="http://schemas.openxmlformats.org/officeDocument/2006/relationships/image" Target="../media/image107.png"/><Relationship Id="rId5" Type="http://schemas.openxmlformats.org/officeDocument/2006/relationships/image" Target="../media/image106.jpeg"/><Relationship Id="rId4" Type="http://schemas.openxmlformats.org/officeDocument/2006/relationships/image" Target="../media/image2.jpeg"/></Relationships>
</file>

<file path=ppt/slides/_rels/slide5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9.xml"/><Relationship Id="rId1" Type="http://schemas.openxmlformats.org/officeDocument/2006/relationships/slideLayout" Target="../slideLayouts/slideLayout8.xml"/><Relationship Id="rId6" Type="http://schemas.openxmlformats.org/officeDocument/2006/relationships/image" Target="../media/image110.jpeg"/><Relationship Id="rId5" Type="http://schemas.openxmlformats.org/officeDocument/2006/relationships/image" Target="../media/image109.jpeg"/><Relationship Id="rId4" Type="http://schemas.openxmlformats.org/officeDocument/2006/relationships/image" Target="../media/image2.jpeg"/></Relationships>
</file>

<file path=ppt/slides/_rels/slide60.xml.rels><?xml version="1.0" encoding="UTF-8" standalone="yes"?>
<Relationships xmlns="http://schemas.openxmlformats.org/package/2006/relationships"><Relationship Id="rId8" Type="http://schemas.openxmlformats.org/officeDocument/2006/relationships/image" Target="../media/image114.jpeg"/><Relationship Id="rId3" Type="http://schemas.openxmlformats.org/officeDocument/2006/relationships/image" Target="../media/image1.jpg"/><Relationship Id="rId7" Type="http://schemas.openxmlformats.org/officeDocument/2006/relationships/image" Target="../media/image113.png"/><Relationship Id="rId2" Type="http://schemas.openxmlformats.org/officeDocument/2006/relationships/notesSlide" Target="../notesSlides/notesSlide60.xml"/><Relationship Id="rId1" Type="http://schemas.openxmlformats.org/officeDocument/2006/relationships/slideLayout" Target="../slideLayouts/slideLayout8.xml"/><Relationship Id="rId6" Type="http://schemas.openxmlformats.org/officeDocument/2006/relationships/image" Target="../media/image112.jpeg"/><Relationship Id="rId5" Type="http://schemas.openxmlformats.org/officeDocument/2006/relationships/image" Target="../media/image111.png"/><Relationship Id="rId4" Type="http://schemas.openxmlformats.org/officeDocument/2006/relationships/image" Target="../media/image2.jpeg"/></Relationships>
</file>

<file path=ppt/slides/_rels/slide61.xml.rels><?xml version="1.0" encoding="UTF-8" standalone="yes"?>
<Relationships xmlns="http://schemas.openxmlformats.org/package/2006/relationships"><Relationship Id="rId8" Type="http://schemas.openxmlformats.org/officeDocument/2006/relationships/image" Target="../media/image118.jpeg"/><Relationship Id="rId3" Type="http://schemas.openxmlformats.org/officeDocument/2006/relationships/image" Target="../media/image1.jpg"/><Relationship Id="rId7" Type="http://schemas.openxmlformats.org/officeDocument/2006/relationships/image" Target="../media/image117.jpeg"/><Relationship Id="rId2" Type="http://schemas.openxmlformats.org/officeDocument/2006/relationships/notesSlide" Target="../notesSlides/notesSlide61.xml"/><Relationship Id="rId1" Type="http://schemas.openxmlformats.org/officeDocument/2006/relationships/slideLayout" Target="../slideLayouts/slideLayout8.xml"/><Relationship Id="rId6" Type="http://schemas.openxmlformats.org/officeDocument/2006/relationships/image" Target="../media/image116.jpeg"/><Relationship Id="rId5" Type="http://schemas.openxmlformats.org/officeDocument/2006/relationships/image" Target="../media/image115.jpeg"/><Relationship Id="rId4" Type="http://schemas.openxmlformats.org/officeDocument/2006/relationships/image" Target="../media/image2.jpeg"/></Relationships>
</file>

<file path=ppt/slides/_rels/slide62.xml.rels><?xml version="1.0" encoding="UTF-8" standalone="yes"?>
<Relationships xmlns="http://schemas.openxmlformats.org/package/2006/relationships"><Relationship Id="rId8" Type="http://schemas.openxmlformats.org/officeDocument/2006/relationships/image" Target="../media/image121.png"/><Relationship Id="rId3" Type="http://schemas.openxmlformats.org/officeDocument/2006/relationships/image" Target="../media/image1.jpg"/><Relationship Id="rId7" Type="http://schemas.openxmlformats.org/officeDocument/2006/relationships/image" Target="../media/image120.png"/><Relationship Id="rId2" Type="http://schemas.openxmlformats.org/officeDocument/2006/relationships/notesSlide" Target="../notesSlides/notesSlide62.xml"/><Relationship Id="rId1" Type="http://schemas.openxmlformats.org/officeDocument/2006/relationships/slideLayout" Target="../slideLayouts/slideLayout8.xml"/><Relationship Id="rId6" Type="http://schemas.openxmlformats.org/officeDocument/2006/relationships/image" Target="../media/image119.png"/><Relationship Id="rId5" Type="http://schemas.openxmlformats.org/officeDocument/2006/relationships/hyperlink" Target="https://www.youtube.com/watch?v=xBJRg921thQ" TargetMode="External"/><Relationship Id="rId4" Type="http://schemas.openxmlformats.org/officeDocument/2006/relationships/image" Target="../media/image2.jpeg"/><Relationship Id="rId9" Type="http://schemas.openxmlformats.org/officeDocument/2006/relationships/image" Target="../media/image122.png"/></Relationships>
</file>

<file path=ppt/slides/_rels/slide63.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hyperlink" Target="https://www.youtube.com/watch?v=xBJRg921thQ" TargetMode="External"/><Relationship Id="rId2" Type="http://schemas.openxmlformats.org/officeDocument/2006/relationships/notesSlide" Target="../notesSlides/notesSlide63.xml"/><Relationship Id="rId1" Type="http://schemas.openxmlformats.org/officeDocument/2006/relationships/slideLayout" Target="../slideLayouts/slideLayout8.xml"/><Relationship Id="rId6" Type="http://schemas.openxmlformats.org/officeDocument/2006/relationships/image" Target="../media/image124.png"/><Relationship Id="rId5" Type="http://schemas.openxmlformats.org/officeDocument/2006/relationships/image" Target="../media/image123.png"/><Relationship Id="rId4" Type="http://schemas.openxmlformats.org/officeDocument/2006/relationships/image" Target="../media/image2.jpeg"/></Relationships>
</file>

<file path=ppt/slides/_rels/slide64.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127.jpeg"/><Relationship Id="rId2" Type="http://schemas.openxmlformats.org/officeDocument/2006/relationships/notesSlide" Target="../notesSlides/notesSlide64.xml"/><Relationship Id="rId1" Type="http://schemas.openxmlformats.org/officeDocument/2006/relationships/slideLayout" Target="../slideLayouts/slideLayout8.xml"/><Relationship Id="rId6" Type="http://schemas.openxmlformats.org/officeDocument/2006/relationships/image" Target="../media/image126.jpeg"/><Relationship Id="rId5" Type="http://schemas.openxmlformats.org/officeDocument/2006/relationships/image" Target="../media/image125.jpeg"/><Relationship Id="rId4" Type="http://schemas.openxmlformats.org/officeDocument/2006/relationships/image" Target="../media/image2.jpeg"/></Relationships>
</file>

<file path=ppt/slides/_rels/slide6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5.xml"/><Relationship Id="rId1" Type="http://schemas.openxmlformats.org/officeDocument/2006/relationships/slideLayout" Target="../slideLayouts/slideLayout8.xml"/><Relationship Id="rId5" Type="http://schemas.openxmlformats.org/officeDocument/2006/relationships/image" Target="../media/image128.jpeg"/><Relationship Id="rId4" Type="http://schemas.openxmlformats.org/officeDocument/2006/relationships/image" Target="../media/image2.jpeg"/></Relationships>
</file>

<file path=ppt/slides/_rels/slide6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6.xml"/><Relationship Id="rId1" Type="http://schemas.openxmlformats.org/officeDocument/2006/relationships/slideLayout" Target="../slideLayouts/slideLayout8.xml"/><Relationship Id="rId5" Type="http://schemas.openxmlformats.org/officeDocument/2006/relationships/image" Target="../media/image129.png"/><Relationship Id="rId4" Type="http://schemas.openxmlformats.org/officeDocument/2006/relationships/image" Target="../media/image2.jpeg"/></Relationships>
</file>

<file path=ppt/slides/_rels/slide6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7.xml"/><Relationship Id="rId1" Type="http://schemas.openxmlformats.org/officeDocument/2006/relationships/slideLayout" Target="../slideLayouts/slideLayout8.xml"/><Relationship Id="rId5" Type="http://schemas.openxmlformats.org/officeDocument/2006/relationships/image" Target="../media/image130.jpeg"/><Relationship Id="rId4" Type="http://schemas.openxmlformats.org/officeDocument/2006/relationships/image" Target="../media/image2.jpeg"/></Relationships>
</file>

<file path=ppt/slides/_rels/slide6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8.xml"/><Relationship Id="rId1" Type="http://schemas.openxmlformats.org/officeDocument/2006/relationships/slideLayout" Target="../slideLayouts/slideLayout8.xml"/><Relationship Id="rId5" Type="http://schemas.openxmlformats.org/officeDocument/2006/relationships/image" Target="../media/image131.jpeg"/><Relationship Id="rId4" Type="http://schemas.openxmlformats.org/officeDocument/2006/relationships/image" Target="../media/image2.jpeg"/></Relationships>
</file>

<file path=ppt/slides/_rels/slide6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9.xml"/><Relationship Id="rId1" Type="http://schemas.openxmlformats.org/officeDocument/2006/relationships/slideLayout" Target="../slideLayouts/slideLayout8.xml"/><Relationship Id="rId4" Type="http://schemas.openxmlformats.org/officeDocument/2006/relationships/image" Target="../media/image2.jpeg"/></Relationships>
</file>

<file path=ppt/slides/_rels/slide70.xml.rels><?xml version="1.0" encoding="UTF-8" standalone="yes"?>
<Relationships xmlns="http://schemas.openxmlformats.org/package/2006/relationships"><Relationship Id="rId8" Type="http://schemas.openxmlformats.org/officeDocument/2006/relationships/image" Target="../media/image135.jpeg"/><Relationship Id="rId3" Type="http://schemas.openxmlformats.org/officeDocument/2006/relationships/image" Target="../media/image1.jpg"/><Relationship Id="rId7" Type="http://schemas.openxmlformats.org/officeDocument/2006/relationships/image" Target="../media/image134.png"/><Relationship Id="rId2" Type="http://schemas.openxmlformats.org/officeDocument/2006/relationships/notesSlide" Target="../notesSlides/notesSlide70.xml"/><Relationship Id="rId1" Type="http://schemas.openxmlformats.org/officeDocument/2006/relationships/slideLayout" Target="../slideLayouts/slideLayout8.xml"/><Relationship Id="rId6" Type="http://schemas.openxmlformats.org/officeDocument/2006/relationships/image" Target="../media/image133.jpeg"/><Relationship Id="rId5" Type="http://schemas.openxmlformats.org/officeDocument/2006/relationships/image" Target="../media/image132.jpeg"/><Relationship Id="rId4" Type="http://schemas.openxmlformats.org/officeDocument/2006/relationships/image" Target="../media/image2.jpeg"/><Relationship Id="rId9" Type="http://schemas.openxmlformats.org/officeDocument/2006/relationships/image" Target="../media/image136.gif"/></Relationships>
</file>

<file path=ppt/slides/_rels/slide7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1.xml"/><Relationship Id="rId1" Type="http://schemas.openxmlformats.org/officeDocument/2006/relationships/slideLayout" Target="../slideLayouts/slideLayout8.xml"/><Relationship Id="rId4"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pic>
        <p:nvPicPr>
          <p:cNvPr id="8" name="Image 7">
            <a:extLst>
              <a:ext uri="{FF2B5EF4-FFF2-40B4-BE49-F238E27FC236}">
                <a16:creationId xmlns="" xmlns:a16="http://schemas.microsoft.com/office/drawing/2014/main" id="{6EE7AD9E-88CB-AC12-0ED3-3E921AB1FEF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597916" y="1"/>
            <a:ext cx="1516108" cy="1365654"/>
          </a:xfrm>
          <a:prstGeom prst="rect">
            <a:avLst/>
          </a:prstGeom>
          <a:noFill/>
          <a:ln>
            <a:noFill/>
          </a:ln>
        </p:spPr>
      </p:pic>
      <p:sp>
        <p:nvSpPr>
          <p:cNvPr id="10" name="ZoneTexte 9">
            <a:extLst>
              <a:ext uri="{FF2B5EF4-FFF2-40B4-BE49-F238E27FC236}">
                <a16:creationId xmlns="" xmlns:a16="http://schemas.microsoft.com/office/drawing/2014/main" id="{8A8DF2B9-A7E7-5801-AD87-D4883697B765}"/>
              </a:ext>
            </a:extLst>
          </p:cNvPr>
          <p:cNvSpPr txBox="1"/>
          <p:nvPr/>
        </p:nvSpPr>
        <p:spPr>
          <a:xfrm>
            <a:off x="-1" y="3221601"/>
            <a:ext cx="6631709" cy="1077218"/>
          </a:xfrm>
          <a:prstGeom prst="rect">
            <a:avLst/>
          </a:prstGeom>
          <a:noFill/>
        </p:spPr>
        <p:txBody>
          <a:bodyPr wrap="square">
            <a:spAutoFit/>
          </a:bodyPr>
          <a:lstStyle/>
          <a:p>
            <a:pPr algn="ctr"/>
            <a:r>
              <a:rPr lang="fr-FR" sz="3200" b="1" dirty="0">
                <a:solidFill>
                  <a:srgbClr val="1F3864"/>
                </a:solidFill>
                <a:latin typeface="Aptos" panose="020B0004020202020204" pitchFamily="34" charset="0"/>
                <a:ea typeface="Calibri"/>
                <a:cs typeface="Calibri"/>
              </a:rPr>
              <a:t>Technologie de la construction_C2  : Batiment contemporain</a:t>
            </a:r>
          </a:p>
        </p:txBody>
      </p:sp>
      <p:pic>
        <p:nvPicPr>
          <p:cNvPr id="3" name="officeArt object">
            <a:extLst>
              <a:ext uri="{FF2B5EF4-FFF2-40B4-BE49-F238E27FC236}">
                <a16:creationId xmlns="" xmlns:a16="http://schemas.microsoft.com/office/drawing/2014/main" id="{ED24C6EC-D325-7281-D36E-382EF45096C0}"/>
              </a:ext>
            </a:extLst>
          </p:cNvPr>
          <p:cNvPicPr/>
          <p:nvPr/>
        </p:nvPicPr>
        <p:blipFill rotWithShape="1">
          <a:blip r:embed="rId4"/>
          <a:srcRect l="12854" r="8048"/>
          <a:stretch/>
        </p:blipFill>
        <p:spPr>
          <a:xfrm>
            <a:off x="194872" y="0"/>
            <a:ext cx="1199213" cy="1506125"/>
          </a:xfrm>
          <a:prstGeom prst="rect">
            <a:avLst/>
          </a:prstGeom>
          <a:ln w="12700" cap="flat">
            <a:noFill/>
            <a:miter lim="400000"/>
          </a:ln>
          <a:effectLst/>
        </p:spPr>
      </p:pic>
      <p:sp>
        <p:nvSpPr>
          <p:cNvPr id="4" name="Espace réservé du pied de page 3">
            <a:extLst>
              <a:ext uri="{FF2B5EF4-FFF2-40B4-BE49-F238E27FC236}">
                <a16:creationId xmlns="" xmlns:a16="http://schemas.microsoft.com/office/drawing/2014/main" id="{F726492D-A9EC-D6C6-E26D-F6BD9EDC9210}"/>
              </a:ext>
            </a:extLst>
          </p:cNvPr>
          <p:cNvSpPr>
            <a:spLocks noGrp="1"/>
          </p:cNvSpPr>
          <p:nvPr>
            <p:ph type="ftr" idx="11"/>
          </p:nvPr>
        </p:nvSpPr>
        <p:spPr/>
        <p:txBody>
          <a:bodyPr/>
          <a:lstStyle/>
          <a:p>
            <a:r>
              <a:rPr lang="fr-FR" dirty="0"/>
              <a:t>Dr. Ibrahim Niang</a:t>
            </a:r>
          </a:p>
        </p:txBody>
      </p:sp>
      <p:sp>
        <p:nvSpPr>
          <p:cNvPr id="5" name="Espace réservé du numéro de diapositive 4">
            <a:extLst>
              <a:ext uri="{FF2B5EF4-FFF2-40B4-BE49-F238E27FC236}">
                <a16:creationId xmlns="" xmlns:a16="http://schemas.microsoft.com/office/drawing/2014/main" id="{3212850B-BAEC-FFF4-C778-2248F3C43D32}"/>
              </a:ext>
            </a:extLst>
          </p:cNvPr>
          <p:cNvSpPr>
            <a:spLocks noGrp="1"/>
          </p:cNvSpPr>
          <p:nvPr>
            <p:ph type="sldNum" idx="12"/>
          </p:nvPr>
        </p:nvSpPr>
        <p:spPr>
          <a:xfrm>
            <a:off x="8638309" y="6356350"/>
            <a:ext cx="2743200" cy="365125"/>
          </a:xfrm>
        </p:spPr>
        <p:txBody>
          <a:bodyPr/>
          <a:lstStyle/>
          <a:p>
            <a:pPr marL="0" lvl="0" indent="0" algn="r" rtl="0">
              <a:spcBef>
                <a:spcPts val="0"/>
              </a:spcBef>
              <a:spcAft>
                <a:spcPts val="0"/>
              </a:spcAft>
              <a:buNone/>
            </a:pPr>
            <a:fld id="{00000000-1234-1234-1234-123412341234}" type="slidenum">
              <a:rPr lang="fr-FR" smtClean="0"/>
              <a:t>1</a:t>
            </a:fld>
            <a:endParaRPr lang="fr-FR"/>
          </a:p>
        </p:txBody>
      </p:sp>
      <p:pic>
        <p:nvPicPr>
          <p:cNvPr id="2050" name="Picture 2" descr="500 Annoter Photos, Images et Fond en Téléchargement Gratuit - Pngtree">
            <a:extLst>
              <a:ext uri="{FF2B5EF4-FFF2-40B4-BE49-F238E27FC236}">
                <a16:creationId xmlns="" xmlns:a16="http://schemas.microsoft.com/office/drawing/2014/main" id="{C09B79C3-6EBF-155C-C44B-F137240F733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77132" y="2437500"/>
            <a:ext cx="4261988" cy="23907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387476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94"/>
        <p:cNvGrpSpPr/>
        <p:nvPr/>
      </p:nvGrpSpPr>
      <p:grpSpPr>
        <a:xfrm>
          <a:off x="0" y="0"/>
          <a:ext cx="0" cy="0"/>
          <a:chOff x="0" y="0"/>
          <a:chExt cx="0" cy="0"/>
        </a:xfrm>
      </p:grpSpPr>
      <p:sp>
        <p:nvSpPr>
          <p:cNvPr id="8" name="Rectangle 7">
            <a:extLst>
              <a:ext uri="{FF2B5EF4-FFF2-40B4-BE49-F238E27FC236}">
                <a16:creationId xmlns="" xmlns:a16="http://schemas.microsoft.com/office/drawing/2014/main" id="{48F604D1-FE06-45DF-A1B6-4B0AB0EFB09B}"/>
              </a:ext>
            </a:extLst>
          </p:cNvPr>
          <p:cNvSpPr/>
          <p:nvPr/>
        </p:nvSpPr>
        <p:spPr>
          <a:xfrm>
            <a:off x="4661999" y="136525"/>
            <a:ext cx="4245073" cy="1395062"/>
          </a:xfrm>
          <a:prstGeom prst="rect">
            <a:avLst/>
          </a:prstGeom>
        </p:spPr>
        <p:txBody>
          <a:bodyPr wrap="square">
            <a:spAutoFit/>
          </a:bodyPr>
          <a:lstStyle/>
          <a:p>
            <a:pPr>
              <a:lnSpc>
                <a:spcPct val="150000"/>
              </a:lnSpc>
              <a:buClr>
                <a:schemeClr val="accent1"/>
              </a:buClr>
              <a:buSzPct val="47000"/>
            </a:pPr>
            <a:r>
              <a:rPr lang="fr-FR" sz="4000" b="1" dirty="0">
                <a:solidFill>
                  <a:srgbClr val="1F3864"/>
                </a:solidFill>
                <a:latin typeface="Aptos" panose="020B0004020202020204" pitchFamily="34" charset="0"/>
                <a:ea typeface="Calibri"/>
                <a:cs typeface="Calibri"/>
                <a:sym typeface="Calibri"/>
              </a:rPr>
              <a:t>Plan</a:t>
            </a:r>
          </a:p>
          <a:p>
            <a:pPr>
              <a:lnSpc>
                <a:spcPct val="150000"/>
              </a:lnSpc>
            </a:pPr>
            <a:endParaRPr lang="fr-FR" sz="1800" dirty="0">
              <a:solidFill>
                <a:srgbClr val="1F3864"/>
              </a:solidFill>
              <a:latin typeface="Proxima Nova"/>
              <a:cs typeface="Calibri"/>
              <a:sym typeface="Calibri"/>
            </a:endParaRPr>
          </a:p>
        </p:txBody>
      </p:sp>
      <p:pic>
        <p:nvPicPr>
          <p:cNvPr id="4" name="Image 3" descr="Une image contenant texte, cercle, symbole, Graphique&#10;&#10;Description générée automatiquement">
            <a:extLst>
              <a:ext uri="{FF2B5EF4-FFF2-40B4-BE49-F238E27FC236}">
                <a16:creationId xmlns="" xmlns:a16="http://schemas.microsoft.com/office/drawing/2014/main" id="{EE1A7C04-7ACE-1CD8-AA15-44C29060692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950877" y="116060"/>
            <a:ext cx="1090163" cy="981979"/>
          </a:xfrm>
          <a:prstGeom prst="rect">
            <a:avLst/>
          </a:prstGeom>
          <a:noFill/>
          <a:ln>
            <a:noFill/>
          </a:ln>
        </p:spPr>
      </p:pic>
      <p:sp>
        <p:nvSpPr>
          <p:cNvPr id="2" name="Espace réservé du numéro de diapositive 1">
            <a:extLst>
              <a:ext uri="{FF2B5EF4-FFF2-40B4-BE49-F238E27FC236}">
                <a16:creationId xmlns="" xmlns:a16="http://schemas.microsoft.com/office/drawing/2014/main" id="{C9936702-4E8E-BA51-7DA2-8775F51DB9F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2</a:t>
            </a:fld>
            <a:endParaRPr lang="fr-FR"/>
          </a:p>
        </p:txBody>
      </p:sp>
      <p:sp>
        <p:nvSpPr>
          <p:cNvPr id="5" name="ZoneTexte 4">
            <a:extLst>
              <a:ext uri="{FF2B5EF4-FFF2-40B4-BE49-F238E27FC236}">
                <a16:creationId xmlns="" xmlns:a16="http://schemas.microsoft.com/office/drawing/2014/main" id="{2432E38D-A66F-409A-FD5F-C20A242ACFD6}"/>
              </a:ext>
            </a:extLst>
          </p:cNvPr>
          <p:cNvSpPr txBox="1"/>
          <p:nvPr/>
        </p:nvSpPr>
        <p:spPr>
          <a:xfrm>
            <a:off x="2516038" y="6398308"/>
            <a:ext cx="6094562" cy="429605"/>
          </a:xfrm>
          <a:prstGeom prst="rect">
            <a:avLst/>
          </a:prstGeom>
          <a:noFill/>
        </p:spPr>
        <p:txBody>
          <a:bodyPr wrap="square">
            <a:spAutoFit/>
          </a:bodyPr>
          <a:lstStyle/>
          <a:p>
            <a:pPr algn="ctr">
              <a:lnSpc>
                <a:spcPct val="150000"/>
              </a:lnSpc>
              <a:buClr>
                <a:schemeClr val="accent1"/>
              </a:buClr>
              <a:buSzPct val="47000"/>
            </a:pPr>
            <a:r>
              <a:rPr lang="en-US" sz="1600" i="1" dirty="0">
                <a:solidFill>
                  <a:srgbClr val="1F3864"/>
                </a:solidFill>
                <a:latin typeface="Proxima Nova"/>
                <a:ea typeface="Calibri"/>
                <a:cs typeface="Calibri"/>
              </a:rPr>
              <a:t>Ibrahim Niang</a:t>
            </a:r>
            <a:r>
              <a:rPr lang="en-US" sz="1600" b="1" dirty="0">
                <a:solidFill>
                  <a:srgbClr val="1F3864"/>
                </a:solidFill>
                <a:latin typeface="Proxima Nova"/>
                <a:ea typeface="Calibri"/>
                <a:cs typeface="Calibri"/>
              </a:rPr>
              <a:t> </a:t>
            </a:r>
            <a:endParaRPr lang="fr-FR" sz="1600" b="1" dirty="0">
              <a:solidFill>
                <a:srgbClr val="1F3864"/>
              </a:solidFill>
              <a:latin typeface="Proxima Nova"/>
              <a:ea typeface="Calibri"/>
              <a:cs typeface="Calibri"/>
            </a:endParaRPr>
          </a:p>
        </p:txBody>
      </p:sp>
      <p:pic>
        <p:nvPicPr>
          <p:cNvPr id="3" name="officeArt object" descr="Une image contenant texte, Police, conception, logo&#10;&#10;Description générée automatiquement">
            <a:extLst>
              <a:ext uri="{FF2B5EF4-FFF2-40B4-BE49-F238E27FC236}">
                <a16:creationId xmlns="" xmlns:a16="http://schemas.microsoft.com/office/drawing/2014/main" id="{B1CFDCA3-4759-25E1-88A5-2F67C8914F09}"/>
              </a:ext>
            </a:extLst>
          </p:cNvPr>
          <p:cNvPicPr/>
          <p:nvPr/>
        </p:nvPicPr>
        <p:blipFill rotWithShape="1">
          <a:blip r:embed="rId4"/>
          <a:srcRect l="12854" r="8048"/>
          <a:stretch/>
        </p:blipFill>
        <p:spPr>
          <a:xfrm>
            <a:off x="194872" y="0"/>
            <a:ext cx="1199213" cy="1506125"/>
          </a:xfrm>
          <a:prstGeom prst="rect">
            <a:avLst/>
          </a:prstGeom>
          <a:ln w="12700" cap="flat">
            <a:noFill/>
            <a:miter lim="400000"/>
          </a:ln>
          <a:effectLst/>
        </p:spPr>
      </p:pic>
      <p:sp>
        <p:nvSpPr>
          <p:cNvPr id="7" name="ZoneTexte 6">
            <a:extLst>
              <a:ext uri="{FF2B5EF4-FFF2-40B4-BE49-F238E27FC236}">
                <a16:creationId xmlns="" xmlns:a16="http://schemas.microsoft.com/office/drawing/2014/main" id="{82830313-A70C-48FA-C5D5-CF2D6B75A33E}"/>
              </a:ext>
            </a:extLst>
          </p:cNvPr>
          <p:cNvSpPr txBox="1"/>
          <p:nvPr/>
        </p:nvSpPr>
        <p:spPr>
          <a:xfrm>
            <a:off x="584955" y="1670693"/>
            <a:ext cx="6096000" cy="3970318"/>
          </a:xfrm>
          <a:prstGeom prst="rect">
            <a:avLst/>
          </a:prstGeom>
          <a:noFill/>
        </p:spPr>
        <p:txBody>
          <a:bodyPr wrap="square">
            <a:spAutoFit/>
          </a:bodyPr>
          <a:lstStyle/>
          <a:p>
            <a:pPr marL="571500" indent="-571500" fontAlgn="ctr">
              <a:lnSpc>
                <a:spcPct val="150000"/>
              </a:lnSpc>
              <a:buClr>
                <a:srgbClr val="1F3864"/>
              </a:buClr>
              <a:buSzPct val="49000"/>
              <a:buFont typeface="+mj-lt"/>
              <a:buAutoNum type="romanUcPeriod"/>
            </a:pPr>
            <a:r>
              <a:rPr lang="fr-FR" sz="2800" b="1" dirty="0">
                <a:solidFill>
                  <a:srgbClr val="1F3864"/>
                </a:solidFill>
                <a:latin typeface="Aptos" panose="020B0004020202020204" pitchFamily="34" charset="0"/>
                <a:ea typeface="Calibri"/>
                <a:cs typeface="Calibri"/>
              </a:rPr>
              <a:t>Terminologie</a:t>
            </a:r>
          </a:p>
          <a:p>
            <a:pPr marL="571500" indent="-571500" fontAlgn="ctr">
              <a:lnSpc>
                <a:spcPct val="150000"/>
              </a:lnSpc>
              <a:buClr>
                <a:srgbClr val="1F3864"/>
              </a:buClr>
              <a:buSzPct val="49000"/>
              <a:buFont typeface="+mj-lt"/>
              <a:buAutoNum type="romanUcPeriod"/>
            </a:pPr>
            <a:r>
              <a:rPr lang="fr-FR" sz="2800" b="1" dirty="0">
                <a:solidFill>
                  <a:srgbClr val="1F3864"/>
                </a:solidFill>
                <a:latin typeface="Aptos" panose="020B0004020202020204" pitchFamily="34" charset="0"/>
                <a:ea typeface="Calibri"/>
                <a:cs typeface="Calibri"/>
              </a:rPr>
              <a:t>Gros œuvre </a:t>
            </a:r>
            <a:endParaRPr lang="en-US" sz="2800" b="1" dirty="0">
              <a:solidFill>
                <a:srgbClr val="1F3864"/>
              </a:solidFill>
              <a:latin typeface="Aptos" panose="020B0004020202020204" pitchFamily="34" charset="0"/>
              <a:ea typeface="Calibri"/>
              <a:cs typeface="Calibri"/>
            </a:endParaRPr>
          </a:p>
          <a:p>
            <a:pPr marL="571500" indent="-571500" fontAlgn="ctr">
              <a:lnSpc>
                <a:spcPct val="150000"/>
              </a:lnSpc>
              <a:buClr>
                <a:srgbClr val="1F3864"/>
              </a:buClr>
              <a:buSzPct val="49000"/>
              <a:buFont typeface="+mj-lt"/>
              <a:buAutoNum type="romanUcPeriod"/>
            </a:pPr>
            <a:r>
              <a:rPr lang="fr-FR" sz="2800" b="1" dirty="0">
                <a:solidFill>
                  <a:srgbClr val="1F3864"/>
                </a:solidFill>
                <a:latin typeface="Aptos" panose="020B0004020202020204" pitchFamily="34" charset="0"/>
                <a:ea typeface="Calibri"/>
                <a:cs typeface="Calibri"/>
              </a:rPr>
              <a:t>Second œuvre </a:t>
            </a:r>
          </a:p>
          <a:p>
            <a:pPr marL="571500" indent="-571500" fontAlgn="ctr">
              <a:lnSpc>
                <a:spcPct val="150000"/>
              </a:lnSpc>
              <a:buClr>
                <a:srgbClr val="1F3864"/>
              </a:buClr>
              <a:buSzPct val="49000"/>
              <a:buFont typeface="+mj-lt"/>
              <a:buAutoNum type="romanUcPeriod"/>
            </a:pPr>
            <a:r>
              <a:rPr lang="fr-FR" sz="2800" b="1" dirty="0">
                <a:solidFill>
                  <a:srgbClr val="1F3864"/>
                </a:solidFill>
                <a:latin typeface="Aptos" panose="020B0004020202020204" pitchFamily="34" charset="0"/>
                <a:ea typeface="Calibri"/>
                <a:cs typeface="Calibri"/>
              </a:rPr>
              <a:t>Synthèse des outils, matériaux, équipements et matériels</a:t>
            </a:r>
          </a:p>
          <a:p>
            <a:pPr marL="571500" indent="-571500" fontAlgn="ctr">
              <a:lnSpc>
                <a:spcPct val="150000"/>
              </a:lnSpc>
              <a:buClr>
                <a:srgbClr val="1F3864"/>
              </a:buClr>
              <a:buSzPct val="49000"/>
              <a:buFont typeface="+mj-lt"/>
              <a:buAutoNum type="romanUcPeriod"/>
            </a:pPr>
            <a:r>
              <a:rPr lang="fr-FR" sz="2800" b="1" dirty="0">
                <a:solidFill>
                  <a:srgbClr val="1F3864"/>
                </a:solidFill>
                <a:latin typeface="Aptos" panose="020B0004020202020204" pitchFamily="34" charset="0"/>
                <a:ea typeface="Calibri"/>
                <a:cs typeface="Calibri"/>
              </a:rPr>
              <a:t>Etude de cas </a:t>
            </a:r>
          </a:p>
        </p:txBody>
      </p:sp>
      <p:pic>
        <p:nvPicPr>
          <p:cNvPr id="9" name="Picture 2" descr="500 Annoter Photos, Images et Fond en Téléchargement Gratuit - Pngtree">
            <a:extLst>
              <a:ext uri="{FF2B5EF4-FFF2-40B4-BE49-F238E27FC236}">
                <a16:creationId xmlns="" xmlns:a16="http://schemas.microsoft.com/office/drawing/2014/main" id="{B5951B87-1E6D-0BF2-1FA1-44673B2FE22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45057" y="2485626"/>
            <a:ext cx="4261988" cy="23907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358389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pic>
        <p:nvPicPr>
          <p:cNvPr id="3074" name="Picture 2" descr="Les composants type d’un bâtiment.">
            <a:extLst>
              <a:ext uri="{FF2B5EF4-FFF2-40B4-BE49-F238E27FC236}">
                <a16:creationId xmlns="" xmlns:a16="http://schemas.microsoft.com/office/drawing/2014/main" id="{3C74635B-2A22-40ED-D676-836910A1389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8474" r="18171"/>
          <a:stretch/>
        </p:blipFill>
        <p:spPr bwMode="auto">
          <a:xfrm>
            <a:off x="4475747" y="1846709"/>
            <a:ext cx="6863955" cy="4678621"/>
          </a:xfrm>
          <a:prstGeom prst="rect">
            <a:avLst/>
          </a:prstGeom>
          <a:noFill/>
          <a:extLst>
            <a:ext uri="{909E8E84-426E-40DD-AFC4-6F175D3DCCD1}">
              <a14:hiddenFill xmlns:a14="http://schemas.microsoft.com/office/drawing/2010/main">
                <a:solidFill>
                  <a:srgbClr val="FFFFFF"/>
                </a:solidFill>
              </a14:hiddenFill>
            </a:ext>
          </a:extLst>
        </p:spPr>
      </p:pic>
      <p:sp>
        <p:nvSpPr>
          <p:cNvPr id="2" name="Espace réservé du numéro de diapositive 1">
            <a:extLst>
              <a:ext uri="{FF2B5EF4-FFF2-40B4-BE49-F238E27FC236}">
                <a16:creationId xmlns="" xmlns:a16="http://schemas.microsoft.com/office/drawing/2014/main" id="{13FCDF2C-E21E-C051-1BF5-5D104FB0BA9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3</a:t>
            </a:fld>
            <a:endParaRPr lang="fr-FR"/>
          </a:p>
        </p:txBody>
      </p:sp>
      <p:pic>
        <p:nvPicPr>
          <p:cNvPr id="5" name="Image 4">
            <a:extLst>
              <a:ext uri="{FF2B5EF4-FFF2-40B4-BE49-F238E27FC236}">
                <a16:creationId xmlns="" xmlns:a16="http://schemas.microsoft.com/office/drawing/2014/main" id="{D91DC180-B757-F695-9C9B-65971A2B80BA}"/>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1039492" y="70223"/>
            <a:ext cx="1090163" cy="981979"/>
          </a:xfrm>
          <a:prstGeom prst="rect">
            <a:avLst/>
          </a:prstGeom>
          <a:noFill/>
          <a:ln>
            <a:noFill/>
          </a:ln>
        </p:spPr>
      </p:pic>
      <p:pic>
        <p:nvPicPr>
          <p:cNvPr id="6" name="officeArt object">
            <a:extLst>
              <a:ext uri="{FF2B5EF4-FFF2-40B4-BE49-F238E27FC236}">
                <a16:creationId xmlns="" xmlns:a16="http://schemas.microsoft.com/office/drawing/2014/main" id="{D82F49A0-C424-EE75-81BC-03185979C725}"/>
              </a:ext>
            </a:extLst>
          </p:cNvPr>
          <p:cNvPicPr/>
          <p:nvPr/>
        </p:nvPicPr>
        <p:blipFill rotWithShape="1">
          <a:blip r:embed="rId5"/>
          <a:srcRect l="12854" r="8048"/>
          <a:stretch/>
        </p:blipFill>
        <p:spPr>
          <a:xfrm>
            <a:off x="9840279" y="0"/>
            <a:ext cx="1199213" cy="1506125"/>
          </a:xfrm>
          <a:prstGeom prst="rect">
            <a:avLst/>
          </a:prstGeom>
          <a:ln w="12700" cap="flat">
            <a:noFill/>
            <a:miter lim="400000"/>
          </a:ln>
          <a:effectLst/>
        </p:spPr>
      </p:pic>
      <p:sp>
        <p:nvSpPr>
          <p:cNvPr id="8" name="Espace réservé du pied de page 7">
            <a:extLst>
              <a:ext uri="{FF2B5EF4-FFF2-40B4-BE49-F238E27FC236}">
                <a16:creationId xmlns="" xmlns:a16="http://schemas.microsoft.com/office/drawing/2014/main" id="{51EE4263-1DF9-7159-2AF8-877626212C99}"/>
              </a:ext>
            </a:extLst>
          </p:cNvPr>
          <p:cNvSpPr>
            <a:spLocks noGrp="1"/>
          </p:cNvSpPr>
          <p:nvPr>
            <p:ph type="ftr" idx="11"/>
          </p:nvPr>
        </p:nvSpPr>
        <p:spPr/>
        <p:txBody>
          <a:bodyPr/>
          <a:lstStyle/>
          <a:p>
            <a:r>
              <a:rPr lang="fr-FR" dirty="0"/>
              <a:t>Dr. Ibrahim Niang</a:t>
            </a:r>
          </a:p>
        </p:txBody>
      </p:sp>
      <p:sp>
        <p:nvSpPr>
          <p:cNvPr id="3" name="Rectangle 2">
            <a:extLst>
              <a:ext uri="{FF2B5EF4-FFF2-40B4-BE49-F238E27FC236}">
                <a16:creationId xmlns="" xmlns:a16="http://schemas.microsoft.com/office/drawing/2014/main" id="{1740D677-3673-1F6C-84B4-3ECAFE760D0A}"/>
              </a:ext>
            </a:extLst>
          </p:cNvPr>
          <p:cNvSpPr/>
          <p:nvPr/>
        </p:nvSpPr>
        <p:spPr>
          <a:xfrm>
            <a:off x="-63745" y="-107207"/>
            <a:ext cx="5199163" cy="1309654"/>
          </a:xfrm>
          <a:prstGeom prst="rect">
            <a:avLst/>
          </a:prstGeom>
        </p:spPr>
        <p:txBody>
          <a:bodyPr wrap="square">
            <a:spAutoFit/>
          </a:bodyPr>
          <a:lstStyle/>
          <a:p>
            <a:pPr marL="571500" indent="-571500">
              <a:lnSpc>
                <a:spcPct val="150000"/>
              </a:lnSpc>
              <a:buClr>
                <a:srgbClr val="1F3864"/>
              </a:buClr>
              <a:buSzPct val="65000"/>
              <a:buFont typeface="+mj-lt"/>
              <a:buAutoNum type="romanUcPeriod"/>
            </a:pPr>
            <a:r>
              <a:rPr lang="fr-FR" sz="3200" b="1" dirty="0">
                <a:solidFill>
                  <a:srgbClr val="1F3864"/>
                </a:solidFill>
                <a:latin typeface="Aptos" panose="020B0004020202020204" pitchFamily="34" charset="0"/>
                <a:ea typeface="Calibri"/>
                <a:cs typeface="Calibri"/>
                <a:sym typeface="Calibri"/>
              </a:rPr>
              <a:t>Terminologie</a:t>
            </a:r>
          </a:p>
          <a:p>
            <a:pPr>
              <a:lnSpc>
                <a:spcPct val="150000"/>
              </a:lnSpc>
            </a:pPr>
            <a:endParaRPr lang="fr-FR" sz="2400" dirty="0">
              <a:solidFill>
                <a:srgbClr val="1F3864"/>
              </a:solidFill>
              <a:latin typeface="Proxima Nova"/>
              <a:cs typeface="Calibri"/>
              <a:sym typeface="Calibri"/>
            </a:endParaRPr>
          </a:p>
        </p:txBody>
      </p:sp>
      <p:sp>
        <p:nvSpPr>
          <p:cNvPr id="9" name="ZoneTexte 8">
            <a:extLst>
              <a:ext uri="{FF2B5EF4-FFF2-40B4-BE49-F238E27FC236}">
                <a16:creationId xmlns="" xmlns:a16="http://schemas.microsoft.com/office/drawing/2014/main" id="{C5B23460-B4D0-C07C-4D57-3B049505B976}"/>
              </a:ext>
            </a:extLst>
          </p:cNvPr>
          <p:cNvSpPr txBox="1"/>
          <p:nvPr/>
        </p:nvSpPr>
        <p:spPr>
          <a:xfrm>
            <a:off x="372979" y="1863208"/>
            <a:ext cx="6168188" cy="3693319"/>
          </a:xfrm>
          <a:prstGeom prst="rect">
            <a:avLst/>
          </a:prstGeom>
          <a:noFill/>
        </p:spPr>
        <p:txBody>
          <a:bodyPr wrap="square">
            <a:spAutoFit/>
          </a:bodyPr>
          <a:lstStyle/>
          <a:p>
            <a:r>
              <a:rPr lang="fr-FR" i="0" dirty="0">
                <a:solidFill>
                  <a:srgbClr val="212529"/>
                </a:solidFill>
                <a:effectLst/>
                <a:latin typeface="Aptos "/>
              </a:rPr>
              <a:t>1- </a:t>
            </a:r>
            <a:r>
              <a:rPr lang="fr-FR" dirty="0">
                <a:solidFill>
                  <a:srgbClr val="000000"/>
                </a:solidFill>
                <a:latin typeface="Aptos "/>
              </a:rPr>
              <a:t>Fondations</a:t>
            </a:r>
            <a:r>
              <a:rPr lang="fr-FR" dirty="0">
                <a:latin typeface="Aptos "/>
              </a:rPr>
              <a:t/>
            </a:r>
            <a:br>
              <a:rPr lang="fr-FR" dirty="0">
                <a:latin typeface="Aptos "/>
              </a:rPr>
            </a:br>
            <a:r>
              <a:rPr lang="fr-FR" i="0" dirty="0">
                <a:solidFill>
                  <a:srgbClr val="212529"/>
                </a:solidFill>
                <a:effectLst/>
                <a:latin typeface="Aptos "/>
              </a:rPr>
              <a:t>2- Soubassement</a:t>
            </a:r>
            <a:r>
              <a:rPr lang="fr-FR" dirty="0">
                <a:latin typeface="Aptos "/>
              </a:rPr>
              <a:t/>
            </a:r>
            <a:br>
              <a:rPr lang="fr-FR" dirty="0">
                <a:latin typeface="Aptos "/>
              </a:rPr>
            </a:br>
            <a:r>
              <a:rPr lang="fr-FR" i="0" dirty="0">
                <a:solidFill>
                  <a:srgbClr val="212529"/>
                </a:solidFill>
                <a:effectLst/>
                <a:latin typeface="Aptos "/>
              </a:rPr>
              <a:t>3- </a:t>
            </a:r>
            <a:r>
              <a:rPr lang="fr-FR" dirty="0">
                <a:solidFill>
                  <a:srgbClr val="000000"/>
                </a:solidFill>
                <a:latin typeface="Aptos "/>
              </a:rPr>
              <a:t>Dallage</a:t>
            </a:r>
            <a:r>
              <a:rPr lang="fr-FR" dirty="0">
                <a:latin typeface="Aptos "/>
              </a:rPr>
              <a:t/>
            </a:r>
            <a:br>
              <a:rPr lang="fr-FR" dirty="0">
                <a:latin typeface="Aptos "/>
              </a:rPr>
            </a:br>
            <a:r>
              <a:rPr lang="fr-FR" i="0" dirty="0">
                <a:solidFill>
                  <a:srgbClr val="212529"/>
                </a:solidFill>
                <a:effectLst/>
                <a:latin typeface="Aptos "/>
              </a:rPr>
              <a:t>4- </a:t>
            </a:r>
            <a:r>
              <a:rPr lang="fr-FR" dirty="0">
                <a:solidFill>
                  <a:srgbClr val="000000"/>
                </a:solidFill>
                <a:latin typeface="Aptos "/>
              </a:rPr>
              <a:t>Murs</a:t>
            </a:r>
            <a:r>
              <a:rPr lang="fr-FR" i="0" dirty="0">
                <a:solidFill>
                  <a:srgbClr val="212529"/>
                </a:solidFill>
                <a:effectLst/>
                <a:latin typeface="Aptos "/>
              </a:rPr>
              <a:t> de façade</a:t>
            </a:r>
            <a:r>
              <a:rPr lang="fr-FR" dirty="0">
                <a:latin typeface="Aptos "/>
              </a:rPr>
              <a:t/>
            </a:r>
            <a:br>
              <a:rPr lang="fr-FR" dirty="0">
                <a:latin typeface="Aptos "/>
              </a:rPr>
            </a:br>
            <a:r>
              <a:rPr lang="fr-FR" i="0" dirty="0">
                <a:solidFill>
                  <a:srgbClr val="212529"/>
                </a:solidFill>
                <a:effectLst/>
                <a:latin typeface="Aptos "/>
              </a:rPr>
              <a:t>5- Murs </a:t>
            </a:r>
            <a:r>
              <a:rPr lang="fr-FR" dirty="0">
                <a:solidFill>
                  <a:srgbClr val="000000"/>
                </a:solidFill>
                <a:latin typeface="Aptos "/>
              </a:rPr>
              <a:t>pignons</a:t>
            </a:r>
            <a:r>
              <a:rPr lang="fr-FR" dirty="0">
                <a:latin typeface="Aptos "/>
              </a:rPr>
              <a:t/>
            </a:r>
            <a:br>
              <a:rPr lang="fr-FR" dirty="0">
                <a:latin typeface="Aptos "/>
              </a:rPr>
            </a:br>
            <a:r>
              <a:rPr lang="fr-FR" i="0" dirty="0">
                <a:solidFill>
                  <a:srgbClr val="212529"/>
                </a:solidFill>
                <a:effectLst/>
                <a:latin typeface="Aptos "/>
              </a:rPr>
              <a:t>6- </a:t>
            </a:r>
            <a:r>
              <a:rPr lang="fr-FR" dirty="0">
                <a:solidFill>
                  <a:srgbClr val="000000"/>
                </a:solidFill>
                <a:latin typeface="Aptos "/>
              </a:rPr>
              <a:t>Murs de refend</a:t>
            </a:r>
            <a:r>
              <a:rPr lang="fr-FR" dirty="0">
                <a:latin typeface="Aptos "/>
              </a:rPr>
              <a:t/>
            </a:r>
            <a:br>
              <a:rPr lang="fr-FR" dirty="0">
                <a:latin typeface="Aptos "/>
              </a:rPr>
            </a:br>
            <a:r>
              <a:rPr lang="fr-FR" i="0" dirty="0">
                <a:solidFill>
                  <a:srgbClr val="212529"/>
                </a:solidFill>
                <a:effectLst/>
                <a:latin typeface="Aptos "/>
              </a:rPr>
              <a:t>7- Plancher</a:t>
            </a:r>
            <a:r>
              <a:rPr lang="fr-FR" dirty="0">
                <a:latin typeface="Aptos "/>
              </a:rPr>
              <a:t/>
            </a:r>
            <a:br>
              <a:rPr lang="fr-FR" dirty="0">
                <a:latin typeface="Aptos "/>
              </a:rPr>
            </a:br>
            <a:r>
              <a:rPr lang="fr-FR" i="0" dirty="0">
                <a:solidFill>
                  <a:srgbClr val="212529"/>
                </a:solidFill>
                <a:effectLst/>
                <a:latin typeface="Aptos "/>
              </a:rPr>
              <a:t>8- Conduit de fumée</a:t>
            </a:r>
            <a:r>
              <a:rPr lang="fr-FR" dirty="0">
                <a:latin typeface="Aptos "/>
              </a:rPr>
              <a:t/>
            </a:r>
            <a:br>
              <a:rPr lang="fr-FR" dirty="0">
                <a:latin typeface="Aptos "/>
              </a:rPr>
            </a:br>
            <a:r>
              <a:rPr lang="fr-FR" i="0" dirty="0">
                <a:solidFill>
                  <a:srgbClr val="212529"/>
                </a:solidFill>
                <a:effectLst/>
                <a:latin typeface="Aptos "/>
              </a:rPr>
              <a:t>9- </a:t>
            </a:r>
            <a:r>
              <a:rPr lang="fr-FR" dirty="0">
                <a:solidFill>
                  <a:srgbClr val="000000"/>
                </a:solidFill>
                <a:latin typeface="Aptos "/>
              </a:rPr>
              <a:t>Charpente</a:t>
            </a:r>
            <a:r>
              <a:rPr lang="fr-FR" dirty="0">
                <a:latin typeface="Aptos "/>
              </a:rPr>
              <a:t/>
            </a:r>
            <a:br>
              <a:rPr lang="fr-FR" dirty="0">
                <a:latin typeface="Aptos "/>
              </a:rPr>
            </a:br>
            <a:r>
              <a:rPr lang="fr-FR" i="0" dirty="0">
                <a:solidFill>
                  <a:srgbClr val="212529"/>
                </a:solidFill>
                <a:effectLst/>
                <a:latin typeface="Aptos "/>
              </a:rPr>
              <a:t>10- </a:t>
            </a:r>
            <a:r>
              <a:rPr lang="fr-FR" dirty="0">
                <a:solidFill>
                  <a:srgbClr val="000000"/>
                </a:solidFill>
                <a:latin typeface="Aptos "/>
              </a:rPr>
              <a:t>Couverture</a:t>
            </a:r>
            <a:r>
              <a:rPr lang="fr-FR" dirty="0">
                <a:latin typeface="Aptos "/>
              </a:rPr>
              <a:t/>
            </a:r>
            <a:br>
              <a:rPr lang="fr-FR" dirty="0">
                <a:latin typeface="Aptos "/>
              </a:rPr>
            </a:br>
            <a:r>
              <a:rPr lang="fr-FR" i="0" dirty="0">
                <a:solidFill>
                  <a:srgbClr val="212529"/>
                </a:solidFill>
                <a:effectLst/>
                <a:latin typeface="Aptos "/>
              </a:rPr>
              <a:t>11- Plafonds</a:t>
            </a:r>
            <a:r>
              <a:rPr lang="fr-FR" dirty="0">
                <a:latin typeface="Aptos "/>
              </a:rPr>
              <a:t/>
            </a:r>
            <a:br>
              <a:rPr lang="fr-FR" dirty="0">
                <a:latin typeface="Aptos "/>
              </a:rPr>
            </a:br>
            <a:r>
              <a:rPr lang="fr-FR" i="0" dirty="0">
                <a:solidFill>
                  <a:srgbClr val="212529"/>
                </a:solidFill>
                <a:effectLst/>
                <a:latin typeface="Aptos "/>
              </a:rPr>
              <a:t>12- Doublage de murs extérieurs</a:t>
            </a:r>
            <a:r>
              <a:rPr lang="fr-FR" dirty="0">
                <a:latin typeface="Aptos "/>
              </a:rPr>
              <a:t/>
            </a:r>
            <a:br>
              <a:rPr lang="fr-FR" dirty="0">
                <a:latin typeface="Aptos "/>
              </a:rPr>
            </a:br>
            <a:r>
              <a:rPr lang="fr-FR" i="0" dirty="0">
                <a:solidFill>
                  <a:srgbClr val="212529"/>
                </a:solidFill>
                <a:effectLst/>
                <a:latin typeface="Aptos "/>
              </a:rPr>
              <a:t>13- </a:t>
            </a:r>
            <a:r>
              <a:rPr lang="fr-FR" dirty="0">
                <a:solidFill>
                  <a:srgbClr val="000000"/>
                </a:solidFill>
                <a:latin typeface="Aptos "/>
              </a:rPr>
              <a:t>Isolation</a:t>
            </a:r>
            <a:r>
              <a:rPr lang="fr-FR" i="0" dirty="0">
                <a:solidFill>
                  <a:srgbClr val="212529"/>
                </a:solidFill>
                <a:effectLst/>
                <a:latin typeface="Aptos "/>
              </a:rPr>
              <a:t> thermique des </a:t>
            </a:r>
            <a:r>
              <a:rPr lang="fr-FR" dirty="0">
                <a:solidFill>
                  <a:srgbClr val="000000"/>
                </a:solidFill>
                <a:latin typeface="Aptos "/>
              </a:rPr>
              <a:t>combles</a:t>
            </a:r>
            <a:endParaRPr lang="fr-FR" dirty="0">
              <a:latin typeface="Aptos "/>
            </a:endParaRPr>
          </a:p>
        </p:txBody>
      </p:sp>
      <p:sp>
        <p:nvSpPr>
          <p:cNvPr id="11" name="ZoneTexte 10">
            <a:extLst>
              <a:ext uri="{FF2B5EF4-FFF2-40B4-BE49-F238E27FC236}">
                <a16:creationId xmlns="" xmlns:a16="http://schemas.microsoft.com/office/drawing/2014/main" id="{0B80CEC7-66F7-ADB5-4889-81068C20B3CF}"/>
              </a:ext>
            </a:extLst>
          </p:cNvPr>
          <p:cNvSpPr txBox="1"/>
          <p:nvPr/>
        </p:nvSpPr>
        <p:spPr>
          <a:xfrm>
            <a:off x="5526506" y="6367532"/>
            <a:ext cx="6168188" cy="707886"/>
          </a:xfrm>
          <a:prstGeom prst="rect">
            <a:avLst/>
          </a:prstGeom>
          <a:noFill/>
        </p:spPr>
        <p:txBody>
          <a:bodyPr wrap="square">
            <a:spAutoFit/>
          </a:bodyPr>
          <a:lstStyle/>
          <a:p>
            <a:pPr algn="ctr"/>
            <a:r>
              <a:rPr lang="fr-FR" sz="1100" dirty="0">
                <a:hlinkClick r:id="rId6"/>
              </a:rPr>
              <a:t>https://www.abc-maconnerie.com/lecture-plan/generalites/bases-dessin-technique/terminologie.html</a:t>
            </a:r>
            <a:endParaRPr lang="fr-FR" sz="1100" dirty="0"/>
          </a:p>
          <a:p>
            <a:endParaRPr lang="fr-FR" dirty="0"/>
          </a:p>
        </p:txBody>
      </p:sp>
      <p:sp>
        <p:nvSpPr>
          <p:cNvPr id="12" name="ZoneTexte 11">
            <a:extLst>
              <a:ext uri="{FF2B5EF4-FFF2-40B4-BE49-F238E27FC236}">
                <a16:creationId xmlns="" xmlns:a16="http://schemas.microsoft.com/office/drawing/2014/main" id="{D25C5DC8-1067-19C9-23CC-DCBBF59491DB}"/>
              </a:ext>
            </a:extLst>
          </p:cNvPr>
          <p:cNvSpPr txBox="1"/>
          <p:nvPr/>
        </p:nvSpPr>
        <p:spPr>
          <a:xfrm>
            <a:off x="1845839" y="1085356"/>
            <a:ext cx="8136361" cy="523220"/>
          </a:xfrm>
          <a:prstGeom prst="rect">
            <a:avLst/>
          </a:prstGeom>
          <a:noFill/>
        </p:spPr>
        <p:txBody>
          <a:bodyPr wrap="square">
            <a:spAutoFit/>
          </a:bodyPr>
          <a:lstStyle/>
          <a:p>
            <a:pPr algn="ctr"/>
            <a:r>
              <a:rPr lang="fr-FR" sz="2800" dirty="0">
                <a:ln w="0"/>
                <a:solidFill>
                  <a:srgbClr val="1F3864"/>
                </a:solidFill>
                <a:latin typeface="Aptos" panose="020B0004020202020204" pitchFamily="34" charset="0"/>
              </a:rPr>
              <a:t>Nomenclature des composants de construction</a:t>
            </a:r>
          </a:p>
        </p:txBody>
      </p:sp>
    </p:spTree>
    <p:extLst>
      <p:ext uri="{BB962C8B-B14F-4D97-AF65-F5344CB8AC3E}">
        <p14:creationId xmlns:p14="http://schemas.microsoft.com/office/powerpoint/2010/main" val="1542457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 xmlns:a16="http://schemas.microsoft.com/office/drawing/2014/main" id="{7034336B-4091-51EE-CB49-ACBCD257ABF2}"/>
            </a:ext>
          </a:extLst>
        </p:cNvPr>
        <p:cNvGrpSpPr/>
        <p:nvPr/>
      </p:nvGrpSpPr>
      <p:grpSpPr>
        <a:xfrm>
          <a:off x="0" y="0"/>
          <a:ext cx="0" cy="0"/>
          <a:chOff x="0" y="0"/>
          <a:chExt cx="0" cy="0"/>
        </a:xfrm>
      </p:grpSpPr>
      <p:pic>
        <p:nvPicPr>
          <p:cNvPr id="3074" name="Picture 2" descr="Les composants type d’un bâtiment.">
            <a:extLst>
              <a:ext uri="{FF2B5EF4-FFF2-40B4-BE49-F238E27FC236}">
                <a16:creationId xmlns="" xmlns:a16="http://schemas.microsoft.com/office/drawing/2014/main" id="{C7496CD5-904F-BE0C-26A2-62B42599CE6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8474" r="18171"/>
          <a:stretch/>
        </p:blipFill>
        <p:spPr bwMode="auto">
          <a:xfrm>
            <a:off x="4475747" y="1846709"/>
            <a:ext cx="6863955" cy="4678621"/>
          </a:xfrm>
          <a:prstGeom prst="rect">
            <a:avLst/>
          </a:prstGeom>
          <a:noFill/>
          <a:extLst>
            <a:ext uri="{909E8E84-426E-40DD-AFC4-6F175D3DCCD1}">
              <a14:hiddenFill xmlns:a14="http://schemas.microsoft.com/office/drawing/2010/main">
                <a:solidFill>
                  <a:srgbClr val="FFFFFF"/>
                </a:solidFill>
              </a14:hiddenFill>
            </a:ext>
          </a:extLst>
        </p:spPr>
      </p:pic>
      <p:sp>
        <p:nvSpPr>
          <p:cNvPr id="2" name="Espace réservé du numéro de diapositive 1">
            <a:extLst>
              <a:ext uri="{FF2B5EF4-FFF2-40B4-BE49-F238E27FC236}">
                <a16:creationId xmlns="" xmlns:a16="http://schemas.microsoft.com/office/drawing/2014/main" id="{EC42BC8D-23AE-B73C-6B2A-AA262A31A94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4</a:t>
            </a:fld>
            <a:endParaRPr lang="fr-FR"/>
          </a:p>
        </p:txBody>
      </p:sp>
      <p:pic>
        <p:nvPicPr>
          <p:cNvPr id="5" name="Image 4">
            <a:extLst>
              <a:ext uri="{FF2B5EF4-FFF2-40B4-BE49-F238E27FC236}">
                <a16:creationId xmlns="" xmlns:a16="http://schemas.microsoft.com/office/drawing/2014/main" id="{C986C829-296D-C8B9-4A94-7E3EF536C026}"/>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1039492" y="70223"/>
            <a:ext cx="1090163" cy="981979"/>
          </a:xfrm>
          <a:prstGeom prst="rect">
            <a:avLst/>
          </a:prstGeom>
          <a:noFill/>
          <a:ln>
            <a:noFill/>
          </a:ln>
        </p:spPr>
      </p:pic>
      <p:pic>
        <p:nvPicPr>
          <p:cNvPr id="6" name="officeArt object">
            <a:extLst>
              <a:ext uri="{FF2B5EF4-FFF2-40B4-BE49-F238E27FC236}">
                <a16:creationId xmlns="" xmlns:a16="http://schemas.microsoft.com/office/drawing/2014/main" id="{BC7C39B7-F25B-871A-31A3-C1229D816C3C}"/>
              </a:ext>
            </a:extLst>
          </p:cNvPr>
          <p:cNvPicPr/>
          <p:nvPr/>
        </p:nvPicPr>
        <p:blipFill rotWithShape="1">
          <a:blip r:embed="rId5"/>
          <a:srcRect l="12854" r="8048"/>
          <a:stretch/>
        </p:blipFill>
        <p:spPr>
          <a:xfrm>
            <a:off x="9840279" y="0"/>
            <a:ext cx="1199213" cy="1506125"/>
          </a:xfrm>
          <a:prstGeom prst="rect">
            <a:avLst/>
          </a:prstGeom>
          <a:ln w="12700" cap="flat">
            <a:noFill/>
            <a:miter lim="400000"/>
          </a:ln>
          <a:effectLst/>
        </p:spPr>
      </p:pic>
      <p:sp>
        <p:nvSpPr>
          <p:cNvPr id="8" name="Espace réservé du pied de page 7">
            <a:extLst>
              <a:ext uri="{FF2B5EF4-FFF2-40B4-BE49-F238E27FC236}">
                <a16:creationId xmlns="" xmlns:a16="http://schemas.microsoft.com/office/drawing/2014/main" id="{1D6E6339-225B-89DA-85D9-0CB4363F07B5}"/>
              </a:ext>
            </a:extLst>
          </p:cNvPr>
          <p:cNvSpPr>
            <a:spLocks noGrp="1"/>
          </p:cNvSpPr>
          <p:nvPr>
            <p:ph type="ftr" idx="11"/>
          </p:nvPr>
        </p:nvSpPr>
        <p:spPr/>
        <p:txBody>
          <a:bodyPr/>
          <a:lstStyle/>
          <a:p>
            <a:r>
              <a:rPr lang="fr-FR" dirty="0"/>
              <a:t>Dr. Ibrahim Niang</a:t>
            </a:r>
          </a:p>
        </p:txBody>
      </p:sp>
      <p:sp>
        <p:nvSpPr>
          <p:cNvPr id="3" name="Rectangle 2">
            <a:extLst>
              <a:ext uri="{FF2B5EF4-FFF2-40B4-BE49-F238E27FC236}">
                <a16:creationId xmlns="" xmlns:a16="http://schemas.microsoft.com/office/drawing/2014/main" id="{3B68BF98-5850-A52B-BC67-8FAA33981547}"/>
              </a:ext>
            </a:extLst>
          </p:cNvPr>
          <p:cNvSpPr/>
          <p:nvPr/>
        </p:nvSpPr>
        <p:spPr>
          <a:xfrm>
            <a:off x="-63745" y="-107207"/>
            <a:ext cx="5199163" cy="1309654"/>
          </a:xfrm>
          <a:prstGeom prst="rect">
            <a:avLst/>
          </a:prstGeom>
        </p:spPr>
        <p:txBody>
          <a:bodyPr wrap="square">
            <a:spAutoFit/>
          </a:bodyPr>
          <a:lstStyle/>
          <a:p>
            <a:pPr marL="571500" indent="-571500">
              <a:lnSpc>
                <a:spcPct val="150000"/>
              </a:lnSpc>
              <a:buClr>
                <a:srgbClr val="1F3864"/>
              </a:buClr>
              <a:buSzPct val="65000"/>
              <a:buFont typeface="+mj-lt"/>
              <a:buAutoNum type="romanUcPeriod"/>
            </a:pPr>
            <a:r>
              <a:rPr lang="fr-FR" sz="3200" b="1" dirty="0">
                <a:solidFill>
                  <a:srgbClr val="1F3864"/>
                </a:solidFill>
                <a:latin typeface="Aptos" panose="020B0004020202020204" pitchFamily="34" charset="0"/>
                <a:ea typeface="Calibri"/>
                <a:cs typeface="Calibri"/>
                <a:sym typeface="Calibri"/>
              </a:rPr>
              <a:t>Terminologie</a:t>
            </a:r>
          </a:p>
          <a:p>
            <a:pPr>
              <a:lnSpc>
                <a:spcPct val="150000"/>
              </a:lnSpc>
            </a:pPr>
            <a:endParaRPr lang="fr-FR" sz="2400" dirty="0">
              <a:solidFill>
                <a:srgbClr val="1F3864"/>
              </a:solidFill>
              <a:latin typeface="Proxima Nova"/>
              <a:cs typeface="Calibri"/>
              <a:sym typeface="Calibri"/>
            </a:endParaRPr>
          </a:p>
        </p:txBody>
      </p:sp>
      <p:sp>
        <p:nvSpPr>
          <p:cNvPr id="11" name="ZoneTexte 10">
            <a:extLst>
              <a:ext uri="{FF2B5EF4-FFF2-40B4-BE49-F238E27FC236}">
                <a16:creationId xmlns="" xmlns:a16="http://schemas.microsoft.com/office/drawing/2014/main" id="{055C80B5-5E59-A0C7-6452-EB1722C496F6}"/>
              </a:ext>
            </a:extLst>
          </p:cNvPr>
          <p:cNvSpPr txBox="1"/>
          <p:nvPr/>
        </p:nvSpPr>
        <p:spPr>
          <a:xfrm>
            <a:off x="5526506" y="6367532"/>
            <a:ext cx="6168188" cy="707886"/>
          </a:xfrm>
          <a:prstGeom prst="rect">
            <a:avLst/>
          </a:prstGeom>
          <a:noFill/>
        </p:spPr>
        <p:txBody>
          <a:bodyPr wrap="square">
            <a:spAutoFit/>
          </a:bodyPr>
          <a:lstStyle/>
          <a:p>
            <a:pPr algn="ctr"/>
            <a:r>
              <a:rPr lang="fr-FR" sz="1100" dirty="0">
                <a:hlinkClick r:id="rId6"/>
              </a:rPr>
              <a:t>https://www.abc-maconnerie.com/lecture-plan/generalites/bases-dessin-technique/terminologie.html</a:t>
            </a:r>
            <a:endParaRPr lang="fr-FR" sz="1100" dirty="0"/>
          </a:p>
          <a:p>
            <a:endParaRPr lang="fr-FR" dirty="0"/>
          </a:p>
        </p:txBody>
      </p:sp>
      <p:sp>
        <p:nvSpPr>
          <p:cNvPr id="10" name="ZoneTexte 9">
            <a:extLst>
              <a:ext uri="{FF2B5EF4-FFF2-40B4-BE49-F238E27FC236}">
                <a16:creationId xmlns="" xmlns:a16="http://schemas.microsoft.com/office/drawing/2014/main" id="{AE1F1C63-73D6-0135-10BA-EC75710D0D05}"/>
              </a:ext>
            </a:extLst>
          </p:cNvPr>
          <p:cNvSpPr txBox="1"/>
          <p:nvPr/>
        </p:nvSpPr>
        <p:spPr>
          <a:xfrm>
            <a:off x="260684" y="1996954"/>
            <a:ext cx="6168188" cy="3693319"/>
          </a:xfrm>
          <a:prstGeom prst="rect">
            <a:avLst/>
          </a:prstGeom>
          <a:noFill/>
        </p:spPr>
        <p:txBody>
          <a:bodyPr wrap="square">
            <a:spAutoFit/>
          </a:bodyPr>
          <a:lstStyle/>
          <a:p>
            <a:r>
              <a:rPr lang="fr-FR" dirty="0"/>
              <a:t>14- Cloisons de distribution</a:t>
            </a:r>
          </a:p>
          <a:p>
            <a:r>
              <a:rPr lang="fr-FR" dirty="0"/>
              <a:t>15- Menuiseries de baie (fenêtre,</a:t>
            </a:r>
          </a:p>
          <a:p>
            <a:r>
              <a:rPr lang="fr-FR" dirty="0"/>
              <a:t>porte-fenêtre, porte d’entrée,</a:t>
            </a:r>
          </a:p>
          <a:p>
            <a:r>
              <a:rPr lang="fr-FR" dirty="0"/>
              <a:t>porte de service, porte de garage)</a:t>
            </a:r>
          </a:p>
          <a:p>
            <a:r>
              <a:rPr lang="fr-FR" dirty="0"/>
              <a:t>16- Enduits</a:t>
            </a:r>
          </a:p>
          <a:p>
            <a:r>
              <a:rPr lang="fr-FR" dirty="0"/>
              <a:t>17- Linteau</a:t>
            </a:r>
          </a:p>
          <a:p>
            <a:r>
              <a:rPr lang="fr-FR" dirty="0"/>
              <a:t>18- Lucarne</a:t>
            </a:r>
          </a:p>
          <a:p>
            <a:r>
              <a:rPr lang="fr-FR" dirty="0"/>
              <a:t>19- Faîtage</a:t>
            </a:r>
          </a:p>
          <a:p>
            <a:r>
              <a:rPr lang="fr-FR" dirty="0"/>
              <a:t>20- Gouttière</a:t>
            </a:r>
          </a:p>
          <a:p>
            <a:r>
              <a:rPr lang="fr-FR" dirty="0"/>
              <a:t>a- Béton de propreté</a:t>
            </a:r>
          </a:p>
          <a:p>
            <a:r>
              <a:rPr lang="fr-FR" dirty="0"/>
              <a:t>b- Semelle filante en B.A</a:t>
            </a:r>
          </a:p>
          <a:p>
            <a:r>
              <a:rPr lang="fr-FR" dirty="0"/>
              <a:t>c- Soubassement en blocs pleins</a:t>
            </a:r>
          </a:p>
          <a:p>
            <a:r>
              <a:rPr lang="fr-FR" dirty="0"/>
              <a:t>d- Planelle « rive de la dalle »</a:t>
            </a:r>
          </a:p>
        </p:txBody>
      </p:sp>
      <p:sp>
        <p:nvSpPr>
          <p:cNvPr id="12" name="ZoneTexte 11">
            <a:extLst>
              <a:ext uri="{FF2B5EF4-FFF2-40B4-BE49-F238E27FC236}">
                <a16:creationId xmlns="" xmlns:a16="http://schemas.microsoft.com/office/drawing/2014/main" id="{D07C8E59-E76A-8B0B-FD07-A50B8F3392DD}"/>
              </a:ext>
            </a:extLst>
          </p:cNvPr>
          <p:cNvSpPr txBox="1"/>
          <p:nvPr/>
        </p:nvSpPr>
        <p:spPr>
          <a:xfrm>
            <a:off x="1845839" y="1085356"/>
            <a:ext cx="8136361" cy="523220"/>
          </a:xfrm>
          <a:prstGeom prst="rect">
            <a:avLst/>
          </a:prstGeom>
          <a:noFill/>
        </p:spPr>
        <p:txBody>
          <a:bodyPr wrap="square">
            <a:spAutoFit/>
          </a:bodyPr>
          <a:lstStyle/>
          <a:p>
            <a:pPr algn="ctr"/>
            <a:r>
              <a:rPr lang="fr-FR" sz="2800" dirty="0">
                <a:ln w="0"/>
                <a:solidFill>
                  <a:srgbClr val="1F3864"/>
                </a:solidFill>
                <a:latin typeface="Aptos" panose="020B0004020202020204" pitchFamily="34" charset="0"/>
              </a:rPr>
              <a:t>Nomenclature des composants de construction</a:t>
            </a:r>
          </a:p>
        </p:txBody>
      </p:sp>
    </p:spTree>
    <p:extLst>
      <p:ext uri="{BB962C8B-B14F-4D97-AF65-F5344CB8AC3E}">
        <p14:creationId xmlns:p14="http://schemas.microsoft.com/office/powerpoint/2010/main" val="25242622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 xmlns:a16="http://schemas.microsoft.com/office/drawing/2014/main" id="{7C144E1C-784B-48E9-972F-EFFA92E1402E}"/>
            </a:ext>
          </a:extLst>
        </p:cNvPr>
        <p:cNvGrpSpPr/>
        <p:nvPr/>
      </p:nvGrpSpPr>
      <p:grpSpPr>
        <a:xfrm>
          <a:off x="0" y="0"/>
          <a:ext cx="0" cy="0"/>
          <a:chOff x="0" y="0"/>
          <a:chExt cx="0" cy="0"/>
        </a:xfrm>
      </p:grpSpPr>
      <p:pic>
        <p:nvPicPr>
          <p:cNvPr id="9" name="Image 8">
            <a:extLst>
              <a:ext uri="{FF2B5EF4-FFF2-40B4-BE49-F238E27FC236}">
                <a16:creationId xmlns="" xmlns:a16="http://schemas.microsoft.com/office/drawing/2014/main" id="{8D388B67-6AB5-8B1A-302F-FD750C1EE274}"/>
              </a:ext>
            </a:extLst>
          </p:cNvPr>
          <p:cNvPicPr>
            <a:picLocks noChangeAspect="1"/>
          </p:cNvPicPr>
          <p:nvPr/>
        </p:nvPicPr>
        <p:blipFill>
          <a:blip r:embed="rId3"/>
          <a:stretch>
            <a:fillRect/>
          </a:stretch>
        </p:blipFill>
        <p:spPr>
          <a:xfrm>
            <a:off x="5681481" y="1239452"/>
            <a:ext cx="6510519" cy="4940831"/>
          </a:xfrm>
          <a:prstGeom prst="rect">
            <a:avLst/>
          </a:prstGeom>
        </p:spPr>
      </p:pic>
      <p:sp>
        <p:nvSpPr>
          <p:cNvPr id="2" name="Espace réservé du numéro de diapositive 1">
            <a:extLst>
              <a:ext uri="{FF2B5EF4-FFF2-40B4-BE49-F238E27FC236}">
                <a16:creationId xmlns="" xmlns:a16="http://schemas.microsoft.com/office/drawing/2014/main" id="{226F13BD-E29E-7278-804B-B3744CF24E7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5</a:t>
            </a:fld>
            <a:endParaRPr lang="fr-FR"/>
          </a:p>
        </p:txBody>
      </p:sp>
      <p:pic>
        <p:nvPicPr>
          <p:cNvPr id="5" name="Image 4">
            <a:extLst>
              <a:ext uri="{FF2B5EF4-FFF2-40B4-BE49-F238E27FC236}">
                <a16:creationId xmlns="" xmlns:a16="http://schemas.microsoft.com/office/drawing/2014/main" id="{C88FF25C-5B29-5959-BE6C-C225F5AF18B3}"/>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1039492" y="70223"/>
            <a:ext cx="1090163" cy="981979"/>
          </a:xfrm>
          <a:prstGeom prst="rect">
            <a:avLst/>
          </a:prstGeom>
          <a:noFill/>
          <a:ln>
            <a:noFill/>
          </a:ln>
        </p:spPr>
      </p:pic>
      <p:pic>
        <p:nvPicPr>
          <p:cNvPr id="6" name="officeArt object">
            <a:extLst>
              <a:ext uri="{FF2B5EF4-FFF2-40B4-BE49-F238E27FC236}">
                <a16:creationId xmlns="" xmlns:a16="http://schemas.microsoft.com/office/drawing/2014/main" id="{86CC7686-E4B6-6CD5-0CA3-A72C864069C4}"/>
              </a:ext>
            </a:extLst>
          </p:cNvPr>
          <p:cNvPicPr/>
          <p:nvPr/>
        </p:nvPicPr>
        <p:blipFill rotWithShape="1">
          <a:blip r:embed="rId5"/>
          <a:srcRect l="12854" r="8048"/>
          <a:stretch/>
        </p:blipFill>
        <p:spPr>
          <a:xfrm>
            <a:off x="9840279" y="0"/>
            <a:ext cx="1199213" cy="1506125"/>
          </a:xfrm>
          <a:prstGeom prst="rect">
            <a:avLst/>
          </a:prstGeom>
          <a:ln w="12700" cap="flat">
            <a:noFill/>
            <a:miter lim="400000"/>
          </a:ln>
          <a:effectLst/>
        </p:spPr>
      </p:pic>
      <p:sp>
        <p:nvSpPr>
          <p:cNvPr id="8" name="Espace réservé du pied de page 7">
            <a:extLst>
              <a:ext uri="{FF2B5EF4-FFF2-40B4-BE49-F238E27FC236}">
                <a16:creationId xmlns="" xmlns:a16="http://schemas.microsoft.com/office/drawing/2014/main" id="{571B96B6-C48C-CF30-2EB3-D838E185CF67}"/>
              </a:ext>
            </a:extLst>
          </p:cNvPr>
          <p:cNvSpPr>
            <a:spLocks noGrp="1"/>
          </p:cNvSpPr>
          <p:nvPr>
            <p:ph type="ftr" idx="11"/>
          </p:nvPr>
        </p:nvSpPr>
        <p:spPr/>
        <p:txBody>
          <a:bodyPr/>
          <a:lstStyle/>
          <a:p>
            <a:r>
              <a:rPr lang="fr-FR" dirty="0"/>
              <a:t>Dr. Ibrahim Niang</a:t>
            </a:r>
          </a:p>
        </p:txBody>
      </p:sp>
      <p:sp>
        <p:nvSpPr>
          <p:cNvPr id="3" name="Rectangle 2">
            <a:extLst>
              <a:ext uri="{FF2B5EF4-FFF2-40B4-BE49-F238E27FC236}">
                <a16:creationId xmlns="" xmlns:a16="http://schemas.microsoft.com/office/drawing/2014/main" id="{FB8B9FD6-4B49-5550-AB45-C8F50F422512}"/>
              </a:ext>
            </a:extLst>
          </p:cNvPr>
          <p:cNvSpPr/>
          <p:nvPr/>
        </p:nvSpPr>
        <p:spPr>
          <a:xfrm>
            <a:off x="-63745" y="-107207"/>
            <a:ext cx="5199163" cy="1309654"/>
          </a:xfrm>
          <a:prstGeom prst="rect">
            <a:avLst/>
          </a:prstGeom>
        </p:spPr>
        <p:txBody>
          <a:bodyPr wrap="square">
            <a:spAutoFit/>
          </a:bodyPr>
          <a:lstStyle/>
          <a:p>
            <a:pPr marL="571500" indent="-571500">
              <a:lnSpc>
                <a:spcPct val="150000"/>
              </a:lnSpc>
              <a:buClr>
                <a:srgbClr val="1F3864"/>
              </a:buClr>
              <a:buSzPct val="65000"/>
              <a:buFont typeface="+mj-lt"/>
              <a:buAutoNum type="romanUcPeriod"/>
            </a:pPr>
            <a:r>
              <a:rPr lang="fr-FR" sz="3200" b="1" dirty="0">
                <a:solidFill>
                  <a:srgbClr val="1F3864"/>
                </a:solidFill>
                <a:latin typeface="Aptos" panose="020B0004020202020204" pitchFamily="34" charset="0"/>
                <a:ea typeface="Calibri"/>
                <a:cs typeface="Calibri"/>
                <a:sym typeface="Calibri"/>
              </a:rPr>
              <a:t>Terminologie</a:t>
            </a:r>
          </a:p>
          <a:p>
            <a:pPr>
              <a:lnSpc>
                <a:spcPct val="150000"/>
              </a:lnSpc>
            </a:pPr>
            <a:endParaRPr lang="fr-FR" sz="2400" dirty="0">
              <a:solidFill>
                <a:srgbClr val="1F3864"/>
              </a:solidFill>
              <a:latin typeface="Proxima Nova"/>
              <a:cs typeface="Calibri"/>
              <a:sym typeface="Calibri"/>
            </a:endParaRPr>
          </a:p>
        </p:txBody>
      </p:sp>
      <p:sp>
        <p:nvSpPr>
          <p:cNvPr id="11" name="ZoneTexte 10">
            <a:extLst>
              <a:ext uri="{FF2B5EF4-FFF2-40B4-BE49-F238E27FC236}">
                <a16:creationId xmlns="" xmlns:a16="http://schemas.microsoft.com/office/drawing/2014/main" id="{1ABAB288-51BC-DA87-3326-8A6440E06725}"/>
              </a:ext>
            </a:extLst>
          </p:cNvPr>
          <p:cNvSpPr txBox="1"/>
          <p:nvPr/>
        </p:nvSpPr>
        <p:spPr>
          <a:xfrm>
            <a:off x="5526506" y="6367532"/>
            <a:ext cx="6168188" cy="707886"/>
          </a:xfrm>
          <a:prstGeom prst="rect">
            <a:avLst/>
          </a:prstGeom>
          <a:noFill/>
        </p:spPr>
        <p:txBody>
          <a:bodyPr wrap="square">
            <a:spAutoFit/>
          </a:bodyPr>
          <a:lstStyle/>
          <a:p>
            <a:pPr algn="ctr"/>
            <a:r>
              <a:rPr lang="fr-FR" sz="1100" dirty="0">
                <a:hlinkClick r:id="rId6"/>
              </a:rPr>
              <a:t>https://www.abc-maconnerie.com/lecture-plan/generalites/bases-dessin-technique/terminologie.html</a:t>
            </a:r>
            <a:endParaRPr lang="fr-FR" sz="1100" dirty="0"/>
          </a:p>
          <a:p>
            <a:endParaRPr lang="fr-FR" dirty="0"/>
          </a:p>
        </p:txBody>
      </p:sp>
      <p:sp>
        <p:nvSpPr>
          <p:cNvPr id="13" name="ZoneTexte 12">
            <a:extLst>
              <a:ext uri="{FF2B5EF4-FFF2-40B4-BE49-F238E27FC236}">
                <a16:creationId xmlns="" xmlns:a16="http://schemas.microsoft.com/office/drawing/2014/main" id="{626CBE2B-A32E-BC47-E37A-04DE1F52EBAB}"/>
              </a:ext>
            </a:extLst>
          </p:cNvPr>
          <p:cNvSpPr txBox="1"/>
          <p:nvPr/>
        </p:nvSpPr>
        <p:spPr>
          <a:xfrm>
            <a:off x="285714" y="2051630"/>
            <a:ext cx="6168188" cy="3970318"/>
          </a:xfrm>
          <a:prstGeom prst="rect">
            <a:avLst/>
          </a:prstGeom>
          <a:noFill/>
        </p:spPr>
        <p:txBody>
          <a:bodyPr wrap="square">
            <a:spAutoFit/>
          </a:bodyPr>
          <a:lstStyle/>
          <a:p>
            <a:r>
              <a:rPr lang="fr-FR" dirty="0"/>
              <a:t>28- Mur de refend</a:t>
            </a:r>
          </a:p>
          <a:p>
            <a:r>
              <a:rPr lang="fr-FR" dirty="0"/>
              <a:t>29- Passage libre</a:t>
            </a:r>
          </a:p>
          <a:p>
            <a:r>
              <a:rPr lang="fr-FR" dirty="0"/>
              <a:t>30- Poutre en BA</a:t>
            </a:r>
          </a:p>
          <a:p>
            <a:r>
              <a:rPr lang="fr-FR" dirty="0"/>
              <a:t>31- Porte coulissante</a:t>
            </a:r>
          </a:p>
          <a:p>
            <a:r>
              <a:rPr lang="fr-FR" dirty="0"/>
              <a:t>32- Regard d’eau pluvial</a:t>
            </a:r>
          </a:p>
          <a:p>
            <a:r>
              <a:rPr lang="fr-FR" dirty="0"/>
              <a:t>33- Attente eaux usées</a:t>
            </a:r>
          </a:p>
          <a:p>
            <a:r>
              <a:rPr lang="fr-FR" dirty="0"/>
              <a:t>34- Attente eaux vannes	</a:t>
            </a:r>
          </a:p>
          <a:p>
            <a:r>
              <a:rPr lang="fr-FR" dirty="0"/>
              <a:t>35- Conduites de fumée (CF)</a:t>
            </a:r>
          </a:p>
          <a:p>
            <a:r>
              <a:rPr lang="fr-FR" dirty="0"/>
              <a:t>36- Conduit de ventilation haute (VH)</a:t>
            </a:r>
          </a:p>
          <a:p>
            <a:r>
              <a:rPr lang="fr-FR" dirty="0"/>
              <a:t>37- Ventilation basse (VB)</a:t>
            </a:r>
          </a:p>
          <a:p>
            <a:r>
              <a:rPr lang="fr-FR" dirty="0"/>
              <a:t>38- Mur d’échiffre</a:t>
            </a:r>
          </a:p>
          <a:p>
            <a:r>
              <a:rPr lang="fr-FR" dirty="0"/>
              <a:t>40- Caniveau</a:t>
            </a:r>
          </a:p>
          <a:p>
            <a:r>
              <a:rPr lang="fr-FR" dirty="0"/>
              <a:t>41- Portée de la poutre</a:t>
            </a:r>
          </a:p>
          <a:p>
            <a:r>
              <a:rPr lang="fr-FR" dirty="0"/>
              <a:t>42- Socle pour chaudière</a:t>
            </a:r>
          </a:p>
        </p:txBody>
      </p:sp>
      <p:sp>
        <p:nvSpPr>
          <p:cNvPr id="14" name="ZoneTexte 13">
            <a:extLst>
              <a:ext uri="{FF2B5EF4-FFF2-40B4-BE49-F238E27FC236}">
                <a16:creationId xmlns="" xmlns:a16="http://schemas.microsoft.com/office/drawing/2014/main" id="{25B60A2E-52AD-7C6F-6641-031F96DDB0D0}"/>
              </a:ext>
            </a:extLst>
          </p:cNvPr>
          <p:cNvSpPr txBox="1"/>
          <p:nvPr/>
        </p:nvSpPr>
        <p:spPr>
          <a:xfrm>
            <a:off x="1845839" y="1085356"/>
            <a:ext cx="8136361" cy="523220"/>
          </a:xfrm>
          <a:prstGeom prst="rect">
            <a:avLst/>
          </a:prstGeom>
          <a:noFill/>
        </p:spPr>
        <p:txBody>
          <a:bodyPr wrap="square">
            <a:spAutoFit/>
          </a:bodyPr>
          <a:lstStyle/>
          <a:p>
            <a:pPr algn="ctr"/>
            <a:r>
              <a:rPr lang="fr-FR" sz="2800" dirty="0">
                <a:ln w="0"/>
                <a:solidFill>
                  <a:srgbClr val="1F3864"/>
                </a:solidFill>
                <a:latin typeface="Aptos" panose="020B0004020202020204" pitchFamily="34" charset="0"/>
              </a:rPr>
              <a:t>Nomenclature des composants de construction</a:t>
            </a:r>
          </a:p>
        </p:txBody>
      </p:sp>
    </p:spTree>
    <p:extLst>
      <p:ext uri="{BB962C8B-B14F-4D97-AF65-F5344CB8AC3E}">
        <p14:creationId xmlns:p14="http://schemas.microsoft.com/office/powerpoint/2010/main" val="20060280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 xmlns:a16="http://schemas.microsoft.com/office/drawing/2014/main" id="{166617EB-A751-1C95-C3B3-C29D22AB122F}"/>
            </a:ext>
          </a:extLst>
        </p:cNvPr>
        <p:cNvGrpSpPr/>
        <p:nvPr/>
      </p:nvGrpSpPr>
      <p:grpSpPr>
        <a:xfrm>
          <a:off x="0" y="0"/>
          <a:ext cx="0" cy="0"/>
          <a:chOff x="0" y="0"/>
          <a:chExt cx="0" cy="0"/>
        </a:xfrm>
      </p:grpSpPr>
      <p:sp>
        <p:nvSpPr>
          <p:cNvPr id="2" name="Espace réservé du numéro de diapositive 1">
            <a:extLst>
              <a:ext uri="{FF2B5EF4-FFF2-40B4-BE49-F238E27FC236}">
                <a16:creationId xmlns="" xmlns:a16="http://schemas.microsoft.com/office/drawing/2014/main" id="{BF4ED781-D819-DA0D-3BC3-BCC7A9B8E7A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6</a:t>
            </a:fld>
            <a:endParaRPr lang="fr-FR"/>
          </a:p>
        </p:txBody>
      </p:sp>
      <p:pic>
        <p:nvPicPr>
          <p:cNvPr id="5" name="Image 4">
            <a:extLst>
              <a:ext uri="{FF2B5EF4-FFF2-40B4-BE49-F238E27FC236}">
                <a16:creationId xmlns="" xmlns:a16="http://schemas.microsoft.com/office/drawing/2014/main" id="{918C20F3-4EA2-2711-FC9F-2C906835431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39492" y="70223"/>
            <a:ext cx="1090163" cy="981979"/>
          </a:xfrm>
          <a:prstGeom prst="rect">
            <a:avLst/>
          </a:prstGeom>
          <a:noFill/>
          <a:ln>
            <a:noFill/>
          </a:ln>
        </p:spPr>
      </p:pic>
      <p:pic>
        <p:nvPicPr>
          <p:cNvPr id="6" name="officeArt object">
            <a:extLst>
              <a:ext uri="{FF2B5EF4-FFF2-40B4-BE49-F238E27FC236}">
                <a16:creationId xmlns="" xmlns:a16="http://schemas.microsoft.com/office/drawing/2014/main" id="{D1ACD2A6-358F-EB41-5C37-20C6B8E50B11}"/>
              </a:ext>
            </a:extLst>
          </p:cNvPr>
          <p:cNvPicPr/>
          <p:nvPr/>
        </p:nvPicPr>
        <p:blipFill rotWithShape="1">
          <a:blip r:embed="rId4"/>
          <a:srcRect l="12854" r="8048"/>
          <a:stretch/>
        </p:blipFill>
        <p:spPr>
          <a:xfrm>
            <a:off x="9840279" y="0"/>
            <a:ext cx="1199213" cy="1506125"/>
          </a:xfrm>
          <a:prstGeom prst="rect">
            <a:avLst/>
          </a:prstGeom>
          <a:ln w="12700" cap="flat">
            <a:noFill/>
            <a:miter lim="400000"/>
          </a:ln>
          <a:effectLst/>
        </p:spPr>
      </p:pic>
      <p:sp>
        <p:nvSpPr>
          <p:cNvPr id="8" name="Espace réservé du pied de page 7">
            <a:extLst>
              <a:ext uri="{FF2B5EF4-FFF2-40B4-BE49-F238E27FC236}">
                <a16:creationId xmlns="" xmlns:a16="http://schemas.microsoft.com/office/drawing/2014/main" id="{231B5DF5-870A-B282-7EEA-A340B19F64C4}"/>
              </a:ext>
            </a:extLst>
          </p:cNvPr>
          <p:cNvSpPr>
            <a:spLocks noGrp="1"/>
          </p:cNvSpPr>
          <p:nvPr>
            <p:ph type="ftr" idx="11"/>
          </p:nvPr>
        </p:nvSpPr>
        <p:spPr/>
        <p:txBody>
          <a:bodyPr/>
          <a:lstStyle/>
          <a:p>
            <a:r>
              <a:rPr lang="fr-FR" dirty="0"/>
              <a:t>Dr. Ibrahim Niang</a:t>
            </a:r>
          </a:p>
        </p:txBody>
      </p:sp>
      <p:sp>
        <p:nvSpPr>
          <p:cNvPr id="3" name="Rectangle 2">
            <a:extLst>
              <a:ext uri="{FF2B5EF4-FFF2-40B4-BE49-F238E27FC236}">
                <a16:creationId xmlns="" xmlns:a16="http://schemas.microsoft.com/office/drawing/2014/main" id="{652ED242-2CBE-11F6-BB3C-8F17341A5CAC}"/>
              </a:ext>
            </a:extLst>
          </p:cNvPr>
          <p:cNvSpPr/>
          <p:nvPr/>
        </p:nvSpPr>
        <p:spPr>
          <a:xfrm>
            <a:off x="-63745" y="-107207"/>
            <a:ext cx="5199163" cy="1309654"/>
          </a:xfrm>
          <a:prstGeom prst="rect">
            <a:avLst/>
          </a:prstGeom>
        </p:spPr>
        <p:txBody>
          <a:bodyPr wrap="square">
            <a:spAutoFit/>
          </a:bodyPr>
          <a:lstStyle/>
          <a:p>
            <a:pPr marL="571500" indent="-571500">
              <a:lnSpc>
                <a:spcPct val="150000"/>
              </a:lnSpc>
              <a:buClr>
                <a:srgbClr val="1F3864"/>
              </a:buClr>
              <a:buSzPct val="65000"/>
              <a:buFont typeface="+mj-lt"/>
              <a:buAutoNum type="romanUcPeriod"/>
            </a:pPr>
            <a:r>
              <a:rPr lang="fr-FR" sz="3200" b="1" dirty="0">
                <a:solidFill>
                  <a:srgbClr val="1F3864"/>
                </a:solidFill>
                <a:latin typeface="Aptos" panose="020B0004020202020204" pitchFamily="34" charset="0"/>
                <a:ea typeface="Calibri"/>
                <a:cs typeface="Calibri"/>
                <a:sym typeface="Calibri"/>
              </a:rPr>
              <a:t>Terminologie</a:t>
            </a:r>
          </a:p>
          <a:p>
            <a:pPr>
              <a:lnSpc>
                <a:spcPct val="150000"/>
              </a:lnSpc>
            </a:pPr>
            <a:endParaRPr lang="fr-FR" sz="2400" dirty="0">
              <a:solidFill>
                <a:srgbClr val="1F3864"/>
              </a:solidFill>
              <a:latin typeface="Proxima Nova"/>
              <a:cs typeface="Calibri"/>
              <a:sym typeface="Calibri"/>
            </a:endParaRPr>
          </a:p>
        </p:txBody>
      </p:sp>
      <p:sp>
        <p:nvSpPr>
          <p:cNvPr id="11" name="ZoneTexte 10">
            <a:extLst>
              <a:ext uri="{FF2B5EF4-FFF2-40B4-BE49-F238E27FC236}">
                <a16:creationId xmlns="" xmlns:a16="http://schemas.microsoft.com/office/drawing/2014/main" id="{DC04FE86-952B-240C-77D7-BA4DAD4D2F5D}"/>
              </a:ext>
            </a:extLst>
          </p:cNvPr>
          <p:cNvSpPr txBox="1"/>
          <p:nvPr/>
        </p:nvSpPr>
        <p:spPr>
          <a:xfrm>
            <a:off x="5526506" y="6367532"/>
            <a:ext cx="6168188" cy="707886"/>
          </a:xfrm>
          <a:prstGeom prst="rect">
            <a:avLst/>
          </a:prstGeom>
          <a:noFill/>
        </p:spPr>
        <p:txBody>
          <a:bodyPr wrap="square">
            <a:spAutoFit/>
          </a:bodyPr>
          <a:lstStyle/>
          <a:p>
            <a:pPr algn="ctr"/>
            <a:r>
              <a:rPr lang="fr-FR" sz="1100" dirty="0">
                <a:hlinkClick r:id="rId5"/>
              </a:rPr>
              <a:t>https://www.abc-maconnerie.com/lecture-plan/generalites/bases-dessin-technique/terminologie.html</a:t>
            </a:r>
            <a:endParaRPr lang="fr-FR" sz="1100" dirty="0"/>
          </a:p>
          <a:p>
            <a:endParaRPr lang="fr-FR" dirty="0"/>
          </a:p>
        </p:txBody>
      </p:sp>
      <p:pic>
        <p:nvPicPr>
          <p:cNvPr id="7" name="Image 6">
            <a:extLst>
              <a:ext uri="{FF2B5EF4-FFF2-40B4-BE49-F238E27FC236}">
                <a16:creationId xmlns="" xmlns:a16="http://schemas.microsoft.com/office/drawing/2014/main" id="{397B27D2-BC53-1CEF-1B28-74CFACBEA2FF}"/>
              </a:ext>
            </a:extLst>
          </p:cNvPr>
          <p:cNvPicPr>
            <a:picLocks noChangeAspect="1"/>
          </p:cNvPicPr>
          <p:nvPr/>
        </p:nvPicPr>
        <p:blipFill>
          <a:blip r:embed="rId6"/>
          <a:stretch>
            <a:fillRect/>
          </a:stretch>
        </p:blipFill>
        <p:spPr>
          <a:xfrm>
            <a:off x="4251158" y="2224118"/>
            <a:ext cx="7102642" cy="3573333"/>
          </a:xfrm>
          <a:prstGeom prst="rect">
            <a:avLst/>
          </a:prstGeom>
        </p:spPr>
      </p:pic>
      <p:sp>
        <p:nvSpPr>
          <p:cNvPr id="12" name="ZoneTexte 11">
            <a:extLst>
              <a:ext uri="{FF2B5EF4-FFF2-40B4-BE49-F238E27FC236}">
                <a16:creationId xmlns="" xmlns:a16="http://schemas.microsoft.com/office/drawing/2014/main" id="{2F81ED49-9646-0ABB-89E0-C95B4C7257AD}"/>
              </a:ext>
            </a:extLst>
          </p:cNvPr>
          <p:cNvSpPr txBox="1"/>
          <p:nvPr/>
        </p:nvSpPr>
        <p:spPr>
          <a:xfrm>
            <a:off x="519364" y="2224118"/>
            <a:ext cx="6168188" cy="3693319"/>
          </a:xfrm>
          <a:prstGeom prst="rect">
            <a:avLst/>
          </a:prstGeom>
          <a:noFill/>
        </p:spPr>
        <p:txBody>
          <a:bodyPr wrap="square">
            <a:spAutoFit/>
          </a:bodyPr>
          <a:lstStyle/>
          <a:p>
            <a:r>
              <a:rPr lang="fr-FR" b="1" i="0" dirty="0">
                <a:solidFill>
                  <a:srgbClr val="212529"/>
                </a:solidFill>
                <a:effectLst/>
                <a:latin typeface="Open Sans" panose="020B0606030504020204" pitchFamily="34" charset="0"/>
              </a:rPr>
              <a:t>1</a:t>
            </a:r>
            <a:r>
              <a:rPr lang="fr-FR" b="0" i="0" dirty="0">
                <a:solidFill>
                  <a:srgbClr val="212529"/>
                </a:solidFill>
                <a:effectLst/>
                <a:latin typeface="Open Sans" panose="020B0606030504020204" pitchFamily="34" charset="0"/>
              </a:rPr>
              <a:t>- Pignon</a:t>
            </a:r>
            <a:r>
              <a:rPr lang="fr-FR" dirty="0"/>
              <a:t/>
            </a:r>
            <a:br>
              <a:rPr lang="fr-FR" dirty="0"/>
            </a:br>
            <a:r>
              <a:rPr lang="fr-FR" b="1" i="0" dirty="0">
                <a:solidFill>
                  <a:srgbClr val="212529"/>
                </a:solidFill>
                <a:effectLst/>
                <a:latin typeface="Open Sans" panose="020B0606030504020204" pitchFamily="34" charset="0"/>
              </a:rPr>
              <a:t>2</a:t>
            </a:r>
            <a:r>
              <a:rPr lang="fr-FR" b="0" i="0" dirty="0">
                <a:solidFill>
                  <a:srgbClr val="212529"/>
                </a:solidFill>
                <a:effectLst/>
                <a:latin typeface="Open Sans" panose="020B0606030504020204" pitchFamily="34" charset="0"/>
              </a:rPr>
              <a:t>- </a:t>
            </a:r>
            <a:r>
              <a:rPr lang="fr-FR" dirty="0">
                <a:solidFill>
                  <a:srgbClr val="000000"/>
                </a:solidFill>
                <a:latin typeface="Open Sans" panose="020B0606030504020204" pitchFamily="34" charset="0"/>
              </a:rPr>
              <a:t>Corniche</a:t>
            </a:r>
            <a:r>
              <a:rPr lang="fr-FR" dirty="0"/>
              <a:t/>
            </a:r>
            <a:br>
              <a:rPr lang="fr-FR" dirty="0"/>
            </a:br>
            <a:r>
              <a:rPr lang="fr-FR" b="1" i="0" dirty="0">
                <a:solidFill>
                  <a:srgbClr val="212529"/>
                </a:solidFill>
                <a:effectLst/>
                <a:latin typeface="Open Sans" panose="020B0606030504020204" pitchFamily="34" charset="0"/>
              </a:rPr>
              <a:t>3</a:t>
            </a:r>
            <a:r>
              <a:rPr lang="fr-FR" b="0" i="0" dirty="0">
                <a:solidFill>
                  <a:srgbClr val="212529"/>
                </a:solidFill>
                <a:effectLst/>
                <a:latin typeface="Open Sans" panose="020B0606030504020204" pitchFamily="34" charset="0"/>
              </a:rPr>
              <a:t>- </a:t>
            </a:r>
            <a:r>
              <a:rPr lang="fr-FR" dirty="0">
                <a:solidFill>
                  <a:srgbClr val="000000"/>
                </a:solidFill>
                <a:latin typeface="Open Sans" panose="020B0606030504020204" pitchFamily="34" charset="0"/>
              </a:rPr>
              <a:t>Balcon</a:t>
            </a:r>
            <a:r>
              <a:rPr lang="fr-FR" dirty="0"/>
              <a:t/>
            </a:r>
            <a:br>
              <a:rPr lang="fr-FR" dirty="0"/>
            </a:br>
            <a:r>
              <a:rPr lang="fr-FR" b="1" i="0" dirty="0">
                <a:solidFill>
                  <a:srgbClr val="212529"/>
                </a:solidFill>
                <a:effectLst/>
                <a:latin typeface="Open Sans" panose="020B0606030504020204" pitchFamily="34" charset="0"/>
              </a:rPr>
              <a:t>4</a:t>
            </a:r>
            <a:r>
              <a:rPr lang="fr-FR" b="0" i="0" dirty="0">
                <a:solidFill>
                  <a:srgbClr val="212529"/>
                </a:solidFill>
                <a:effectLst/>
                <a:latin typeface="Open Sans" panose="020B0606030504020204" pitchFamily="34" charset="0"/>
              </a:rPr>
              <a:t>- Plein mur</a:t>
            </a:r>
            <a:r>
              <a:rPr lang="fr-FR" dirty="0"/>
              <a:t/>
            </a:r>
            <a:br>
              <a:rPr lang="fr-FR" dirty="0"/>
            </a:br>
            <a:r>
              <a:rPr lang="fr-FR" b="1" i="0" dirty="0">
                <a:solidFill>
                  <a:srgbClr val="212529"/>
                </a:solidFill>
                <a:effectLst/>
                <a:latin typeface="Open Sans" panose="020B0606030504020204" pitchFamily="34" charset="0"/>
              </a:rPr>
              <a:t>5</a:t>
            </a:r>
            <a:r>
              <a:rPr lang="fr-FR" b="0" i="0" dirty="0">
                <a:solidFill>
                  <a:srgbClr val="212529"/>
                </a:solidFill>
                <a:effectLst/>
                <a:latin typeface="Open Sans" panose="020B0606030504020204" pitchFamily="34" charset="0"/>
              </a:rPr>
              <a:t>- Dalle</a:t>
            </a:r>
            <a:r>
              <a:rPr lang="fr-FR" dirty="0"/>
              <a:t/>
            </a:r>
            <a:br>
              <a:rPr lang="fr-FR" dirty="0"/>
            </a:br>
            <a:r>
              <a:rPr lang="fr-FR" b="1" i="0" dirty="0">
                <a:solidFill>
                  <a:srgbClr val="212529"/>
                </a:solidFill>
                <a:effectLst/>
                <a:latin typeface="Open Sans" panose="020B0606030504020204" pitchFamily="34" charset="0"/>
              </a:rPr>
              <a:t>6</a:t>
            </a:r>
            <a:r>
              <a:rPr lang="fr-FR" b="0" i="0" dirty="0">
                <a:solidFill>
                  <a:srgbClr val="212529"/>
                </a:solidFill>
                <a:effectLst/>
                <a:latin typeface="Open Sans" panose="020B0606030504020204" pitchFamily="34" charset="0"/>
              </a:rPr>
              <a:t>- Jambage</a:t>
            </a:r>
            <a:r>
              <a:rPr lang="fr-FR" dirty="0"/>
              <a:t/>
            </a:r>
            <a:br>
              <a:rPr lang="fr-FR" dirty="0"/>
            </a:br>
            <a:r>
              <a:rPr lang="fr-FR" b="1" i="0" dirty="0">
                <a:solidFill>
                  <a:srgbClr val="212529"/>
                </a:solidFill>
                <a:effectLst/>
                <a:latin typeface="Open Sans" panose="020B0606030504020204" pitchFamily="34" charset="0"/>
              </a:rPr>
              <a:t>7</a:t>
            </a:r>
            <a:r>
              <a:rPr lang="fr-FR" b="0" i="0" dirty="0">
                <a:solidFill>
                  <a:srgbClr val="212529"/>
                </a:solidFill>
                <a:effectLst/>
                <a:latin typeface="Open Sans" panose="020B0606030504020204" pitchFamily="34" charset="0"/>
              </a:rPr>
              <a:t>- </a:t>
            </a:r>
            <a:r>
              <a:rPr lang="fr-FR" dirty="0">
                <a:solidFill>
                  <a:srgbClr val="000000"/>
                </a:solidFill>
                <a:latin typeface="Open Sans" panose="020B0606030504020204" pitchFamily="34" charset="0"/>
              </a:rPr>
              <a:t>Meneau</a:t>
            </a:r>
            <a:r>
              <a:rPr lang="fr-FR" dirty="0"/>
              <a:t/>
            </a:r>
            <a:br>
              <a:rPr lang="fr-FR" dirty="0"/>
            </a:br>
            <a:r>
              <a:rPr lang="fr-FR" b="1" i="0" dirty="0">
                <a:solidFill>
                  <a:srgbClr val="212529"/>
                </a:solidFill>
                <a:effectLst/>
                <a:latin typeface="Open Sans" panose="020B0606030504020204" pitchFamily="34" charset="0"/>
              </a:rPr>
              <a:t>8</a:t>
            </a:r>
            <a:r>
              <a:rPr lang="fr-FR" b="0" i="0" dirty="0">
                <a:solidFill>
                  <a:srgbClr val="212529"/>
                </a:solidFill>
                <a:effectLst/>
                <a:latin typeface="Open Sans" panose="020B0606030504020204" pitchFamily="34" charset="0"/>
              </a:rPr>
              <a:t>- </a:t>
            </a:r>
            <a:r>
              <a:rPr lang="fr-FR" dirty="0">
                <a:solidFill>
                  <a:srgbClr val="000000"/>
                </a:solidFill>
                <a:latin typeface="Open Sans" panose="020B0606030504020204" pitchFamily="34" charset="0"/>
              </a:rPr>
              <a:t>Trumeau</a:t>
            </a:r>
            <a:r>
              <a:rPr lang="fr-FR" dirty="0"/>
              <a:t/>
            </a:r>
            <a:br>
              <a:rPr lang="fr-FR" dirty="0"/>
            </a:br>
            <a:r>
              <a:rPr lang="fr-FR" b="1" i="0" dirty="0">
                <a:solidFill>
                  <a:srgbClr val="212529"/>
                </a:solidFill>
                <a:effectLst/>
                <a:latin typeface="Open Sans" panose="020B0606030504020204" pitchFamily="34" charset="0"/>
              </a:rPr>
              <a:t>9</a:t>
            </a:r>
            <a:r>
              <a:rPr lang="fr-FR" b="0" i="0" dirty="0">
                <a:solidFill>
                  <a:srgbClr val="212529"/>
                </a:solidFill>
                <a:effectLst/>
                <a:latin typeface="Open Sans" panose="020B0606030504020204" pitchFamily="34" charset="0"/>
              </a:rPr>
              <a:t>- Appui</a:t>
            </a:r>
            <a:r>
              <a:rPr lang="fr-FR" dirty="0"/>
              <a:t/>
            </a:r>
            <a:br>
              <a:rPr lang="fr-FR" dirty="0"/>
            </a:br>
            <a:r>
              <a:rPr lang="fr-FR" b="1" i="0" dirty="0">
                <a:solidFill>
                  <a:srgbClr val="212529"/>
                </a:solidFill>
                <a:effectLst/>
                <a:latin typeface="Open Sans" panose="020B0606030504020204" pitchFamily="34" charset="0"/>
              </a:rPr>
              <a:t>10</a:t>
            </a:r>
            <a:r>
              <a:rPr lang="fr-FR" b="0" i="0" dirty="0">
                <a:solidFill>
                  <a:srgbClr val="212529"/>
                </a:solidFill>
                <a:effectLst/>
                <a:latin typeface="Open Sans" panose="020B0606030504020204" pitchFamily="34" charset="0"/>
              </a:rPr>
              <a:t>- </a:t>
            </a:r>
            <a:r>
              <a:rPr lang="fr-FR" dirty="0">
                <a:solidFill>
                  <a:srgbClr val="000000"/>
                </a:solidFill>
                <a:latin typeface="Open Sans" panose="020B0606030504020204" pitchFamily="34" charset="0"/>
              </a:rPr>
              <a:t>Allège</a:t>
            </a:r>
            <a:r>
              <a:rPr lang="fr-FR" dirty="0"/>
              <a:t/>
            </a:r>
            <a:br>
              <a:rPr lang="fr-FR" dirty="0"/>
            </a:br>
            <a:r>
              <a:rPr lang="fr-FR" b="1" i="0" dirty="0">
                <a:solidFill>
                  <a:srgbClr val="212529"/>
                </a:solidFill>
                <a:effectLst/>
                <a:latin typeface="Open Sans" panose="020B0606030504020204" pitchFamily="34" charset="0"/>
              </a:rPr>
              <a:t>11</a:t>
            </a:r>
            <a:r>
              <a:rPr lang="fr-FR" b="0" i="0" dirty="0">
                <a:solidFill>
                  <a:srgbClr val="212529"/>
                </a:solidFill>
                <a:effectLst/>
                <a:latin typeface="Open Sans" panose="020B0606030504020204" pitchFamily="34" charset="0"/>
              </a:rPr>
              <a:t>- </a:t>
            </a:r>
            <a:r>
              <a:rPr lang="fr-FR" dirty="0">
                <a:solidFill>
                  <a:srgbClr val="000000"/>
                </a:solidFill>
                <a:latin typeface="Open Sans" panose="020B0606030504020204" pitchFamily="34" charset="0"/>
              </a:rPr>
              <a:t>Tableau</a:t>
            </a:r>
            <a:r>
              <a:rPr lang="fr-FR" dirty="0"/>
              <a:t/>
            </a:r>
            <a:br>
              <a:rPr lang="fr-FR" dirty="0"/>
            </a:br>
            <a:r>
              <a:rPr lang="fr-FR" b="1" i="0" dirty="0">
                <a:solidFill>
                  <a:srgbClr val="212529"/>
                </a:solidFill>
                <a:effectLst/>
                <a:latin typeface="Open Sans" panose="020B0606030504020204" pitchFamily="34" charset="0"/>
              </a:rPr>
              <a:t>12</a:t>
            </a:r>
            <a:r>
              <a:rPr lang="fr-FR" b="0" i="0" dirty="0">
                <a:solidFill>
                  <a:srgbClr val="212529"/>
                </a:solidFill>
                <a:effectLst/>
                <a:latin typeface="Open Sans" panose="020B0606030504020204" pitchFamily="34" charset="0"/>
              </a:rPr>
              <a:t>- Semelle filante</a:t>
            </a:r>
            <a:r>
              <a:rPr lang="fr-FR" dirty="0"/>
              <a:t/>
            </a:r>
            <a:br>
              <a:rPr lang="fr-FR" dirty="0"/>
            </a:br>
            <a:endParaRPr lang="fr-FR" dirty="0"/>
          </a:p>
        </p:txBody>
      </p:sp>
      <p:sp>
        <p:nvSpPr>
          <p:cNvPr id="14" name="ZoneTexte 13">
            <a:extLst>
              <a:ext uri="{FF2B5EF4-FFF2-40B4-BE49-F238E27FC236}">
                <a16:creationId xmlns="" xmlns:a16="http://schemas.microsoft.com/office/drawing/2014/main" id="{A1976899-36F8-5355-309E-7D883283E977}"/>
              </a:ext>
            </a:extLst>
          </p:cNvPr>
          <p:cNvSpPr txBox="1"/>
          <p:nvPr/>
        </p:nvSpPr>
        <p:spPr>
          <a:xfrm>
            <a:off x="1845839" y="1085356"/>
            <a:ext cx="8136361" cy="523220"/>
          </a:xfrm>
          <a:prstGeom prst="rect">
            <a:avLst/>
          </a:prstGeom>
          <a:noFill/>
        </p:spPr>
        <p:txBody>
          <a:bodyPr wrap="square">
            <a:spAutoFit/>
          </a:bodyPr>
          <a:lstStyle/>
          <a:p>
            <a:pPr algn="ctr"/>
            <a:r>
              <a:rPr lang="fr-FR" sz="2800" dirty="0">
                <a:ln w="0"/>
                <a:solidFill>
                  <a:srgbClr val="1F3864"/>
                </a:solidFill>
                <a:latin typeface="Aptos" panose="020B0004020202020204" pitchFamily="34" charset="0"/>
              </a:rPr>
              <a:t>Nomenclature des composants de construction</a:t>
            </a:r>
          </a:p>
        </p:txBody>
      </p:sp>
    </p:spTree>
    <p:extLst>
      <p:ext uri="{BB962C8B-B14F-4D97-AF65-F5344CB8AC3E}">
        <p14:creationId xmlns:p14="http://schemas.microsoft.com/office/powerpoint/2010/main" val="28767894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 xmlns:a16="http://schemas.microsoft.com/office/drawing/2014/main" id="{7933C352-62FF-003A-48A6-8D13A4AA2DB5}"/>
            </a:ext>
          </a:extLst>
        </p:cNvPr>
        <p:cNvGrpSpPr/>
        <p:nvPr/>
      </p:nvGrpSpPr>
      <p:grpSpPr>
        <a:xfrm>
          <a:off x="0" y="0"/>
          <a:ext cx="0" cy="0"/>
          <a:chOff x="0" y="0"/>
          <a:chExt cx="0" cy="0"/>
        </a:xfrm>
      </p:grpSpPr>
      <p:sp>
        <p:nvSpPr>
          <p:cNvPr id="2" name="Espace réservé du numéro de diapositive 1">
            <a:extLst>
              <a:ext uri="{FF2B5EF4-FFF2-40B4-BE49-F238E27FC236}">
                <a16:creationId xmlns="" xmlns:a16="http://schemas.microsoft.com/office/drawing/2014/main" id="{62418ADB-2683-B5BF-1484-BBFB691903D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7</a:t>
            </a:fld>
            <a:endParaRPr lang="fr-FR"/>
          </a:p>
        </p:txBody>
      </p:sp>
      <p:pic>
        <p:nvPicPr>
          <p:cNvPr id="5" name="Image 4">
            <a:extLst>
              <a:ext uri="{FF2B5EF4-FFF2-40B4-BE49-F238E27FC236}">
                <a16:creationId xmlns="" xmlns:a16="http://schemas.microsoft.com/office/drawing/2014/main" id="{18061795-FC6A-1931-0D50-E339ADC7B5B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39492" y="70223"/>
            <a:ext cx="1090163" cy="981979"/>
          </a:xfrm>
          <a:prstGeom prst="rect">
            <a:avLst/>
          </a:prstGeom>
          <a:noFill/>
          <a:ln>
            <a:noFill/>
          </a:ln>
        </p:spPr>
      </p:pic>
      <p:pic>
        <p:nvPicPr>
          <p:cNvPr id="6" name="officeArt object">
            <a:extLst>
              <a:ext uri="{FF2B5EF4-FFF2-40B4-BE49-F238E27FC236}">
                <a16:creationId xmlns="" xmlns:a16="http://schemas.microsoft.com/office/drawing/2014/main" id="{281A6062-5014-3174-CF7D-F857003EE288}"/>
              </a:ext>
            </a:extLst>
          </p:cNvPr>
          <p:cNvPicPr/>
          <p:nvPr/>
        </p:nvPicPr>
        <p:blipFill rotWithShape="1">
          <a:blip r:embed="rId4"/>
          <a:srcRect l="12854" r="8048"/>
          <a:stretch/>
        </p:blipFill>
        <p:spPr>
          <a:xfrm>
            <a:off x="9840279" y="0"/>
            <a:ext cx="1199213" cy="1506125"/>
          </a:xfrm>
          <a:prstGeom prst="rect">
            <a:avLst/>
          </a:prstGeom>
          <a:ln w="12700" cap="flat">
            <a:noFill/>
            <a:miter lim="400000"/>
          </a:ln>
          <a:effectLst/>
        </p:spPr>
      </p:pic>
      <p:sp>
        <p:nvSpPr>
          <p:cNvPr id="8" name="Espace réservé du pied de page 7">
            <a:extLst>
              <a:ext uri="{FF2B5EF4-FFF2-40B4-BE49-F238E27FC236}">
                <a16:creationId xmlns="" xmlns:a16="http://schemas.microsoft.com/office/drawing/2014/main" id="{1421B159-901C-7516-A57F-6ADCC117ED85}"/>
              </a:ext>
            </a:extLst>
          </p:cNvPr>
          <p:cNvSpPr>
            <a:spLocks noGrp="1"/>
          </p:cNvSpPr>
          <p:nvPr>
            <p:ph type="ftr" idx="11"/>
          </p:nvPr>
        </p:nvSpPr>
        <p:spPr/>
        <p:txBody>
          <a:bodyPr/>
          <a:lstStyle/>
          <a:p>
            <a:r>
              <a:rPr lang="fr-FR" dirty="0"/>
              <a:t>Dr. Ibrahim Niang</a:t>
            </a:r>
          </a:p>
        </p:txBody>
      </p:sp>
      <p:sp>
        <p:nvSpPr>
          <p:cNvPr id="3" name="Rectangle 2">
            <a:extLst>
              <a:ext uri="{FF2B5EF4-FFF2-40B4-BE49-F238E27FC236}">
                <a16:creationId xmlns="" xmlns:a16="http://schemas.microsoft.com/office/drawing/2014/main" id="{1E1B7C85-0D9D-E2B7-2E27-B47F5721F551}"/>
              </a:ext>
            </a:extLst>
          </p:cNvPr>
          <p:cNvSpPr/>
          <p:nvPr/>
        </p:nvSpPr>
        <p:spPr>
          <a:xfrm>
            <a:off x="-63745" y="-107207"/>
            <a:ext cx="5199163" cy="1309654"/>
          </a:xfrm>
          <a:prstGeom prst="rect">
            <a:avLst/>
          </a:prstGeom>
        </p:spPr>
        <p:txBody>
          <a:bodyPr wrap="square">
            <a:spAutoFit/>
          </a:bodyPr>
          <a:lstStyle/>
          <a:p>
            <a:pPr marL="571500" indent="-571500">
              <a:lnSpc>
                <a:spcPct val="150000"/>
              </a:lnSpc>
              <a:buClr>
                <a:srgbClr val="1F3864"/>
              </a:buClr>
              <a:buSzPct val="65000"/>
              <a:buFont typeface="+mj-lt"/>
              <a:buAutoNum type="romanUcPeriod"/>
            </a:pPr>
            <a:r>
              <a:rPr lang="fr-FR" sz="3200" b="1" dirty="0">
                <a:solidFill>
                  <a:srgbClr val="1F3864"/>
                </a:solidFill>
                <a:latin typeface="Aptos" panose="020B0004020202020204" pitchFamily="34" charset="0"/>
                <a:ea typeface="Calibri"/>
                <a:cs typeface="Calibri"/>
                <a:sym typeface="Calibri"/>
              </a:rPr>
              <a:t>Terminologie</a:t>
            </a:r>
          </a:p>
          <a:p>
            <a:pPr>
              <a:lnSpc>
                <a:spcPct val="150000"/>
              </a:lnSpc>
            </a:pPr>
            <a:endParaRPr lang="fr-FR" sz="2400" dirty="0">
              <a:solidFill>
                <a:srgbClr val="1F3864"/>
              </a:solidFill>
              <a:latin typeface="Proxima Nova"/>
              <a:cs typeface="Calibri"/>
              <a:sym typeface="Calibri"/>
            </a:endParaRPr>
          </a:p>
        </p:txBody>
      </p:sp>
      <p:sp>
        <p:nvSpPr>
          <p:cNvPr id="11" name="ZoneTexte 10">
            <a:extLst>
              <a:ext uri="{FF2B5EF4-FFF2-40B4-BE49-F238E27FC236}">
                <a16:creationId xmlns="" xmlns:a16="http://schemas.microsoft.com/office/drawing/2014/main" id="{282200A7-0672-B873-B9B6-8CFA93BE3E8C}"/>
              </a:ext>
            </a:extLst>
          </p:cNvPr>
          <p:cNvSpPr txBox="1"/>
          <p:nvPr/>
        </p:nvSpPr>
        <p:spPr>
          <a:xfrm>
            <a:off x="5526506" y="6367532"/>
            <a:ext cx="6168188" cy="707886"/>
          </a:xfrm>
          <a:prstGeom prst="rect">
            <a:avLst/>
          </a:prstGeom>
          <a:noFill/>
        </p:spPr>
        <p:txBody>
          <a:bodyPr wrap="square">
            <a:spAutoFit/>
          </a:bodyPr>
          <a:lstStyle/>
          <a:p>
            <a:pPr algn="ctr"/>
            <a:r>
              <a:rPr lang="fr-FR" sz="1100" dirty="0">
                <a:hlinkClick r:id="rId5"/>
              </a:rPr>
              <a:t>https://www.abc-maconnerie.com/lecture-plan/generalites/bases-dessin-technique/terminologie.html</a:t>
            </a:r>
            <a:endParaRPr lang="fr-FR" sz="1100" dirty="0"/>
          </a:p>
          <a:p>
            <a:endParaRPr lang="fr-FR" dirty="0"/>
          </a:p>
        </p:txBody>
      </p:sp>
      <p:pic>
        <p:nvPicPr>
          <p:cNvPr id="7" name="Image 6">
            <a:extLst>
              <a:ext uri="{FF2B5EF4-FFF2-40B4-BE49-F238E27FC236}">
                <a16:creationId xmlns="" xmlns:a16="http://schemas.microsoft.com/office/drawing/2014/main" id="{E746B559-DA9A-4292-805B-9CC5B2669AC1}"/>
              </a:ext>
            </a:extLst>
          </p:cNvPr>
          <p:cNvPicPr>
            <a:picLocks noChangeAspect="1"/>
          </p:cNvPicPr>
          <p:nvPr/>
        </p:nvPicPr>
        <p:blipFill>
          <a:blip r:embed="rId6"/>
          <a:stretch>
            <a:fillRect/>
          </a:stretch>
        </p:blipFill>
        <p:spPr>
          <a:xfrm>
            <a:off x="3217439" y="1909012"/>
            <a:ext cx="8136361" cy="4093396"/>
          </a:xfrm>
          <a:prstGeom prst="rect">
            <a:avLst/>
          </a:prstGeom>
        </p:spPr>
      </p:pic>
      <p:sp>
        <p:nvSpPr>
          <p:cNvPr id="9" name="ZoneTexte 8">
            <a:extLst>
              <a:ext uri="{FF2B5EF4-FFF2-40B4-BE49-F238E27FC236}">
                <a16:creationId xmlns="" xmlns:a16="http://schemas.microsoft.com/office/drawing/2014/main" id="{B10B8521-CB3D-904A-3A01-0D2DCE562323}"/>
              </a:ext>
            </a:extLst>
          </p:cNvPr>
          <p:cNvSpPr txBox="1"/>
          <p:nvPr/>
        </p:nvSpPr>
        <p:spPr>
          <a:xfrm>
            <a:off x="133345" y="2540975"/>
            <a:ext cx="6168188" cy="3139321"/>
          </a:xfrm>
          <a:prstGeom prst="rect">
            <a:avLst/>
          </a:prstGeom>
          <a:noFill/>
        </p:spPr>
        <p:txBody>
          <a:bodyPr wrap="square">
            <a:spAutoFit/>
          </a:bodyPr>
          <a:lstStyle/>
          <a:p>
            <a:r>
              <a:rPr lang="fr-FR" b="1" i="0" dirty="0">
                <a:solidFill>
                  <a:srgbClr val="212529"/>
                </a:solidFill>
                <a:effectLst/>
                <a:latin typeface="Open Sans" panose="020B0606030504020204" pitchFamily="34" charset="0"/>
              </a:rPr>
              <a:t>13</a:t>
            </a:r>
            <a:r>
              <a:rPr lang="fr-FR" b="0" i="0" dirty="0">
                <a:solidFill>
                  <a:srgbClr val="212529"/>
                </a:solidFill>
                <a:effectLst/>
                <a:latin typeface="Open Sans" panose="020B0606030504020204" pitchFamily="34" charset="0"/>
              </a:rPr>
              <a:t>- </a:t>
            </a:r>
            <a:r>
              <a:rPr lang="fr-FR" dirty="0">
                <a:solidFill>
                  <a:srgbClr val="000000"/>
                </a:solidFill>
                <a:latin typeface="Open Sans" panose="020B0606030504020204" pitchFamily="34" charset="0"/>
              </a:rPr>
              <a:t>Chaînage vertical</a:t>
            </a:r>
            <a:r>
              <a:rPr lang="fr-FR" dirty="0"/>
              <a:t/>
            </a:r>
            <a:br>
              <a:rPr lang="fr-FR" dirty="0"/>
            </a:br>
            <a:r>
              <a:rPr lang="fr-FR" b="1" i="0" dirty="0">
                <a:solidFill>
                  <a:srgbClr val="212529"/>
                </a:solidFill>
                <a:effectLst/>
                <a:latin typeface="Open Sans" panose="020B0606030504020204" pitchFamily="34" charset="0"/>
              </a:rPr>
              <a:t>14</a:t>
            </a:r>
            <a:r>
              <a:rPr lang="fr-FR" b="0" i="0" dirty="0">
                <a:solidFill>
                  <a:srgbClr val="212529"/>
                </a:solidFill>
                <a:effectLst/>
                <a:latin typeface="Open Sans" panose="020B0606030504020204" pitchFamily="34" charset="0"/>
              </a:rPr>
              <a:t>- </a:t>
            </a:r>
            <a:r>
              <a:rPr lang="fr-FR" dirty="0">
                <a:solidFill>
                  <a:srgbClr val="000000"/>
                </a:solidFill>
                <a:latin typeface="Open Sans" panose="020B0606030504020204" pitchFamily="34" charset="0"/>
              </a:rPr>
              <a:t>Trémie</a:t>
            </a:r>
          </a:p>
          <a:p>
            <a:r>
              <a:rPr lang="fr-FR" b="1" i="0" dirty="0">
                <a:solidFill>
                  <a:srgbClr val="212529"/>
                </a:solidFill>
                <a:effectLst/>
                <a:latin typeface="Open Sans" panose="020B0606030504020204" pitchFamily="34" charset="0"/>
              </a:rPr>
              <a:t>15</a:t>
            </a:r>
            <a:r>
              <a:rPr lang="fr-FR" b="0" i="0" dirty="0">
                <a:solidFill>
                  <a:srgbClr val="212529"/>
                </a:solidFill>
                <a:effectLst/>
                <a:latin typeface="Open Sans" panose="020B0606030504020204" pitchFamily="34" charset="0"/>
              </a:rPr>
              <a:t>- </a:t>
            </a:r>
            <a:r>
              <a:rPr lang="fr-FR" dirty="0">
                <a:solidFill>
                  <a:srgbClr val="000000"/>
                </a:solidFill>
                <a:latin typeface="Open Sans" panose="020B0606030504020204" pitchFamily="34" charset="0"/>
              </a:rPr>
              <a:t>Seuil</a:t>
            </a:r>
            <a:r>
              <a:rPr lang="fr-FR" dirty="0"/>
              <a:t/>
            </a:r>
            <a:br>
              <a:rPr lang="fr-FR" dirty="0"/>
            </a:br>
            <a:r>
              <a:rPr lang="fr-FR" b="1" i="0" dirty="0">
                <a:solidFill>
                  <a:srgbClr val="212529"/>
                </a:solidFill>
                <a:effectLst/>
                <a:latin typeface="Open Sans" panose="020B0606030504020204" pitchFamily="34" charset="0"/>
              </a:rPr>
              <a:t>16</a:t>
            </a:r>
            <a:r>
              <a:rPr lang="fr-FR" b="0" i="0" dirty="0">
                <a:solidFill>
                  <a:srgbClr val="212529"/>
                </a:solidFill>
                <a:effectLst/>
                <a:latin typeface="Open Sans" panose="020B0606030504020204" pitchFamily="34" charset="0"/>
              </a:rPr>
              <a:t>- Linteau en BA</a:t>
            </a:r>
            <a:r>
              <a:rPr lang="fr-FR" dirty="0"/>
              <a:t/>
            </a:r>
            <a:br>
              <a:rPr lang="fr-FR" dirty="0"/>
            </a:br>
            <a:r>
              <a:rPr lang="fr-FR" b="1" i="0" dirty="0">
                <a:solidFill>
                  <a:srgbClr val="212529"/>
                </a:solidFill>
                <a:effectLst/>
                <a:latin typeface="Open Sans" panose="020B0606030504020204" pitchFamily="34" charset="0"/>
              </a:rPr>
              <a:t>17</a:t>
            </a:r>
            <a:r>
              <a:rPr lang="fr-FR" b="0" i="0" dirty="0">
                <a:solidFill>
                  <a:srgbClr val="212529"/>
                </a:solidFill>
                <a:effectLst/>
                <a:latin typeface="Open Sans" panose="020B0606030504020204" pitchFamily="34" charset="0"/>
              </a:rPr>
              <a:t>- </a:t>
            </a:r>
            <a:r>
              <a:rPr lang="fr-FR" dirty="0">
                <a:solidFill>
                  <a:srgbClr val="000000"/>
                </a:solidFill>
                <a:latin typeface="Open Sans" panose="020B0606030504020204" pitchFamily="34" charset="0"/>
              </a:rPr>
              <a:t>Semelle isolée</a:t>
            </a:r>
            <a:r>
              <a:rPr lang="fr-FR" dirty="0"/>
              <a:t/>
            </a:r>
            <a:br>
              <a:rPr lang="fr-FR" dirty="0"/>
            </a:br>
            <a:r>
              <a:rPr lang="fr-FR" b="1" i="0" dirty="0">
                <a:solidFill>
                  <a:srgbClr val="212529"/>
                </a:solidFill>
                <a:effectLst/>
                <a:latin typeface="Open Sans" panose="020B0606030504020204" pitchFamily="34" charset="0"/>
              </a:rPr>
              <a:t>18</a:t>
            </a:r>
            <a:r>
              <a:rPr lang="fr-FR" b="0" i="0" dirty="0">
                <a:solidFill>
                  <a:srgbClr val="212529"/>
                </a:solidFill>
                <a:effectLst/>
                <a:latin typeface="Open Sans" panose="020B0606030504020204" pitchFamily="34" charset="0"/>
              </a:rPr>
              <a:t>- </a:t>
            </a:r>
            <a:r>
              <a:rPr lang="fr-FR" dirty="0">
                <a:solidFill>
                  <a:srgbClr val="000000"/>
                </a:solidFill>
                <a:latin typeface="Open Sans" panose="020B0606030504020204" pitchFamily="34" charset="0"/>
              </a:rPr>
              <a:t>Poteau</a:t>
            </a:r>
            <a:r>
              <a:rPr lang="fr-FR" b="0" i="0" dirty="0">
                <a:solidFill>
                  <a:srgbClr val="212529"/>
                </a:solidFill>
                <a:effectLst/>
                <a:latin typeface="Open Sans" panose="020B0606030504020204" pitchFamily="34" charset="0"/>
              </a:rPr>
              <a:t> en BA</a:t>
            </a:r>
            <a:r>
              <a:rPr lang="fr-FR" dirty="0"/>
              <a:t/>
            </a:r>
            <a:br>
              <a:rPr lang="fr-FR" dirty="0"/>
            </a:br>
            <a:r>
              <a:rPr lang="fr-FR" b="1" i="0" dirty="0">
                <a:solidFill>
                  <a:srgbClr val="212529"/>
                </a:solidFill>
                <a:effectLst/>
                <a:latin typeface="Open Sans" panose="020B0606030504020204" pitchFamily="34" charset="0"/>
              </a:rPr>
              <a:t>19</a:t>
            </a:r>
            <a:r>
              <a:rPr lang="fr-FR" b="0" i="0" dirty="0">
                <a:solidFill>
                  <a:srgbClr val="212529"/>
                </a:solidFill>
                <a:effectLst/>
                <a:latin typeface="Open Sans" panose="020B0606030504020204" pitchFamily="34" charset="0"/>
              </a:rPr>
              <a:t>- Poutre en BA</a:t>
            </a:r>
            <a:r>
              <a:rPr lang="fr-FR" dirty="0"/>
              <a:t/>
            </a:r>
            <a:br>
              <a:rPr lang="fr-FR" dirty="0"/>
            </a:br>
            <a:r>
              <a:rPr lang="fr-FR" b="1" i="0" dirty="0">
                <a:solidFill>
                  <a:srgbClr val="212529"/>
                </a:solidFill>
                <a:effectLst/>
                <a:latin typeface="Open Sans" panose="020B0606030504020204" pitchFamily="34" charset="0"/>
              </a:rPr>
              <a:t>20</a:t>
            </a:r>
            <a:r>
              <a:rPr lang="fr-FR" b="0" i="0" dirty="0">
                <a:solidFill>
                  <a:srgbClr val="212529"/>
                </a:solidFill>
                <a:effectLst/>
                <a:latin typeface="Open Sans" panose="020B0606030504020204" pitchFamily="34" charset="0"/>
              </a:rPr>
              <a:t>- </a:t>
            </a:r>
            <a:r>
              <a:rPr lang="fr-FR" dirty="0">
                <a:solidFill>
                  <a:srgbClr val="000000"/>
                </a:solidFill>
                <a:latin typeface="Open Sans" panose="020B0606030504020204" pitchFamily="34" charset="0"/>
              </a:rPr>
              <a:t>Mur de soutènement</a:t>
            </a:r>
            <a:r>
              <a:rPr lang="fr-FR" dirty="0"/>
              <a:t/>
            </a:r>
            <a:br>
              <a:rPr lang="fr-FR" dirty="0"/>
            </a:br>
            <a:r>
              <a:rPr lang="fr-FR" b="1" i="0" dirty="0">
                <a:solidFill>
                  <a:srgbClr val="212529"/>
                </a:solidFill>
                <a:effectLst/>
                <a:latin typeface="Open Sans" panose="020B0606030504020204" pitchFamily="34" charset="0"/>
              </a:rPr>
              <a:t>21</a:t>
            </a:r>
            <a:r>
              <a:rPr lang="fr-FR" b="0" i="0" dirty="0">
                <a:solidFill>
                  <a:srgbClr val="212529"/>
                </a:solidFill>
                <a:effectLst/>
                <a:latin typeface="Open Sans" panose="020B0606030504020204" pitchFamily="34" charset="0"/>
              </a:rPr>
              <a:t>- Tablette </a:t>
            </a:r>
            <a:r>
              <a:rPr lang="fr-FR" dirty="0" err="1">
                <a:solidFill>
                  <a:srgbClr val="000000"/>
                </a:solidFill>
                <a:latin typeface="Open Sans" panose="020B0606030504020204" pitchFamily="34" charset="0"/>
              </a:rPr>
              <a:t>couvertine</a:t>
            </a:r>
            <a:r>
              <a:rPr lang="fr-FR" dirty="0"/>
              <a:t/>
            </a:r>
            <a:br>
              <a:rPr lang="fr-FR" dirty="0"/>
            </a:br>
            <a:r>
              <a:rPr lang="fr-FR" b="1" i="0" dirty="0">
                <a:solidFill>
                  <a:srgbClr val="212529"/>
                </a:solidFill>
                <a:effectLst/>
                <a:latin typeface="Open Sans" panose="020B0606030504020204" pitchFamily="34" charset="0"/>
              </a:rPr>
              <a:t>22</a:t>
            </a:r>
            <a:r>
              <a:rPr lang="fr-FR" b="0" i="0" dirty="0">
                <a:solidFill>
                  <a:srgbClr val="212529"/>
                </a:solidFill>
                <a:effectLst/>
                <a:latin typeface="Open Sans" panose="020B0606030504020204" pitchFamily="34" charset="0"/>
              </a:rPr>
              <a:t>- </a:t>
            </a:r>
            <a:r>
              <a:rPr lang="fr-FR" dirty="0">
                <a:solidFill>
                  <a:srgbClr val="000000"/>
                </a:solidFill>
                <a:latin typeface="Open Sans" panose="020B0606030504020204" pitchFamily="34" charset="0"/>
              </a:rPr>
              <a:t>Chaînage</a:t>
            </a:r>
            <a:r>
              <a:rPr lang="fr-FR" b="0" i="0" dirty="0">
                <a:solidFill>
                  <a:srgbClr val="212529"/>
                </a:solidFill>
                <a:effectLst/>
                <a:latin typeface="Open Sans" panose="020B0606030504020204" pitchFamily="34" charset="0"/>
              </a:rPr>
              <a:t> horizontal</a:t>
            </a:r>
            <a:r>
              <a:rPr lang="fr-FR" dirty="0"/>
              <a:t/>
            </a:r>
            <a:br>
              <a:rPr lang="fr-FR" dirty="0"/>
            </a:br>
            <a:r>
              <a:rPr lang="fr-FR" b="1" i="0" dirty="0">
                <a:solidFill>
                  <a:srgbClr val="212529"/>
                </a:solidFill>
                <a:effectLst/>
                <a:latin typeface="Open Sans" panose="020B0606030504020204" pitchFamily="34" charset="0"/>
              </a:rPr>
              <a:t>23</a:t>
            </a:r>
            <a:r>
              <a:rPr lang="fr-FR" b="0" i="0" dirty="0">
                <a:solidFill>
                  <a:srgbClr val="212529"/>
                </a:solidFill>
                <a:effectLst/>
                <a:latin typeface="Open Sans" panose="020B0606030504020204" pitchFamily="34" charset="0"/>
              </a:rPr>
              <a:t>- Chaînage </a:t>
            </a:r>
            <a:r>
              <a:rPr lang="fr-FR" dirty="0">
                <a:solidFill>
                  <a:srgbClr val="000000"/>
                </a:solidFill>
                <a:latin typeface="Open Sans" panose="020B0606030504020204" pitchFamily="34" charset="0"/>
              </a:rPr>
              <a:t>rampant</a:t>
            </a:r>
            <a:endParaRPr lang="fr-FR" dirty="0"/>
          </a:p>
        </p:txBody>
      </p:sp>
      <p:sp>
        <p:nvSpPr>
          <p:cNvPr id="10" name="ZoneTexte 9">
            <a:extLst>
              <a:ext uri="{FF2B5EF4-FFF2-40B4-BE49-F238E27FC236}">
                <a16:creationId xmlns="" xmlns:a16="http://schemas.microsoft.com/office/drawing/2014/main" id="{A7116351-F69D-B158-340B-839EEFD91B4F}"/>
              </a:ext>
            </a:extLst>
          </p:cNvPr>
          <p:cNvSpPr txBox="1"/>
          <p:nvPr/>
        </p:nvSpPr>
        <p:spPr>
          <a:xfrm>
            <a:off x="1275136" y="1051491"/>
            <a:ext cx="8136361" cy="523220"/>
          </a:xfrm>
          <a:prstGeom prst="rect">
            <a:avLst/>
          </a:prstGeom>
          <a:noFill/>
        </p:spPr>
        <p:txBody>
          <a:bodyPr wrap="square">
            <a:spAutoFit/>
          </a:bodyPr>
          <a:lstStyle/>
          <a:p>
            <a:pPr algn="ctr"/>
            <a:r>
              <a:rPr lang="fr-FR" sz="2800" dirty="0">
                <a:ln w="0"/>
                <a:solidFill>
                  <a:srgbClr val="1F3864"/>
                </a:solidFill>
                <a:latin typeface="Aptos" panose="020B0004020202020204" pitchFamily="34" charset="0"/>
              </a:rPr>
              <a:t>Nomenclature des composants de construction</a:t>
            </a:r>
          </a:p>
        </p:txBody>
      </p:sp>
    </p:spTree>
    <p:extLst>
      <p:ext uri="{BB962C8B-B14F-4D97-AF65-F5344CB8AC3E}">
        <p14:creationId xmlns:p14="http://schemas.microsoft.com/office/powerpoint/2010/main" val="29263115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 xmlns:a16="http://schemas.microsoft.com/office/drawing/2014/main" id="{7AE658ED-806E-62B1-3E7B-69368690B9CC}"/>
            </a:ext>
          </a:extLst>
        </p:cNvPr>
        <p:cNvGrpSpPr/>
        <p:nvPr/>
      </p:nvGrpSpPr>
      <p:grpSpPr>
        <a:xfrm>
          <a:off x="0" y="0"/>
          <a:ext cx="0" cy="0"/>
          <a:chOff x="0" y="0"/>
          <a:chExt cx="0" cy="0"/>
        </a:xfrm>
      </p:grpSpPr>
      <p:sp>
        <p:nvSpPr>
          <p:cNvPr id="2" name="Espace réservé du numéro de diapositive 1">
            <a:extLst>
              <a:ext uri="{FF2B5EF4-FFF2-40B4-BE49-F238E27FC236}">
                <a16:creationId xmlns="" xmlns:a16="http://schemas.microsoft.com/office/drawing/2014/main" id="{B0BBB588-B6D6-3E1E-5B35-8D5D630F8D8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8</a:t>
            </a:fld>
            <a:endParaRPr lang="fr-FR"/>
          </a:p>
        </p:txBody>
      </p:sp>
      <p:pic>
        <p:nvPicPr>
          <p:cNvPr id="5" name="Image 4">
            <a:extLst>
              <a:ext uri="{FF2B5EF4-FFF2-40B4-BE49-F238E27FC236}">
                <a16:creationId xmlns="" xmlns:a16="http://schemas.microsoft.com/office/drawing/2014/main" id="{9AA3AC1A-F895-8445-999C-95BAA591FBD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39492" y="70223"/>
            <a:ext cx="1090163" cy="981979"/>
          </a:xfrm>
          <a:prstGeom prst="rect">
            <a:avLst/>
          </a:prstGeom>
          <a:noFill/>
          <a:ln>
            <a:noFill/>
          </a:ln>
        </p:spPr>
      </p:pic>
      <p:pic>
        <p:nvPicPr>
          <p:cNvPr id="6" name="officeArt object">
            <a:extLst>
              <a:ext uri="{FF2B5EF4-FFF2-40B4-BE49-F238E27FC236}">
                <a16:creationId xmlns="" xmlns:a16="http://schemas.microsoft.com/office/drawing/2014/main" id="{56316490-381A-FBEA-3A73-D97CEE0C6D31}"/>
              </a:ext>
            </a:extLst>
          </p:cNvPr>
          <p:cNvPicPr/>
          <p:nvPr/>
        </p:nvPicPr>
        <p:blipFill rotWithShape="1">
          <a:blip r:embed="rId4"/>
          <a:srcRect l="12854" r="8048"/>
          <a:stretch/>
        </p:blipFill>
        <p:spPr>
          <a:xfrm>
            <a:off x="9840279" y="0"/>
            <a:ext cx="1199213" cy="1506125"/>
          </a:xfrm>
          <a:prstGeom prst="rect">
            <a:avLst/>
          </a:prstGeom>
          <a:ln w="12700" cap="flat">
            <a:noFill/>
            <a:miter lim="400000"/>
          </a:ln>
          <a:effectLst/>
        </p:spPr>
      </p:pic>
      <p:sp>
        <p:nvSpPr>
          <p:cNvPr id="8" name="Espace réservé du pied de page 7">
            <a:extLst>
              <a:ext uri="{FF2B5EF4-FFF2-40B4-BE49-F238E27FC236}">
                <a16:creationId xmlns="" xmlns:a16="http://schemas.microsoft.com/office/drawing/2014/main" id="{BCD2DA71-B16F-64C9-B0DF-2EF9D7D32431}"/>
              </a:ext>
            </a:extLst>
          </p:cNvPr>
          <p:cNvSpPr>
            <a:spLocks noGrp="1"/>
          </p:cNvSpPr>
          <p:nvPr>
            <p:ph type="ftr" idx="11"/>
          </p:nvPr>
        </p:nvSpPr>
        <p:spPr/>
        <p:txBody>
          <a:bodyPr/>
          <a:lstStyle/>
          <a:p>
            <a:r>
              <a:rPr lang="fr-FR" dirty="0"/>
              <a:t>Dr. Ibrahim Niang</a:t>
            </a:r>
          </a:p>
        </p:txBody>
      </p:sp>
      <p:sp>
        <p:nvSpPr>
          <p:cNvPr id="3" name="Rectangle 2">
            <a:extLst>
              <a:ext uri="{FF2B5EF4-FFF2-40B4-BE49-F238E27FC236}">
                <a16:creationId xmlns="" xmlns:a16="http://schemas.microsoft.com/office/drawing/2014/main" id="{C9891D51-C3A0-785E-57AE-2E43F5310132}"/>
              </a:ext>
            </a:extLst>
          </p:cNvPr>
          <p:cNvSpPr/>
          <p:nvPr/>
        </p:nvSpPr>
        <p:spPr>
          <a:xfrm>
            <a:off x="-63745" y="-107207"/>
            <a:ext cx="5199163" cy="1309654"/>
          </a:xfrm>
          <a:prstGeom prst="rect">
            <a:avLst/>
          </a:prstGeom>
        </p:spPr>
        <p:txBody>
          <a:bodyPr wrap="square">
            <a:spAutoFit/>
          </a:bodyPr>
          <a:lstStyle/>
          <a:p>
            <a:pPr marL="571500" indent="-571500">
              <a:lnSpc>
                <a:spcPct val="150000"/>
              </a:lnSpc>
              <a:buClr>
                <a:srgbClr val="1F3864"/>
              </a:buClr>
              <a:buSzPct val="65000"/>
              <a:buFont typeface="+mj-lt"/>
              <a:buAutoNum type="romanUcPeriod"/>
            </a:pPr>
            <a:r>
              <a:rPr lang="fr-FR" sz="3200" b="1" dirty="0">
                <a:solidFill>
                  <a:srgbClr val="1F3864"/>
                </a:solidFill>
                <a:latin typeface="Aptos" panose="020B0004020202020204" pitchFamily="34" charset="0"/>
                <a:ea typeface="Calibri"/>
                <a:cs typeface="Calibri"/>
                <a:sym typeface="Calibri"/>
              </a:rPr>
              <a:t>Terminologie</a:t>
            </a:r>
          </a:p>
          <a:p>
            <a:pPr>
              <a:lnSpc>
                <a:spcPct val="150000"/>
              </a:lnSpc>
            </a:pPr>
            <a:endParaRPr lang="fr-FR" sz="2400" dirty="0">
              <a:solidFill>
                <a:srgbClr val="1F3864"/>
              </a:solidFill>
              <a:latin typeface="Proxima Nova"/>
              <a:cs typeface="Calibri"/>
              <a:sym typeface="Calibri"/>
            </a:endParaRPr>
          </a:p>
        </p:txBody>
      </p:sp>
      <p:sp>
        <p:nvSpPr>
          <p:cNvPr id="10" name="ZoneTexte 9">
            <a:extLst>
              <a:ext uri="{FF2B5EF4-FFF2-40B4-BE49-F238E27FC236}">
                <a16:creationId xmlns="" xmlns:a16="http://schemas.microsoft.com/office/drawing/2014/main" id="{79CC06FD-419D-4649-AEEA-AFCAFAAB054A}"/>
              </a:ext>
            </a:extLst>
          </p:cNvPr>
          <p:cNvSpPr txBox="1"/>
          <p:nvPr/>
        </p:nvSpPr>
        <p:spPr>
          <a:xfrm>
            <a:off x="1949503" y="1051491"/>
            <a:ext cx="7461994" cy="523220"/>
          </a:xfrm>
          <a:prstGeom prst="rect">
            <a:avLst/>
          </a:prstGeom>
          <a:noFill/>
        </p:spPr>
        <p:txBody>
          <a:bodyPr wrap="square">
            <a:spAutoFit/>
          </a:bodyPr>
          <a:lstStyle/>
          <a:p>
            <a:pPr algn="ctr"/>
            <a:r>
              <a:rPr lang="fr-FR" sz="2800" dirty="0">
                <a:ln w="0"/>
                <a:solidFill>
                  <a:srgbClr val="1F3864"/>
                </a:solidFill>
                <a:latin typeface="Aptos" panose="020B0004020202020204" pitchFamily="34" charset="0"/>
              </a:rPr>
              <a:t>Etape de la construction d'une maison</a:t>
            </a:r>
          </a:p>
        </p:txBody>
      </p:sp>
      <p:sp>
        <p:nvSpPr>
          <p:cNvPr id="14" name="ZoneTexte 13">
            <a:extLst>
              <a:ext uri="{FF2B5EF4-FFF2-40B4-BE49-F238E27FC236}">
                <a16:creationId xmlns="" xmlns:a16="http://schemas.microsoft.com/office/drawing/2014/main" id="{D62BA172-5E27-85C4-68FB-6D62CF699F9D}"/>
              </a:ext>
            </a:extLst>
          </p:cNvPr>
          <p:cNvSpPr txBox="1"/>
          <p:nvPr/>
        </p:nvSpPr>
        <p:spPr>
          <a:xfrm>
            <a:off x="6898106" y="5540741"/>
            <a:ext cx="6168188" cy="646331"/>
          </a:xfrm>
          <a:prstGeom prst="rect">
            <a:avLst/>
          </a:prstGeom>
          <a:noFill/>
        </p:spPr>
        <p:txBody>
          <a:bodyPr wrap="square">
            <a:spAutoFit/>
          </a:bodyPr>
          <a:lstStyle/>
          <a:p>
            <a:r>
              <a:rPr lang="fr-FR" dirty="0">
                <a:hlinkClick r:id="rId5"/>
              </a:rPr>
              <a:t>https://www.youtube.com/watch?v=7p7iPNhg9SY</a:t>
            </a:r>
            <a:endParaRPr lang="fr-FR" dirty="0"/>
          </a:p>
          <a:p>
            <a:endParaRPr lang="fr-FR" dirty="0"/>
          </a:p>
        </p:txBody>
      </p:sp>
      <p:pic>
        <p:nvPicPr>
          <p:cNvPr id="16" name="Image 15">
            <a:extLst>
              <a:ext uri="{FF2B5EF4-FFF2-40B4-BE49-F238E27FC236}">
                <a16:creationId xmlns="" xmlns:a16="http://schemas.microsoft.com/office/drawing/2014/main" id="{8A1033DB-B126-EA39-F0DB-486433085A1D}"/>
              </a:ext>
            </a:extLst>
          </p:cNvPr>
          <p:cNvPicPr>
            <a:picLocks noChangeAspect="1"/>
          </p:cNvPicPr>
          <p:nvPr/>
        </p:nvPicPr>
        <p:blipFill>
          <a:blip r:embed="rId6"/>
          <a:stretch>
            <a:fillRect/>
          </a:stretch>
        </p:blipFill>
        <p:spPr>
          <a:xfrm>
            <a:off x="6636282" y="2781271"/>
            <a:ext cx="5391902" cy="2591162"/>
          </a:xfrm>
          <a:prstGeom prst="rect">
            <a:avLst/>
          </a:prstGeom>
        </p:spPr>
      </p:pic>
      <p:sp>
        <p:nvSpPr>
          <p:cNvPr id="18" name="ZoneTexte 17">
            <a:extLst>
              <a:ext uri="{FF2B5EF4-FFF2-40B4-BE49-F238E27FC236}">
                <a16:creationId xmlns="" xmlns:a16="http://schemas.microsoft.com/office/drawing/2014/main" id="{6F88B3EC-6337-512C-37D9-3842555FAD53}"/>
              </a:ext>
            </a:extLst>
          </p:cNvPr>
          <p:cNvSpPr txBox="1"/>
          <p:nvPr/>
        </p:nvSpPr>
        <p:spPr>
          <a:xfrm>
            <a:off x="163816" y="1743989"/>
            <a:ext cx="6168188" cy="4524315"/>
          </a:xfrm>
          <a:prstGeom prst="rect">
            <a:avLst/>
          </a:prstGeom>
          <a:noFill/>
        </p:spPr>
        <p:txBody>
          <a:bodyPr wrap="square">
            <a:spAutoFit/>
          </a:bodyPr>
          <a:lstStyle/>
          <a:p>
            <a:pPr>
              <a:buFont typeface="+mj-lt"/>
              <a:buAutoNum type="arabicPeriod"/>
            </a:pPr>
            <a:r>
              <a:rPr lang="fr-FR" sz="1600" b="1" dirty="0"/>
              <a:t>Préparation du terrain</a:t>
            </a:r>
            <a:r>
              <a:rPr lang="fr-FR" sz="1600" dirty="0"/>
              <a:t> : Nettoyage et nivellement du sol pour accueillir les fondations.</a:t>
            </a:r>
          </a:p>
          <a:p>
            <a:pPr>
              <a:buFont typeface="+mj-lt"/>
              <a:buAutoNum type="arabicPeriod"/>
            </a:pPr>
            <a:r>
              <a:rPr lang="fr-FR" sz="1600" b="1" dirty="0"/>
              <a:t>Fondations</a:t>
            </a:r>
            <a:r>
              <a:rPr lang="fr-FR" sz="1600" dirty="0"/>
              <a:t> : Creusement des tranchées et coulage du béton pour assurer la stabilité de la structure.</a:t>
            </a:r>
          </a:p>
          <a:p>
            <a:pPr>
              <a:buFont typeface="+mj-lt"/>
              <a:buAutoNum type="arabicPeriod"/>
            </a:pPr>
            <a:r>
              <a:rPr lang="fr-FR" sz="1600" b="1" dirty="0"/>
              <a:t>Élévation des murs</a:t>
            </a:r>
            <a:r>
              <a:rPr lang="fr-FR" sz="1600" dirty="0"/>
              <a:t> : Montage des murs porteurs en briques, parpaings ou autres matériaux.</a:t>
            </a:r>
          </a:p>
          <a:p>
            <a:pPr>
              <a:buFont typeface="+mj-lt"/>
              <a:buAutoNum type="arabicPeriod"/>
            </a:pPr>
            <a:r>
              <a:rPr lang="fr-FR" sz="1600" b="1" dirty="0"/>
              <a:t>Charpente et toiture</a:t>
            </a:r>
            <a:r>
              <a:rPr lang="fr-FR" sz="1600" dirty="0"/>
              <a:t> : Installation de la charpente suivie de la pose de la couverture (tuiles, ardoises, etc.).</a:t>
            </a:r>
          </a:p>
          <a:p>
            <a:pPr>
              <a:buFont typeface="+mj-lt"/>
              <a:buAutoNum type="arabicPeriod"/>
            </a:pPr>
            <a:r>
              <a:rPr lang="fr-FR" sz="1600" b="1" dirty="0"/>
              <a:t>Menuiseries extérieures</a:t>
            </a:r>
            <a:r>
              <a:rPr lang="fr-FR" sz="1600" dirty="0"/>
              <a:t> : Pose des fenêtres, portes et autres ouvertures.</a:t>
            </a:r>
          </a:p>
          <a:p>
            <a:pPr>
              <a:buFont typeface="+mj-lt"/>
              <a:buAutoNum type="arabicPeriod"/>
            </a:pPr>
            <a:r>
              <a:rPr lang="fr-FR" sz="1600" b="1" dirty="0"/>
              <a:t>Cloisons intérieures</a:t>
            </a:r>
            <a:r>
              <a:rPr lang="fr-FR" sz="1600" dirty="0"/>
              <a:t> : Séparation des espaces internes selon le plan établi.</a:t>
            </a:r>
          </a:p>
          <a:p>
            <a:pPr>
              <a:buFont typeface="+mj-lt"/>
              <a:buAutoNum type="arabicPeriod"/>
            </a:pPr>
            <a:r>
              <a:rPr lang="fr-FR" sz="1600" b="1" dirty="0"/>
              <a:t>Installations techniques</a:t>
            </a:r>
            <a:r>
              <a:rPr lang="fr-FR" sz="1600" dirty="0"/>
              <a:t> : Mise en place des réseaux électriques, de plomberie et de chauffage.</a:t>
            </a:r>
          </a:p>
          <a:p>
            <a:pPr>
              <a:buFont typeface="+mj-lt"/>
              <a:buAutoNum type="arabicPeriod"/>
            </a:pPr>
            <a:r>
              <a:rPr lang="fr-FR" sz="1600" b="1" dirty="0"/>
              <a:t>Revêtements</a:t>
            </a:r>
            <a:r>
              <a:rPr lang="fr-FR" sz="1600" dirty="0"/>
              <a:t> : Application des enduits, peintures et pose des revêtements de sol.</a:t>
            </a:r>
          </a:p>
          <a:p>
            <a:pPr>
              <a:buFont typeface="+mj-lt"/>
              <a:buAutoNum type="arabicPeriod"/>
            </a:pPr>
            <a:r>
              <a:rPr lang="fr-FR" sz="1600" b="1" dirty="0"/>
              <a:t>Finitions</a:t>
            </a:r>
            <a:r>
              <a:rPr lang="fr-FR" sz="1600" dirty="0"/>
              <a:t> : Installation des équipements sanitaires, luminaires et autres éléments décoratifs.</a:t>
            </a:r>
          </a:p>
        </p:txBody>
      </p:sp>
    </p:spTree>
    <p:extLst>
      <p:ext uri="{BB962C8B-B14F-4D97-AF65-F5344CB8AC3E}">
        <p14:creationId xmlns:p14="http://schemas.microsoft.com/office/powerpoint/2010/main" val="25154332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 xmlns:a16="http://schemas.microsoft.com/office/drawing/2014/main" id="{392FF1D0-27E5-A318-61AF-43670D2452D4}"/>
            </a:ext>
          </a:extLst>
        </p:cNvPr>
        <p:cNvGrpSpPr/>
        <p:nvPr/>
      </p:nvGrpSpPr>
      <p:grpSpPr>
        <a:xfrm>
          <a:off x="0" y="0"/>
          <a:ext cx="0" cy="0"/>
          <a:chOff x="0" y="0"/>
          <a:chExt cx="0" cy="0"/>
        </a:xfrm>
      </p:grpSpPr>
      <p:sp>
        <p:nvSpPr>
          <p:cNvPr id="2" name="Espace réservé du numéro de diapositive 1">
            <a:extLst>
              <a:ext uri="{FF2B5EF4-FFF2-40B4-BE49-F238E27FC236}">
                <a16:creationId xmlns="" xmlns:a16="http://schemas.microsoft.com/office/drawing/2014/main" id="{20A32A23-2ABD-7DCA-96EA-4221EF21340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9</a:t>
            </a:fld>
            <a:endParaRPr lang="fr-FR"/>
          </a:p>
        </p:txBody>
      </p:sp>
      <p:pic>
        <p:nvPicPr>
          <p:cNvPr id="5" name="Image 4">
            <a:extLst>
              <a:ext uri="{FF2B5EF4-FFF2-40B4-BE49-F238E27FC236}">
                <a16:creationId xmlns="" xmlns:a16="http://schemas.microsoft.com/office/drawing/2014/main" id="{7CD7869E-471A-6EFF-0579-80A7CC0F76E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39492" y="70223"/>
            <a:ext cx="1090163" cy="981979"/>
          </a:xfrm>
          <a:prstGeom prst="rect">
            <a:avLst/>
          </a:prstGeom>
          <a:noFill/>
          <a:ln>
            <a:noFill/>
          </a:ln>
        </p:spPr>
      </p:pic>
      <p:pic>
        <p:nvPicPr>
          <p:cNvPr id="6" name="officeArt object">
            <a:extLst>
              <a:ext uri="{FF2B5EF4-FFF2-40B4-BE49-F238E27FC236}">
                <a16:creationId xmlns="" xmlns:a16="http://schemas.microsoft.com/office/drawing/2014/main" id="{0DDEFC80-9240-02D8-D56B-7F10592AADEE}"/>
              </a:ext>
            </a:extLst>
          </p:cNvPr>
          <p:cNvPicPr/>
          <p:nvPr/>
        </p:nvPicPr>
        <p:blipFill rotWithShape="1">
          <a:blip r:embed="rId4"/>
          <a:srcRect l="12854" r="8048"/>
          <a:stretch/>
        </p:blipFill>
        <p:spPr>
          <a:xfrm>
            <a:off x="9840279" y="0"/>
            <a:ext cx="1199213" cy="1506125"/>
          </a:xfrm>
          <a:prstGeom prst="rect">
            <a:avLst/>
          </a:prstGeom>
          <a:ln w="12700" cap="flat">
            <a:noFill/>
            <a:miter lim="400000"/>
          </a:ln>
          <a:effectLst/>
        </p:spPr>
      </p:pic>
      <p:sp>
        <p:nvSpPr>
          <p:cNvPr id="8" name="Espace réservé du pied de page 7">
            <a:extLst>
              <a:ext uri="{FF2B5EF4-FFF2-40B4-BE49-F238E27FC236}">
                <a16:creationId xmlns="" xmlns:a16="http://schemas.microsoft.com/office/drawing/2014/main" id="{D3750BE8-23A2-C3E5-7F05-15663CF6107C}"/>
              </a:ext>
            </a:extLst>
          </p:cNvPr>
          <p:cNvSpPr>
            <a:spLocks noGrp="1"/>
          </p:cNvSpPr>
          <p:nvPr>
            <p:ph type="ftr" idx="11"/>
          </p:nvPr>
        </p:nvSpPr>
        <p:spPr/>
        <p:txBody>
          <a:bodyPr/>
          <a:lstStyle/>
          <a:p>
            <a:r>
              <a:rPr lang="fr-FR" dirty="0"/>
              <a:t>Dr. Ibrahim Niang</a:t>
            </a:r>
          </a:p>
        </p:txBody>
      </p:sp>
      <p:sp>
        <p:nvSpPr>
          <p:cNvPr id="3" name="Rectangle 2">
            <a:extLst>
              <a:ext uri="{FF2B5EF4-FFF2-40B4-BE49-F238E27FC236}">
                <a16:creationId xmlns="" xmlns:a16="http://schemas.microsoft.com/office/drawing/2014/main" id="{B6435788-0DAC-74D1-2325-48861FFE6DA4}"/>
              </a:ext>
            </a:extLst>
          </p:cNvPr>
          <p:cNvSpPr/>
          <p:nvPr/>
        </p:nvSpPr>
        <p:spPr>
          <a:xfrm>
            <a:off x="-63745" y="-107207"/>
            <a:ext cx="5199163" cy="1309654"/>
          </a:xfrm>
          <a:prstGeom prst="rect">
            <a:avLst/>
          </a:prstGeom>
        </p:spPr>
        <p:txBody>
          <a:bodyPr wrap="square">
            <a:spAutoFit/>
          </a:bodyPr>
          <a:lstStyle/>
          <a:p>
            <a:pPr marL="571500" indent="-571500">
              <a:lnSpc>
                <a:spcPct val="150000"/>
              </a:lnSpc>
              <a:buClr>
                <a:srgbClr val="1F3864"/>
              </a:buClr>
              <a:buSzPct val="65000"/>
              <a:buFont typeface="+mj-lt"/>
              <a:buAutoNum type="romanUcPeriod"/>
            </a:pPr>
            <a:r>
              <a:rPr lang="fr-FR" sz="3200" b="1" dirty="0">
                <a:solidFill>
                  <a:srgbClr val="1F3864"/>
                </a:solidFill>
                <a:latin typeface="Aptos" panose="020B0004020202020204" pitchFamily="34" charset="0"/>
                <a:ea typeface="Calibri"/>
                <a:cs typeface="Calibri"/>
                <a:sym typeface="Calibri"/>
              </a:rPr>
              <a:t>Terminologie</a:t>
            </a:r>
          </a:p>
          <a:p>
            <a:pPr>
              <a:lnSpc>
                <a:spcPct val="150000"/>
              </a:lnSpc>
            </a:pPr>
            <a:endParaRPr lang="fr-FR" sz="2400" dirty="0">
              <a:solidFill>
                <a:srgbClr val="1F3864"/>
              </a:solidFill>
              <a:latin typeface="Proxima Nova"/>
              <a:cs typeface="Calibri"/>
              <a:sym typeface="Calibri"/>
            </a:endParaRPr>
          </a:p>
        </p:txBody>
      </p:sp>
      <p:sp>
        <p:nvSpPr>
          <p:cNvPr id="10" name="ZoneTexte 9">
            <a:extLst>
              <a:ext uri="{FF2B5EF4-FFF2-40B4-BE49-F238E27FC236}">
                <a16:creationId xmlns="" xmlns:a16="http://schemas.microsoft.com/office/drawing/2014/main" id="{980EF5C9-D304-FA2E-753A-71DCF90464F3}"/>
              </a:ext>
            </a:extLst>
          </p:cNvPr>
          <p:cNvSpPr txBox="1"/>
          <p:nvPr/>
        </p:nvSpPr>
        <p:spPr>
          <a:xfrm>
            <a:off x="1949503" y="1051491"/>
            <a:ext cx="7461994" cy="523220"/>
          </a:xfrm>
          <a:prstGeom prst="rect">
            <a:avLst/>
          </a:prstGeom>
          <a:noFill/>
        </p:spPr>
        <p:txBody>
          <a:bodyPr wrap="square">
            <a:spAutoFit/>
          </a:bodyPr>
          <a:lstStyle/>
          <a:p>
            <a:pPr algn="ctr"/>
            <a:r>
              <a:rPr lang="fr-FR" sz="2800" dirty="0">
                <a:ln w="0"/>
                <a:solidFill>
                  <a:srgbClr val="1F3864"/>
                </a:solidFill>
                <a:latin typeface="Aptos" panose="020B0004020202020204" pitchFamily="34" charset="0"/>
              </a:rPr>
              <a:t>Etapes de la construction d'une maison</a:t>
            </a:r>
          </a:p>
        </p:txBody>
      </p:sp>
      <p:sp>
        <p:nvSpPr>
          <p:cNvPr id="7" name="ZoneTexte 6">
            <a:extLst>
              <a:ext uri="{FF2B5EF4-FFF2-40B4-BE49-F238E27FC236}">
                <a16:creationId xmlns="" xmlns:a16="http://schemas.microsoft.com/office/drawing/2014/main" id="{910B9828-90A3-26A1-132E-EDE51AB403D5}"/>
              </a:ext>
            </a:extLst>
          </p:cNvPr>
          <p:cNvSpPr txBox="1"/>
          <p:nvPr/>
        </p:nvSpPr>
        <p:spPr>
          <a:xfrm>
            <a:off x="3839627" y="5733723"/>
            <a:ext cx="4313773" cy="523220"/>
          </a:xfrm>
          <a:prstGeom prst="rect">
            <a:avLst/>
          </a:prstGeom>
          <a:noFill/>
        </p:spPr>
        <p:txBody>
          <a:bodyPr wrap="square">
            <a:spAutoFit/>
          </a:bodyPr>
          <a:lstStyle/>
          <a:p>
            <a:r>
              <a:rPr lang="fr-FR" sz="1400" dirty="0">
                <a:hlinkClick r:id="rId5"/>
              </a:rPr>
              <a:t>https://www.youtube.com/watch?v=r-thd4PJKBw</a:t>
            </a:r>
            <a:endParaRPr lang="fr-FR" sz="1400" dirty="0"/>
          </a:p>
          <a:p>
            <a:endParaRPr lang="fr-FR" sz="1400" dirty="0"/>
          </a:p>
        </p:txBody>
      </p:sp>
      <p:pic>
        <p:nvPicPr>
          <p:cNvPr id="13" name="Image 12">
            <a:extLst>
              <a:ext uri="{FF2B5EF4-FFF2-40B4-BE49-F238E27FC236}">
                <a16:creationId xmlns="" xmlns:a16="http://schemas.microsoft.com/office/drawing/2014/main" id="{6ACDFE09-6B7B-AE6C-CCA0-E2943213325E}"/>
              </a:ext>
            </a:extLst>
          </p:cNvPr>
          <p:cNvPicPr>
            <a:picLocks noChangeAspect="1"/>
          </p:cNvPicPr>
          <p:nvPr/>
        </p:nvPicPr>
        <p:blipFill>
          <a:blip r:embed="rId6"/>
          <a:stretch>
            <a:fillRect/>
          </a:stretch>
        </p:blipFill>
        <p:spPr>
          <a:xfrm>
            <a:off x="762469" y="2255596"/>
            <a:ext cx="4447509" cy="2346808"/>
          </a:xfrm>
          <a:prstGeom prst="rect">
            <a:avLst/>
          </a:prstGeom>
        </p:spPr>
      </p:pic>
      <p:pic>
        <p:nvPicPr>
          <p:cNvPr id="17" name="Image 16">
            <a:extLst>
              <a:ext uri="{FF2B5EF4-FFF2-40B4-BE49-F238E27FC236}">
                <a16:creationId xmlns="" xmlns:a16="http://schemas.microsoft.com/office/drawing/2014/main" id="{AC853F10-A82F-8867-7B0E-35C0D185EA10}"/>
              </a:ext>
            </a:extLst>
          </p:cNvPr>
          <p:cNvPicPr>
            <a:picLocks noChangeAspect="1"/>
          </p:cNvPicPr>
          <p:nvPr/>
        </p:nvPicPr>
        <p:blipFill>
          <a:blip r:embed="rId7"/>
          <a:stretch>
            <a:fillRect/>
          </a:stretch>
        </p:blipFill>
        <p:spPr>
          <a:xfrm>
            <a:off x="6202817" y="3287509"/>
            <a:ext cx="4441761" cy="2346807"/>
          </a:xfrm>
          <a:prstGeom prst="rect">
            <a:avLst/>
          </a:prstGeom>
        </p:spPr>
      </p:pic>
      <p:sp>
        <p:nvSpPr>
          <p:cNvPr id="20" name="ZoneTexte 19">
            <a:extLst>
              <a:ext uri="{FF2B5EF4-FFF2-40B4-BE49-F238E27FC236}">
                <a16:creationId xmlns="" xmlns:a16="http://schemas.microsoft.com/office/drawing/2014/main" id="{F8CCB27B-013A-E431-3431-51BB2D7178B6}"/>
              </a:ext>
            </a:extLst>
          </p:cNvPr>
          <p:cNvSpPr txBox="1"/>
          <p:nvPr/>
        </p:nvSpPr>
        <p:spPr>
          <a:xfrm>
            <a:off x="4008110" y="6049087"/>
            <a:ext cx="6168188" cy="461665"/>
          </a:xfrm>
          <a:prstGeom prst="rect">
            <a:avLst/>
          </a:prstGeom>
          <a:noFill/>
        </p:spPr>
        <p:txBody>
          <a:bodyPr wrap="square">
            <a:spAutoFit/>
          </a:bodyPr>
          <a:lstStyle/>
          <a:p>
            <a:r>
              <a:rPr lang="fr-FR" sz="1200" dirty="0">
                <a:hlinkClick r:id="rId8"/>
              </a:rPr>
              <a:t>https://www.youtube.com/watch?v=GDwWiyS6s4o</a:t>
            </a:r>
            <a:endParaRPr lang="fr-FR" sz="1200" dirty="0"/>
          </a:p>
          <a:p>
            <a:endParaRPr lang="fr-FR" sz="1200" dirty="0"/>
          </a:p>
        </p:txBody>
      </p:sp>
    </p:spTree>
    <p:extLst>
      <p:ext uri="{BB962C8B-B14F-4D97-AF65-F5344CB8AC3E}">
        <p14:creationId xmlns:p14="http://schemas.microsoft.com/office/powerpoint/2010/main" val="34594194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 xmlns:a16="http://schemas.microsoft.com/office/drawing/2014/main" id="{52C175FE-D267-597C-E9AC-52C76AA523EA}"/>
            </a:ext>
          </a:extLst>
        </p:cNvPr>
        <p:cNvGrpSpPr/>
        <p:nvPr/>
      </p:nvGrpSpPr>
      <p:grpSpPr>
        <a:xfrm>
          <a:off x="0" y="0"/>
          <a:ext cx="0" cy="0"/>
          <a:chOff x="0" y="0"/>
          <a:chExt cx="0" cy="0"/>
        </a:xfrm>
      </p:grpSpPr>
      <p:sp>
        <p:nvSpPr>
          <p:cNvPr id="2" name="Espace réservé du numéro de diapositive 1">
            <a:extLst>
              <a:ext uri="{FF2B5EF4-FFF2-40B4-BE49-F238E27FC236}">
                <a16:creationId xmlns="" xmlns:a16="http://schemas.microsoft.com/office/drawing/2014/main" id="{8D94967F-3A25-00BB-DF9C-4BF49E46350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10</a:t>
            </a:fld>
            <a:endParaRPr lang="fr-FR"/>
          </a:p>
        </p:txBody>
      </p:sp>
      <p:pic>
        <p:nvPicPr>
          <p:cNvPr id="5" name="Image 4">
            <a:extLst>
              <a:ext uri="{FF2B5EF4-FFF2-40B4-BE49-F238E27FC236}">
                <a16:creationId xmlns="" xmlns:a16="http://schemas.microsoft.com/office/drawing/2014/main" id="{807153B3-ECC9-6F82-1E6B-3F284402271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39492" y="70223"/>
            <a:ext cx="1090163" cy="981979"/>
          </a:xfrm>
          <a:prstGeom prst="rect">
            <a:avLst/>
          </a:prstGeom>
          <a:noFill/>
          <a:ln>
            <a:noFill/>
          </a:ln>
        </p:spPr>
      </p:pic>
      <p:pic>
        <p:nvPicPr>
          <p:cNvPr id="6" name="officeArt object">
            <a:extLst>
              <a:ext uri="{FF2B5EF4-FFF2-40B4-BE49-F238E27FC236}">
                <a16:creationId xmlns="" xmlns:a16="http://schemas.microsoft.com/office/drawing/2014/main" id="{0A074ADB-3DF9-605C-4099-79CC482671F0}"/>
              </a:ext>
            </a:extLst>
          </p:cNvPr>
          <p:cNvPicPr/>
          <p:nvPr/>
        </p:nvPicPr>
        <p:blipFill rotWithShape="1">
          <a:blip r:embed="rId4"/>
          <a:srcRect l="12854" r="8048"/>
          <a:stretch/>
        </p:blipFill>
        <p:spPr>
          <a:xfrm>
            <a:off x="9840279" y="0"/>
            <a:ext cx="1199213" cy="1506125"/>
          </a:xfrm>
          <a:prstGeom prst="rect">
            <a:avLst/>
          </a:prstGeom>
          <a:ln w="12700" cap="flat">
            <a:noFill/>
            <a:miter lim="400000"/>
          </a:ln>
          <a:effectLst/>
        </p:spPr>
      </p:pic>
      <p:sp>
        <p:nvSpPr>
          <p:cNvPr id="8" name="Espace réservé du pied de page 7">
            <a:extLst>
              <a:ext uri="{FF2B5EF4-FFF2-40B4-BE49-F238E27FC236}">
                <a16:creationId xmlns="" xmlns:a16="http://schemas.microsoft.com/office/drawing/2014/main" id="{16BCB307-855F-47BD-EFBE-2AE77EBC132E}"/>
              </a:ext>
            </a:extLst>
          </p:cNvPr>
          <p:cNvSpPr>
            <a:spLocks noGrp="1"/>
          </p:cNvSpPr>
          <p:nvPr>
            <p:ph type="ftr" idx="11"/>
          </p:nvPr>
        </p:nvSpPr>
        <p:spPr/>
        <p:txBody>
          <a:bodyPr/>
          <a:lstStyle/>
          <a:p>
            <a:r>
              <a:rPr lang="fr-FR" dirty="0"/>
              <a:t>Dr. Ibrahim Niang</a:t>
            </a:r>
          </a:p>
        </p:txBody>
      </p:sp>
      <p:sp>
        <p:nvSpPr>
          <p:cNvPr id="3" name="Rectangle 2">
            <a:extLst>
              <a:ext uri="{FF2B5EF4-FFF2-40B4-BE49-F238E27FC236}">
                <a16:creationId xmlns="" xmlns:a16="http://schemas.microsoft.com/office/drawing/2014/main" id="{5DC5814B-13E7-CC6A-CEA2-D00C234A08B1}"/>
              </a:ext>
            </a:extLst>
          </p:cNvPr>
          <p:cNvSpPr/>
          <p:nvPr/>
        </p:nvSpPr>
        <p:spPr>
          <a:xfrm>
            <a:off x="-63745" y="-107207"/>
            <a:ext cx="5199163" cy="1309654"/>
          </a:xfrm>
          <a:prstGeom prst="rect">
            <a:avLst/>
          </a:prstGeom>
        </p:spPr>
        <p:txBody>
          <a:bodyPr wrap="square">
            <a:spAutoFit/>
          </a:bodyPr>
          <a:lstStyle/>
          <a:p>
            <a:pPr marL="571500" indent="-571500">
              <a:lnSpc>
                <a:spcPct val="150000"/>
              </a:lnSpc>
              <a:buClr>
                <a:srgbClr val="1F3864"/>
              </a:buClr>
              <a:buSzPct val="65000"/>
              <a:buFont typeface="+mj-lt"/>
              <a:buAutoNum type="romanUcPeriod" startAt="2"/>
            </a:pPr>
            <a:r>
              <a:rPr lang="fr-FR" sz="3200" b="1" dirty="0">
                <a:solidFill>
                  <a:srgbClr val="1F3864"/>
                </a:solidFill>
                <a:latin typeface="Aptos" panose="020B0004020202020204" pitchFamily="34" charset="0"/>
                <a:ea typeface="Calibri"/>
                <a:cs typeface="Calibri"/>
                <a:sym typeface="Calibri"/>
              </a:rPr>
              <a:t>Gros œuvre </a:t>
            </a:r>
          </a:p>
          <a:p>
            <a:pPr>
              <a:lnSpc>
                <a:spcPct val="150000"/>
              </a:lnSpc>
            </a:pPr>
            <a:endParaRPr lang="fr-FR" sz="2400" dirty="0">
              <a:solidFill>
                <a:srgbClr val="1F3864"/>
              </a:solidFill>
              <a:latin typeface="Proxima Nova"/>
              <a:cs typeface="Calibri"/>
              <a:sym typeface="Calibri"/>
            </a:endParaRPr>
          </a:p>
        </p:txBody>
      </p:sp>
      <p:sp>
        <p:nvSpPr>
          <p:cNvPr id="10" name="ZoneTexte 9">
            <a:extLst>
              <a:ext uri="{FF2B5EF4-FFF2-40B4-BE49-F238E27FC236}">
                <a16:creationId xmlns="" xmlns:a16="http://schemas.microsoft.com/office/drawing/2014/main" id="{93D56DB6-E758-8693-32C3-CCAE1C5EF554}"/>
              </a:ext>
            </a:extLst>
          </p:cNvPr>
          <p:cNvSpPr txBox="1"/>
          <p:nvPr/>
        </p:nvSpPr>
        <p:spPr>
          <a:xfrm>
            <a:off x="1949503" y="1051491"/>
            <a:ext cx="7461994" cy="523220"/>
          </a:xfrm>
          <a:prstGeom prst="rect">
            <a:avLst/>
          </a:prstGeom>
          <a:noFill/>
        </p:spPr>
        <p:txBody>
          <a:bodyPr wrap="square">
            <a:spAutoFit/>
          </a:bodyPr>
          <a:lstStyle/>
          <a:p>
            <a:pPr algn="ctr"/>
            <a:r>
              <a:rPr lang="fr-FR" sz="2800" dirty="0">
                <a:ln w="0"/>
                <a:solidFill>
                  <a:srgbClr val="1F3864"/>
                </a:solidFill>
                <a:latin typeface="Aptos" panose="020B0004020202020204" pitchFamily="34" charset="0"/>
              </a:rPr>
              <a:t>Implantation </a:t>
            </a:r>
          </a:p>
        </p:txBody>
      </p:sp>
      <p:sp>
        <p:nvSpPr>
          <p:cNvPr id="9" name="ZoneTexte 8">
            <a:extLst>
              <a:ext uri="{FF2B5EF4-FFF2-40B4-BE49-F238E27FC236}">
                <a16:creationId xmlns="" xmlns:a16="http://schemas.microsoft.com/office/drawing/2014/main" id="{D4385B3F-80DD-02C1-5367-65BEA0A1CE09}"/>
              </a:ext>
            </a:extLst>
          </p:cNvPr>
          <p:cNvSpPr txBox="1"/>
          <p:nvPr/>
        </p:nvSpPr>
        <p:spPr>
          <a:xfrm>
            <a:off x="978568" y="1574711"/>
            <a:ext cx="10375231" cy="923330"/>
          </a:xfrm>
          <a:prstGeom prst="rect">
            <a:avLst/>
          </a:prstGeom>
          <a:noFill/>
        </p:spPr>
        <p:txBody>
          <a:bodyPr wrap="square">
            <a:spAutoFit/>
          </a:bodyPr>
          <a:lstStyle/>
          <a:p>
            <a:pPr algn="ctr"/>
            <a:r>
              <a:rPr lang="fr-FR" dirty="0"/>
              <a:t>L’implantation d’un bâtiment consiste à </a:t>
            </a:r>
            <a:r>
              <a:rPr lang="fr-FR" b="1" dirty="0"/>
              <a:t>transférer avec précision les dimensions et les axes d’un plan sur le terrain</a:t>
            </a:r>
            <a:r>
              <a:rPr lang="fr-FR" dirty="0"/>
              <a:t>, en respectant les </a:t>
            </a:r>
            <a:r>
              <a:rPr lang="fr-FR" b="1" dirty="0"/>
              <a:t>contraintes réglementaires et les exigences techniques</a:t>
            </a:r>
            <a:r>
              <a:rPr lang="fr-FR" dirty="0"/>
              <a:t>. Cette étape garantit le positionnement exact de l’ouvrage sur le site.</a:t>
            </a:r>
          </a:p>
        </p:txBody>
      </p:sp>
      <p:sp>
        <p:nvSpPr>
          <p:cNvPr id="7" name="ZoneTexte 6">
            <a:extLst>
              <a:ext uri="{FF2B5EF4-FFF2-40B4-BE49-F238E27FC236}">
                <a16:creationId xmlns="" xmlns:a16="http://schemas.microsoft.com/office/drawing/2014/main" id="{2CFCD93D-1DF8-62FB-739D-1954501866C6}"/>
              </a:ext>
            </a:extLst>
          </p:cNvPr>
          <p:cNvSpPr txBox="1"/>
          <p:nvPr/>
        </p:nvSpPr>
        <p:spPr>
          <a:xfrm>
            <a:off x="294321" y="3020550"/>
            <a:ext cx="4694774" cy="2585323"/>
          </a:xfrm>
          <a:prstGeom prst="rect">
            <a:avLst/>
          </a:prstGeom>
          <a:noFill/>
        </p:spPr>
        <p:txBody>
          <a:bodyPr wrap="square">
            <a:spAutoFit/>
          </a:bodyPr>
          <a:lstStyle/>
          <a:p>
            <a:r>
              <a:rPr lang="fr-FR" b="1" dirty="0"/>
              <a:t>1. Préparation de l’implantation</a:t>
            </a:r>
          </a:p>
          <a:p>
            <a:pPr marL="285750" indent="-285750">
              <a:buFont typeface="Arial" panose="020B0604020202020204" pitchFamily="34" charset="0"/>
              <a:buChar char="•"/>
            </a:pPr>
            <a:r>
              <a:rPr lang="fr-FR" b="1" dirty="0"/>
              <a:t>Étude du terrain</a:t>
            </a:r>
            <a:r>
              <a:rPr lang="fr-FR" dirty="0"/>
              <a:t> : Vérification des limites du terrain (bornage), relief, et caractéristiques géotechniques.</a:t>
            </a:r>
          </a:p>
          <a:p>
            <a:pPr marL="285750" indent="-285750">
              <a:buFont typeface="Arial" panose="020B0604020202020204" pitchFamily="34" charset="0"/>
              <a:buChar char="•"/>
            </a:pPr>
            <a:r>
              <a:rPr lang="fr-FR" b="1" dirty="0"/>
              <a:t>Repérage des points de référence</a:t>
            </a:r>
            <a:r>
              <a:rPr lang="fr-FR" dirty="0"/>
              <a:t> : Identification des axes et repères fixes (bornes, clôtures, ou jalons).</a:t>
            </a:r>
          </a:p>
          <a:p>
            <a:pPr marL="285750" indent="-285750">
              <a:buFont typeface="Arial" panose="020B0604020202020204" pitchFamily="34" charset="0"/>
              <a:buChar char="•"/>
            </a:pPr>
            <a:r>
              <a:rPr lang="fr-FR" b="1" dirty="0"/>
              <a:t>Vérification réglementaire</a:t>
            </a:r>
            <a:r>
              <a:rPr lang="fr-FR" dirty="0"/>
              <a:t> : Respect des distances légales (retraits, voisinage, etc.).</a:t>
            </a:r>
          </a:p>
        </p:txBody>
      </p:sp>
      <p:pic>
        <p:nvPicPr>
          <p:cNvPr id="5124" name="Picture 4" descr="Le bornage du terrain : définition des limites de votre terrain de  construction">
            <a:extLst>
              <a:ext uri="{FF2B5EF4-FFF2-40B4-BE49-F238E27FC236}">
                <a16:creationId xmlns="" xmlns:a16="http://schemas.microsoft.com/office/drawing/2014/main" id="{4D7B3C35-9CC1-63B7-7317-5DF819E6B4F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610600" y="2817139"/>
            <a:ext cx="2952750" cy="1552575"/>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descr="Accès au foncier : Les maires sensibilisés sur le Procasef - Lequotidien -  Journal d'information Générale">
            <a:extLst>
              <a:ext uri="{FF2B5EF4-FFF2-40B4-BE49-F238E27FC236}">
                <a16:creationId xmlns="" xmlns:a16="http://schemas.microsoft.com/office/drawing/2014/main" id="{96B51B92-3FCB-1E2E-719B-7CCE411A3B2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885321" y="4411673"/>
            <a:ext cx="2023312" cy="1424654"/>
          </a:xfrm>
          <a:prstGeom prst="rect">
            <a:avLst/>
          </a:prstGeom>
          <a:noFill/>
          <a:extLst>
            <a:ext uri="{909E8E84-426E-40DD-AFC4-6F175D3DCCD1}">
              <a14:hiddenFill xmlns:a14="http://schemas.microsoft.com/office/drawing/2010/main">
                <a:solidFill>
                  <a:srgbClr val="FFFFFF"/>
                </a:solidFill>
              </a14:hiddenFill>
            </a:ext>
          </a:extLst>
        </p:spPr>
      </p:pic>
      <p:pic>
        <p:nvPicPr>
          <p:cNvPr id="13" name="Image 12">
            <a:extLst>
              <a:ext uri="{FF2B5EF4-FFF2-40B4-BE49-F238E27FC236}">
                <a16:creationId xmlns="" xmlns:a16="http://schemas.microsoft.com/office/drawing/2014/main" id="{6BDE9021-1E36-7568-F7B5-AE383145AE52}"/>
              </a:ext>
            </a:extLst>
          </p:cNvPr>
          <p:cNvPicPr>
            <a:picLocks noChangeAspect="1"/>
          </p:cNvPicPr>
          <p:nvPr/>
        </p:nvPicPr>
        <p:blipFill>
          <a:blip r:embed="rId7"/>
          <a:stretch>
            <a:fillRect/>
          </a:stretch>
        </p:blipFill>
        <p:spPr>
          <a:xfrm>
            <a:off x="5422755" y="2654512"/>
            <a:ext cx="2872259" cy="3198843"/>
          </a:xfrm>
          <a:prstGeom prst="rect">
            <a:avLst/>
          </a:prstGeom>
        </p:spPr>
      </p:pic>
      <p:sp>
        <p:nvSpPr>
          <p:cNvPr id="16" name="ZoneTexte 15">
            <a:extLst>
              <a:ext uri="{FF2B5EF4-FFF2-40B4-BE49-F238E27FC236}">
                <a16:creationId xmlns="" xmlns:a16="http://schemas.microsoft.com/office/drawing/2014/main" id="{BAC4E2CD-3F8C-942C-1E8B-1810171E2DF2}"/>
              </a:ext>
            </a:extLst>
          </p:cNvPr>
          <p:cNvSpPr txBox="1"/>
          <p:nvPr/>
        </p:nvSpPr>
        <p:spPr>
          <a:xfrm>
            <a:off x="5135418" y="5924996"/>
            <a:ext cx="6168188" cy="461665"/>
          </a:xfrm>
          <a:prstGeom prst="rect">
            <a:avLst/>
          </a:prstGeom>
          <a:noFill/>
        </p:spPr>
        <p:txBody>
          <a:bodyPr wrap="square">
            <a:spAutoFit/>
          </a:bodyPr>
          <a:lstStyle/>
          <a:p>
            <a:r>
              <a:rPr lang="fr-FR" sz="1200" dirty="0">
                <a:hlinkClick r:id="rId8"/>
              </a:rPr>
              <a:t>https://www.youtube.com/watch?v=LRfi1KB1H48</a:t>
            </a:r>
            <a:endParaRPr lang="fr-FR" sz="1200" dirty="0"/>
          </a:p>
          <a:p>
            <a:endParaRPr lang="fr-FR" sz="1200" dirty="0"/>
          </a:p>
        </p:txBody>
      </p:sp>
    </p:spTree>
    <p:extLst>
      <p:ext uri="{BB962C8B-B14F-4D97-AF65-F5344CB8AC3E}">
        <p14:creationId xmlns:p14="http://schemas.microsoft.com/office/powerpoint/2010/main" val="5887403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 xmlns:a16="http://schemas.microsoft.com/office/drawing/2014/main" id="{3AC3116E-60CB-1058-6DC8-FCB54987BC1D}"/>
            </a:ext>
          </a:extLst>
        </p:cNvPr>
        <p:cNvGrpSpPr/>
        <p:nvPr/>
      </p:nvGrpSpPr>
      <p:grpSpPr>
        <a:xfrm>
          <a:off x="0" y="0"/>
          <a:ext cx="0" cy="0"/>
          <a:chOff x="0" y="0"/>
          <a:chExt cx="0" cy="0"/>
        </a:xfrm>
      </p:grpSpPr>
      <p:sp>
        <p:nvSpPr>
          <p:cNvPr id="2" name="Espace réservé du numéro de diapositive 1">
            <a:extLst>
              <a:ext uri="{FF2B5EF4-FFF2-40B4-BE49-F238E27FC236}">
                <a16:creationId xmlns="" xmlns:a16="http://schemas.microsoft.com/office/drawing/2014/main" id="{8CD28437-DF24-F272-07A0-5498A5EAFA5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11</a:t>
            </a:fld>
            <a:endParaRPr lang="fr-FR"/>
          </a:p>
        </p:txBody>
      </p:sp>
      <p:pic>
        <p:nvPicPr>
          <p:cNvPr id="5" name="Image 4">
            <a:extLst>
              <a:ext uri="{FF2B5EF4-FFF2-40B4-BE49-F238E27FC236}">
                <a16:creationId xmlns="" xmlns:a16="http://schemas.microsoft.com/office/drawing/2014/main" id="{34BE89FC-7258-480A-4E3F-9B56A917AB1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39492" y="70223"/>
            <a:ext cx="1090163" cy="981979"/>
          </a:xfrm>
          <a:prstGeom prst="rect">
            <a:avLst/>
          </a:prstGeom>
          <a:noFill/>
          <a:ln>
            <a:noFill/>
          </a:ln>
        </p:spPr>
      </p:pic>
      <p:pic>
        <p:nvPicPr>
          <p:cNvPr id="6" name="officeArt object">
            <a:extLst>
              <a:ext uri="{FF2B5EF4-FFF2-40B4-BE49-F238E27FC236}">
                <a16:creationId xmlns="" xmlns:a16="http://schemas.microsoft.com/office/drawing/2014/main" id="{84C49C86-C324-C7F1-871E-1CC183A4E301}"/>
              </a:ext>
            </a:extLst>
          </p:cNvPr>
          <p:cNvPicPr/>
          <p:nvPr/>
        </p:nvPicPr>
        <p:blipFill rotWithShape="1">
          <a:blip r:embed="rId4"/>
          <a:srcRect l="12854" r="8048"/>
          <a:stretch/>
        </p:blipFill>
        <p:spPr>
          <a:xfrm>
            <a:off x="9840279" y="0"/>
            <a:ext cx="1199213" cy="1506125"/>
          </a:xfrm>
          <a:prstGeom prst="rect">
            <a:avLst/>
          </a:prstGeom>
          <a:ln w="12700" cap="flat">
            <a:noFill/>
            <a:miter lim="400000"/>
          </a:ln>
          <a:effectLst/>
        </p:spPr>
      </p:pic>
      <p:sp>
        <p:nvSpPr>
          <p:cNvPr id="8" name="Espace réservé du pied de page 7">
            <a:extLst>
              <a:ext uri="{FF2B5EF4-FFF2-40B4-BE49-F238E27FC236}">
                <a16:creationId xmlns="" xmlns:a16="http://schemas.microsoft.com/office/drawing/2014/main" id="{18DBBBFB-1D3F-6EF3-BF83-78F3DFF2D057}"/>
              </a:ext>
            </a:extLst>
          </p:cNvPr>
          <p:cNvSpPr>
            <a:spLocks noGrp="1"/>
          </p:cNvSpPr>
          <p:nvPr>
            <p:ph type="ftr" idx="11"/>
          </p:nvPr>
        </p:nvSpPr>
        <p:spPr/>
        <p:txBody>
          <a:bodyPr/>
          <a:lstStyle/>
          <a:p>
            <a:r>
              <a:rPr lang="fr-FR" dirty="0"/>
              <a:t>Dr. Ibrahim Niang</a:t>
            </a:r>
          </a:p>
        </p:txBody>
      </p:sp>
      <p:sp>
        <p:nvSpPr>
          <p:cNvPr id="3" name="Rectangle 2">
            <a:extLst>
              <a:ext uri="{FF2B5EF4-FFF2-40B4-BE49-F238E27FC236}">
                <a16:creationId xmlns="" xmlns:a16="http://schemas.microsoft.com/office/drawing/2014/main" id="{8B81B0A4-5439-4C51-FD60-7372B0CAD729}"/>
              </a:ext>
            </a:extLst>
          </p:cNvPr>
          <p:cNvSpPr/>
          <p:nvPr/>
        </p:nvSpPr>
        <p:spPr>
          <a:xfrm>
            <a:off x="-63745" y="-107207"/>
            <a:ext cx="5199163" cy="1309654"/>
          </a:xfrm>
          <a:prstGeom prst="rect">
            <a:avLst/>
          </a:prstGeom>
        </p:spPr>
        <p:txBody>
          <a:bodyPr wrap="square">
            <a:spAutoFit/>
          </a:bodyPr>
          <a:lstStyle/>
          <a:p>
            <a:pPr marL="571500" indent="-571500">
              <a:lnSpc>
                <a:spcPct val="150000"/>
              </a:lnSpc>
              <a:buClr>
                <a:srgbClr val="1F3864"/>
              </a:buClr>
              <a:buSzPct val="65000"/>
              <a:buFont typeface="+mj-lt"/>
              <a:buAutoNum type="romanUcPeriod" startAt="2"/>
            </a:pPr>
            <a:r>
              <a:rPr lang="fr-FR" sz="3200" b="1" dirty="0">
                <a:solidFill>
                  <a:srgbClr val="1F3864"/>
                </a:solidFill>
                <a:latin typeface="Aptos" panose="020B0004020202020204" pitchFamily="34" charset="0"/>
                <a:ea typeface="Calibri"/>
                <a:cs typeface="Calibri"/>
                <a:sym typeface="Calibri"/>
              </a:rPr>
              <a:t>Gros œuvre </a:t>
            </a:r>
          </a:p>
          <a:p>
            <a:pPr>
              <a:lnSpc>
                <a:spcPct val="150000"/>
              </a:lnSpc>
            </a:pPr>
            <a:endParaRPr lang="fr-FR" sz="2400" dirty="0">
              <a:solidFill>
                <a:srgbClr val="1F3864"/>
              </a:solidFill>
              <a:latin typeface="Proxima Nova"/>
              <a:cs typeface="Calibri"/>
              <a:sym typeface="Calibri"/>
            </a:endParaRPr>
          </a:p>
        </p:txBody>
      </p:sp>
      <p:sp>
        <p:nvSpPr>
          <p:cNvPr id="10" name="ZoneTexte 9">
            <a:extLst>
              <a:ext uri="{FF2B5EF4-FFF2-40B4-BE49-F238E27FC236}">
                <a16:creationId xmlns="" xmlns:a16="http://schemas.microsoft.com/office/drawing/2014/main" id="{DBD00B8C-B1A8-A58D-DA5F-D32602086472}"/>
              </a:ext>
            </a:extLst>
          </p:cNvPr>
          <p:cNvSpPr txBox="1"/>
          <p:nvPr/>
        </p:nvSpPr>
        <p:spPr>
          <a:xfrm>
            <a:off x="1949503" y="1051491"/>
            <a:ext cx="7461994" cy="523220"/>
          </a:xfrm>
          <a:prstGeom prst="rect">
            <a:avLst/>
          </a:prstGeom>
          <a:noFill/>
        </p:spPr>
        <p:txBody>
          <a:bodyPr wrap="square">
            <a:spAutoFit/>
          </a:bodyPr>
          <a:lstStyle/>
          <a:p>
            <a:pPr algn="ctr"/>
            <a:r>
              <a:rPr lang="fr-FR" sz="2800" dirty="0">
                <a:ln w="0"/>
                <a:solidFill>
                  <a:srgbClr val="1F3864"/>
                </a:solidFill>
                <a:latin typeface="Aptos" panose="020B0004020202020204" pitchFamily="34" charset="0"/>
              </a:rPr>
              <a:t>Implantation </a:t>
            </a:r>
          </a:p>
        </p:txBody>
      </p:sp>
      <p:sp>
        <p:nvSpPr>
          <p:cNvPr id="9" name="ZoneTexte 8">
            <a:extLst>
              <a:ext uri="{FF2B5EF4-FFF2-40B4-BE49-F238E27FC236}">
                <a16:creationId xmlns="" xmlns:a16="http://schemas.microsoft.com/office/drawing/2014/main" id="{93B29D6F-5506-D2C7-6750-8175DF070E53}"/>
              </a:ext>
            </a:extLst>
          </p:cNvPr>
          <p:cNvSpPr txBox="1"/>
          <p:nvPr/>
        </p:nvSpPr>
        <p:spPr>
          <a:xfrm>
            <a:off x="978568" y="1574711"/>
            <a:ext cx="10375231" cy="923330"/>
          </a:xfrm>
          <a:prstGeom prst="rect">
            <a:avLst/>
          </a:prstGeom>
          <a:noFill/>
        </p:spPr>
        <p:txBody>
          <a:bodyPr wrap="square">
            <a:spAutoFit/>
          </a:bodyPr>
          <a:lstStyle/>
          <a:p>
            <a:pPr algn="ctr"/>
            <a:r>
              <a:rPr lang="fr-FR" dirty="0"/>
              <a:t>L’implantation d’un bâtiment consiste à </a:t>
            </a:r>
            <a:r>
              <a:rPr lang="fr-FR" b="1" dirty="0"/>
              <a:t>transférer avec précision les dimensions et les axes d’un plan sur le terrain</a:t>
            </a:r>
            <a:r>
              <a:rPr lang="fr-FR" dirty="0"/>
              <a:t>, en respectant les </a:t>
            </a:r>
            <a:r>
              <a:rPr lang="fr-FR" b="1" dirty="0"/>
              <a:t>contraintes réglementaires et les exigences techniques</a:t>
            </a:r>
            <a:r>
              <a:rPr lang="fr-FR" dirty="0"/>
              <a:t>. Cette étape garantit le positionnement exact de l’ouvrage sur le site.</a:t>
            </a:r>
          </a:p>
        </p:txBody>
      </p:sp>
      <p:sp>
        <p:nvSpPr>
          <p:cNvPr id="7" name="ZoneTexte 6">
            <a:extLst>
              <a:ext uri="{FF2B5EF4-FFF2-40B4-BE49-F238E27FC236}">
                <a16:creationId xmlns="" xmlns:a16="http://schemas.microsoft.com/office/drawing/2014/main" id="{E363CC02-5B58-F740-8FD5-393D1C50BE96}"/>
              </a:ext>
            </a:extLst>
          </p:cNvPr>
          <p:cNvSpPr txBox="1"/>
          <p:nvPr/>
        </p:nvSpPr>
        <p:spPr>
          <a:xfrm>
            <a:off x="294321" y="3020550"/>
            <a:ext cx="4694774" cy="2585323"/>
          </a:xfrm>
          <a:prstGeom prst="rect">
            <a:avLst/>
          </a:prstGeom>
          <a:noFill/>
        </p:spPr>
        <p:txBody>
          <a:bodyPr wrap="square">
            <a:spAutoFit/>
          </a:bodyPr>
          <a:lstStyle/>
          <a:p>
            <a:r>
              <a:rPr lang="fr-FR" b="1" dirty="0"/>
              <a:t>1. Préparation de l’implantation</a:t>
            </a:r>
          </a:p>
          <a:p>
            <a:pPr marL="285750" indent="-285750">
              <a:buFont typeface="Arial" panose="020B0604020202020204" pitchFamily="34" charset="0"/>
              <a:buChar char="•"/>
            </a:pPr>
            <a:r>
              <a:rPr lang="fr-FR" b="1" dirty="0"/>
              <a:t>Étude du terrain</a:t>
            </a:r>
            <a:r>
              <a:rPr lang="fr-FR" dirty="0"/>
              <a:t> : Vérification des limites du terrain (bornage), relief, et caractéristiques géotechniques.</a:t>
            </a:r>
          </a:p>
          <a:p>
            <a:pPr marL="285750" indent="-285750">
              <a:buFont typeface="Arial" panose="020B0604020202020204" pitchFamily="34" charset="0"/>
              <a:buChar char="•"/>
            </a:pPr>
            <a:r>
              <a:rPr lang="fr-FR" b="1" dirty="0"/>
              <a:t>Repérage des points de référence</a:t>
            </a:r>
            <a:r>
              <a:rPr lang="fr-FR" dirty="0"/>
              <a:t> : Identification des axes et repères fixes (bornes, clôtures, ou jalons).</a:t>
            </a:r>
          </a:p>
          <a:p>
            <a:pPr marL="285750" indent="-285750">
              <a:buFont typeface="Arial" panose="020B0604020202020204" pitchFamily="34" charset="0"/>
              <a:buChar char="•"/>
            </a:pPr>
            <a:r>
              <a:rPr lang="fr-FR" b="1" dirty="0"/>
              <a:t>Vérification réglementaire</a:t>
            </a:r>
            <a:r>
              <a:rPr lang="fr-FR" dirty="0"/>
              <a:t> : Respect des distances légales (retraits, voisinage, etc.).</a:t>
            </a:r>
          </a:p>
        </p:txBody>
      </p:sp>
      <p:pic>
        <p:nvPicPr>
          <p:cNvPr id="5124" name="Picture 4" descr="Le bornage du terrain : définition des limites de votre terrain de  construction">
            <a:extLst>
              <a:ext uri="{FF2B5EF4-FFF2-40B4-BE49-F238E27FC236}">
                <a16:creationId xmlns="" xmlns:a16="http://schemas.microsoft.com/office/drawing/2014/main" id="{231A30F1-ED33-BD48-9C45-2414AB71EA6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610600" y="2817139"/>
            <a:ext cx="2952750" cy="1552575"/>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descr="Accès au foncier : Les maires sensibilisés sur le Procasef - Lequotidien -  Journal d'information Générale">
            <a:extLst>
              <a:ext uri="{FF2B5EF4-FFF2-40B4-BE49-F238E27FC236}">
                <a16:creationId xmlns="" xmlns:a16="http://schemas.microsoft.com/office/drawing/2014/main" id="{53D1347A-E815-2096-FAF1-C41FFCB419B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885321" y="4411673"/>
            <a:ext cx="2023312" cy="1424654"/>
          </a:xfrm>
          <a:prstGeom prst="rect">
            <a:avLst/>
          </a:prstGeom>
          <a:noFill/>
          <a:extLst>
            <a:ext uri="{909E8E84-426E-40DD-AFC4-6F175D3DCCD1}">
              <a14:hiddenFill xmlns:a14="http://schemas.microsoft.com/office/drawing/2010/main">
                <a:solidFill>
                  <a:srgbClr val="FFFFFF"/>
                </a:solidFill>
              </a14:hiddenFill>
            </a:ext>
          </a:extLst>
        </p:spPr>
      </p:pic>
      <p:pic>
        <p:nvPicPr>
          <p:cNvPr id="13" name="Image 12">
            <a:extLst>
              <a:ext uri="{FF2B5EF4-FFF2-40B4-BE49-F238E27FC236}">
                <a16:creationId xmlns="" xmlns:a16="http://schemas.microsoft.com/office/drawing/2014/main" id="{8BA25DAC-CE82-8B60-CCFE-D818BF47CEA7}"/>
              </a:ext>
            </a:extLst>
          </p:cNvPr>
          <p:cNvPicPr>
            <a:picLocks noChangeAspect="1"/>
          </p:cNvPicPr>
          <p:nvPr/>
        </p:nvPicPr>
        <p:blipFill>
          <a:blip r:embed="rId7"/>
          <a:stretch>
            <a:fillRect/>
          </a:stretch>
        </p:blipFill>
        <p:spPr>
          <a:xfrm>
            <a:off x="5422755" y="2654512"/>
            <a:ext cx="2872259" cy="3198843"/>
          </a:xfrm>
          <a:prstGeom prst="rect">
            <a:avLst/>
          </a:prstGeom>
        </p:spPr>
      </p:pic>
      <p:sp>
        <p:nvSpPr>
          <p:cNvPr id="16" name="ZoneTexte 15">
            <a:extLst>
              <a:ext uri="{FF2B5EF4-FFF2-40B4-BE49-F238E27FC236}">
                <a16:creationId xmlns="" xmlns:a16="http://schemas.microsoft.com/office/drawing/2014/main" id="{9B6B5F97-3CA5-3FC9-DF14-FBFE0515337A}"/>
              </a:ext>
            </a:extLst>
          </p:cNvPr>
          <p:cNvSpPr txBox="1"/>
          <p:nvPr/>
        </p:nvSpPr>
        <p:spPr>
          <a:xfrm>
            <a:off x="5135418" y="5924996"/>
            <a:ext cx="6168188" cy="461665"/>
          </a:xfrm>
          <a:prstGeom prst="rect">
            <a:avLst/>
          </a:prstGeom>
          <a:noFill/>
        </p:spPr>
        <p:txBody>
          <a:bodyPr wrap="square">
            <a:spAutoFit/>
          </a:bodyPr>
          <a:lstStyle/>
          <a:p>
            <a:r>
              <a:rPr lang="fr-FR" sz="1200" dirty="0">
                <a:hlinkClick r:id="rId8"/>
              </a:rPr>
              <a:t>https://www.youtube.com/watch?v=LRfi1KB1H48</a:t>
            </a:r>
            <a:endParaRPr lang="fr-FR" sz="1200" dirty="0"/>
          </a:p>
          <a:p>
            <a:endParaRPr lang="fr-FR" sz="1200" dirty="0"/>
          </a:p>
        </p:txBody>
      </p:sp>
    </p:spTree>
    <p:extLst>
      <p:ext uri="{BB962C8B-B14F-4D97-AF65-F5344CB8AC3E}">
        <p14:creationId xmlns:p14="http://schemas.microsoft.com/office/powerpoint/2010/main" val="96059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 xmlns:a16="http://schemas.microsoft.com/office/drawing/2014/main" id="{89CBBDEE-6208-CF33-077D-9A1727DBCC6F}"/>
            </a:ext>
          </a:extLst>
        </p:cNvPr>
        <p:cNvGrpSpPr/>
        <p:nvPr/>
      </p:nvGrpSpPr>
      <p:grpSpPr>
        <a:xfrm>
          <a:off x="0" y="0"/>
          <a:ext cx="0" cy="0"/>
          <a:chOff x="0" y="0"/>
          <a:chExt cx="0" cy="0"/>
        </a:xfrm>
      </p:grpSpPr>
      <p:sp>
        <p:nvSpPr>
          <p:cNvPr id="2" name="Espace réservé du numéro de diapositive 1">
            <a:extLst>
              <a:ext uri="{FF2B5EF4-FFF2-40B4-BE49-F238E27FC236}">
                <a16:creationId xmlns="" xmlns:a16="http://schemas.microsoft.com/office/drawing/2014/main" id="{34D3901F-9E17-DB61-32BF-16C6FBD6ADD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12</a:t>
            </a:fld>
            <a:endParaRPr lang="fr-FR"/>
          </a:p>
        </p:txBody>
      </p:sp>
      <p:pic>
        <p:nvPicPr>
          <p:cNvPr id="5" name="Image 4">
            <a:extLst>
              <a:ext uri="{FF2B5EF4-FFF2-40B4-BE49-F238E27FC236}">
                <a16:creationId xmlns="" xmlns:a16="http://schemas.microsoft.com/office/drawing/2014/main" id="{013BC5B0-B077-91E2-496E-709C70D0453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39492" y="70223"/>
            <a:ext cx="1090163" cy="981979"/>
          </a:xfrm>
          <a:prstGeom prst="rect">
            <a:avLst/>
          </a:prstGeom>
          <a:noFill/>
          <a:ln>
            <a:noFill/>
          </a:ln>
        </p:spPr>
      </p:pic>
      <p:pic>
        <p:nvPicPr>
          <p:cNvPr id="6" name="officeArt object">
            <a:extLst>
              <a:ext uri="{FF2B5EF4-FFF2-40B4-BE49-F238E27FC236}">
                <a16:creationId xmlns="" xmlns:a16="http://schemas.microsoft.com/office/drawing/2014/main" id="{8D34E673-C40D-BB9E-F1E8-9C8BD41FFC22}"/>
              </a:ext>
            </a:extLst>
          </p:cNvPr>
          <p:cNvPicPr/>
          <p:nvPr/>
        </p:nvPicPr>
        <p:blipFill rotWithShape="1">
          <a:blip r:embed="rId4"/>
          <a:srcRect l="12854" r="8048"/>
          <a:stretch/>
        </p:blipFill>
        <p:spPr>
          <a:xfrm>
            <a:off x="9840279" y="0"/>
            <a:ext cx="1199213" cy="1506125"/>
          </a:xfrm>
          <a:prstGeom prst="rect">
            <a:avLst/>
          </a:prstGeom>
          <a:ln w="12700" cap="flat">
            <a:noFill/>
            <a:miter lim="400000"/>
          </a:ln>
          <a:effectLst/>
        </p:spPr>
      </p:pic>
      <p:sp>
        <p:nvSpPr>
          <p:cNvPr id="8" name="Espace réservé du pied de page 7">
            <a:extLst>
              <a:ext uri="{FF2B5EF4-FFF2-40B4-BE49-F238E27FC236}">
                <a16:creationId xmlns="" xmlns:a16="http://schemas.microsoft.com/office/drawing/2014/main" id="{792098A7-9F63-A051-E563-408993754D68}"/>
              </a:ext>
            </a:extLst>
          </p:cNvPr>
          <p:cNvSpPr>
            <a:spLocks noGrp="1"/>
          </p:cNvSpPr>
          <p:nvPr>
            <p:ph type="ftr" idx="11"/>
          </p:nvPr>
        </p:nvSpPr>
        <p:spPr/>
        <p:txBody>
          <a:bodyPr/>
          <a:lstStyle/>
          <a:p>
            <a:r>
              <a:rPr lang="fr-FR" dirty="0"/>
              <a:t>Dr. Ibrahim Niang</a:t>
            </a:r>
          </a:p>
        </p:txBody>
      </p:sp>
      <p:sp>
        <p:nvSpPr>
          <p:cNvPr id="3" name="Rectangle 2">
            <a:extLst>
              <a:ext uri="{FF2B5EF4-FFF2-40B4-BE49-F238E27FC236}">
                <a16:creationId xmlns="" xmlns:a16="http://schemas.microsoft.com/office/drawing/2014/main" id="{428215F0-4871-B6FB-BC7D-A91D0649FE76}"/>
              </a:ext>
            </a:extLst>
          </p:cNvPr>
          <p:cNvSpPr/>
          <p:nvPr/>
        </p:nvSpPr>
        <p:spPr>
          <a:xfrm>
            <a:off x="-63745" y="-107207"/>
            <a:ext cx="5199163" cy="1309654"/>
          </a:xfrm>
          <a:prstGeom prst="rect">
            <a:avLst/>
          </a:prstGeom>
        </p:spPr>
        <p:txBody>
          <a:bodyPr wrap="square">
            <a:spAutoFit/>
          </a:bodyPr>
          <a:lstStyle/>
          <a:p>
            <a:pPr marL="571500" indent="-571500">
              <a:lnSpc>
                <a:spcPct val="150000"/>
              </a:lnSpc>
              <a:buClr>
                <a:srgbClr val="1F3864"/>
              </a:buClr>
              <a:buSzPct val="65000"/>
              <a:buFont typeface="+mj-lt"/>
              <a:buAutoNum type="romanUcPeriod" startAt="2"/>
            </a:pPr>
            <a:r>
              <a:rPr lang="fr-FR" sz="3200" b="1" dirty="0">
                <a:solidFill>
                  <a:srgbClr val="1F3864"/>
                </a:solidFill>
                <a:latin typeface="Aptos" panose="020B0004020202020204" pitchFamily="34" charset="0"/>
                <a:ea typeface="Calibri"/>
                <a:cs typeface="Calibri"/>
                <a:sym typeface="Calibri"/>
              </a:rPr>
              <a:t>Gros œuvre </a:t>
            </a:r>
          </a:p>
          <a:p>
            <a:pPr>
              <a:lnSpc>
                <a:spcPct val="150000"/>
              </a:lnSpc>
            </a:pPr>
            <a:endParaRPr lang="fr-FR" sz="2400" dirty="0">
              <a:solidFill>
                <a:srgbClr val="1F3864"/>
              </a:solidFill>
              <a:latin typeface="Proxima Nova"/>
              <a:cs typeface="Calibri"/>
              <a:sym typeface="Calibri"/>
            </a:endParaRPr>
          </a:p>
        </p:txBody>
      </p:sp>
      <p:sp>
        <p:nvSpPr>
          <p:cNvPr id="10" name="ZoneTexte 9">
            <a:extLst>
              <a:ext uri="{FF2B5EF4-FFF2-40B4-BE49-F238E27FC236}">
                <a16:creationId xmlns="" xmlns:a16="http://schemas.microsoft.com/office/drawing/2014/main" id="{1619BF8A-ECDA-32DF-76E3-9FD3B9A4C5BA}"/>
              </a:ext>
            </a:extLst>
          </p:cNvPr>
          <p:cNvSpPr txBox="1"/>
          <p:nvPr/>
        </p:nvSpPr>
        <p:spPr>
          <a:xfrm>
            <a:off x="1949503" y="1051491"/>
            <a:ext cx="7461994" cy="523220"/>
          </a:xfrm>
          <a:prstGeom prst="rect">
            <a:avLst/>
          </a:prstGeom>
          <a:noFill/>
        </p:spPr>
        <p:txBody>
          <a:bodyPr wrap="square">
            <a:spAutoFit/>
          </a:bodyPr>
          <a:lstStyle/>
          <a:p>
            <a:pPr algn="ctr"/>
            <a:r>
              <a:rPr lang="fr-FR" sz="2800" dirty="0">
                <a:ln w="0"/>
                <a:solidFill>
                  <a:srgbClr val="1F3864"/>
                </a:solidFill>
                <a:latin typeface="Aptos" panose="020B0004020202020204" pitchFamily="34" charset="0"/>
              </a:rPr>
              <a:t>Implantation </a:t>
            </a:r>
          </a:p>
        </p:txBody>
      </p:sp>
      <p:sp>
        <p:nvSpPr>
          <p:cNvPr id="9" name="ZoneTexte 8">
            <a:extLst>
              <a:ext uri="{FF2B5EF4-FFF2-40B4-BE49-F238E27FC236}">
                <a16:creationId xmlns="" xmlns:a16="http://schemas.microsoft.com/office/drawing/2014/main" id="{A7082302-9AC5-4D2D-8889-314E8D8F997C}"/>
              </a:ext>
            </a:extLst>
          </p:cNvPr>
          <p:cNvSpPr txBox="1"/>
          <p:nvPr/>
        </p:nvSpPr>
        <p:spPr>
          <a:xfrm>
            <a:off x="978568" y="1574711"/>
            <a:ext cx="10375231" cy="923330"/>
          </a:xfrm>
          <a:prstGeom prst="rect">
            <a:avLst/>
          </a:prstGeom>
          <a:noFill/>
        </p:spPr>
        <p:txBody>
          <a:bodyPr wrap="square">
            <a:spAutoFit/>
          </a:bodyPr>
          <a:lstStyle/>
          <a:p>
            <a:pPr algn="ctr"/>
            <a:r>
              <a:rPr lang="fr-FR" dirty="0"/>
              <a:t>L’implantation d’un bâtiment consiste à </a:t>
            </a:r>
            <a:r>
              <a:rPr lang="fr-FR" b="1" dirty="0"/>
              <a:t>transférer avec précision les dimensions et les axes d’un plan sur le terrain</a:t>
            </a:r>
            <a:r>
              <a:rPr lang="fr-FR" dirty="0"/>
              <a:t>, en respectant les </a:t>
            </a:r>
            <a:r>
              <a:rPr lang="fr-FR" b="1" dirty="0"/>
              <a:t>contraintes réglementaires et les exigences techniques</a:t>
            </a:r>
            <a:r>
              <a:rPr lang="fr-FR" dirty="0"/>
              <a:t>. Cette étape garantit le positionnement exact de l’ouvrage sur le site.</a:t>
            </a:r>
          </a:p>
        </p:txBody>
      </p:sp>
      <p:pic>
        <p:nvPicPr>
          <p:cNvPr id="4098" name="Picture 2" descr="COMMENT IMPLANTER UN BATIMENT - YouTube">
            <a:extLst>
              <a:ext uri="{FF2B5EF4-FFF2-40B4-BE49-F238E27FC236}">
                <a16:creationId xmlns="" xmlns:a16="http://schemas.microsoft.com/office/drawing/2014/main" id="{B4B7C9EB-AF8A-A6A1-5004-0003C91BC5A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93516" y="5098441"/>
            <a:ext cx="1495361" cy="1120077"/>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Cours Construction: Chap.1 Implantation">
            <a:extLst>
              <a:ext uri="{FF2B5EF4-FFF2-40B4-BE49-F238E27FC236}">
                <a16:creationId xmlns="" xmlns:a16="http://schemas.microsoft.com/office/drawing/2014/main" id="{83CF597D-A838-B0FE-EA5A-F1235B545A3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019780" y="3402870"/>
            <a:ext cx="2267240" cy="1133620"/>
          </a:xfrm>
          <a:prstGeom prst="rect">
            <a:avLst/>
          </a:prstGeom>
          <a:noFill/>
          <a:extLst>
            <a:ext uri="{909E8E84-426E-40DD-AFC4-6F175D3DCCD1}">
              <a14:hiddenFill xmlns:a14="http://schemas.microsoft.com/office/drawing/2010/main">
                <a:solidFill>
                  <a:srgbClr val="FFFFFF"/>
                </a:solidFill>
              </a14:hiddenFill>
            </a:ext>
          </a:extLst>
        </p:spPr>
      </p:pic>
      <p:sp>
        <p:nvSpPr>
          <p:cNvPr id="15" name="ZoneTexte 14">
            <a:extLst>
              <a:ext uri="{FF2B5EF4-FFF2-40B4-BE49-F238E27FC236}">
                <a16:creationId xmlns="" xmlns:a16="http://schemas.microsoft.com/office/drawing/2014/main" id="{6F485BDF-A0B7-C89A-00E1-6D845CFEB691}"/>
              </a:ext>
            </a:extLst>
          </p:cNvPr>
          <p:cNvSpPr txBox="1"/>
          <p:nvPr/>
        </p:nvSpPr>
        <p:spPr>
          <a:xfrm>
            <a:off x="7513720" y="6398309"/>
            <a:ext cx="2743200" cy="646331"/>
          </a:xfrm>
          <a:prstGeom prst="rect">
            <a:avLst/>
          </a:prstGeom>
          <a:noFill/>
        </p:spPr>
        <p:txBody>
          <a:bodyPr wrap="square">
            <a:spAutoFit/>
          </a:bodyPr>
          <a:lstStyle/>
          <a:p>
            <a:pPr algn="ctr"/>
            <a:r>
              <a:rPr lang="fr-FR" sz="1200" dirty="0">
                <a:hlinkClick r:id="rId7"/>
              </a:rPr>
              <a:t>https://www.youtube.com/watch?app=desktop&amp;v=m4uqRfo_R8U&amp;t=53s</a:t>
            </a:r>
            <a:endParaRPr lang="fr-FR" sz="1200" dirty="0"/>
          </a:p>
          <a:p>
            <a:pPr algn="ctr"/>
            <a:endParaRPr lang="fr-FR" sz="1200" dirty="0"/>
          </a:p>
        </p:txBody>
      </p:sp>
      <p:sp>
        <p:nvSpPr>
          <p:cNvPr id="18" name="ZoneTexte 17">
            <a:extLst>
              <a:ext uri="{FF2B5EF4-FFF2-40B4-BE49-F238E27FC236}">
                <a16:creationId xmlns="" xmlns:a16="http://schemas.microsoft.com/office/drawing/2014/main" id="{BE070AEE-5CBD-E0F9-1876-56E54116D4C7}"/>
              </a:ext>
            </a:extLst>
          </p:cNvPr>
          <p:cNvSpPr txBox="1"/>
          <p:nvPr/>
        </p:nvSpPr>
        <p:spPr>
          <a:xfrm>
            <a:off x="161134" y="3168859"/>
            <a:ext cx="5605786" cy="2585323"/>
          </a:xfrm>
          <a:prstGeom prst="rect">
            <a:avLst/>
          </a:prstGeom>
          <a:noFill/>
        </p:spPr>
        <p:txBody>
          <a:bodyPr wrap="square">
            <a:spAutoFit/>
          </a:bodyPr>
          <a:lstStyle/>
          <a:p>
            <a:r>
              <a:rPr lang="fr-FR" b="1" dirty="0"/>
              <a:t>2. </a:t>
            </a:r>
            <a:r>
              <a:rPr lang="fr-FR" b="1" u="sng" dirty="0"/>
              <a:t>Tracé de l'implantation</a:t>
            </a:r>
          </a:p>
          <a:p>
            <a:pPr marL="285750" indent="-285750">
              <a:buFont typeface="Arial" panose="020B0604020202020204" pitchFamily="34" charset="0"/>
              <a:buChar char="•"/>
            </a:pPr>
            <a:r>
              <a:rPr lang="fr-FR" b="1" dirty="0"/>
              <a:t>Pose des chaises d'implantation</a:t>
            </a:r>
            <a:r>
              <a:rPr lang="fr-FR" dirty="0"/>
              <a:t> : Construction de cadres en bois ou métal autour de la zone pour matérialiser les axes principaux.</a:t>
            </a:r>
          </a:p>
          <a:p>
            <a:pPr marL="285750" indent="-285750">
              <a:buFont typeface="Arial" panose="020B0604020202020204" pitchFamily="34" charset="0"/>
              <a:buChar char="•"/>
            </a:pPr>
            <a:r>
              <a:rPr lang="fr-FR" b="1" dirty="0"/>
              <a:t>Utilisation des plans</a:t>
            </a:r>
            <a:r>
              <a:rPr lang="fr-FR" dirty="0"/>
              <a:t> : Consultation des plans pour tracer avec précision les contours du bâtiment.</a:t>
            </a:r>
          </a:p>
          <a:p>
            <a:pPr marL="285750" indent="-285750">
              <a:buFont typeface="Arial" panose="020B0604020202020204" pitchFamily="34" charset="0"/>
              <a:buChar char="•"/>
            </a:pPr>
            <a:r>
              <a:rPr lang="fr-FR" b="1" dirty="0"/>
              <a:t>Marquage au sol</a:t>
            </a:r>
            <a:r>
              <a:rPr lang="fr-FR" dirty="0"/>
              <a:t> : Délimitation des contours et des axes principaux avec des piquets, des cordes et du calcaire ou de la chaux.</a:t>
            </a:r>
          </a:p>
        </p:txBody>
      </p:sp>
      <p:sp>
        <p:nvSpPr>
          <p:cNvPr id="21" name="ZoneTexte 20">
            <a:extLst>
              <a:ext uri="{FF2B5EF4-FFF2-40B4-BE49-F238E27FC236}">
                <a16:creationId xmlns="" xmlns:a16="http://schemas.microsoft.com/office/drawing/2014/main" id="{0E9A2D88-5AE8-3433-1B77-5831AED48F3F}"/>
              </a:ext>
            </a:extLst>
          </p:cNvPr>
          <p:cNvSpPr txBox="1"/>
          <p:nvPr/>
        </p:nvSpPr>
        <p:spPr>
          <a:xfrm>
            <a:off x="7142637" y="6218518"/>
            <a:ext cx="3485365" cy="461665"/>
          </a:xfrm>
          <a:prstGeom prst="rect">
            <a:avLst/>
          </a:prstGeom>
          <a:noFill/>
        </p:spPr>
        <p:txBody>
          <a:bodyPr wrap="square">
            <a:spAutoFit/>
          </a:bodyPr>
          <a:lstStyle/>
          <a:p>
            <a:r>
              <a:rPr lang="fr-FR" sz="1200" dirty="0">
                <a:hlinkClick r:id="rId8"/>
              </a:rPr>
              <a:t>https://www.youtube.com/watch?v=LRfi1KB1H48</a:t>
            </a:r>
            <a:endParaRPr lang="fr-FR" sz="1200" dirty="0"/>
          </a:p>
          <a:p>
            <a:endParaRPr lang="fr-FR" sz="1200" dirty="0"/>
          </a:p>
        </p:txBody>
      </p:sp>
      <p:pic>
        <p:nvPicPr>
          <p:cNvPr id="4104" name="Picture 8" descr="L'implantation d'un point">
            <a:extLst>
              <a:ext uri="{FF2B5EF4-FFF2-40B4-BE49-F238E27FC236}">
                <a16:creationId xmlns="" xmlns:a16="http://schemas.microsoft.com/office/drawing/2014/main" id="{57FCD8AE-344A-CCAD-EAEA-C14A8DA682B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363064" y="2133667"/>
            <a:ext cx="5446468" cy="4084851"/>
          </a:xfrm>
          <a:prstGeom prst="rect">
            <a:avLst/>
          </a:prstGeom>
          <a:noFill/>
          <a:extLst>
            <a:ext uri="{909E8E84-426E-40DD-AFC4-6F175D3DCCD1}">
              <a14:hiddenFill xmlns:a14="http://schemas.microsoft.com/office/drawing/2010/main">
                <a:solidFill>
                  <a:srgbClr val="FFFFFF"/>
                </a:solidFill>
              </a14:hiddenFill>
            </a:ext>
          </a:extLst>
        </p:spPr>
      </p:pic>
      <p:sp>
        <p:nvSpPr>
          <p:cNvPr id="7" name="ZoneTexte 6">
            <a:extLst>
              <a:ext uri="{FF2B5EF4-FFF2-40B4-BE49-F238E27FC236}">
                <a16:creationId xmlns="" xmlns:a16="http://schemas.microsoft.com/office/drawing/2014/main" id="{4DB0E33E-36F3-ADE2-7B49-B7ADF3138CC4}"/>
              </a:ext>
            </a:extLst>
          </p:cNvPr>
          <p:cNvSpPr txBox="1"/>
          <p:nvPr/>
        </p:nvSpPr>
        <p:spPr>
          <a:xfrm>
            <a:off x="104409" y="6126184"/>
            <a:ext cx="6168452" cy="523220"/>
          </a:xfrm>
          <a:prstGeom prst="rect">
            <a:avLst/>
          </a:prstGeom>
          <a:noFill/>
        </p:spPr>
        <p:txBody>
          <a:bodyPr wrap="square">
            <a:spAutoFit/>
          </a:bodyPr>
          <a:lstStyle/>
          <a:p>
            <a:r>
              <a:rPr lang="fr-FR" sz="1400" dirty="0">
                <a:hlinkClick r:id="rId10"/>
              </a:rPr>
              <a:t>https://youtu.be/m4uqRfo_R8U?si=yiV0Lu2QaDec7jTd</a:t>
            </a:r>
            <a:endParaRPr lang="fr-FR" sz="1400" dirty="0"/>
          </a:p>
          <a:p>
            <a:endParaRPr lang="fr-FR" sz="1400" dirty="0"/>
          </a:p>
        </p:txBody>
      </p:sp>
    </p:spTree>
    <p:extLst>
      <p:ext uri="{BB962C8B-B14F-4D97-AF65-F5344CB8AC3E}">
        <p14:creationId xmlns:p14="http://schemas.microsoft.com/office/powerpoint/2010/main" val="3325326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 xmlns:a16="http://schemas.microsoft.com/office/drawing/2014/main" id="{6ACBE133-88E5-E1DE-5EF0-0F115DBEB992}"/>
            </a:ext>
          </a:extLst>
        </p:cNvPr>
        <p:cNvGrpSpPr/>
        <p:nvPr/>
      </p:nvGrpSpPr>
      <p:grpSpPr>
        <a:xfrm>
          <a:off x="0" y="0"/>
          <a:ext cx="0" cy="0"/>
          <a:chOff x="0" y="0"/>
          <a:chExt cx="0" cy="0"/>
        </a:xfrm>
      </p:grpSpPr>
      <p:sp>
        <p:nvSpPr>
          <p:cNvPr id="2" name="Espace réservé du numéro de diapositive 1">
            <a:extLst>
              <a:ext uri="{FF2B5EF4-FFF2-40B4-BE49-F238E27FC236}">
                <a16:creationId xmlns="" xmlns:a16="http://schemas.microsoft.com/office/drawing/2014/main" id="{E4F5262C-FF16-1A83-28F0-74F801E5B3A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13</a:t>
            </a:fld>
            <a:endParaRPr lang="fr-FR"/>
          </a:p>
        </p:txBody>
      </p:sp>
      <p:pic>
        <p:nvPicPr>
          <p:cNvPr id="5" name="Image 4">
            <a:extLst>
              <a:ext uri="{FF2B5EF4-FFF2-40B4-BE49-F238E27FC236}">
                <a16:creationId xmlns="" xmlns:a16="http://schemas.microsoft.com/office/drawing/2014/main" id="{FD08BB58-B00A-F68F-A712-3FB0549FDD1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39492" y="70223"/>
            <a:ext cx="1090163" cy="981979"/>
          </a:xfrm>
          <a:prstGeom prst="rect">
            <a:avLst/>
          </a:prstGeom>
          <a:noFill/>
          <a:ln>
            <a:noFill/>
          </a:ln>
        </p:spPr>
      </p:pic>
      <p:pic>
        <p:nvPicPr>
          <p:cNvPr id="6" name="officeArt object">
            <a:extLst>
              <a:ext uri="{FF2B5EF4-FFF2-40B4-BE49-F238E27FC236}">
                <a16:creationId xmlns="" xmlns:a16="http://schemas.microsoft.com/office/drawing/2014/main" id="{82ED0A4E-01AF-DFC9-8AF4-4131900FEA13}"/>
              </a:ext>
            </a:extLst>
          </p:cNvPr>
          <p:cNvPicPr/>
          <p:nvPr/>
        </p:nvPicPr>
        <p:blipFill rotWithShape="1">
          <a:blip r:embed="rId4"/>
          <a:srcRect l="12854" r="8048"/>
          <a:stretch/>
        </p:blipFill>
        <p:spPr>
          <a:xfrm>
            <a:off x="9840279" y="0"/>
            <a:ext cx="1199213" cy="1506125"/>
          </a:xfrm>
          <a:prstGeom prst="rect">
            <a:avLst/>
          </a:prstGeom>
          <a:ln w="12700" cap="flat">
            <a:noFill/>
            <a:miter lim="400000"/>
          </a:ln>
          <a:effectLst/>
        </p:spPr>
      </p:pic>
      <p:sp>
        <p:nvSpPr>
          <p:cNvPr id="8" name="Espace réservé du pied de page 7">
            <a:extLst>
              <a:ext uri="{FF2B5EF4-FFF2-40B4-BE49-F238E27FC236}">
                <a16:creationId xmlns="" xmlns:a16="http://schemas.microsoft.com/office/drawing/2014/main" id="{10D603A2-F1CB-7D31-6EC8-15B62D34DB3F}"/>
              </a:ext>
            </a:extLst>
          </p:cNvPr>
          <p:cNvSpPr>
            <a:spLocks noGrp="1"/>
          </p:cNvSpPr>
          <p:nvPr>
            <p:ph type="ftr" idx="11"/>
          </p:nvPr>
        </p:nvSpPr>
        <p:spPr/>
        <p:txBody>
          <a:bodyPr/>
          <a:lstStyle/>
          <a:p>
            <a:r>
              <a:rPr lang="fr-FR" dirty="0"/>
              <a:t>Dr. Ibrahim Niang</a:t>
            </a:r>
          </a:p>
        </p:txBody>
      </p:sp>
      <p:sp>
        <p:nvSpPr>
          <p:cNvPr id="3" name="Rectangle 2">
            <a:extLst>
              <a:ext uri="{FF2B5EF4-FFF2-40B4-BE49-F238E27FC236}">
                <a16:creationId xmlns="" xmlns:a16="http://schemas.microsoft.com/office/drawing/2014/main" id="{6F5D9A9D-67DD-179A-0001-27EE1CF26F10}"/>
              </a:ext>
            </a:extLst>
          </p:cNvPr>
          <p:cNvSpPr/>
          <p:nvPr/>
        </p:nvSpPr>
        <p:spPr>
          <a:xfrm>
            <a:off x="-63745" y="-107207"/>
            <a:ext cx="5199163" cy="1309654"/>
          </a:xfrm>
          <a:prstGeom prst="rect">
            <a:avLst/>
          </a:prstGeom>
        </p:spPr>
        <p:txBody>
          <a:bodyPr wrap="square">
            <a:spAutoFit/>
          </a:bodyPr>
          <a:lstStyle/>
          <a:p>
            <a:pPr marL="571500" indent="-571500">
              <a:lnSpc>
                <a:spcPct val="150000"/>
              </a:lnSpc>
              <a:buClr>
                <a:srgbClr val="1F3864"/>
              </a:buClr>
              <a:buSzPct val="65000"/>
              <a:buFont typeface="+mj-lt"/>
              <a:buAutoNum type="romanUcPeriod" startAt="2"/>
            </a:pPr>
            <a:r>
              <a:rPr lang="fr-FR" sz="3200" b="1" dirty="0">
                <a:solidFill>
                  <a:srgbClr val="1F3864"/>
                </a:solidFill>
                <a:latin typeface="Aptos" panose="020B0004020202020204" pitchFamily="34" charset="0"/>
                <a:ea typeface="Calibri"/>
                <a:cs typeface="Calibri"/>
                <a:sym typeface="Calibri"/>
              </a:rPr>
              <a:t>Gros œuvre </a:t>
            </a:r>
          </a:p>
          <a:p>
            <a:pPr>
              <a:lnSpc>
                <a:spcPct val="150000"/>
              </a:lnSpc>
            </a:pPr>
            <a:endParaRPr lang="fr-FR" sz="2400" dirty="0">
              <a:solidFill>
                <a:srgbClr val="1F3864"/>
              </a:solidFill>
              <a:latin typeface="Proxima Nova"/>
              <a:cs typeface="Calibri"/>
              <a:sym typeface="Calibri"/>
            </a:endParaRPr>
          </a:p>
        </p:txBody>
      </p:sp>
      <p:sp>
        <p:nvSpPr>
          <p:cNvPr id="10" name="ZoneTexte 9">
            <a:extLst>
              <a:ext uri="{FF2B5EF4-FFF2-40B4-BE49-F238E27FC236}">
                <a16:creationId xmlns="" xmlns:a16="http://schemas.microsoft.com/office/drawing/2014/main" id="{81EFE7BF-84DA-CEB2-B0D6-99B484B8E302}"/>
              </a:ext>
            </a:extLst>
          </p:cNvPr>
          <p:cNvSpPr txBox="1"/>
          <p:nvPr/>
        </p:nvSpPr>
        <p:spPr>
          <a:xfrm>
            <a:off x="1949503" y="1051491"/>
            <a:ext cx="7461994" cy="523220"/>
          </a:xfrm>
          <a:prstGeom prst="rect">
            <a:avLst/>
          </a:prstGeom>
          <a:noFill/>
        </p:spPr>
        <p:txBody>
          <a:bodyPr wrap="square">
            <a:spAutoFit/>
          </a:bodyPr>
          <a:lstStyle/>
          <a:p>
            <a:pPr algn="ctr"/>
            <a:r>
              <a:rPr lang="fr-FR" sz="2800" dirty="0">
                <a:ln w="0"/>
                <a:solidFill>
                  <a:srgbClr val="1F3864"/>
                </a:solidFill>
                <a:latin typeface="Aptos" panose="020B0004020202020204" pitchFamily="34" charset="0"/>
              </a:rPr>
              <a:t>Implantation </a:t>
            </a:r>
          </a:p>
        </p:txBody>
      </p:sp>
      <p:sp>
        <p:nvSpPr>
          <p:cNvPr id="9" name="ZoneTexte 8">
            <a:extLst>
              <a:ext uri="{FF2B5EF4-FFF2-40B4-BE49-F238E27FC236}">
                <a16:creationId xmlns="" xmlns:a16="http://schemas.microsoft.com/office/drawing/2014/main" id="{77802E94-411E-177F-B9F2-D883A958BE72}"/>
              </a:ext>
            </a:extLst>
          </p:cNvPr>
          <p:cNvSpPr txBox="1"/>
          <p:nvPr/>
        </p:nvSpPr>
        <p:spPr>
          <a:xfrm>
            <a:off x="978568" y="1574711"/>
            <a:ext cx="10375231" cy="923330"/>
          </a:xfrm>
          <a:prstGeom prst="rect">
            <a:avLst/>
          </a:prstGeom>
          <a:noFill/>
        </p:spPr>
        <p:txBody>
          <a:bodyPr wrap="square">
            <a:spAutoFit/>
          </a:bodyPr>
          <a:lstStyle/>
          <a:p>
            <a:pPr algn="ctr"/>
            <a:r>
              <a:rPr lang="fr-FR" dirty="0"/>
              <a:t>L’implantation d’un bâtiment consiste à </a:t>
            </a:r>
            <a:r>
              <a:rPr lang="fr-FR" b="1" dirty="0"/>
              <a:t>transférer avec précision les dimensions et les axes d’un plan sur le terrain</a:t>
            </a:r>
            <a:r>
              <a:rPr lang="fr-FR" dirty="0"/>
              <a:t>, en respectant les </a:t>
            </a:r>
            <a:r>
              <a:rPr lang="fr-FR" b="1" dirty="0"/>
              <a:t>contraintes réglementaires et les exigences techniques</a:t>
            </a:r>
            <a:r>
              <a:rPr lang="fr-FR" dirty="0"/>
              <a:t>. Cette étape garantit le positionnement exact de l’ouvrage sur le site.</a:t>
            </a:r>
          </a:p>
        </p:txBody>
      </p:sp>
      <p:pic>
        <p:nvPicPr>
          <p:cNvPr id="4098" name="Picture 2" descr="COMMENT IMPLANTER UN BATIMENT - YouTube">
            <a:extLst>
              <a:ext uri="{FF2B5EF4-FFF2-40B4-BE49-F238E27FC236}">
                <a16:creationId xmlns="" xmlns:a16="http://schemas.microsoft.com/office/drawing/2014/main" id="{21710958-4360-76AB-0CF8-25837C4FD07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93516" y="5098441"/>
            <a:ext cx="1495361" cy="1120077"/>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Cours Construction: Chap.1 Implantation">
            <a:extLst>
              <a:ext uri="{FF2B5EF4-FFF2-40B4-BE49-F238E27FC236}">
                <a16:creationId xmlns="" xmlns:a16="http://schemas.microsoft.com/office/drawing/2014/main" id="{51064010-9223-CFE9-0387-CBF8ED64F9B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019780" y="3402870"/>
            <a:ext cx="2267240" cy="1133620"/>
          </a:xfrm>
          <a:prstGeom prst="rect">
            <a:avLst/>
          </a:prstGeom>
          <a:noFill/>
          <a:extLst>
            <a:ext uri="{909E8E84-426E-40DD-AFC4-6F175D3DCCD1}">
              <a14:hiddenFill xmlns:a14="http://schemas.microsoft.com/office/drawing/2010/main">
                <a:solidFill>
                  <a:srgbClr val="FFFFFF"/>
                </a:solidFill>
              </a14:hiddenFill>
            </a:ext>
          </a:extLst>
        </p:spPr>
      </p:pic>
      <p:sp>
        <p:nvSpPr>
          <p:cNvPr id="15" name="ZoneTexte 14">
            <a:extLst>
              <a:ext uri="{FF2B5EF4-FFF2-40B4-BE49-F238E27FC236}">
                <a16:creationId xmlns="" xmlns:a16="http://schemas.microsoft.com/office/drawing/2014/main" id="{12D26268-D659-786C-8128-97C69E6E26BE}"/>
              </a:ext>
            </a:extLst>
          </p:cNvPr>
          <p:cNvSpPr txBox="1"/>
          <p:nvPr/>
        </p:nvSpPr>
        <p:spPr>
          <a:xfrm>
            <a:off x="7513720" y="6398309"/>
            <a:ext cx="2743200" cy="646331"/>
          </a:xfrm>
          <a:prstGeom prst="rect">
            <a:avLst/>
          </a:prstGeom>
          <a:noFill/>
        </p:spPr>
        <p:txBody>
          <a:bodyPr wrap="square">
            <a:spAutoFit/>
          </a:bodyPr>
          <a:lstStyle/>
          <a:p>
            <a:pPr algn="ctr"/>
            <a:r>
              <a:rPr lang="fr-FR" sz="1200" dirty="0">
                <a:hlinkClick r:id="rId7"/>
              </a:rPr>
              <a:t>https://www.youtube.com/watch?app=desktop&amp;v=m4uqRfo_R8U&amp;t=53s</a:t>
            </a:r>
            <a:endParaRPr lang="fr-FR" sz="1200" dirty="0"/>
          </a:p>
          <a:p>
            <a:pPr algn="ctr"/>
            <a:endParaRPr lang="fr-FR" sz="1200" dirty="0"/>
          </a:p>
        </p:txBody>
      </p:sp>
      <p:sp>
        <p:nvSpPr>
          <p:cNvPr id="21" name="ZoneTexte 20">
            <a:extLst>
              <a:ext uri="{FF2B5EF4-FFF2-40B4-BE49-F238E27FC236}">
                <a16:creationId xmlns="" xmlns:a16="http://schemas.microsoft.com/office/drawing/2014/main" id="{1DB7CD1F-1124-5859-D0BA-2D833119FF75}"/>
              </a:ext>
            </a:extLst>
          </p:cNvPr>
          <p:cNvSpPr txBox="1"/>
          <p:nvPr/>
        </p:nvSpPr>
        <p:spPr>
          <a:xfrm>
            <a:off x="7142637" y="6218518"/>
            <a:ext cx="3485365" cy="461665"/>
          </a:xfrm>
          <a:prstGeom prst="rect">
            <a:avLst/>
          </a:prstGeom>
          <a:noFill/>
        </p:spPr>
        <p:txBody>
          <a:bodyPr wrap="square">
            <a:spAutoFit/>
          </a:bodyPr>
          <a:lstStyle/>
          <a:p>
            <a:r>
              <a:rPr lang="fr-FR" sz="1200" dirty="0">
                <a:hlinkClick r:id="rId8"/>
              </a:rPr>
              <a:t>https://www.youtube.com/watch?v=LRfi1KB1H48</a:t>
            </a:r>
            <a:endParaRPr lang="fr-FR" sz="1200" dirty="0"/>
          </a:p>
          <a:p>
            <a:endParaRPr lang="fr-FR" sz="1200" dirty="0"/>
          </a:p>
        </p:txBody>
      </p:sp>
      <p:pic>
        <p:nvPicPr>
          <p:cNvPr id="4104" name="Picture 8" descr="L'implantation d'un point">
            <a:extLst>
              <a:ext uri="{FF2B5EF4-FFF2-40B4-BE49-F238E27FC236}">
                <a16:creationId xmlns="" xmlns:a16="http://schemas.microsoft.com/office/drawing/2014/main" id="{A6620307-58B5-D744-AD01-05E27F7E259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363064" y="2133667"/>
            <a:ext cx="5446468" cy="4084851"/>
          </a:xfrm>
          <a:prstGeom prst="rect">
            <a:avLst/>
          </a:prstGeom>
          <a:noFill/>
          <a:extLst>
            <a:ext uri="{909E8E84-426E-40DD-AFC4-6F175D3DCCD1}">
              <a14:hiddenFill xmlns:a14="http://schemas.microsoft.com/office/drawing/2010/main">
                <a:solidFill>
                  <a:srgbClr val="FFFFFF"/>
                </a:solidFill>
              </a14:hiddenFill>
            </a:ext>
          </a:extLst>
        </p:spPr>
      </p:pic>
      <p:sp>
        <p:nvSpPr>
          <p:cNvPr id="7" name="ZoneTexte 6">
            <a:extLst>
              <a:ext uri="{FF2B5EF4-FFF2-40B4-BE49-F238E27FC236}">
                <a16:creationId xmlns="" xmlns:a16="http://schemas.microsoft.com/office/drawing/2014/main" id="{2DBBEF99-991E-6564-3F88-BA68F3D97B6D}"/>
              </a:ext>
            </a:extLst>
          </p:cNvPr>
          <p:cNvSpPr txBox="1"/>
          <p:nvPr/>
        </p:nvSpPr>
        <p:spPr>
          <a:xfrm>
            <a:off x="52107" y="3330061"/>
            <a:ext cx="6168188" cy="1477328"/>
          </a:xfrm>
          <a:prstGeom prst="rect">
            <a:avLst/>
          </a:prstGeom>
          <a:noFill/>
        </p:spPr>
        <p:txBody>
          <a:bodyPr wrap="square">
            <a:spAutoFit/>
          </a:bodyPr>
          <a:lstStyle/>
          <a:p>
            <a:r>
              <a:rPr lang="fr-FR" b="1" dirty="0"/>
              <a:t>3. Contrôle des dimensions</a:t>
            </a:r>
          </a:p>
          <a:p>
            <a:pPr marL="285750" indent="-285750">
              <a:buFont typeface="Arial" panose="020B0604020202020204" pitchFamily="34" charset="0"/>
              <a:buChar char="•"/>
            </a:pPr>
            <a:r>
              <a:rPr lang="fr-FR" b="1" dirty="0"/>
              <a:t>Mesures précises</a:t>
            </a:r>
            <a:r>
              <a:rPr lang="fr-FR" dirty="0"/>
              <a:t> : Vérification des distances, angles et diagonales pour garantir l’exactitude du tracé.</a:t>
            </a:r>
          </a:p>
          <a:p>
            <a:pPr marL="285750" indent="-285750">
              <a:buFont typeface="Arial" panose="020B0604020202020204" pitchFamily="34" charset="0"/>
              <a:buChar char="•"/>
            </a:pPr>
            <a:r>
              <a:rPr lang="fr-FR" b="1" dirty="0"/>
              <a:t>Instruments utilisés</a:t>
            </a:r>
            <a:r>
              <a:rPr lang="fr-FR" dirty="0"/>
              <a:t> : Niveau laser, théodolite, ruban de mesure et niveau à bulle.</a:t>
            </a:r>
          </a:p>
        </p:txBody>
      </p:sp>
      <p:pic>
        <p:nvPicPr>
          <p:cNvPr id="6146" name="Picture 2" descr="HILDA 4x360° Niveau Laser - Auto-Nivellement avec Senegal | Ubuy">
            <a:extLst>
              <a:ext uri="{FF2B5EF4-FFF2-40B4-BE49-F238E27FC236}">
                <a16:creationId xmlns="" xmlns:a16="http://schemas.microsoft.com/office/drawing/2014/main" id="{6B00D84A-222E-2E9D-00C5-7C8E64019440}"/>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3008" y="5444245"/>
            <a:ext cx="1223235" cy="1144147"/>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Niveau à bulle 80Cm HSL08080 Ingco - Sodishop Sénégal">
            <a:extLst>
              <a:ext uri="{FF2B5EF4-FFF2-40B4-BE49-F238E27FC236}">
                <a16:creationId xmlns="" xmlns:a16="http://schemas.microsoft.com/office/drawing/2014/main" id="{3D19C242-B3D6-97EE-302F-50CECAFDBEE5}"/>
              </a:ext>
            </a:extLst>
          </p:cNvPr>
          <p:cNvPicPr>
            <a:picLocks noChangeAspect="1" noChangeArrowheads="1"/>
          </p:cNvPicPr>
          <p:nvPr/>
        </p:nvPicPr>
        <p:blipFill rotWithShape="1">
          <a:blip r:embed="rId11">
            <a:extLst>
              <a:ext uri="{28A0092B-C50C-407E-A947-70E740481C1C}">
                <a14:useLocalDpi xmlns:a14="http://schemas.microsoft.com/office/drawing/2010/main" val="0"/>
              </a:ext>
            </a:extLst>
          </a:blip>
          <a:srcRect t="7931" b="25861"/>
          <a:stretch/>
        </p:blipFill>
        <p:spPr bwMode="auto">
          <a:xfrm>
            <a:off x="1591619" y="5522874"/>
            <a:ext cx="2121616" cy="934744"/>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descr="Ruban de mesure professionnel">
            <a:extLst>
              <a:ext uri="{FF2B5EF4-FFF2-40B4-BE49-F238E27FC236}">
                <a16:creationId xmlns="" xmlns:a16="http://schemas.microsoft.com/office/drawing/2014/main" id="{EAB6917E-8A6D-9819-E5AE-F1AAC18EC4A7}"/>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975205" y="5399624"/>
            <a:ext cx="1346316" cy="12671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934496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 xmlns:a16="http://schemas.microsoft.com/office/drawing/2014/main" id="{A21C76F6-987B-FD37-4A2E-294E378D8E08}"/>
            </a:ext>
          </a:extLst>
        </p:cNvPr>
        <p:cNvGrpSpPr/>
        <p:nvPr/>
      </p:nvGrpSpPr>
      <p:grpSpPr>
        <a:xfrm>
          <a:off x="0" y="0"/>
          <a:ext cx="0" cy="0"/>
          <a:chOff x="0" y="0"/>
          <a:chExt cx="0" cy="0"/>
        </a:xfrm>
      </p:grpSpPr>
      <p:sp>
        <p:nvSpPr>
          <p:cNvPr id="2" name="Espace réservé du numéro de diapositive 1">
            <a:extLst>
              <a:ext uri="{FF2B5EF4-FFF2-40B4-BE49-F238E27FC236}">
                <a16:creationId xmlns="" xmlns:a16="http://schemas.microsoft.com/office/drawing/2014/main" id="{856FEB10-1FC0-FF0B-E957-02DAF889A96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14</a:t>
            </a:fld>
            <a:endParaRPr lang="fr-FR"/>
          </a:p>
        </p:txBody>
      </p:sp>
      <p:pic>
        <p:nvPicPr>
          <p:cNvPr id="5" name="Image 4">
            <a:extLst>
              <a:ext uri="{FF2B5EF4-FFF2-40B4-BE49-F238E27FC236}">
                <a16:creationId xmlns="" xmlns:a16="http://schemas.microsoft.com/office/drawing/2014/main" id="{69D59BB2-2C97-CF76-128D-6F65A2F6BDF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39492" y="70223"/>
            <a:ext cx="1090163" cy="981979"/>
          </a:xfrm>
          <a:prstGeom prst="rect">
            <a:avLst/>
          </a:prstGeom>
          <a:noFill/>
          <a:ln>
            <a:noFill/>
          </a:ln>
        </p:spPr>
      </p:pic>
      <p:pic>
        <p:nvPicPr>
          <p:cNvPr id="6" name="officeArt object">
            <a:extLst>
              <a:ext uri="{FF2B5EF4-FFF2-40B4-BE49-F238E27FC236}">
                <a16:creationId xmlns="" xmlns:a16="http://schemas.microsoft.com/office/drawing/2014/main" id="{D8B71918-CA8D-ABC1-D42D-EDB7183DC8E2}"/>
              </a:ext>
            </a:extLst>
          </p:cNvPr>
          <p:cNvPicPr/>
          <p:nvPr/>
        </p:nvPicPr>
        <p:blipFill rotWithShape="1">
          <a:blip r:embed="rId4"/>
          <a:srcRect l="12854" r="8048"/>
          <a:stretch/>
        </p:blipFill>
        <p:spPr>
          <a:xfrm>
            <a:off x="9840279" y="0"/>
            <a:ext cx="1199213" cy="1506125"/>
          </a:xfrm>
          <a:prstGeom prst="rect">
            <a:avLst/>
          </a:prstGeom>
          <a:ln w="12700" cap="flat">
            <a:noFill/>
            <a:miter lim="400000"/>
          </a:ln>
          <a:effectLst/>
        </p:spPr>
      </p:pic>
      <p:sp>
        <p:nvSpPr>
          <p:cNvPr id="8" name="Espace réservé du pied de page 7">
            <a:extLst>
              <a:ext uri="{FF2B5EF4-FFF2-40B4-BE49-F238E27FC236}">
                <a16:creationId xmlns="" xmlns:a16="http://schemas.microsoft.com/office/drawing/2014/main" id="{97335888-74A6-68EE-82BA-D19C652C1998}"/>
              </a:ext>
            </a:extLst>
          </p:cNvPr>
          <p:cNvSpPr>
            <a:spLocks noGrp="1"/>
          </p:cNvSpPr>
          <p:nvPr>
            <p:ph type="ftr" idx="11"/>
          </p:nvPr>
        </p:nvSpPr>
        <p:spPr/>
        <p:txBody>
          <a:bodyPr/>
          <a:lstStyle/>
          <a:p>
            <a:r>
              <a:rPr lang="fr-FR" dirty="0"/>
              <a:t>Dr. Ibrahim Niang</a:t>
            </a:r>
          </a:p>
        </p:txBody>
      </p:sp>
      <p:sp>
        <p:nvSpPr>
          <p:cNvPr id="3" name="Rectangle 2">
            <a:extLst>
              <a:ext uri="{FF2B5EF4-FFF2-40B4-BE49-F238E27FC236}">
                <a16:creationId xmlns="" xmlns:a16="http://schemas.microsoft.com/office/drawing/2014/main" id="{418E4D1C-047A-24B5-2981-40F8E41B5783}"/>
              </a:ext>
            </a:extLst>
          </p:cNvPr>
          <p:cNvSpPr/>
          <p:nvPr/>
        </p:nvSpPr>
        <p:spPr>
          <a:xfrm>
            <a:off x="-63745" y="-107207"/>
            <a:ext cx="5199163" cy="1309654"/>
          </a:xfrm>
          <a:prstGeom prst="rect">
            <a:avLst/>
          </a:prstGeom>
        </p:spPr>
        <p:txBody>
          <a:bodyPr wrap="square">
            <a:spAutoFit/>
          </a:bodyPr>
          <a:lstStyle/>
          <a:p>
            <a:pPr marL="571500" indent="-571500">
              <a:lnSpc>
                <a:spcPct val="150000"/>
              </a:lnSpc>
              <a:buClr>
                <a:srgbClr val="1F3864"/>
              </a:buClr>
              <a:buSzPct val="65000"/>
              <a:buFont typeface="+mj-lt"/>
              <a:buAutoNum type="romanUcPeriod" startAt="2"/>
            </a:pPr>
            <a:r>
              <a:rPr lang="fr-FR" sz="3200" b="1" dirty="0">
                <a:solidFill>
                  <a:srgbClr val="1F3864"/>
                </a:solidFill>
                <a:latin typeface="Aptos" panose="020B0004020202020204" pitchFamily="34" charset="0"/>
                <a:ea typeface="Calibri"/>
                <a:cs typeface="Calibri"/>
                <a:sym typeface="Calibri"/>
              </a:rPr>
              <a:t>Gros œuvre </a:t>
            </a:r>
          </a:p>
          <a:p>
            <a:pPr>
              <a:lnSpc>
                <a:spcPct val="150000"/>
              </a:lnSpc>
            </a:pPr>
            <a:endParaRPr lang="fr-FR" sz="2400" dirty="0">
              <a:solidFill>
                <a:srgbClr val="1F3864"/>
              </a:solidFill>
              <a:latin typeface="Proxima Nova"/>
              <a:cs typeface="Calibri"/>
              <a:sym typeface="Calibri"/>
            </a:endParaRPr>
          </a:p>
        </p:txBody>
      </p:sp>
      <p:sp>
        <p:nvSpPr>
          <p:cNvPr id="10" name="ZoneTexte 9">
            <a:extLst>
              <a:ext uri="{FF2B5EF4-FFF2-40B4-BE49-F238E27FC236}">
                <a16:creationId xmlns="" xmlns:a16="http://schemas.microsoft.com/office/drawing/2014/main" id="{3FC1B9A8-F664-6D20-F884-BFB123F827C9}"/>
              </a:ext>
            </a:extLst>
          </p:cNvPr>
          <p:cNvSpPr txBox="1"/>
          <p:nvPr/>
        </p:nvSpPr>
        <p:spPr>
          <a:xfrm>
            <a:off x="1949503" y="1051491"/>
            <a:ext cx="7461994" cy="523220"/>
          </a:xfrm>
          <a:prstGeom prst="rect">
            <a:avLst/>
          </a:prstGeom>
          <a:noFill/>
        </p:spPr>
        <p:txBody>
          <a:bodyPr wrap="square">
            <a:spAutoFit/>
          </a:bodyPr>
          <a:lstStyle/>
          <a:p>
            <a:pPr algn="ctr"/>
            <a:r>
              <a:rPr lang="fr-FR" sz="2800" dirty="0">
                <a:ln w="0"/>
                <a:solidFill>
                  <a:srgbClr val="1F3864"/>
                </a:solidFill>
                <a:latin typeface="Aptos" panose="020B0004020202020204" pitchFamily="34" charset="0"/>
              </a:rPr>
              <a:t>Implantation </a:t>
            </a:r>
          </a:p>
        </p:txBody>
      </p:sp>
      <p:sp>
        <p:nvSpPr>
          <p:cNvPr id="9" name="ZoneTexte 8">
            <a:extLst>
              <a:ext uri="{FF2B5EF4-FFF2-40B4-BE49-F238E27FC236}">
                <a16:creationId xmlns="" xmlns:a16="http://schemas.microsoft.com/office/drawing/2014/main" id="{7504CBA2-4C59-29CC-9A7F-21779B002B0C}"/>
              </a:ext>
            </a:extLst>
          </p:cNvPr>
          <p:cNvSpPr txBox="1"/>
          <p:nvPr/>
        </p:nvSpPr>
        <p:spPr>
          <a:xfrm>
            <a:off x="978568" y="1574711"/>
            <a:ext cx="10375231" cy="923330"/>
          </a:xfrm>
          <a:prstGeom prst="rect">
            <a:avLst/>
          </a:prstGeom>
          <a:noFill/>
        </p:spPr>
        <p:txBody>
          <a:bodyPr wrap="square">
            <a:spAutoFit/>
          </a:bodyPr>
          <a:lstStyle/>
          <a:p>
            <a:pPr algn="ctr"/>
            <a:r>
              <a:rPr lang="fr-FR" dirty="0"/>
              <a:t>L’implantation d’un bâtiment consiste à </a:t>
            </a:r>
            <a:r>
              <a:rPr lang="fr-FR" b="1" dirty="0"/>
              <a:t>transférer avec précision les dimensions et les axes d’un plan sur le terrain</a:t>
            </a:r>
            <a:r>
              <a:rPr lang="fr-FR" dirty="0"/>
              <a:t>, en respectant les </a:t>
            </a:r>
            <a:r>
              <a:rPr lang="fr-FR" b="1" dirty="0"/>
              <a:t>contraintes réglementaires et les exigences techniques</a:t>
            </a:r>
            <a:r>
              <a:rPr lang="fr-FR" dirty="0"/>
              <a:t>. Cette étape garantit le positionnement exact de l’ouvrage sur le site.</a:t>
            </a:r>
          </a:p>
        </p:txBody>
      </p:sp>
      <p:pic>
        <p:nvPicPr>
          <p:cNvPr id="4098" name="Picture 2" descr="COMMENT IMPLANTER UN BATIMENT - YouTube">
            <a:extLst>
              <a:ext uri="{FF2B5EF4-FFF2-40B4-BE49-F238E27FC236}">
                <a16:creationId xmlns="" xmlns:a16="http://schemas.microsoft.com/office/drawing/2014/main" id="{B1689092-C081-A3DA-B90F-A2BA799A0E1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93516" y="5098441"/>
            <a:ext cx="1495361" cy="1120077"/>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Cours Construction: Chap.1 Implantation">
            <a:extLst>
              <a:ext uri="{FF2B5EF4-FFF2-40B4-BE49-F238E27FC236}">
                <a16:creationId xmlns="" xmlns:a16="http://schemas.microsoft.com/office/drawing/2014/main" id="{8CC35176-5FCF-4A5A-7A23-F5A66FEE2FA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019780" y="3402870"/>
            <a:ext cx="2267240" cy="1133620"/>
          </a:xfrm>
          <a:prstGeom prst="rect">
            <a:avLst/>
          </a:prstGeom>
          <a:noFill/>
          <a:extLst>
            <a:ext uri="{909E8E84-426E-40DD-AFC4-6F175D3DCCD1}">
              <a14:hiddenFill xmlns:a14="http://schemas.microsoft.com/office/drawing/2010/main">
                <a:solidFill>
                  <a:srgbClr val="FFFFFF"/>
                </a:solidFill>
              </a14:hiddenFill>
            </a:ext>
          </a:extLst>
        </p:spPr>
      </p:pic>
      <p:sp>
        <p:nvSpPr>
          <p:cNvPr id="15" name="ZoneTexte 14">
            <a:extLst>
              <a:ext uri="{FF2B5EF4-FFF2-40B4-BE49-F238E27FC236}">
                <a16:creationId xmlns="" xmlns:a16="http://schemas.microsoft.com/office/drawing/2014/main" id="{9FEE2CD4-D0BB-1BEA-CF29-44892F471CCE}"/>
              </a:ext>
            </a:extLst>
          </p:cNvPr>
          <p:cNvSpPr txBox="1"/>
          <p:nvPr/>
        </p:nvSpPr>
        <p:spPr>
          <a:xfrm>
            <a:off x="7513720" y="6398309"/>
            <a:ext cx="2743200" cy="646331"/>
          </a:xfrm>
          <a:prstGeom prst="rect">
            <a:avLst/>
          </a:prstGeom>
          <a:noFill/>
        </p:spPr>
        <p:txBody>
          <a:bodyPr wrap="square">
            <a:spAutoFit/>
          </a:bodyPr>
          <a:lstStyle/>
          <a:p>
            <a:pPr algn="ctr"/>
            <a:r>
              <a:rPr lang="fr-FR" sz="1200" dirty="0">
                <a:hlinkClick r:id="rId7"/>
              </a:rPr>
              <a:t>https://www.youtube.com/watch?app=desktop&amp;v=m4uqRfo_R8U&amp;t=53s</a:t>
            </a:r>
            <a:endParaRPr lang="fr-FR" sz="1200" dirty="0"/>
          </a:p>
          <a:p>
            <a:pPr algn="ctr"/>
            <a:endParaRPr lang="fr-FR" sz="1200" dirty="0"/>
          </a:p>
        </p:txBody>
      </p:sp>
      <p:sp>
        <p:nvSpPr>
          <p:cNvPr id="21" name="ZoneTexte 20">
            <a:extLst>
              <a:ext uri="{FF2B5EF4-FFF2-40B4-BE49-F238E27FC236}">
                <a16:creationId xmlns="" xmlns:a16="http://schemas.microsoft.com/office/drawing/2014/main" id="{D2AF8B1E-E4B8-EF4E-4933-66C12B6D4CA3}"/>
              </a:ext>
            </a:extLst>
          </p:cNvPr>
          <p:cNvSpPr txBox="1"/>
          <p:nvPr/>
        </p:nvSpPr>
        <p:spPr>
          <a:xfrm>
            <a:off x="7142637" y="6218518"/>
            <a:ext cx="3485365" cy="461665"/>
          </a:xfrm>
          <a:prstGeom prst="rect">
            <a:avLst/>
          </a:prstGeom>
          <a:noFill/>
        </p:spPr>
        <p:txBody>
          <a:bodyPr wrap="square">
            <a:spAutoFit/>
          </a:bodyPr>
          <a:lstStyle/>
          <a:p>
            <a:r>
              <a:rPr lang="fr-FR" sz="1200" dirty="0">
                <a:hlinkClick r:id="rId8"/>
              </a:rPr>
              <a:t>https://www.youtube.com/watch?v=LRfi1KB1H48</a:t>
            </a:r>
            <a:endParaRPr lang="fr-FR" sz="1200" dirty="0"/>
          </a:p>
          <a:p>
            <a:endParaRPr lang="fr-FR" sz="1200" dirty="0"/>
          </a:p>
        </p:txBody>
      </p:sp>
      <p:pic>
        <p:nvPicPr>
          <p:cNvPr id="4104" name="Picture 8" descr="L'implantation d'un point">
            <a:extLst>
              <a:ext uri="{FF2B5EF4-FFF2-40B4-BE49-F238E27FC236}">
                <a16:creationId xmlns="" xmlns:a16="http://schemas.microsoft.com/office/drawing/2014/main" id="{60CEE8F1-57B3-011D-577E-19018205D56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363064" y="2133667"/>
            <a:ext cx="5446468" cy="4084851"/>
          </a:xfrm>
          <a:prstGeom prst="rect">
            <a:avLst/>
          </a:prstGeom>
          <a:noFill/>
          <a:extLst>
            <a:ext uri="{909E8E84-426E-40DD-AFC4-6F175D3DCCD1}">
              <a14:hiddenFill xmlns:a14="http://schemas.microsoft.com/office/drawing/2010/main">
                <a:solidFill>
                  <a:srgbClr val="FFFFFF"/>
                </a:solidFill>
              </a14:hiddenFill>
            </a:ext>
          </a:extLst>
        </p:spPr>
      </p:pic>
      <p:sp>
        <p:nvSpPr>
          <p:cNvPr id="11" name="ZoneTexte 10">
            <a:extLst>
              <a:ext uri="{FF2B5EF4-FFF2-40B4-BE49-F238E27FC236}">
                <a16:creationId xmlns="" xmlns:a16="http://schemas.microsoft.com/office/drawing/2014/main" id="{0B88F2CB-2375-1FBE-2C84-7D5BBEC8A10B}"/>
              </a:ext>
            </a:extLst>
          </p:cNvPr>
          <p:cNvSpPr txBox="1"/>
          <p:nvPr/>
        </p:nvSpPr>
        <p:spPr>
          <a:xfrm>
            <a:off x="198675" y="3402870"/>
            <a:ext cx="5199163" cy="1754326"/>
          </a:xfrm>
          <a:prstGeom prst="rect">
            <a:avLst/>
          </a:prstGeom>
          <a:noFill/>
        </p:spPr>
        <p:txBody>
          <a:bodyPr wrap="square">
            <a:spAutoFit/>
          </a:bodyPr>
          <a:lstStyle/>
          <a:p>
            <a:r>
              <a:rPr lang="fr-FR" b="1" dirty="0"/>
              <a:t>4. Validation de l’implantation</a:t>
            </a:r>
          </a:p>
          <a:p>
            <a:pPr marL="285750" indent="-285750">
              <a:buFont typeface="Arial" panose="020B0604020202020204" pitchFamily="34" charset="0"/>
              <a:buChar char="•"/>
            </a:pPr>
            <a:r>
              <a:rPr lang="fr-FR" b="1" dirty="0"/>
              <a:t>Approbation par un géomètre-expert</a:t>
            </a:r>
            <a:r>
              <a:rPr lang="fr-FR" dirty="0"/>
              <a:t> : Assurance de la conformité avec le permis de construire.</a:t>
            </a:r>
          </a:p>
          <a:p>
            <a:pPr marL="285750" indent="-285750">
              <a:buFont typeface="Arial" panose="020B0604020202020204" pitchFamily="34" charset="0"/>
              <a:buChar char="•"/>
            </a:pPr>
            <a:r>
              <a:rPr lang="fr-FR" b="1" dirty="0"/>
              <a:t>Autorisation de début des travaux</a:t>
            </a:r>
            <a:r>
              <a:rPr lang="fr-FR" dirty="0"/>
              <a:t> : Soumission aux autorités si nécessaire.</a:t>
            </a:r>
          </a:p>
        </p:txBody>
      </p:sp>
    </p:spTree>
    <p:extLst>
      <p:ext uri="{BB962C8B-B14F-4D97-AF65-F5344CB8AC3E}">
        <p14:creationId xmlns:p14="http://schemas.microsoft.com/office/powerpoint/2010/main" val="42180534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 xmlns:a16="http://schemas.microsoft.com/office/drawing/2014/main" id="{6AFDF759-14B4-821B-22E4-21791DCE0825}"/>
            </a:ext>
          </a:extLst>
        </p:cNvPr>
        <p:cNvGrpSpPr/>
        <p:nvPr/>
      </p:nvGrpSpPr>
      <p:grpSpPr>
        <a:xfrm>
          <a:off x="0" y="0"/>
          <a:ext cx="0" cy="0"/>
          <a:chOff x="0" y="0"/>
          <a:chExt cx="0" cy="0"/>
        </a:xfrm>
      </p:grpSpPr>
      <p:sp>
        <p:nvSpPr>
          <p:cNvPr id="2" name="Espace réservé du numéro de diapositive 1">
            <a:extLst>
              <a:ext uri="{FF2B5EF4-FFF2-40B4-BE49-F238E27FC236}">
                <a16:creationId xmlns="" xmlns:a16="http://schemas.microsoft.com/office/drawing/2014/main" id="{52CCA2DE-6BCF-C787-7A3A-5BEA5758431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15</a:t>
            </a:fld>
            <a:endParaRPr lang="fr-FR"/>
          </a:p>
        </p:txBody>
      </p:sp>
      <p:pic>
        <p:nvPicPr>
          <p:cNvPr id="5" name="Image 4">
            <a:extLst>
              <a:ext uri="{FF2B5EF4-FFF2-40B4-BE49-F238E27FC236}">
                <a16:creationId xmlns="" xmlns:a16="http://schemas.microsoft.com/office/drawing/2014/main" id="{BEC1362D-7AD6-5933-B563-E1D14ADCC42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39492" y="70223"/>
            <a:ext cx="1090163" cy="981979"/>
          </a:xfrm>
          <a:prstGeom prst="rect">
            <a:avLst/>
          </a:prstGeom>
          <a:noFill/>
          <a:ln>
            <a:noFill/>
          </a:ln>
        </p:spPr>
      </p:pic>
      <p:pic>
        <p:nvPicPr>
          <p:cNvPr id="6" name="officeArt object">
            <a:extLst>
              <a:ext uri="{FF2B5EF4-FFF2-40B4-BE49-F238E27FC236}">
                <a16:creationId xmlns="" xmlns:a16="http://schemas.microsoft.com/office/drawing/2014/main" id="{D3531D5A-D180-58AF-FDDF-8B22D906C4C2}"/>
              </a:ext>
            </a:extLst>
          </p:cNvPr>
          <p:cNvPicPr/>
          <p:nvPr/>
        </p:nvPicPr>
        <p:blipFill rotWithShape="1">
          <a:blip r:embed="rId4"/>
          <a:srcRect l="12854" r="8048"/>
          <a:stretch/>
        </p:blipFill>
        <p:spPr>
          <a:xfrm>
            <a:off x="9840279" y="0"/>
            <a:ext cx="1199213" cy="1506125"/>
          </a:xfrm>
          <a:prstGeom prst="rect">
            <a:avLst/>
          </a:prstGeom>
          <a:ln w="12700" cap="flat">
            <a:noFill/>
            <a:miter lim="400000"/>
          </a:ln>
          <a:effectLst/>
        </p:spPr>
      </p:pic>
      <p:sp>
        <p:nvSpPr>
          <p:cNvPr id="8" name="Espace réservé du pied de page 7">
            <a:extLst>
              <a:ext uri="{FF2B5EF4-FFF2-40B4-BE49-F238E27FC236}">
                <a16:creationId xmlns="" xmlns:a16="http://schemas.microsoft.com/office/drawing/2014/main" id="{93FBC8C5-6C82-0890-2CDC-D1AEA79011BF}"/>
              </a:ext>
            </a:extLst>
          </p:cNvPr>
          <p:cNvSpPr>
            <a:spLocks noGrp="1"/>
          </p:cNvSpPr>
          <p:nvPr>
            <p:ph type="ftr" idx="11"/>
          </p:nvPr>
        </p:nvSpPr>
        <p:spPr/>
        <p:txBody>
          <a:bodyPr/>
          <a:lstStyle/>
          <a:p>
            <a:r>
              <a:rPr lang="fr-FR" dirty="0"/>
              <a:t>Dr. Ibrahim Niang</a:t>
            </a:r>
          </a:p>
        </p:txBody>
      </p:sp>
      <p:sp>
        <p:nvSpPr>
          <p:cNvPr id="3" name="Rectangle 2">
            <a:extLst>
              <a:ext uri="{FF2B5EF4-FFF2-40B4-BE49-F238E27FC236}">
                <a16:creationId xmlns="" xmlns:a16="http://schemas.microsoft.com/office/drawing/2014/main" id="{F0FAE6C9-05BB-8A68-9AA1-8722798EB859}"/>
              </a:ext>
            </a:extLst>
          </p:cNvPr>
          <p:cNvSpPr/>
          <p:nvPr/>
        </p:nvSpPr>
        <p:spPr>
          <a:xfrm>
            <a:off x="-63745" y="-107207"/>
            <a:ext cx="5199163" cy="1309654"/>
          </a:xfrm>
          <a:prstGeom prst="rect">
            <a:avLst/>
          </a:prstGeom>
        </p:spPr>
        <p:txBody>
          <a:bodyPr wrap="square">
            <a:spAutoFit/>
          </a:bodyPr>
          <a:lstStyle/>
          <a:p>
            <a:pPr marL="571500" indent="-571500">
              <a:lnSpc>
                <a:spcPct val="150000"/>
              </a:lnSpc>
              <a:buClr>
                <a:srgbClr val="1F3864"/>
              </a:buClr>
              <a:buSzPct val="65000"/>
              <a:buFont typeface="+mj-lt"/>
              <a:buAutoNum type="romanUcPeriod" startAt="2"/>
            </a:pPr>
            <a:r>
              <a:rPr lang="fr-FR" sz="3200" b="1" dirty="0">
                <a:solidFill>
                  <a:srgbClr val="1F3864"/>
                </a:solidFill>
                <a:latin typeface="Aptos" panose="020B0004020202020204" pitchFamily="34" charset="0"/>
                <a:ea typeface="Calibri"/>
                <a:cs typeface="Calibri"/>
                <a:sym typeface="Calibri"/>
              </a:rPr>
              <a:t>Gros œuvre </a:t>
            </a:r>
          </a:p>
          <a:p>
            <a:pPr>
              <a:lnSpc>
                <a:spcPct val="150000"/>
              </a:lnSpc>
            </a:pPr>
            <a:endParaRPr lang="fr-FR" sz="2400" dirty="0">
              <a:solidFill>
                <a:srgbClr val="1F3864"/>
              </a:solidFill>
              <a:latin typeface="Proxima Nova"/>
              <a:cs typeface="Calibri"/>
              <a:sym typeface="Calibri"/>
            </a:endParaRPr>
          </a:p>
        </p:txBody>
      </p:sp>
      <p:sp>
        <p:nvSpPr>
          <p:cNvPr id="10" name="ZoneTexte 9">
            <a:extLst>
              <a:ext uri="{FF2B5EF4-FFF2-40B4-BE49-F238E27FC236}">
                <a16:creationId xmlns="" xmlns:a16="http://schemas.microsoft.com/office/drawing/2014/main" id="{EBD81DBA-78D0-E681-8BED-92EEEB6F4CB6}"/>
              </a:ext>
            </a:extLst>
          </p:cNvPr>
          <p:cNvSpPr txBox="1"/>
          <p:nvPr/>
        </p:nvSpPr>
        <p:spPr>
          <a:xfrm>
            <a:off x="1949503" y="879547"/>
            <a:ext cx="7461994" cy="523220"/>
          </a:xfrm>
          <a:prstGeom prst="rect">
            <a:avLst/>
          </a:prstGeom>
          <a:noFill/>
        </p:spPr>
        <p:txBody>
          <a:bodyPr wrap="square">
            <a:spAutoFit/>
          </a:bodyPr>
          <a:lstStyle/>
          <a:p>
            <a:pPr algn="ctr"/>
            <a:r>
              <a:rPr lang="fr-FR" sz="2800" dirty="0">
                <a:ln w="0"/>
                <a:solidFill>
                  <a:srgbClr val="1F3864"/>
                </a:solidFill>
                <a:latin typeface="Aptos" panose="020B0004020202020204" pitchFamily="34" charset="0"/>
              </a:rPr>
              <a:t>Terrassement </a:t>
            </a:r>
          </a:p>
        </p:txBody>
      </p:sp>
      <p:sp>
        <p:nvSpPr>
          <p:cNvPr id="11" name="ZoneTexte 10">
            <a:extLst>
              <a:ext uri="{FF2B5EF4-FFF2-40B4-BE49-F238E27FC236}">
                <a16:creationId xmlns="" xmlns:a16="http://schemas.microsoft.com/office/drawing/2014/main" id="{06767369-3D3B-1BE5-6891-B4205BB2B7A8}"/>
              </a:ext>
            </a:extLst>
          </p:cNvPr>
          <p:cNvSpPr txBox="1"/>
          <p:nvPr/>
        </p:nvSpPr>
        <p:spPr>
          <a:xfrm>
            <a:off x="234032" y="2326097"/>
            <a:ext cx="5861968" cy="4247317"/>
          </a:xfrm>
          <a:prstGeom prst="rect">
            <a:avLst/>
          </a:prstGeom>
          <a:noFill/>
        </p:spPr>
        <p:txBody>
          <a:bodyPr wrap="square">
            <a:spAutoFit/>
          </a:bodyPr>
          <a:lstStyle/>
          <a:p>
            <a:r>
              <a:rPr lang="fr-FR" b="1" dirty="0"/>
              <a:t>4 étapes:</a:t>
            </a:r>
          </a:p>
          <a:p>
            <a:pPr marL="285750" indent="-285750">
              <a:buFont typeface="Arial" panose="020B0604020202020204" pitchFamily="34" charset="0"/>
              <a:buChar char="•"/>
            </a:pPr>
            <a:r>
              <a:rPr lang="fr-FR" b="1" dirty="0"/>
              <a:t>Décapage : </a:t>
            </a:r>
            <a:r>
              <a:rPr lang="fr-FR" dirty="0"/>
              <a:t>Retrait de la couche de terre végétale, inutilisable pour la construction, afin de mettre à nu une base stable.</a:t>
            </a:r>
          </a:p>
          <a:p>
            <a:pPr marL="285750" indent="-285750">
              <a:buFont typeface="Arial" panose="020B0604020202020204" pitchFamily="34" charset="0"/>
              <a:buChar char="•"/>
            </a:pPr>
            <a:r>
              <a:rPr lang="fr-FR" b="1" dirty="0"/>
              <a:t>Fouilles (lors de l’excavation) : </a:t>
            </a:r>
            <a:r>
              <a:rPr lang="fr-FR" dirty="0"/>
              <a:t>Creusement ciblé aux dimensions et profondeurs requises pour les fondations, sous-sols ou ouvrages enterrés, réalisé en rigole, en pleine masse ou de manière ponctuelle.</a:t>
            </a:r>
          </a:p>
          <a:p>
            <a:pPr marL="285750" indent="-285750">
              <a:buFont typeface="Arial" panose="020B0604020202020204" pitchFamily="34" charset="0"/>
              <a:buChar char="•"/>
            </a:pPr>
            <a:r>
              <a:rPr lang="fr-FR" b="1" dirty="0"/>
              <a:t>Remblayage </a:t>
            </a:r>
            <a:r>
              <a:rPr lang="fr-FR" dirty="0"/>
              <a:t>: Remplissage des fouilles, après la pose des éléments structurels (fondations, réseaux, etc.), avec des matériaux compactés pour stabiliser le sol.</a:t>
            </a:r>
          </a:p>
          <a:p>
            <a:pPr marL="285750" indent="-285750">
              <a:buFont typeface="Arial" panose="020B0604020202020204" pitchFamily="34" charset="0"/>
              <a:buChar char="•"/>
            </a:pPr>
            <a:r>
              <a:rPr lang="fr-FR" b="1" dirty="0"/>
              <a:t>Nivellement et compactage : </a:t>
            </a:r>
            <a:r>
              <a:rPr lang="fr-FR" dirty="0"/>
              <a:t>Mise à niveau et compression de la surface pour assurer une portance et une stabilité optimales.</a:t>
            </a:r>
          </a:p>
          <a:p>
            <a:endParaRPr lang="fr-FR" b="1" dirty="0"/>
          </a:p>
        </p:txBody>
      </p:sp>
      <p:sp>
        <p:nvSpPr>
          <p:cNvPr id="7" name="ZoneTexte 6">
            <a:extLst>
              <a:ext uri="{FF2B5EF4-FFF2-40B4-BE49-F238E27FC236}">
                <a16:creationId xmlns="" xmlns:a16="http://schemas.microsoft.com/office/drawing/2014/main" id="{11F5269E-A844-5016-A5BC-93438375A3B4}"/>
              </a:ext>
            </a:extLst>
          </p:cNvPr>
          <p:cNvSpPr txBox="1"/>
          <p:nvPr/>
        </p:nvSpPr>
        <p:spPr>
          <a:xfrm>
            <a:off x="421477" y="1402767"/>
            <a:ext cx="10782836" cy="923330"/>
          </a:xfrm>
          <a:prstGeom prst="rect">
            <a:avLst/>
          </a:prstGeom>
          <a:noFill/>
        </p:spPr>
        <p:txBody>
          <a:bodyPr wrap="square">
            <a:spAutoFit/>
          </a:bodyPr>
          <a:lstStyle/>
          <a:p>
            <a:pPr algn="ctr"/>
            <a:r>
              <a:rPr lang="fr-FR" dirty="0"/>
              <a:t>Le terrassement est l’ensemble des opérations de modification du </a:t>
            </a:r>
            <a:r>
              <a:rPr lang="fr-FR" b="1" dirty="0"/>
              <a:t>sol (décapage, excavation, remblayage, nivellement)</a:t>
            </a:r>
            <a:r>
              <a:rPr lang="fr-FR" dirty="0"/>
              <a:t> </a:t>
            </a:r>
            <a:r>
              <a:rPr lang="fr-FR" b="1" dirty="0"/>
              <a:t>pour préparer un terrain à accueillir une construction</a:t>
            </a:r>
            <a:r>
              <a:rPr lang="fr-FR" dirty="0"/>
              <a:t>, et il est crucial pour assurer </a:t>
            </a:r>
            <a:r>
              <a:rPr lang="fr-FR" b="1" dirty="0"/>
              <a:t>la stabilité, la durabilité et le bon drainage des ouvrages</a:t>
            </a:r>
            <a:r>
              <a:rPr lang="fr-FR" dirty="0"/>
              <a:t>.</a:t>
            </a:r>
          </a:p>
        </p:txBody>
      </p:sp>
      <p:pic>
        <p:nvPicPr>
          <p:cNvPr id="2050" name="Picture 2" descr="Focus Sur Le Terrassement » Le Guide De La Construction">
            <a:extLst>
              <a:ext uri="{FF2B5EF4-FFF2-40B4-BE49-F238E27FC236}">
                <a16:creationId xmlns="" xmlns:a16="http://schemas.microsoft.com/office/drawing/2014/main" id="{594E775B-2D0B-918B-70B1-0387E86B057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703109" y="2536934"/>
            <a:ext cx="2336383" cy="1554757"/>
          </a:xfrm>
          <a:prstGeom prst="rect">
            <a:avLst/>
          </a:prstGeom>
          <a:noFill/>
          <a:extLst>
            <a:ext uri="{909E8E84-426E-40DD-AFC4-6F175D3DCCD1}">
              <a14:hiddenFill xmlns:a14="http://schemas.microsoft.com/office/drawing/2010/main">
                <a:solidFill>
                  <a:srgbClr val="FFFFFF"/>
                </a:solidFill>
              </a14:hiddenFill>
            </a:ext>
          </a:extLst>
        </p:spPr>
      </p:pic>
      <p:pic>
        <p:nvPicPr>
          <p:cNvPr id="13" name="Image 12">
            <a:extLst>
              <a:ext uri="{FF2B5EF4-FFF2-40B4-BE49-F238E27FC236}">
                <a16:creationId xmlns="" xmlns:a16="http://schemas.microsoft.com/office/drawing/2014/main" id="{AA3865FB-0644-FA0B-8934-E8A4C602BFF7}"/>
              </a:ext>
            </a:extLst>
          </p:cNvPr>
          <p:cNvPicPr>
            <a:picLocks noChangeAspect="1"/>
          </p:cNvPicPr>
          <p:nvPr/>
        </p:nvPicPr>
        <p:blipFill>
          <a:blip r:embed="rId6"/>
          <a:stretch>
            <a:fillRect/>
          </a:stretch>
        </p:blipFill>
        <p:spPr>
          <a:xfrm>
            <a:off x="6782546" y="3920869"/>
            <a:ext cx="4864441" cy="2134397"/>
          </a:xfrm>
          <a:prstGeom prst="rect">
            <a:avLst/>
          </a:prstGeom>
        </p:spPr>
      </p:pic>
      <p:sp>
        <p:nvSpPr>
          <p:cNvPr id="16" name="ZoneTexte 15">
            <a:extLst>
              <a:ext uri="{FF2B5EF4-FFF2-40B4-BE49-F238E27FC236}">
                <a16:creationId xmlns="" xmlns:a16="http://schemas.microsoft.com/office/drawing/2014/main" id="{6B7D8C05-7839-7765-F80C-1F79B92CC7CC}"/>
              </a:ext>
            </a:extLst>
          </p:cNvPr>
          <p:cNvSpPr txBox="1"/>
          <p:nvPr/>
        </p:nvSpPr>
        <p:spPr>
          <a:xfrm>
            <a:off x="7553833" y="6079351"/>
            <a:ext cx="3715327" cy="276999"/>
          </a:xfrm>
          <a:prstGeom prst="rect">
            <a:avLst/>
          </a:prstGeom>
          <a:noFill/>
        </p:spPr>
        <p:txBody>
          <a:bodyPr wrap="square">
            <a:spAutoFit/>
          </a:bodyPr>
          <a:lstStyle/>
          <a:p>
            <a:r>
              <a:rPr lang="fr-FR" sz="1200" b="0" i="0" u="none" strike="noStrike" baseline="0" dirty="0">
                <a:solidFill>
                  <a:srgbClr val="000000"/>
                </a:solidFill>
              </a:rPr>
              <a:t>Schéma remblais et déblais en coupe transversale</a:t>
            </a:r>
            <a:endParaRPr lang="fr-FR" sz="1200" dirty="0"/>
          </a:p>
        </p:txBody>
      </p:sp>
      <p:pic>
        <p:nvPicPr>
          <p:cNvPr id="18" name="Image 17">
            <a:extLst>
              <a:ext uri="{FF2B5EF4-FFF2-40B4-BE49-F238E27FC236}">
                <a16:creationId xmlns="" xmlns:a16="http://schemas.microsoft.com/office/drawing/2014/main" id="{52EAE7CE-E5C4-D16D-D97B-F95EEE8A2A18}"/>
              </a:ext>
            </a:extLst>
          </p:cNvPr>
          <p:cNvPicPr>
            <a:picLocks noChangeAspect="1"/>
          </p:cNvPicPr>
          <p:nvPr/>
        </p:nvPicPr>
        <p:blipFill>
          <a:blip r:embed="rId7">
            <a:extLst>
              <a:ext uri="{BEBA8EAE-BF5A-486C-A8C5-ECC9F3942E4B}">
                <a14:imgProps xmlns:a14="http://schemas.microsoft.com/office/drawing/2010/main">
                  <a14:imgLayer r:embed="rId8">
                    <a14:imgEffect>
                      <a14:sharpenSoften amount="50000"/>
                    </a14:imgEffect>
                  </a14:imgLayer>
                </a14:imgProps>
              </a:ext>
            </a:extLst>
          </a:blip>
          <a:stretch>
            <a:fillRect/>
          </a:stretch>
        </p:blipFill>
        <p:spPr>
          <a:xfrm>
            <a:off x="6095163" y="2403876"/>
            <a:ext cx="6130402" cy="3527414"/>
          </a:xfrm>
          <a:prstGeom prst="rect">
            <a:avLst/>
          </a:prstGeom>
        </p:spPr>
      </p:pic>
    </p:spTree>
    <p:extLst>
      <p:ext uri="{BB962C8B-B14F-4D97-AF65-F5344CB8AC3E}">
        <p14:creationId xmlns:p14="http://schemas.microsoft.com/office/powerpoint/2010/main" val="36916716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 xmlns:a16="http://schemas.microsoft.com/office/drawing/2014/main" id="{1AAED358-7777-8347-E216-E31DD59A80B3}"/>
            </a:ext>
          </a:extLst>
        </p:cNvPr>
        <p:cNvGrpSpPr/>
        <p:nvPr/>
      </p:nvGrpSpPr>
      <p:grpSpPr>
        <a:xfrm>
          <a:off x="0" y="0"/>
          <a:ext cx="0" cy="0"/>
          <a:chOff x="0" y="0"/>
          <a:chExt cx="0" cy="0"/>
        </a:xfrm>
      </p:grpSpPr>
      <p:pic>
        <p:nvPicPr>
          <p:cNvPr id="1026" name="Picture 2">
            <a:extLst>
              <a:ext uri="{FF2B5EF4-FFF2-40B4-BE49-F238E27FC236}">
                <a16:creationId xmlns="" xmlns:a16="http://schemas.microsoft.com/office/drawing/2014/main" id="{7F722A34-3465-7F38-E166-64EDC3E4D33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5623"/>
          <a:stretch/>
        </p:blipFill>
        <p:spPr bwMode="auto">
          <a:xfrm>
            <a:off x="9031705" y="3896945"/>
            <a:ext cx="3097950" cy="2520279"/>
          </a:xfrm>
          <a:prstGeom prst="rect">
            <a:avLst/>
          </a:prstGeom>
          <a:noFill/>
          <a:extLst>
            <a:ext uri="{909E8E84-426E-40DD-AFC4-6F175D3DCCD1}">
              <a14:hiddenFill xmlns:a14="http://schemas.microsoft.com/office/drawing/2010/main">
                <a:solidFill>
                  <a:srgbClr val="FFFFFF"/>
                </a:solidFill>
              </a14:hiddenFill>
            </a:ext>
          </a:extLst>
        </p:spPr>
      </p:pic>
      <p:sp>
        <p:nvSpPr>
          <p:cNvPr id="2" name="Espace réservé du numéro de diapositive 1">
            <a:extLst>
              <a:ext uri="{FF2B5EF4-FFF2-40B4-BE49-F238E27FC236}">
                <a16:creationId xmlns="" xmlns:a16="http://schemas.microsoft.com/office/drawing/2014/main" id="{7B2FD996-86DC-B86B-F811-BE64118AFA0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16</a:t>
            </a:fld>
            <a:endParaRPr lang="fr-FR"/>
          </a:p>
        </p:txBody>
      </p:sp>
      <p:pic>
        <p:nvPicPr>
          <p:cNvPr id="5" name="Image 4">
            <a:extLst>
              <a:ext uri="{FF2B5EF4-FFF2-40B4-BE49-F238E27FC236}">
                <a16:creationId xmlns="" xmlns:a16="http://schemas.microsoft.com/office/drawing/2014/main" id="{342809B3-2C2B-B095-417B-D91663871FFF}"/>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1039492" y="70223"/>
            <a:ext cx="1090163" cy="981979"/>
          </a:xfrm>
          <a:prstGeom prst="rect">
            <a:avLst/>
          </a:prstGeom>
          <a:noFill/>
          <a:ln>
            <a:noFill/>
          </a:ln>
        </p:spPr>
      </p:pic>
      <p:pic>
        <p:nvPicPr>
          <p:cNvPr id="6" name="officeArt object">
            <a:extLst>
              <a:ext uri="{FF2B5EF4-FFF2-40B4-BE49-F238E27FC236}">
                <a16:creationId xmlns="" xmlns:a16="http://schemas.microsoft.com/office/drawing/2014/main" id="{B88C3B48-B587-65E0-9911-36E44ABD8836}"/>
              </a:ext>
            </a:extLst>
          </p:cNvPr>
          <p:cNvPicPr/>
          <p:nvPr/>
        </p:nvPicPr>
        <p:blipFill rotWithShape="1">
          <a:blip r:embed="rId5"/>
          <a:srcRect l="12854" r="8048"/>
          <a:stretch/>
        </p:blipFill>
        <p:spPr>
          <a:xfrm>
            <a:off x="9840279" y="0"/>
            <a:ext cx="1199213" cy="1506125"/>
          </a:xfrm>
          <a:prstGeom prst="rect">
            <a:avLst/>
          </a:prstGeom>
          <a:ln w="12700" cap="flat">
            <a:noFill/>
            <a:miter lim="400000"/>
          </a:ln>
          <a:effectLst/>
        </p:spPr>
      </p:pic>
      <p:sp>
        <p:nvSpPr>
          <p:cNvPr id="8" name="Espace réservé du pied de page 7">
            <a:extLst>
              <a:ext uri="{FF2B5EF4-FFF2-40B4-BE49-F238E27FC236}">
                <a16:creationId xmlns="" xmlns:a16="http://schemas.microsoft.com/office/drawing/2014/main" id="{D57B5716-E0E5-B3CD-69AC-0725889BB38E}"/>
              </a:ext>
            </a:extLst>
          </p:cNvPr>
          <p:cNvSpPr>
            <a:spLocks noGrp="1"/>
          </p:cNvSpPr>
          <p:nvPr>
            <p:ph type="ftr" idx="11"/>
          </p:nvPr>
        </p:nvSpPr>
        <p:spPr/>
        <p:txBody>
          <a:bodyPr/>
          <a:lstStyle/>
          <a:p>
            <a:r>
              <a:rPr lang="fr-FR" dirty="0"/>
              <a:t>Dr. Ibrahim Niang</a:t>
            </a:r>
          </a:p>
        </p:txBody>
      </p:sp>
      <p:sp>
        <p:nvSpPr>
          <p:cNvPr id="3" name="Rectangle 2">
            <a:extLst>
              <a:ext uri="{FF2B5EF4-FFF2-40B4-BE49-F238E27FC236}">
                <a16:creationId xmlns="" xmlns:a16="http://schemas.microsoft.com/office/drawing/2014/main" id="{EE9D3563-C60E-A064-6B09-0DA25FF705A2}"/>
              </a:ext>
            </a:extLst>
          </p:cNvPr>
          <p:cNvSpPr/>
          <p:nvPr/>
        </p:nvSpPr>
        <p:spPr>
          <a:xfrm>
            <a:off x="-63745" y="-107207"/>
            <a:ext cx="5199163" cy="1309654"/>
          </a:xfrm>
          <a:prstGeom prst="rect">
            <a:avLst/>
          </a:prstGeom>
        </p:spPr>
        <p:txBody>
          <a:bodyPr wrap="square">
            <a:spAutoFit/>
          </a:bodyPr>
          <a:lstStyle/>
          <a:p>
            <a:pPr marL="571500" indent="-571500">
              <a:lnSpc>
                <a:spcPct val="150000"/>
              </a:lnSpc>
              <a:buClr>
                <a:srgbClr val="1F3864"/>
              </a:buClr>
              <a:buSzPct val="65000"/>
              <a:buFont typeface="+mj-lt"/>
              <a:buAutoNum type="romanUcPeriod" startAt="2"/>
            </a:pPr>
            <a:r>
              <a:rPr lang="fr-FR" sz="3200" b="1" dirty="0">
                <a:solidFill>
                  <a:srgbClr val="1F3864"/>
                </a:solidFill>
                <a:latin typeface="Aptos" panose="020B0004020202020204" pitchFamily="34" charset="0"/>
                <a:ea typeface="Calibri"/>
                <a:cs typeface="Calibri"/>
                <a:sym typeface="Calibri"/>
              </a:rPr>
              <a:t>Gros œuvre </a:t>
            </a:r>
          </a:p>
          <a:p>
            <a:pPr>
              <a:lnSpc>
                <a:spcPct val="150000"/>
              </a:lnSpc>
            </a:pPr>
            <a:endParaRPr lang="fr-FR" sz="2400" dirty="0">
              <a:solidFill>
                <a:srgbClr val="1F3864"/>
              </a:solidFill>
              <a:latin typeface="Proxima Nova"/>
              <a:cs typeface="Calibri"/>
              <a:sym typeface="Calibri"/>
            </a:endParaRPr>
          </a:p>
        </p:txBody>
      </p:sp>
      <p:sp>
        <p:nvSpPr>
          <p:cNvPr id="10" name="ZoneTexte 9">
            <a:extLst>
              <a:ext uri="{FF2B5EF4-FFF2-40B4-BE49-F238E27FC236}">
                <a16:creationId xmlns="" xmlns:a16="http://schemas.microsoft.com/office/drawing/2014/main" id="{D9B5C1FB-C25F-C5DB-80BC-7CE1030FD946}"/>
              </a:ext>
            </a:extLst>
          </p:cNvPr>
          <p:cNvSpPr txBox="1"/>
          <p:nvPr/>
        </p:nvSpPr>
        <p:spPr>
          <a:xfrm>
            <a:off x="1949503" y="1051491"/>
            <a:ext cx="7461994" cy="523220"/>
          </a:xfrm>
          <a:prstGeom prst="rect">
            <a:avLst/>
          </a:prstGeom>
          <a:noFill/>
        </p:spPr>
        <p:txBody>
          <a:bodyPr wrap="square">
            <a:spAutoFit/>
          </a:bodyPr>
          <a:lstStyle/>
          <a:p>
            <a:pPr algn="ctr"/>
            <a:r>
              <a:rPr lang="fr-FR" sz="2800" dirty="0">
                <a:ln w="0"/>
                <a:solidFill>
                  <a:srgbClr val="1F3864"/>
                </a:solidFill>
                <a:latin typeface="Aptos" panose="020B0004020202020204" pitchFamily="34" charset="0"/>
              </a:rPr>
              <a:t>Fondation  </a:t>
            </a:r>
          </a:p>
        </p:txBody>
      </p:sp>
      <p:graphicFrame>
        <p:nvGraphicFramePr>
          <p:cNvPr id="4" name="Tableau 3">
            <a:extLst>
              <a:ext uri="{FF2B5EF4-FFF2-40B4-BE49-F238E27FC236}">
                <a16:creationId xmlns="" xmlns:a16="http://schemas.microsoft.com/office/drawing/2014/main" id="{0F0E8271-D6A7-39B7-C5EA-2BF3DACE6A84}"/>
              </a:ext>
            </a:extLst>
          </p:cNvPr>
          <p:cNvGraphicFramePr>
            <a:graphicFrameLocks noGrp="1"/>
          </p:cNvGraphicFramePr>
          <p:nvPr>
            <p:extLst>
              <p:ext uri="{D42A27DB-BD31-4B8C-83A1-F6EECF244321}">
                <p14:modId xmlns:p14="http://schemas.microsoft.com/office/powerpoint/2010/main" val="90312414"/>
              </p:ext>
            </p:extLst>
          </p:nvPr>
        </p:nvGraphicFramePr>
        <p:xfrm>
          <a:off x="1" y="1993448"/>
          <a:ext cx="8153400" cy="5394960"/>
        </p:xfrm>
        <a:graphic>
          <a:graphicData uri="http://schemas.openxmlformats.org/drawingml/2006/table">
            <a:tbl>
              <a:tblPr/>
              <a:tblGrid>
                <a:gridCol w="2717800">
                  <a:extLst>
                    <a:ext uri="{9D8B030D-6E8A-4147-A177-3AD203B41FA5}">
                      <a16:colId xmlns="" xmlns:a16="http://schemas.microsoft.com/office/drawing/2014/main" val="4288422908"/>
                    </a:ext>
                  </a:extLst>
                </a:gridCol>
                <a:gridCol w="2717800">
                  <a:extLst>
                    <a:ext uri="{9D8B030D-6E8A-4147-A177-3AD203B41FA5}">
                      <a16:colId xmlns="" xmlns:a16="http://schemas.microsoft.com/office/drawing/2014/main" val="2030160326"/>
                    </a:ext>
                  </a:extLst>
                </a:gridCol>
                <a:gridCol w="2717800">
                  <a:extLst>
                    <a:ext uri="{9D8B030D-6E8A-4147-A177-3AD203B41FA5}">
                      <a16:colId xmlns="" xmlns:a16="http://schemas.microsoft.com/office/drawing/2014/main" val="4244885169"/>
                    </a:ext>
                  </a:extLst>
                </a:gridCol>
              </a:tblGrid>
              <a:tr h="296117">
                <a:tc>
                  <a:txBody>
                    <a:bodyPr/>
                    <a:lstStyle/>
                    <a:p>
                      <a:r>
                        <a:rPr lang="fr-FR" sz="1400" b="1"/>
                        <a:t>Type de sol</a:t>
                      </a:r>
                      <a:endParaRPr lang="fr-FR" sz="1400"/>
                    </a:p>
                  </a:txBody>
                  <a:tcPr anchor="ctr">
                    <a:lnL>
                      <a:noFill/>
                    </a:lnL>
                    <a:lnR>
                      <a:noFill/>
                    </a:lnR>
                    <a:lnT>
                      <a:noFill/>
                    </a:lnT>
                    <a:lnB>
                      <a:noFill/>
                    </a:lnB>
                    <a:noFill/>
                  </a:tcPr>
                </a:tc>
                <a:tc>
                  <a:txBody>
                    <a:bodyPr/>
                    <a:lstStyle/>
                    <a:p>
                      <a:r>
                        <a:rPr lang="fr-FR" sz="1400" b="1" dirty="0"/>
                        <a:t>Portance typique (kN/m²)</a:t>
                      </a:r>
                      <a:endParaRPr lang="fr-FR" sz="1400" dirty="0"/>
                    </a:p>
                  </a:txBody>
                  <a:tcPr anchor="ctr">
                    <a:lnL>
                      <a:noFill/>
                    </a:lnL>
                    <a:lnR>
                      <a:noFill/>
                    </a:lnR>
                    <a:lnT>
                      <a:noFill/>
                    </a:lnT>
                    <a:lnB>
                      <a:noFill/>
                    </a:lnB>
                    <a:noFill/>
                  </a:tcPr>
                </a:tc>
                <a:tc>
                  <a:txBody>
                    <a:bodyPr/>
                    <a:lstStyle/>
                    <a:p>
                      <a:r>
                        <a:rPr lang="fr-FR" sz="1400" b="1"/>
                        <a:t>Caractéristiques</a:t>
                      </a:r>
                      <a:endParaRPr lang="fr-FR" sz="1400"/>
                    </a:p>
                  </a:txBody>
                  <a:tcPr anchor="ctr">
                    <a:lnL>
                      <a:noFill/>
                    </a:lnL>
                    <a:lnR>
                      <a:noFill/>
                    </a:lnR>
                    <a:lnT>
                      <a:noFill/>
                    </a:lnT>
                    <a:lnB>
                      <a:noFill/>
                    </a:lnB>
                    <a:noFill/>
                  </a:tcPr>
                </a:tc>
                <a:extLst>
                  <a:ext uri="{0D108BD9-81ED-4DB2-BD59-A6C34878D82A}">
                    <a16:rowId xmlns="" xmlns:a16="http://schemas.microsoft.com/office/drawing/2014/main" val="2296434222"/>
                  </a:ext>
                </a:extLst>
              </a:tr>
              <a:tr h="296117">
                <a:tc>
                  <a:txBody>
                    <a:bodyPr/>
                    <a:lstStyle/>
                    <a:p>
                      <a:r>
                        <a:rPr lang="fr-FR" sz="1400"/>
                        <a:t>Roches</a:t>
                      </a:r>
                    </a:p>
                  </a:txBody>
                  <a:tcPr anchor="ctr">
                    <a:lnL>
                      <a:noFill/>
                    </a:lnL>
                    <a:lnR>
                      <a:noFill/>
                    </a:lnR>
                    <a:lnT>
                      <a:noFill/>
                    </a:lnT>
                    <a:lnB>
                      <a:noFill/>
                    </a:lnB>
                    <a:noFill/>
                  </a:tcPr>
                </a:tc>
                <a:tc>
                  <a:txBody>
                    <a:bodyPr/>
                    <a:lstStyle/>
                    <a:p>
                      <a:r>
                        <a:rPr lang="fr-FR" sz="1400"/>
                        <a:t>&gt; 2 000</a:t>
                      </a:r>
                    </a:p>
                  </a:txBody>
                  <a:tcPr anchor="ctr">
                    <a:lnL>
                      <a:noFill/>
                    </a:lnL>
                    <a:lnR>
                      <a:noFill/>
                    </a:lnR>
                    <a:lnT>
                      <a:noFill/>
                    </a:lnT>
                    <a:lnB>
                      <a:noFill/>
                    </a:lnB>
                    <a:noFill/>
                  </a:tcPr>
                </a:tc>
                <a:tc>
                  <a:txBody>
                    <a:bodyPr/>
                    <a:lstStyle/>
                    <a:p>
                      <a:r>
                        <a:rPr lang="fr-FR" sz="1400"/>
                        <a:t>Très rigide, excellente portance</a:t>
                      </a:r>
                    </a:p>
                  </a:txBody>
                  <a:tcPr anchor="ctr">
                    <a:lnL>
                      <a:noFill/>
                    </a:lnL>
                    <a:lnR>
                      <a:noFill/>
                    </a:lnR>
                    <a:lnT>
                      <a:noFill/>
                    </a:lnT>
                    <a:lnB>
                      <a:noFill/>
                    </a:lnB>
                    <a:noFill/>
                  </a:tcPr>
                </a:tc>
                <a:extLst>
                  <a:ext uri="{0D108BD9-81ED-4DB2-BD59-A6C34878D82A}">
                    <a16:rowId xmlns="" xmlns:a16="http://schemas.microsoft.com/office/drawing/2014/main" val="1633833723"/>
                  </a:ext>
                </a:extLst>
              </a:tr>
              <a:tr h="296117">
                <a:tc>
                  <a:txBody>
                    <a:bodyPr/>
                    <a:lstStyle/>
                    <a:p>
                      <a:r>
                        <a:rPr lang="fr-FR" sz="1400"/>
                        <a:t>Graviers</a:t>
                      </a:r>
                    </a:p>
                  </a:txBody>
                  <a:tcPr anchor="ctr">
                    <a:lnL>
                      <a:noFill/>
                    </a:lnL>
                    <a:lnR>
                      <a:noFill/>
                    </a:lnR>
                    <a:lnT>
                      <a:noFill/>
                    </a:lnT>
                    <a:lnB>
                      <a:noFill/>
                    </a:lnB>
                    <a:noFill/>
                  </a:tcPr>
                </a:tc>
                <a:tc>
                  <a:txBody>
                    <a:bodyPr/>
                    <a:lstStyle/>
                    <a:p>
                      <a:r>
                        <a:rPr lang="fr-FR" sz="1400" dirty="0"/>
                        <a:t>300 – 600</a:t>
                      </a:r>
                    </a:p>
                  </a:txBody>
                  <a:tcPr anchor="ctr">
                    <a:lnL>
                      <a:noFill/>
                    </a:lnL>
                    <a:lnR>
                      <a:noFill/>
                    </a:lnR>
                    <a:lnT>
                      <a:noFill/>
                    </a:lnT>
                    <a:lnB>
                      <a:noFill/>
                    </a:lnB>
                    <a:noFill/>
                  </a:tcPr>
                </a:tc>
                <a:tc>
                  <a:txBody>
                    <a:bodyPr/>
                    <a:lstStyle/>
                    <a:p>
                      <a:r>
                        <a:rPr lang="fr-FR" sz="1400"/>
                        <a:t>Bien drainé, tassement faible</a:t>
                      </a:r>
                    </a:p>
                  </a:txBody>
                  <a:tcPr anchor="ctr">
                    <a:lnL>
                      <a:noFill/>
                    </a:lnL>
                    <a:lnR>
                      <a:noFill/>
                    </a:lnR>
                    <a:lnT>
                      <a:noFill/>
                    </a:lnT>
                    <a:lnB>
                      <a:noFill/>
                    </a:lnB>
                    <a:noFill/>
                  </a:tcPr>
                </a:tc>
                <a:extLst>
                  <a:ext uri="{0D108BD9-81ED-4DB2-BD59-A6C34878D82A}">
                    <a16:rowId xmlns="" xmlns:a16="http://schemas.microsoft.com/office/drawing/2014/main" val="516457998"/>
                  </a:ext>
                </a:extLst>
              </a:tr>
              <a:tr h="296117">
                <a:tc>
                  <a:txBody>
                    <a:bodyPr/>
                    <a:lstStyle/>
                    <a:p>
                      <a:r>
                        <a:rPr lang="fr-FR" sz="1400"/>
                        <a:t>Sables denses</a:t>
                      </a:r>
                    </a:p>
                  </a:txBody>
                  <a:tcPr anchor="ctr">
                    <a:lnL>
                      <a:noFill/>
                    </a:lnL>
                    <a:lnR>
                      <a:noFill/>
                    </a:lnR>
                    <a:lnT>
                      <a:noFill/>
                    </a:lnT>
                    <a:lnB>
                      <a:noFill/>
                    </a:lnB>
                    <a:noFill/>
                  </a:tcPr>
                </a:tc>
                <a:tc>
                  <a:txBody>
                    <a:bodyPr/>
                    <a:lstStyle/>
                    <a:p>
                      <a:r>
                        <a:rPr lang="fr-FR" sz="1400"/>
                        <a:t>200 – 500</a:t>
                      </a:r>
                    </a:p>
                  </a:txBody>
                  <a:tcPr anchor="ctr">
                    <a:lnL>
                      <a:noFill/>
                    </a:lnL>
                    <a:lnR>
                      <a:noFill/>
                    </a:lnR>
                    <a:lnT>
                      <a:noFill/>
                    </a:lnT>
                    <a:lnB>
                      <a:noFill/>
                    </a:lnB>
                    <a:noFill/>
                  </a:tcPr>
                </a:tc>
                <a:tc>
                  <a:txBody>
                    <a:bodyPr/>
                    <a:lstStyle/>
                    <a:p>
                      <a:r>
                        <a:rPr lang="fr-FR" sz="1400" dirty="0"/>
                        <a:t>Bonne portance si compactée</a:t>
                      </a:r>
                    </a:p>
                  </a:txBody>
                  <a:tcPr anchor="ctr">
                    <a:lnL>
                      <a:noFill/>
                    </a:lnL>
                    <a:lnR>
                      <a:noFill/>
                    </a:lnR>
                    <a:lnT>
                      <a:noFill/>
                    </a:lnT>
                    <a:lnB>
                      <a:noFill/>
                    </a:lnB>
                    <a:noFill/>
                  </a:tcPr>
                </a:tc>
                <a:extLst>
                  <a:ext uri="{0D108BD9-81ED-4DB2-BD59-A6C34878D82A}">
                    <a16:rowId xmlns="" xmlns:a16="http://schemas.microsoft.com/office/drawing/2014/main" val="1808068661"/>
                  </a:ext>
                </a:extLst>
              </a:tr>
              <a:tr h="296117">
                <a:tc>
                  <a:txBody>
                    <a:bodyPr/>
                    <a:lstStyle/>
                    <a:p>
                      <a:r>
                        <a:rPr lang="fr-FR" sz="1400"/>
                        <a:t>Sables peu denses</a:t>
                      </a:r>
                    </a:p>
                  </a:txBody>
                  <a:tcPr anchor="ctr">
                    <a:lnL>
                      <a:noFill/>
                    </a:lnL>
                    <a:lnR>
                      <a:noFill/>
                    </a:lnR>
                    <a:lnT>
                      <a:noFill/>
                    </a:lnT>
                    <a:lnB>
                      <a:noFill/>
                    </a:lnB>
                    <a:noFill/>
                  </a:tcPr>
                </a:tc>
                <a:tc>
                  <a:txBody>
                    <a:bodyPr/>
                    <a:lstStyle/>
                    <a:p>
                      <a:r>
                        <a:rPr lang="fr-FR" sz="1400"/>
                        <a:t>100 – 200</a:t>
                      </a:r>
                    </a:p>
                  </a:txBody>
                  <a:tcPr anchor="ctr">
                    <a:lnL>
                      <a:noFill/>
                    </a:lnL>
                    <a:lnR>
                      <a:noFill/>
                    </a:lnR>
                    <a:lnT>
                      <a:noFill/>
                    </a:lnT>
                    <a:lnB>
                      <a:noFill/>
                    </a:lnB>
                    <a:noFill/>
                  </a:tcPr>
                </a:tc>
                <a:tc>
                  <a:txBody>
                    <a:bodyPr/>
                    <a:lstStyle/>
                    <a:p>
                      <a:r>
                        <a:rPr lang="fr-FR" sz="1400"/>
                        <a:t>Sensible au tassement</a:t>
                      </a:r>
                    </a:p>
                  </a:txBody>
                  <a:tcPr anchor="ctr">
                    <a:lnL>
                      <a:noFill/>
                    </a:lnL>
                    <a:lnR>
                      <a:noFill/>
                    </a:lnR>
                    <a:lnT>
                      <a:noFill/>
                    </a:lnT>
                    <a:lnB>
                      <a:noFill/>
                    </a:lnB>
                    <a:noFill/>
                  </a:tcPr>
                </a:tc>
                <a:extLst>
                  <a:ext uri="{0D108BD9-81ED-4DB2-BD59-A6C34878D82A}">
                    <a16:rowId xmlns="" xmlns:a16="http://schemas.microsoft.com/office/drawing/2014/main" val="723396326"/>
                  </a:ext>
                </a:extLst>
              </a:tr>
              <a:tr h="296117">
                <a:tc>
                  <a:txBody>
                    <a:bodyPr/>
                    <a:lstStyle/>
                    <a:p>
                      <a:r>
                        <a:rPr lang="fr-FR" sz="1400"/>
                        <a:t>Limons</a:t>
                      </a:r>
                    </a:p>
                  </a:txBody>
                  <a:tcPr anchor="ctr">
                    <a:lnL>
                      <a:noFill/>
                    </a:lnL>
                    <a:lnR>
                      <a:noFill/>
                    </a:lnR>
                    <a:lnT>
                      <a:noFill/>
                    </a:lnT>
                    <a:lnB>
                      <a:noFill/>
                    </a:lnB>
                    <a:noFill/>
                  </a:tcPr>
                </a:tc>
                <a:tc>
                  <a:txBody>
                    <a:bodyPr/>
                    <a:lstStyle/>
                    <a:p>
                      <a:r>
                        <a:rPr lang="fr-FR" sz="1400"/>
                        <a:t>75 – 150</a:t>
                      </a:r>
                    </a:p>
                  </a:txBody>
                  <a:tcPr anchor="ctr">
                    <a:lnL>
                      <a:noFill/>
                    </a:lnL>
                    <a:lnR>
                      <a:noFill/>
                    </a:lnR>
                    <a:lnT>
                      <a:noFill/>
                    </a:lnT>
                    <a:lnB>
                      <a:noFill/>
                    </a:lnB>
                    <a:noFill/>
                  </a:tcPr>
                </a:tc>
                <a:tc>
                  <a:txBody>
                    <a:bodyPr/>
                    <a:lstStyle/>
                    <a:p>
                      <a:r>
                        <a:rPr lang="fr-FR" sz="1400" dirty="0"/>
                        <a:t>Faible cohésion, sensible à l'eau</a:t>
                      </a:r>
                    </a:p>
                  </a:txBody>
                  <a:tcPr anchor="ctr">
                    <a:lnL>
                      <a:noFill/>
                    </a:lnL>
                    <a:lnR>
                      <a:noFill/>
                    </a:lnR>
                    <a:lnT>
                      <a:noFill/>
                    </a:lnT>
                    <a:lnB>
                      <a:noFill/>
                    </a:lnB>
                    <a:noFill/>
                  </a:tcPr>
                </a:tc>
                <a:extLst>
                  <a:ext uri="{0D108BD9-81ED-4DB2-BD59-A6C34878D82A}">
                    <a16:rowId xmlns="" xmlns:a16="http://schemas.microsoft.com/office/drawing/2014/main" val="3655452199"/>
                  </a:ext>
                </a:extLst>
              </a:tr>
              <a:tr h="296117">
                <a:tc>
                  <a:txBody>
                    <a:bodyPr/>
                    <a:lstStyle/>
                    <a:p>
                      <a:r>
                        <a:rPr lang="fr-FR" sz="1400" dirty="0"/>
                        <a:t>Argiles compactes</a:t>
                      </a:r>
                    </a:p>
                  </a:txBody>
                  <a:tcPr anchor="ctr">
                    <a:lnL>
                      <a:noFill/>
                    </a:lnL>
                    <a:lnR>
                      <a:noFill/>
                    </a:lnR>
                    <a:lnT>
                      <a:noFill/>
                    </a:lnT>
                    <a:lnB>
                      <a:noFill/>
                    </a:lnB>
                    <a:noFill/>
                  </a:tcPr>
                </a:tc>
                <a:tc>
                  <a:txBody>
                    <a:bodyPr/>
                    <a:lstStyle/>
                    <a:p>
                      <a:r>
                        <a:rPr lang="fr-FR" sz="1400"/>
                        <a:t>150 – 300</a:t>
                      </a:r>
                    </a:p>
                  </a:txBody>
                  <a:tcPr anchor="ctr">
                    <a:lnL>
                      <a:noFill/>
                    </a:lnL>
                    <a:lnR>
                      <a:noFill/>
                    </a:lnR>
                    <a:lnT>
                      <a:noFill/>
                    </a:lnT>
                    <a:lnB>
                      <a:noFill/>
                    </a:lnB>
                    <a:noFill/>
                  </a:tcPr>
                </a:tc>
                <a:tc>
                  <a:txBody>
                    <a:bodyPr/>
                    <a:lstStyle/>
                    <a:p>
                      <a:r>
                        <a:rPr lang="fr-FR" sz="1400" dirty="0"/>
                        <a:t>Cohésion élevée, sensible à l'eau</a:t>
                      </a:r>
                    </a:p>
                  </a:txBody>
                  <a:tcPr anchor="ctr">
                    <a:lnL>
                      <a:noFill/>
                    </a:lnL>
                    <a:lnR>
                      <a:noFill/>
                    </a:lnR>
                    <a:lnT>
                      <a:noFill/>
                    </a:lnT>
                    <a:lnB>
                      <a:noFill/>
                    </a:lnB>
                    <a:noFill/>
                  </a:tcPr>
                </a:tc>
                <a:extLst>
                  <a:ext uri="{0D108BD9-81ED-4DB2-BD59-A6C34878D82A}">
                    <a16:rowId xmlns="" xmlns:a16="http://schemas.microsoft.com/office/drawing/2014/main" val="2778972322"/>
                  </a:ext>
                </a:extLst>
              </a:tr>
              <a:tr h="503400">
                <a:tc>
                  <a:txBody>
                    <a:bodyPr/>
                    <a:lstStyle/>
                    <a:p>
                      <a:r>
                        <a:rPr lang="fr-FR" sz="1400"/>
                        <a:t>Argiles molles</a:t>
                      </a:r>
                    </a:p>
                  </a:txBody>
                  <a:tcPr anchor="ctr">
                    <a:lnL>
                      <a:noFill/>
                    </a:lnL>
                    <a:lnR>
                      <a:noFill/>
                    </a:lnR>
                    <a:lnT>
                      <a:noFill/>
                    </a:lnT>
                    <a:lnB>
                      <a:noFill/>
                    </a:lnB>
                    <a:noFill/>
                  </a:tcPr>
                </a:tc>
                <a:tc>
                  <a:txBody>
                    <a:bodyPr/>
                    <a:lstStyle/>
                    <a:p>
                      <a:r>
                        <a:rPr lang="fr-FR" sz="1400"/>
                        <a:t>50 – 100</a:t>
                      </a:r>
                    </a:p>
                  </a:txBody>
                  <a:tcPr anchor="ctr">
                    <a:lnL>
                      <a:noFill/>
                    </a:lnL>
                    <a:lnR>
                      <a:noFill/>
                    </a:lnR>
                    <a:lnT>
                      <a:noFill/>
                    </a:lnT>
                    <a:lnB>
                      <a:noFill/>
                    </a:lnB>
                    <a:noFill/>
                  </a:tcPr>
                </a:tc>
                <a:tc>
                  <a:txBody>
                    <a:bodyPr/>
                    <a:lstStyle/>
                    <a:p>
                      <a:r>
                        <a:rPr lang="fr-FR" sz="1400" dirty="0"/>
                        <a:t>Tassements différés, faible portance, sensible à l'eau</a:t>
                      </a:r>
                    </a:p>
                  </a:txBody>
                  <a:tcPr anchor="ctr">
                    <a:lnL>
                      <a:noFill/>
                    </a:lnL>
                    <a:lnR>
                      <a:noFill/>
                    </a:lnR>
                    <a:lnT>
                      <a:noFill/>
                    </a:lnT>
                    <a:lnB>
                      <a:noFill/>
                    </a:lnB>
                    <a:noFill/>
                  </a:tcPr>
                </a:tc>
                <a:extLst>
                  <a:ext uri="{0D108BD9-81ED-4DB2-BD59-A6C34878D82A}">
                    <a16:rowId xmlns="" xmlns:a16="http://schemas.microsoft.com/office/drawing/2014/main" val="2011072338"/>
                  </a:ext>
                </a:extLst>
              </a:tr>
              <a:tr h="503400">
                <a:tc>
                  <a:txBody>
                    <a:bodyPr/>
                    <a:lstStyle/>
                    <a:p>
                      <a:r>
                        <a:rPr lang="fr-FR" sz="1400"/>
                        <a:t>Tourbe et sols organiques</a:t>
                      </a:r>
                    </a:p>
                  </a:txBody>
                  <a:tcPr anchor="ctr">
                    <a:lnL>
                      <a:noFill/>
                    </a:lnL>
                    <a:lnR>
                      <a:noFill/>
                    </a:lnR>
                    <a:lnT>
                      <a:noFill/>
                    </a:lnT>
                    <a:lnB>
                      <a:noFill/>
                    </a:lnB>
                    <a:noFill/>
                  </a:tcPr>
                </a:tc>
                <a:tc>
                  <a:txBody>
                    <a:bodyPr/>
                    <a:lstStyle/>
                    <a:p>
                      <a:r>
                        <a:rPr lang="fr-FR" sz="1400"/>
                        <a:t>&lt; 50</a:t>
                      </a:r>
                    </a:p>
                  </a:txBody>
                  <a:tcPr anchor="ctr">
                    <a:lnL>
                      <a:noFill/>
                    </a:lnL>
                    <a:lnR>
                      <a:noFill/>
                    </a:lnR>
                    <a:lnT>
                      <a:noFill/>
                    </a:lnT>
                    <a:lnB>
                      <a:noFill/>
                    </a:lnB>
                    <a:noFill/>
                  </a:tcPr>
                </a:tc>
                <a:tc>
                  <a:txBody>
                    <a:bodyPr/>
                    <a:lstStyle/>
                    <a:p>
                      <a:r>
                        <a:rPr lang="fr-FR" sz="1400"/>
                        <a:t>Très instable, nécessite des traitements</a:t>
                      </a:r>
                    </a:p>
                  </a:txBody>
                  <a:tcPr anchor="ctr">
                    <a:lnL>
                      <a:noFill/>
                    </a:lnL>
                    <a:lnR>
                      <a:noFill/>
                    </a:lnR>
                    <a:lnT>
                      <a:noFill/>
                    </a:lnT>
                    <a:lnB>
                      <a:noFill/>
                    </a:lnB>
                    <a:noFill/>
                  </a:tcPr>
                </a:tc>
                <a:extLst>
                  <a:ext uri="{0D108BD9-81ED-4DB2-BD59-A6C34878D82A}">
                    <a16:rowId xmlns="" xmlns:a16="http://schemas.microsoft.com/office/drawing/2014/main" val="1685839304"/>
                  </a:ext>
                </a:extLst>
              </a:tr>
              <a:tr h="296117">
                <a:tc>
                  <a:txBody>
                    <a:bodyPr/>
                    <a:lstStyle/>
                    <a:p>
                      <a:r>
                        <a:rPr lang="fr-FR" sz="1400"/>
                        <a:t>Sols remblayés</a:t>
                      </a:r>
                    </a:p>
                  </a:txBody>
                  <a:tcPr anchor="ctr">
                    <a:lnL>
                      <a:noFill/>
                    </a:lnL>
                    <a:lnR>
                      <a:noFill/>
                    </a:lnR>
                    <a:lnT>
                      <a:noFill/>
                    </a:lnT>
                    <a:lnB>
                      <a:noFill/>
                    </a:lnB>
                    <a:noFill/>
                  </a:tcPr>
                </a:tc>
                <a:tc>
                  <a:txBody>
                    <a:bodyPr/>
                    <a:lstStyle/>
                    <a:p>
                      <a:r>
                        <a:rPr lang="fr-FR" sz="1400"/>
                        <a:t>50 – 200</a:t>
                      </a:r>
                    </a:p>
                  </a:txBody>
                  <a:tcPr anchor="ctr">
                    <a:lnL>
                      <a:noFill/>
                    </a:lnL>
                    <a:lnR>
                      <a:noFill/>
                    </a:lnR>
                    <a:lnT>
                      <a:noFill/>
                    </a:lnT>
                    <a:lnB>
                      <a:noFill/>
                    </a:lnB>
                    <a:noFill/>
                  </a:tcPr>
                </a:tc>
                <a:tc>
                  <a:txBody>
                    <a:bodyPr/>
                    <a:lstStyle/>
                    <a:p>
                      <a:r>
                        <a:rPr lang="fr-FR" sz="1400" dirty="0"/>
                        <a:t>Variable selon la compaction</a:t>
                      </a:r>
                    </a:p>
                  </a:txBody>
                  <a:tcPr anchor="ctr">
                    <a:lnL>
                      <a:noFill/>
                    </a:lnL>
                    <a:lnR>
                      <a:noFill/>
                    </a:lnR>
                    <a:lnT>
                      <a:noFill/>
                    </a:lnT>
                    <a:lnB>
                      <a:noFill/>
                    </a:lnB>
                    <a:noFill/>
                  </a:tcPr>
                </a:tc>
                <a:extLst>
                  <a:ext uri="{0D108BD9-81ED-4DB2-BD59-A6C34878D82A}">
                    <a16:rowId xmlns="" xmlns:a16="http://schemas.microsoft.com/office/drawing/2014/main" val="2097612053"/>
                  </a:ext>
                </a:extLst>
              </a:tr>
            </a:tbl>
          </a:graphicData>
        </a:graphic>
      </p:graphicFrame>
      <p:sp>
        <p:nvSpPr>
          <p:cNvPr id="13" name="ZoneTexte 12">
            <a:extLst>
              <a:ext uri="{FF2B5EF4-FFF2-40B4-BE49-F238E27FC236}">
                <a16:creationId xmlns="" xmlns:a16="http://schemas.microsoft.com/office/drawing/2014/main" id="{620C56DB-3665-FFA7-9ED1-F1A19C5E4200}"/>
              </a:ext>
            </a:extLst>
          </p:cNvPr>
          <p:cNvSpPr txBox="1"/>
          <p:nvPr/>
        </p:nvSpPr>
        <p:spPr>
          <a:xfrm>
            <a:off x="2943667" y="1488813"/>
            <a:ext cx="2271962" cy="369332"/>
          </a:xfrm>
          <a:prstGeom prst="rect">
            <a:avLst/>
          </a:prstGeom>
          <a:noFill/>
        </p:spPr>
        <p:txBody>
          <a:bodyPr wrap="square">
            <a:spAutoFit/>
          </a:bodyPr>
          <a:lstStyle/>
          <a:p>
            <a:pPr algn="ctr"/>
            <a:r>
              <a:rPr lang="fr-FR" b="1" dirty="0"/>
              <a:t>Portances typiques</a:t>
            </a:r>
          </a:p>
        </p:txBody>
      </p:sp>
      <p:sp>
        <p:nvSpPr>
          <p:cNvPr id="15" name="ZoneTexte 14">
            <a:extLst>
              <a:ext uri="{FF2B5EF4-FFF2-40B4-BE49-F238E27FC236}">
                <a16:creationId xmlns="" xmlns:a16="http://schemas.microsoft.com/office/drawing/2014/main" id="{A62129C8-404E-90AF-B625-21B409189423}"/>
              </a:ext>
            </a:extLst>
          </p:cNvPr>
          <p:cNvSpPr txBox="1"/>
          <p:nvPr/>
        </p:nvSpPr>
        <p:spPr>
          <a:xfrm>
            <a:off x="356937" y="6352889"/>
            <a:ext cx="3894221" cy="461665"/>
          </a:xfrm>
          <a:prstGeom prst="rect">
            <a:avLst/>
          </a:prstGeom>
          <a:noFill/>
        </p:spPr>
        <p:txBody>
          <a:bodyPr wrap="square">
            <a:spAutoFit/>
          </a:bodyPr>
          <a:lstStyle/>
          <a:p>
            <a:pPr algn="ctr"/>
            <a:r>
              <a:rPr lang="fr-FR" sz="1200" dirty="0"/>
              <a:t>Ces valeurs indicatives ,doivent être confirmées par des essais (pressiomètre, pénétromètre, etc.)</a:t>
            </a:r>
          </a:p>
        </p:txBody>
      </p:sp>
      <p:sp>
        <p:nvSpPr>
          <p:cNvPr id="17" name="ZoneTexte 16">
            <a:extLst>
              <a:ext uri="{FF2B5EF4-FFF2-40B4-BE49-F238E27FC236}">
                <a16:creationId xmlns="" xmlns:a16="http://schemas.microsoft.com/office/drawing/2014/main" id="{FF0F57C4-FC27-FD81-ECE4-FBF26D047447}"/>
              </a:ext>
            </a:extLst>
          </p:cNvPr>
          <p:cNvSpPr txBox="1"/>
          <p:nvPr/>
        </p:nvSpPr>
        <p:spPr>
          <a:xfrm>
            <a:off x="995554" y="5970443"/>
            <a:ext cx="6168188" cy="369332"/>
          </a:xfrm>
          <a:prstGeom prst="rect">
            <a:avLst/>
          </a:prstGeom>
          <a:noFill/>
        </p:spPr>
        <p:txBody>
          <a:bodyPr wrap="square">
            <a:spAutoFit/>
          </a:bodyPr>
          <a:lstStyle/>
          <a:p>
            <a:r>
              <a:rPr lang="fr-FR" dirty="0"/>
              <a:t>1kN/m2=0.001MPa</a:t>
            </a:r>
          </a:p>
        </p:txBody>
      </p:sp>
      <p:pic>
        <p:nvPicPr>
          <p:cNvPr id="1028" name="Picture 4" descr="sol rocheux sous la route érodée. 7520035 Photo de stock ...">
            <a:extLst>
              <a:ext uri="{FF2B5EF4-FFF2-40B4-BE49-F238E27FC236}">
                <a16:creationId xmlns="" xmlns:a16="http://schemas.microsoft.com/office/drawing/2014/main" id="{6B56EC98-FFB3-5D32-162E-D423C8E0EB25}"/>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512772" y="1647446"/>
            <a:ext cx="3477126" cy="23180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474549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 xmlns:a16="http://schemas.microsoft.com/office/drawing/2014/main" id="{960D6908-0511-1F5F-3181-B4AFB0BF7F2D}"/>
            </a:ext>
          </a:extLst>
        </p:cNvPr>
        <p:cNvGrpSpPr/>
        <p:nvPr/>
      </p:nvGrpSpPr>
      <p:grpSpPr>
        <a:xfrm>
          <a:off x="0" y="0"/>
          <a:ext cx="0" cy="0"/>
          <a:chOff x="0" y="0"/>
          <a:chExt cx="0" cy="0"/>
        </a:xfrm>
      </p:grpSpPr>
      <p:sp>
        <p:nvSpPr>
          <p:cNvPr id="2" name="Espace réservé du numéro de diapositive 1">
            <a:extLst>
              <a:ext uri="{FF2B5EF4-FFF2-40B4-BE49-F238E27FC236}">
                <a16:creationId xmlns="" xmlns:a16="http://schemas.microsoft.com/office/drawing/2014/main" id="{3065FDD0-B7B4-91EF-6589-3E97E21B59D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17</a:t>
            </a:fld>
            <a:endParaRPr lang="fr-FR"/>
          </a:p>
        </p:txBody>
      </p:sp>
      <p:pic>
        <p:nvPicPr>
          <p:cNvPr id="5" name="Image 4">
            <a:extLst>
              <a:ext uri="{FF2B5EF4-FFF2-40B4-BE49-F238E27FC236}">
                <a16:creationId xmlns="" xmlns:a16="http://schemas.microsoft.com/office/drawing/2014/main" id="{81A09297-CFFA-00CB-2608-A2B93B5D3A1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39492" y="70223"/>
            <a:ext cx="1090163" cy="981979"/>
          </a:xfrm>
          <a:prstGeom prst="rect">
            <a:avLst/>
          </a:prstGeom>
          <a:noFill/>
          <a:ln>
            <a:noFill/>
          </a:ln>
        </p:spPr>
      </p:pic>
      <p:pic>
        <p:nvPicPr>
          <p:cNvPr id="6" name="officeArt object">
            <a:extLst>
              <a:ext uri="{FF2B5EF4-FFF2-40B4-BE49-F238E27FC236}">
                <a16:creationId xmlns="" xmlns:a16="http://schemas.microsoft.com/office/drawing/2014/main" id="{7ACD7450-BF96-A0C7-DE60-3ACFD05330FC}"/>
              </a:ext>
            </a:extLst>
          </p:cNvPr>
          <p:cNvPicPr/>
          <p:nvPr/>
        </p:nvPicPr>
        <p:blipFill rotWithShape="1">
          <a:blip r:embed="rId4"/>
          <a:srcRect l="12854" r="8048"/>
          <a:stretch/>
        </p:blipFill>
        <p:spPr>
          <a:xfrm>
            <a:off x="9840279" y="0"/>
            <a:ext cx="1199213" cy="1506125"/>
          </a:xfrm>
          <a:prstGeom prst="rect">
            <a:avLst/>
          </a:prstGeom>
          <a:ln w="12700" cap="flat">
            <a:noFill/>
            <a:miter lim="400000"/>
          </a:ln>
          <a:effectLst/>
        </p:spPr>
      </p:pic>
      <p:sp>
        <p:nvSpPr>
          <p:cNvPr id="8" name="Espace réservé du pied de page 7">
            <a:extLst>
              <a:ext uri="{FF2B5EF4-FFF2-40B4-BE49-F238E27FC236}">
                <a16:creationId xmlns="" xmlns:a16="http://schemas.microsoft.com/office/drawing/2014/main" id="{CA0943FD-C4E6-AF18-80A8-E3709F7DF169}"/>
              </a:ext>
            </a:extLst>
          </p:cNvPr>
          <p:cNvSpPr>
            <a:spLocks noGrp="1"/>
          </p:cNvSpPr>
          <p:nvPr>
            <p:ph type="ftr" idx="11"/>
          </p:nvPr>
        </p:nvSpPr>
        <p:spPr/>
        <p:txBody>
          <a:bodyPr/>
          <a:lstStyle/>
          <a:p>
            <a:r>
              <a:rPr lang="fr-FR" dirty="0"/>
              <a:t>Dr. Ibrahim Niang</a:t>
            </a:r>
          </a:p>
        </p:txBody>
      </p:sp>
      <p:sp>
        <p:nvSpPr>
          <p:cNvPr id="3" name="Rectangle 2">
            <a:extLst>
              <a:ext uri="{FF2B5EF4-FFF2-40B4-BE49-F238E27FC236}">
                <a16:creationId xmlns="" xmlns:a16="http://schemas.microsoft.com/office/drawing/2014/main" id="{A3FC41EB-9996-D281-E8E1-3C062267B0FC}"/>
              </a:ext>
            </a:extLst>
          </p:cNvPr>
          <p:cNvSpPr/>
          <p:nvPr/>
        </p:nvSpPr>
        <p:spPr>
          <a:xfrm>
            <a:off x="-63745" y="-107207"/>
            <a:ext cx="5199163" cy="1309654"/>
          </a:xfrm>
          <a:prstGeom prst="rect">
            <a:avLst/>
          </a:prstGeom>
        </p:spPr>
        <p:txBody>
          <a:bodyPr wrap="square">
            <a:spAutoFit/>
          </a:bodyPr>
          <a:lstStyle/>
          <a:p>
            <a:pPr marL="571500" indent="-571500">
              <a:lnSpc>
                <a:spcPct val="150000"/>
              </a:lnSpc>
              <a:buClr>
                <a:srgbClr val="1F3864"/>
              </a:buClr>
              <a:buSzPct val="65000"/>
              <a:buFont typeface="+mj-lt"/>
              <a:buAutoNum type="romanUcPeriod" startAt="2"/>
            </a:pPr>
            <a:r>
              <a:rPr lang="fr-FR" sz="3200" b="1" dirty="0">
                <a:solidFill>
                  <a:srgbClr val="1F3864"/>
                </a:solidFill>
                <a:latin typeface="Aptos" panose="020B0004020202020204" pitchFamily="34" charset="0"/>
                <a:ea typeface="Calibri"/>
                <a:cs typeface="Calibri"/>
                <a:sym typeface="Calibri"/>
              </a:rPr>
              <a:t>Gros œuvre </a:t>
            </a:r>
          </a:p>
          <a:p>
            <a:pPr>
              <a:lnSpc>
                <a:spcPct val="150000"/>
              </a:lnSpc>
            </a:pPr>
            <a:endParaRPr lang="fr-FR" sz="2400" dirty="0">
              <a:solidFill>
                <a:srgbClr val="1F3864"/>
              </a:solidFill>
              <a:latin typeface="Proxima Nova"/>
              <a:cs typeface="Calibri"/>
              <a:sym typeface="Calibri"/>
            </a:endParaRPr>
          </a:p>
        </p:txBody>
      </p:sp>
      <p:sp>
        <p:nvSpPr>
          <p:cNvPr id="10" name="ZoneTexte 9">
            <a:extLst>
              <a:ext uri="{FF2B5EF4-FFF2-40B4-BE49-F238E27FC236}">
                <a16:creationId xmlns="" xmlns:a16="http://schemas.microsoft.com/office/drawing/2014/main" id="{B8B915D6-33A3-36BF-16B0-8360DD1AB80B}"/>
              </a:ext>
            </a:extLst>
          </p:cNvPr>
          <p:cNvSpPr txBox="1"/>
          <p:nvPr/>
        </p:nvSpPr>
        <p:spPr>
          <a:xfrm>
            <a:off x="1949503" y="1051491"/>
            <a:ext cx="7461994" cy="523220"/>
          </a:xfrm>
          <a:prstGeom prst="rect">
            <a:avLst/>
          </a:prstGeom>
          <a:noFill/>
        </p:spPr>
        <p:txBody>
          <a:bodyPr wrap="square">
            <a:spAutoFit/>
          </a:bodyPr>
          <a:lstStyle/>
          <a:p>
            <a:pPr algn="ctr"/>
            <a:r>
              <a:rPr lang="fr-FR" sz="2800" dirty="0">
                <a:ln w="0"/>
                <a:solidFill>
                  <a:srgbClr val="1F3864"/>
                </a:solidFill>
                <a:latin typeface="Aptos" panose="020B0004020202020204" pitchFamily="34" charset="0"/>
              </a:rPr>
              <a:t>Terrassement (fouilles)  </a:t>
            </a:r>
          </a:p>
        </p:txBody>
      </p:sp>
      <p:sp>
        <p:nvSpPr>
          <p:cNvPr id="11" name="ZoneTexte 10">
            <a:extLst>
              <a:ext uri="{FF2B5EF4-FFF2-40B4-BE49-F238E27FC236}">
                <a16:creationId xmlns="" xmlns:a16="http://schemas.microsoft.com/office/drawing/2014/main" id="{6FA1918C-8359-D1FA-C6B4-53A93AC360A8}"/>
              </a:ext>
            </a:extLst>
          </p:cNvPr>
          <p:cNvSpPr txBox="1"/>
          <p:nvPr/>
        </p:nvSpPr>
        <p:spPr>
          <a:xfrm>
            <a:off x="403227" y="1574711"/>
            <a:ext cx="11181346" cy="923330"/>
          </a:xfrm>
          <a:prstGeom prst="rect">
            <a:avLst/>
          </a:prstGeom>
          <a:noFill/>
        </p:spPr>
        <p:txBody>
          <a:bodyPr wrap="square">
            <a:spAutoFit/>
          </a:bodyPr>
          <a:lstStyle/>
          <a:p>
            <a:pPr algn="ctr"/>
            <a:r>
              <a:rPr lang="fr-FR" dirty="0"/>
              <a:t>Les fouilles constituent une étape spécifique du processus de terrassement, où le </a:t>
            </a:r>
            <a:r>
              <a:rPr lang="fr-FR" b="1" dirty="0"/>
              <a:t>sol est creusé </a:t>
            </a:r>
            <a:r>
              <a:rPr lang="fr-FR" dirty="0"/>
              <a:t>à des emplacements précis pour accueillir les </a:t>
            </a:r>
            <a:r>
              <a:rPr lang="fr-FR" b="1" dirty="0"/>
              <a:t>fondations, les sous-sols ou les ouvrages enterrés</a:t>
            </a:r>
            <a:r>
              <a:rPr lang="fr-FR" dirty="0"/>
              <a:t>, comme les </a:t>
            </a:r>
            <a:r>
              <a:rPr lang="fr-FR" b="1" dirty="0"/>
              <a:t>réseaux et les canalisations</a:t>
            </a:r>
            <a:r>
              <a:rPr lang="fr-FR" dirty="0"/>
              <a:t>.</a:t>
            </a:r>
          </a:p>
        </p:txBody>
      </p:sp>
      <p:sp>
        <p:nvSpPr>
          <p:cNvPr id="15" name="ZoneTexte 14">
            <a:extLst>
              <a:ext uri="{FF2B5EF4-FFF2-40B4-BE49-F238E27FC236}">
                <a16:creationId xmlns="" xmlns:a16="http://schemas.microsoft.com/office/drawing/2014/main" id="{F3E92C8C-79E4-922A-0353-205AC7B27489}"/>
              </a:ext>
            </a:extLst>
          </p:cNvPr>
          <p:cNvSpPr txBox="1"/>
          <p:nvPr/>
        </p:nvSpPr>
        <p:spPr>
          <a:xfrm>
            <a:off x="218043" y="2664713"/>
            <a:ext cx="3462920" cy="3139321"/>
          </a:xfrm>
          <a:prstGeom prst="rect">
            <a:avLst/>
          </a:prstGeom>
          <a:noFill/>
        </p:spPr>
        <p:txBody>
          <a:bodyPr wrap="square">
            <a:spAutoFit/>
          </a:bodyPr>
          <a:lstStyle/>
          <a:p>
            <a:pPr algn="ctr"/>
            <a:r>
              <a:rPr lang="fr-FR" b="1" dirty="0"/>
              <a:t>Objectifs : (1)</a:t>
            </a:r>
            <a:r>
              <a:rPr lang="fr-FR" dirty="0"/>
              <a:t>Préparer le terrain pour les </a:t>
            </a:r>
            <a:r>
              <a:rPr lang="fr-FR" u="sng" dirty="0"/>
              <a:t>éléments structurels enterrés</a:t>
            </a:r>
            <a:r>
              <a:rPr lang="fr-FR" dirty="0"/>
              <a:t>; </a:t>
            </a:r>
            <a:r>
              <a:rPr lang="fr-FR" b="1" dirty="0"/>
              <a:t>(2) </a:t>
            </a:r>
            <a:r>
              <a:rPr lang="fr-FR" dirty="0"/>
              <a:t>Atteindre une profondeur suffisante pour garantir la </a:t>
            </a:r>
            <a:r>
              <a:rPr lang="fr-FR" u="sng" dirty="0"/>
              <a:t>stabilité des fondations </a:t>
            </a:r>
            <a:r>
              <a:rPr lang="fr-FR" dirty="0"/>
              <a:t>et </a:t>
            </a:r>
            <a:r>
              <a:rPr lang="fr-FR" u="sng" dirty="0"/>
              <a:t>l'installation des réseaux souterrains</a:t>
            </a:r>
            <a:r>
              <a:rPr lang="fr-FR" dirty="0"/>
              <a:t>;</a:t>
            </a:r>
            <a:r>
              <a:rPr lang="fr-FR" b="1" dirty="0"/>
              <a:t> (3)</a:t>
            </a:r>
            <a:r>
              <a:rPr lang="fr-FR" dirty="0"/>
              <a:t> Faciliter la pose et la protection des </a:t>
            </a:r>
            <a:r>
              <a:rPr lang="fr-FR" u="sng" dirty="0"/>
              <a:t>infrastructures de drainage, d'eau potable, d'électricité, ou de télécommunications</a:t>
            </a:r>
            <a:r>
              <a:rPr lang="fr-FR" dirty="0"/>
              <a:t>.</a:t>
            </a:r>
          </a:p>
        </p:txBody>
      </p:sp>
      <p:pic>
        <p:nvPicPr>
          <p:cNvPr id="3076" name="Picture 4" descr="Fonds De Fouilles Remplies D'eau : Comment L'évacuer ? » Construction Et  Travaux">
            <a:extLst>
              <a:ext uri="{FF2B5EF4-FFF2-40B4-BE49-F238E27FC236}">
                <a16:creationId xmlns="" xmlns:a16="http://schemas.microsoft.com/office/drawing/2014/main" id="{BBD0C1D6-BA7F-5EFA-49BF-D5ED6B89E46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065555" y="2535390"/>
            <a:ext cx="3723218" cy="2788820"/>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Comment faire une conduite d'eau enterrée pour une installation sanitaire ?  - Brainbox">
            <a:extLst>
              <a:ext uri="{FF2B5EF4-FFF2-40B4-BE49-F238E27FC236}">
                <a16:creationId xmlns="" xmlns:a16="http://schemas.microsoft.com/office/drawing/2014/main" id="{8E2A2C59-0FFA-8B7B-A853-BD162135630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84212" y="4189218"/>
            <a:ext cx="2619375" cy="1743075"/>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descr="Système D'irrigation Souterrain Plomberie Installation De Drainage D'eau  Image stock - Image du tuyau, hydrostatique: 252556463">
            <a:extLst>
              <a:ext uri="{FF2B5EF4-FFF2-40B4-BE49-F238E27FC236}">
                <a16:creationId xmlns="" xmlns:a16="http://schemas.microsoft.com/office/drawing/2014/main" id="{2AF59429-8B2A-0420-771C-89784B4383E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610600" y="5483162"/>
            <a:ext cx="1703701" cy="12326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576661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 xmlns:a16="http://schemas.microsoft.com/office/drawing/2014/main" id="{B50FA13E-0FAF-F290-B9E3-BCEFDCAA0460}"/>
            </a:ext>
          </a:extLst>
        </p:cNvPr>
        <p:cNvGrpSpPr/>
        <p:nvPr/>
      </p:nvGrpSpPr>
      <p:grpSpPr>
        <a:xfrm>
          <a:off x="0" y="0"/>
          <a:ext cx="0" cy="0"/>
          <a:chOff x="0" y="0"/>
          <a:chExt cx="0" cy="0"/>
        </a:xfrm>
      </p:grpSpPr>
      <p:sp>
        <p:nvSpPr>
          <p:cNvPr id="2" name="Espace réservé du numéro de diapositive 1">
            <a:extLst>
              <a:ext uri="{FF2B5EF4-FFF2-40B4-BE49-F238E27FC236}">
                <a16:creationId xmlns="" xmlns:a16="http://schemas.microsoft.com/office/drawing/2014/main" id="{7D470AC8-BD28-2E46-15E4-551C6E3C7EC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18</a:t>
            </a:fld>
            <a:endParaRPr lang="fr-FR"/>
          </a:p>
        </p:txBody>
      </p:sp>
      <p:pic>
        <p:nvPicPr>
          <p:cNvPr id="5" name="Image 4">
            <a:extLst>
              <a:ext uri="{FF2B5EF4-FFF2-40B4-BE49-F238E27FC236}">
                <a16:creationId xmlns="" xmlns:a16="http://schemas.microsoft.com/office/drawing/2014/main" id="{663B3508-2974-6209-8D32-F78E48AABBD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39492" y="70223"/>
            <a:ext cx="1090163" cy="981979"/>
          </a:xfrm>
          <a:prstGeom prst="rect">
            <a:avLst/>
          </a:prstGeom>
          <a:noFill/>
          <a:ln>
            <a:noFill/>
          </a:ln>
        </p:spPr>
      </p:pic>
      <p:pic>
        <p:nvPicPr>
          <p:cNvPr id="6" name="officeArt object">
            <a:extLst>
              <a:ext uri="{FF2B5EF4-FFF2-40B4-BE49-F238E27FC236}">
                <a16:creationId xmlns="" xmlns:a16="http://schemas.microsoft.com/office/drawing/2014/main" id="{D40606E6-7959-4124-DDFB-41A380D0D8AE}"/>
              </a:ext>
            </a:extLst>
          </p:cNvPr>
          <p:cNvPicPr/>
          <p:nvPr/>
        </p:nvPicPr>
        <p:blipFill rotWithShape="1">
          <a:blip r:embed="rId4"/>
          <a:srcRect l="12854" r="8048"/>
          <a:stretch/>
        </p:blipFill>
        <p:spPr>
          <a:xfrm>
            <a:off x="9840279" y="0"/>
            <a:ext cx="1199213" cy="1506125"/>
          </a:xfrm>
          <a:prstGeom prst="rect">
            <a:avLst/>
          </a:prstGeom>
          <a:ln w="12700" cap="flat">
            <a:noFill/>
            <a:miter lim="400000"/>
          </a:ln>
          <a:effectLst/>
        </p:spPr>
      </p:pic>
      <p:sp>
        <p:nvSpPr>
          <p:cNvPr id="8" name="Espace réservé du pied de page 7">
            <a:extLst>
              <a:ext uri="{FF2B5EF4-FFF2-40B4-BE49-F238E27FC236}">
                <a16:creationId xmlns="" xmlns:a16="http://schemas.microsoft.com/office/drawing/2014/main" id="{840FB544-4390-58AE-2B09-24BE4C4DC7AB}"/>
              </a:ext>
            </a:extLst>
          </p:cNvPr>
          <p:cNvSpPr>
            <a:spLocks noGrp="1"/>
          </p:cNvSpPr>
          <p:nvPr>
            <p:ph type="ftr" idx="11"/>
          </p:nvPr>
        </p:nvSpPr>
        <p:spPr/>
        <p:txBody>
          <a:bodyPr/>
          <a:lstStyle/>
          <a:p>
            <a:r>
              <a:rPr lang="fr-FR" dirty="0"/>
              <a:t>Dr. Ibrahim Niang</a:t>
            </a:r>
          </a:p>
        </p:txBody>
      </p:sp>
      <p:sp>
        <p:nvSpPr>
          <p:cNvPr id="3" name="Rectangle 2">
            <a:extLst>
              <a:ext uri="{FF2B5EF4-FFF2-40B4-BE49-F238E27FC236}">
                <a16:creationId xmlns="" xmlns:a16="http://schemas.microsoft.com/office/drawing/2014/main" id="{08479B03-C4E7-CE39-D9ED-767F0BFE731A}"/>
              </a:ext>
            </a:extLst>
          </p:cNvPr>
          <p:cNvSpPr/>
          <p:nvPr/>
        </p:nvSpPr>
        <p:spPr>
          <a:xfrm>
            <a:off x="-63745" y="-107207"/>
            <a:ext cx="5199163" cy="1309654"/>
          </a:xfrm>
          <a:prstGeom prst="rect">
            <a:avLst/>
          </a:prstGeom>
        </p:spPr>
        <p:txBody>
          <a:bodyPr wrap="square">
            <a:spAutoFit/>
          </a:bodyPr>
          <a:lstStyle/>
          <a:p>
            <a:pPr marL="571500" indent="-571500">
              <a:lnSpc>
                <a:spcPct val="150000"/>
              </a:lnSpc>
              <a:buClr>
                <a:srgbClr val="1F3864"/>
              </a:buClr>
              <a:buSzPct val="65000"/>
              <a:buFont typeface="+mj-lt"/>
              <a:buAutoNum type="romanUcPeriod" startAt="2"/>
            </a:pPr>
            <a:r>
              <a:rPr lang="fr-FR" sz="3200" b="1" dirty="0">
                <a:solidFill>
                  <a:srgbClr val="1F3864"/>
                </a:solidFill>
                <a:latin typeface="Aptos" panose="020B0004020202020204" pitchFamily="34" charset="0"/>
                <a:ea typeface="Calibri"/>
                <a:cs typeface="Calibri"/>
                <a:sym typeface="Calibri"/>
              </a:rPr>
              <a:t>Gros œuvre </a:t>
            </a:r>
          </a:p>
          <a:p>
            <a:pPr>
              <a:lnSpc>
                <a:spcPct val="150000"/>
              </a:lnSpc>
            </a:pPr>
            <a:endParaRPr lang="fr-FR" sz="2400" dirty="0">
              <a:solidFill>
                <a:srgbClr val="1F3864"/>
              </a:solidFill>
              <a:latin typeface="Proxima Nova"/>
              <a:cs typeface="Calibri"/>
              <a:sym typeface="Calibri"/>
            </a:endParaRPr>
          </a:p>
        </p:txBody>
      </p:sp>
      <p:sp>
        <p:nvSpPr>
          <p:cNvPr id="10" name="ZoneTexte 9">
            <a:extLst>
              <a:ext uri="{FF2B5EF4-FFF2-40B4-BE49-F238E27FC236}">
                <a16:creationId xmlns="" xmlns:a16="http://schemas.microsoft.com/office/drawing/2014/main" id="{18ABDD87-FC8A-66CF-0048-2E01DB00CF2C}"/>
              </a:ext>
            </a:extLst>
          </p:cNvPr>
          <p:cNvSpPr txBox="1"/>
          <p:nvPr/>
        </p:nvSpPr>
        <p:spPr>
          <a:xfrm>
            <a:off x="1949503" y="1051491"/>
            <a:ext cx="7461994" cy="523220"/>
          </a:xfrm>
          <a:prstGeom prst="rect">
            <a:avLst/>
          </a:prstGeom>
          <a:noFill/>
        </p:spPr>
        <p:txBody>
          <a:bodyPr wrap="square">
            <a:spAutoFit/>
          </a:bodyPr>
          <a:lstStyle/>
          <a:p>
            <a:pPr algn="ctr"/>
            <a:r>
              <a:rPr lang="fr-FR" sz="2800" dirty="0">
                <a:ln w="0"/>
                <a:solidFill>
                  <a:srgbClr val="1F3864"/>
                </a:solidFill>
                <a:latin typeface="Aptos" panose="020B0004020202020204" pitchFamily="34" charset="0"/>
              </a:rPr>
              <a:t>Terrassement (fouilles)  </a:t>
            </a:r>
          </a:p>
        </p:txBody>
      </p:sp>
      <p:sp>
        <p:nvSpPr>
          <p:cNvPr id="11" name="ZoneTexte 10">
            <a:extLst>
              <a:ext uri="{FF2B5EF4-FFF2-40B4-BE49-F238E27FC236}">
                <a16:creationId xmlns="" xmlns:a16="http://schemas.microsoft.com/office/drawing/2014/main" id="{0509C82F-559B-0FEF-8131-059420175FF6}"/>
              </a:ext>
            </a:extLst>
          </p:cNvPr>
          <p:cNvSpPr txBox="1"/>
          <p:nvPr/>
        </p:nvSpPr>
        <p:spPr>
          <a:xfrm>
            <a:off x="403227" y="1574711"/>
            <a:ext cx="11181346" cy="923330"/>
          </a:xfrm>
          <a:prstGeom prst="rect">
            <a:avLst/>
          </a:prstGeom>
          <a:noFill/>
        </p:spPr>
        <p:txBody>
          <a:bodyPr wrap="square">
            <a:spAutoFit/>
          </a:bodyPr>
          <a:lstStyle/>
          <a:p>
            <a:pPr algn="ctr"/>
            <a:r>
              <a:rPr lang="fr-FR" dirty="0"/>
              <a:t>Les fouilles constituent une étape spécifique du processus de terrassement, où le </a:t>
            </a:r>
            <a:r>
              <a:rPr lang="fr-FR" b="1" dirty="0"/>
              <a:t>sol est creusé </a:t>
            </a:r>
            <a:r>
              <a:rPr lang="fr-FR" dirty="0"/>
              <a:t>à des emplacements précis pour accueillir les </a:t>
            </a:r>
            <a:r>
              <a:rPr lang="fr-FR" b="1" dirty="0"/>
              <a:t>fondations, les sous-sols ou les ouvrages enterrés</a:t>
            </a:r>
            <a:r>
              <a:rPr lang="fr-FR" dirty="0"/>
              <a:t>, comme les </a:t>
            </a:r>
            <a:r>
              <a:rPr lang="fr-FR" b="1" dirty="0"/>
              <a:t>réseaux et les canalisations</a:t>
            </a:r>
            <a:r>
              <a:rPr lang="fr-FR" dirty="0"/>
              <a:t>.</a:t>
            </a:r>
          </a:p>
        </p:txBody>
      </p:sp>
      <p:sp>
        <p:nvSpPr>
          <p:cNvPr id="7" name="ZoneTexte 6">
            <a:extLst>
              <a:ext uri="{FF2B5EF4-FFF2-40B4-BE49-F238E27FC236}">
                <a16:creationId xmlns="" xmlns:a16="http://schemas.microsoft.com/office/drawing/2014/main" id="{D87DA426-0F2E-7555-CB36-0C60A2C4493F}"/>
              </a:ext>
            </a:extLst>
          </p:cNvPr>
          <p:cNvSpPr txBox="1"/>
          <p:nvPr/>
        </p:nvSpPr>
        <p:spPr>
          <a:xfrm>
            <a:off x="22070" y="2790299"/>
            <a:ext cx="6168188" cy="3139321"/>
          </a:xfrm>
          <a:prstGeom prst="rect">
            <a:avLst/>
          </a:prstGeom>
          <a:noFill/>
        </p:spPr>
        <p:txBody>
          <a:bodyPr wrap="square">
            <a:spAutoFit/>
          </a:bodyPr>
          <a:lstStyle/>
          <a:p>
            <a:pPr marL="285750" indent="-285750">
              <a:buFont typeface="Arial" panose="020B0604020202020204" pitchFamily="34" charset="0"/>
              <a:buChar char="•"/>
            </a:pPr>
            <a:r>
              <a:rPr lang="fr-FR" b="1" dirty="0"/>
              <a:t>Fouilles en rigole </a:t>
            </a:r>
            <a:r>
              <a:rPr lang="fr-FR" dirty="0"/>
              <a:t>:Destinées aux fondations filantes (murs porteurs) ou aux réseaux linéaires tels que les canalisations.</a:t>
            </a:r>
          </a:p>
          <a:p>
            <a:endParaRPr lang="fr-FR" dirty="0"/>
          </a:p>
          <a:p>
            <a:pPr marL="285750" indent="-285750">
              <a:buFont typeface="Arial" panose="020B0604020202020204" pitchFamily="34" charset="0"/>
              <a:buChar char="•"/>
            </a:pPr>
            <a:r>
              <a:rPr lang="fr-FR" b="1" dirty="0"/>
              <a:t>Fouilles en pleine masse </a:t>
            </a:r>
            <a:r>
              <a:rPr lang="fr-FR" dirty="0"/>
              <a:t>:Réalisées pour des ouvrages de grande surface, comme les sous-sols, les réservoirs ou les bassins de rétention</a:t>
            </a:r>
          </a:p>
          <a:p>
            <a:endParaRPr lang="fr-FR" dirty="0"/>
          </a:p>
          <a:p>
            <a:pPr marL="285750" indent="-285750">
              <a:buFont typeface="Arial" panose="020B0604020202020204" pitchFamily="34" charset="0"/>
              <a:buChar char="•"/>
            </a:pPr>
            <a:r>
              <a:rPr lang="fr-FR" b="1" dirty="0"/>
              <a:t>Fouilles ponctuelles </a:t>
            </a:r>
            <a:r>
              <a:rPr lang="fr-FR" dirty="0"/>
              <a:t>:Localisées pour des éléments isolés, tels que les poteaux, les pylônes ou les regards pour les réseaux.</a:t>
            </a:r>
          </a:p>
        </p:txBody>
      </p:sp>
      <p:pic>
        <p:nvPicPr>
          <p:cNvPr id="12" name="Image 11">
            <a:extLst>
              <a:ext uri="{FF2B5EF4-FFF2-40B4-BE49-F238E27FC236}">
                <a16:creationId xmlns="" xmlns:a16="http://schemas.microsoft.com/office/drawing/2014/main" id="{316198B8-510B-9A0E-1B81-B4BF2507E4FE}"/>
              </a:ext>
            </a:extLst>
          </p:cNvPr>
          <p:cNvPicPr>
            <a:picLocks noChangeAspect="1"/>
          </p:cNvPicPr>
          <p:nvPr/>
        </p:nvPicPr>
        <p:blipFill>
          <a:blip r:embed="rId5"/>
          <a:stretch>
            <a:fillRect/>
          </a:stretch>
        </p:blipFill>
        <p:spPr>
          <a:xfrm>
            <a:off x="6096000" y="2566627"/>
            <a:ext cx="5919596" cy="3418536"/>
          </a:xfrm>
          <a:prstGeom prst="rect">
            <a:avLst/>
          </a:prstGeom>
        </p:spPr>
      </p:pic>
      <p:sp>
        <p:nvSpPr>
          <p:cNvPr id="14" name="ZoneTexte 13">
            <a:extLst>
              <a:ext uri="{FF2B5EF4-FFF2-40B4-BE49-F238E27FC236}">
                <a16:creationId xmlns="" xmlns:a16="http://schemas.microsoft.com/office/drawing/2014/main" id="{2882561F-C245-1B69-0642-40944E13CD30}"/>
              </a:ext>
            </a:extLst>
          </p:cNvPr>
          <p:cNvSpPr txBox="1"/>
          <p:nvPr/>
        </p:nvSpPr>
        <p:spPr>
          <a:xfrm>
            <a:off x="7334496" y="5685081"/>
            <a:ext cx="3536862" cy="600164"/>
          </a:xfrm>
          <a:prstGeom prst="rect">
            <a:avLst/>
          </a:prstGeom>
          <a:noFill/>
        </p:spPr>
        <p:txBody>
          <a:bodyPr wrap="square">
            <a:spAutoFit/>
          </a:bodyPr>
          <a:lstStyle/>
          <a:p>
            <a:pPr algn="ctr"/>
            <a:r>
              <a:rPr lang="fr-FR" sz="1100" dirty="0">
                <a:hlinkClick r:id="rId6"/>
              </a:rPr>
              <a:t>https://coursexosup.blogspot.com/2015/04/terrassements-et-etude-du-sol.html#google_vignette</a:t>
            </a:r>
            <a:endParaRPr lang="fr-FR" sz="1100" dirty="0"/>
          </a:p>
          <a:p>
            <a:pPr algn="ctr"/>
            <a:endParaRPr lang="fr-FR" sz="1100" dirty="0"/>
          </a:p>
        </p:txBody>
      </p:sp>
    </p:spTree>
    <p:extLst>
      <p:ext uri="{BB962C8B-B14F-4D97-AF65-F5344CB8AC3E}">
        <p14:creationId xmlns:p14="http://schemas.microsoft.com/office/powerpoint/2010/main" val="17069981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 xmlns:a16="http://schemas.microsoft.com/office/drawing/2014/main" id="{95872FB4-D23B-A3CA-086E-BA3317A69258}"/>
            </a:ext>
          </a:extLst>
        </p:cNvPr>
        <p:cNvGrpSpPr/>
        <p:nvPr/>
      </p:nvGrpSpPr>
      <p:grpSpPr>
        <a:xfrm>
          <a:off x="0" y="0"/>
          <a:ext cx="0" cy="0"/>
          <a:chOff x="0" y="0"/>
          <a:chExt cx="0" cy="0"/>
        </a:xfrm>
      </p:grpSpPr>
      <p:sp>
        <p:nvSpPr>
          <p:cNvPr id="2" name="Espace réservé du numéro de diapositive 1">
            <a:extLst>
              <a:ext uri="{FF2B5EF4-FFF2-40B4-BE49-F238E27FC236}">
                <a16:creationId xmlns="" xmlns:a16="http://schemas.microsoft.com/office/drawing/2014/main" id="{43456FEC-23C9-4809-CD68-F1D8083CEF6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19</a:t>
            </a:fld>
            <a:endParaRPr lang="fr-FR"/>
          </a:p>
        </p:txBody>
      </p:sp>
      <p:pic>
        <p:nvPicPr>
          <p:cNvPr id="5" name="Image 4">
            <a:extLst>
              <a:ext uri="{FF2B5EF4-FFF2-40B4-BE49-F238E27FC236}">
                <a16:creationId xmlns="" xmlns:a16="http://schemas.microsoft.com/office/drawing/2014/main" id="{1B234B6C-AC97-32E8-65D1-697A219E6B1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39492" y="70223"/>
            <a:ext cx="1090163" cy="981979"/>
          </a:xfrm>
          <a:prstGeom prst="rect">
            <a:avLst/>
          </a:prstGeom>
          <a:noFill/>
          <a:ln>
            <a:noFill/>
          </a:ln>
        </p:spPr>
      </p:pic>
      <p:pic>
        <p:nvPicPr>
          <p:cNvPr id="6" name="officeArt object">
            <a:extLst>
              <a:ext uri="{FF2B5EF4-FFF2-40B4-BE49-F238E27FC236}">
                <a16:creationId xmlns="" xmlns:a16="http://schemas.microsoft.com/office/drawing/2014/main" id="{09371FBF-FC5D-E2D9-D55E-17CEC9D35EBA}"/>
              </a:ext>
            </a:extLst>
          </p:cNvPr>
          <p:cNvPicPr/>
          <p:nvPr/>
        </p:nvPicPr>
        <p:blipFill rotWithShape="1">
          <a:blip r:embed="rId4"/>
          <a:srcRect l="12854" r="8048"/>
          <a:stretch/>
        </p:blipFill>
        <p:spPr>
          <a:xfrm>
            <a:off x="9840279" y="0"/>
            <a:ext cx="1199213" cy="1506125"/>
          </a:xfrm>
          <a:prstGeom prst="rect">
            <a:avLst/>
          </a:prstGeom>
          <a:ln w="12700" cap="flat">
            <a:noFill/>
            <a:miter lim="400000"/>
          </a:ln>
          <a:effectLst/>
        </p:spPr>
      </p:pic>
      <p:sp>
        <p:nvSpPr>
          <p:cNvPr id="8" name="Espace réservé du pied de page 7">
            <a:extLst>
              <a:ext uri="{FF2B5EF4-FFF2-40B4-BE49-F238E27FC236}">
                <a16:creationId xmlns="" xmlns:a16="http://schemas.microsoft.com/office/drawing/2014/main" id="{2260DFB0-0F66-583C-9C39-355D1547378D}"/>
              </a:ext>
            </a:extLst>
          </p:cNvPr>
          <p:cNvSpPr>
            <a:spLocks noGrp="1"/>
          </p:cNvSpPr>
          <p:nvPr>
            <p:ph type="ftr" idx="11"/>
          </p:nvPr>
        </p:nvSpPr>
        <p:spPr/>
        <p:txBody>
          <a:bodyPr/>
          <a:lstStyle/>
          <a:p>
            <a:r>
              <a:rPr lang="fr-FR" dirty="0"/>
              <a:t>Dr. Ibrahim Niang</a:t>
            </a:r>
          </a:p>
        </p:txBody>
      </p:sp>
      <p:sp>
        <p:nvSpPr>
          <p:cNvPr id="3" name="Rectangle 2">
            <a:extLst>
              <a:ext uri="{FF2B5EF4-FFF2-40B4-BE49-F238E27FC236}">
                <a16:creationId xmlns="" xmlns:a16="http://schemas.microsoft.com/office/drawing/2014/main" id="{B453385E-6928-8B1B-6654-8EDB11EAF611}"/>
              </a:ext>
            </a:extLst>
          </p:cNvPr>
          <p:cNvSpPr/>
          <p:nvPr/>
        </p:nvSpPr>
        <p:spPr>
          <a:xfrm>
            <a:off x="-63745" y="-107207"/>
            <a:ext cx="5199163" cy="1309654"/>
          </a:xfrm>
          <a:prstGeom prst="rect">
            <a:avLst/>
          </a:prstGeom>
        </p:spPr>
        <p:txBody>
          <a:bodyPr wrap="square">
            <a:spAutoFit/>
          </a:bodyPr>
          <a:lstStyle/>
          <a:p>
            <a:pPr marL="571500" indent="-571500">
              <a:lnSpc>
                <a:spcPct val="150000"/>
              </a:lnSpc>
              <a:buClr>
                <a:srgbClr val="1F3864"/>
              </a:buClr>
              <a:buSzPct val="65000"/>
              <a:buFont typeface="+mj-lt"/>
              <a:buAutoNum type="romanUcPeriod" startAt="2"/>
            </a:pPr>
            <a:r>
              <a:rPr lang="fr-FR" sz="3200" b="1" dirty="0">
                <a:solidFill>
                  <a:srgbClr val="1F3864"/>
                </a:solidFill>
                <a:latin typeface="Aptos" panose="020B0004020202020204" pitchFamily="34" charset="0"/>
                <a:ea typeface="Calibri"/>
                <a:cs typeface="Calibri"/>
                <a:sym typeface="Calibri"/>
              </a:rPr>
              <a:t>Gros œuvre </a:t>
            </a:r>
          </a:p>
          <a:p>
            <a:pPr>
              <a:lnSpc>
                <a:spcPct val="150000"/>
              </a:lnSpc>
            </a:pPr>
            <a:endParaRPr lang="fr-FR" sz="2400" dirty="0">
              <a:solidFill>
                <a:srgbClr val="1F3864"/>
              </a:solidFill>
              <a:latin typeface="Proxima Nova"/>
              <a:cs typeface="Calibri"/>
              <a:sym typeface="Calibri"/>
            </a:endParaRPr>
          </a:p>
        </p:txBody>
      </p:sp>
      <p:sp>
        <p:nvSpPr>
          <p:cNvPr id="10" name="ZoneTexte 9">
            <a:extLst>
              <a:ext uri="{FF2B5EF4-FFF2-40B4-BE49-F238E27FC236}">
                <a16:creationId xmlns="" xmlns:a16="http://schemas.microsoft.com/office/drawing/2014/main" id="{982E4AB3-4151-E367-8C00-B1D268BF15F9}"/>
              </a:ext>
            </a:extLst>
          </p:cNvPr>
          <p:cNvSpPr txBox="1"/>
          <p:nvPr/>
        </p:nvSpPr>
        <p:spPr>
          <a:xfrm>
            <a:off x="1949503" y="1051491"/>
            <a:ext cx="7461994" cy="523220"/>
          </a:xfrm>
          <a:prstGeom prst="rect">
            <a:avLst/>
          </a:prstGeom>
          <a:noFill/>
        </p:spPr>
        <p:txBody>
          <a:bodyPr wrap="square">
            <a:spAutoFit/>
          </a:bodyPr>
          <a:lstStyle/>
          <a:p>
            <a:pPr algn="ctr"/>
            <a:r>
              <a:rPr lang="fr-FR" sz="2800" dirty="0">
                <a:ln w="0"/>
                <a:solidFill>
                  <a:srgbClr val="1F3864"/>
                </a:solidFill>
                <a:latin typeface="Aptos" panose="020B0004020202020204" pitchFamily="34" charset="0"/>
              </a:rPr>
              <a:t>Terrassement (fouilles)  </a:t>
            </a:r>
          </a:p>
        </p:txBody>
      </p:sp>
      <p:sp>
        <p:nvSpPr>
          <p:cNvPr id="11" name="ZoneTexte 10">
            <a:extLst>
              <a:ext uri="{FF2B5EF4-FFF2-40B4-BE49-F238E27FC236}">
                <a16:creationId xmlns="" xmlns:a16="http://schemas.microsoft.com/office/drawing/2014/main" id="{6D46F992-53BA-211E-0CE8-351BE8734C31}"/>
              </a:ext>
            </a:extLst>
          </p:cNvPr>
          <p:cNvSpPr txBox="1"/>
          <p:nvPr/>
        </p:nvSpPr>
        <p:spPr>
          <a:xfrm>
            <a:off x="345992" y="1421889"/>
            <a:ext cx="11500015" cy="923330"/>
          </a:xfrm>
          <a:prstGeom prst="rect">
            <a:avLst/>
          </a:prstGeom>
          <a:noFill/>
        </p:spPr>
        <p:txBody>
          <a:bodyPr wrap="square">
            <a:spAutoFit/>
          </a:bodyPr>
          <a:lstStyle/>
          <a:p>
            <a:pPr algn="ctr"/>
            <a:r>
              <a:rPr lang="fr-FR" b="1" dirty="0"/>
              <a:t>Le blindage des fouilles </a:t>
            </a:r>
            <a:r>
              <a:rPr lang="fr-FR" dirty="0"/>
              <a:t>consiste à mettre en place des dispositifs de </a:t>
            </a:r>
            <a:r>
              <a:rPr lang="fr-FR" b="1" dirty="0"/>
              <a:t>protection des parois d’une fouille </a:t>
            </a:r>
            <a:r>
              <a:rPr lang="fr-FR" dirty="0"/>
              <a:t>pour prévenir </a:t>
            </a:r>
            <a:r>
              <a:rPr lang="fr-FR" b="1" dirty="0"/>
              <a:t>les effondrements et garantir la sécurité</a:t>
            </a:r>
            <a:r>
              <a:rPr lang="fr-FR" dirty="0"/>
              <a:t> des travailleurs. Il est particulièrement nécessaire dans les </a:t>
            </a:r>
            <a:r>
              <a:rPr lang="fr-FR" b="1" dirty="0"/>
              <a:t>sols instables, les fouilles profondes ou en présence de contraintes externes (eau, vibrations, charges proches).</a:t>
            </a:r>
          </a:p>
        </p:txBody>
      </p:sp>
      <p:sp>
        <p:nvSpPr>
          <p:cNvPr id="9" name="ZoneTexte 8">
            <a:extLst>
              <a:ext uri="{FF2B5EF4-FFF2-40B4-BE49-F238E27FC236}">
                <a16:creationId xmlns="" xmlns:a16="http://schemas.microsoft.com/office/drawing/2014/main" id="{F4A23DB8-BF7B-905F-DEB7-A9FDD6A1A667}"/>
              </a:ext>
            </a:extLst>
          </p:cNvPr>
          <p:cNvSpPr txBox="1"/>
          <p:nvPr/>
        </p:nvSpPr>
        <p:spPr>
          <a:xfrm>
            <a:off x="22070" y="2416324"/>
            <a:ext cx="6168188" cy="4247317"/>
          </a:xfrm>
          <a:prstGeom prst="rect">
            <a:avLst/>
          </a:prstGeom>
          <a:noFill/>
        </p:spPr>
        <p:txBody>
          <a:bodyPr wrap="square">
            <a:spAutoFit/>
          </a:bodyPr>
          <a:lstStyle/>
          <a:p>
            <a:pPr marL="285750" indent="-285750">
              <a:buFont typeface="Arial" panose="020B0604020202020204" pitchFamily="34" charset="0"/>
              <a:buChar char="•"/>
            </a:pPr>
            <a:r>
              <a:rPr lang="fr-FR" b="1" dirty="0"/>
              <a:t>Blindage en bois : </a:t>
            </a:r>
            <a:r>
              <a:rPr lang="fr-FR" dirty="0"/>
              <a:t>Planches ou madriers renforcés par des étais métalliques, adapté aux fouilles peu profondes et temporaires.</a:t>
            </a:r>
          </a:p>
          <a:p>
            <a:pPr marL="285750" indent="-285750">
              <a:buFont typeface="Arial" panose="020B0604020202020204" pitchFamily="34" charset="0"/>
              <a:buChar char="•"/>
            </a:pPr>
            <a:r>
              <a:rPr lang="fr-FR" b="1" dirty="0"/>
              <a:t>Blindage métallique (palplanches) : </a:t>
            </a:r>
            <a:r>
              <a:rPr lang="fr-FR" dirty="0"/>
              <a:t>Plaques métalliques fixées par des cadres, idéal pour les sols instables ou les fouilles profondes.</a:t>
            </a:r>
          </a:p>
          <a:p>
            <a:pPr marL="285750" indent="-285750">
              <a:buFont typeface="Arial" panose="020B0604020202020204" pitchFamily="34" charset="0"/>
              <a:buChar char="•"/>
            </a:pPr>
            <a:r>
              <a:rPr lang="fr-FR" b="1" dirty="0"/>
              <a:t>Parois berlinoises : </a:t>
            </a:r>
            <a:r>
              <a:rPr lang="fr-FR" dirty="0"/>
              <a:t>Pieux métalliques espacés avec des planches insérées, utilisé pour les fouilles linéaires (tranchées, canalisations).</a:t>
            </a:r>
          </a:p>
          <a:p>
            <a:pPr marL="285750" indent="-285750">
              <a:buFont typeface="Arial" panose="020B0604020202020204" pitchFamily="34" charset="0"/>
              <a:buChar char="•"/>
            </a:pPr>
            <a:r>
              <a:rPr lang="fr-FR" b="1" dirty="0"/>
              <a:t>Parois moulées : </a:t>
            </a:r>
            <a:r>
              <a:rPr lang="fr-FR" dirty="0"/>
              <a:t>Parois en béton armé réalisées sur place, adaptées aux fouilles très profondes ou permanentes.</a:t>
            </a:r>
          </a:p>
          <a:p>
            <a:pPr marL="285750" indent="-285750">
              <a:buFont typeface="Arial" panose="020B0604020202020204" pitchFamily="34" charset="0"/>
              <a:buChar char="•"/>
            </a:pPr>
            <a:r>
              <a:rPr lang="fr-FR" b="1" dirty="0"/>
              <a:t>Parois clouées </a:t>
            </a:r>
            <a:r>
              <a:rPr lang="fr-FR" dirty="0"/>
              <a:t>: Sol renforcé par des clous métalliques et du béton projeté, utilisé pour stabiliser les pentes ou les terrains instables.</a:t>
            </a:r>
          </a:p>
        </p:txBody>
      </p:sp>
      <p:pic>
        <p:nvPicPr>
          <p:cNvPr id="5126" name="Picture 6" descr="Prix en France de m² de Blindage de fouilles excavées pour ...">
            <a:extLst>
              <a:ext uri="{FF2B5EF4-FFF2-40B4-BE49-F238E27FC236}">
                <a16:creationId xmlns="" xmlns:a16="http://schemas.microsoft.com/office/drawing/2014/main" id="{299B8898-4C08-D1FA-E27F-C24245871AA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96387" y="2345219"/>
            <a:ext cx="2125110" cy="1593833"/>
          </a:xfrm>
          <a:prstGeom prst="rect">
            <a:avLst/>
          </a:prstGeom>
          <a:noFill/>
          <a:extLst>
            <a:ext uri="{909E8E84-426E-40DD-AFC4-6F175D3DCCD1}">
              <a14:hiddenFill xmlns:a14="http://schemas.microsoft.com/office/drawing/2010/main">
                <a:solidFill>
                  <a:srgbClr val="FFFFFF"/>
                </a:solidFill>
              </a14:hiddenFill>
            </a:ext>
          </a:extLst>
        </p:spPr>
      </p:pic>
      <p:sp>
        <p:nvSpPr>
          <p:cNvPr id="15" name="ZoneTexte 14">
            <a:extLst>
              <a:ext uri="{FF2B5EF4-FFF2-40B4-BE49-F238E27FC236}">
                <a16:creationId xmlns="" xmlns:a16="http://schemas.microsoft.com/office/drawing/2014/main" id="{46CF06BD-CCAA-FA29-63F1-06BB0FFFB1BF}"/>
              </a:ext>
            </a:extLst>
          </p:cNvPr>
          <p:cNvSpPr txBox="1"/>
          <p:nvPr/>
        </p:nvSpPr>
        <p:spPr>
          <a:xfrm>
            <a:off x="6541513" y="3939052"/>
            <a:ext cx="2865973" cy="338554"/>
          </a:xfrm>
          <a:prstGeom prst="rect">
            <a:avLst/>
          </a:prstGeom>
          <a:noFill/>
        </p:spPr>
        <p:txBody>
          <a:bodyPr wrap="square">
            <a:spAutoFit/>
          </a:bodyPr>
          <a:lstStyle/>
          <a:p>
            <a:pPr algn="ctr"/>
            <a:r>
              <a:rPr lang="fr-FR" sz="1600" dirty="0"/>
              <a:t>Blindage en bois </a:t>
            </a:r>
          </a:p>
        </p:txBody>
      </p:sp>
      <p:pic>
        <p:nvPicPr>
          <p:cNvPr id="5128" name="Picture 8" descr="Blindage (construction) — Wikipédia">
            <a:extLst>
              <a:ext uri="{FF2B5EF4-FFF2-40B4-BE49-F238E27FC236}">
                <a16:creationId xmlns="" xmlns:a16="http://schemas.microsoft.com/office/drawing/2014/main" id="{CB1CA37B-6E97-508B-E600-2431C36F219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565033" y="3494831"/>
            <a:ext cx="1749703" cy="2346193"/>
          </a:xfrm>
          <a:prstGeom prst="rect">
            <a:avLst/>
          </a:prstGeom>
          <a:noFill/>
          <a:extLst>
            <a:ext uri="{909E8E84-426E-40DD-AFC4-6F175D3DCCD1}">
              <a14:hiddenFill xmlns:a14="http://schemas.microsoft.com/office/drawing/2010/main">
                <a:solidFill>
                  <a:srgbClr val="FFFFFF"/>
                </a:solidFill>
              </a14:hiddenFill>
            </a:ext>
          </a:extLst>
        </p:spPr>
      </p:pic>
      <p:sp>
        <p:nvSpPr>
          <p:cNvPr id="17" name="ZoneTexte 16">
            <a:extLst>
              <a:ext uri="{FF2B5EF4-FFF2-40B4-BE49-F238E27FC236}">
                <a16:creationId xmlns="" xmlns:a16="http://schemas.microsoft.com/office/drawing/2014/main" id="{FFA2408F-74F2-C0FC-4A95-89EDE401DD99}"/>
              </a:ext>
            </a:extLst>
          </p:cNvPr>
          <p:cNvSpPr txBox="1"/>
          <p:nvPr/>
        </p:nvSpPr>
        <p:spPr>
          <a:xfrm>
            <a:off x="9604096" y="5914021"/>
            <a:ext cx="1749704" cy="338554"/>
          </a:xfrm>
          <a:prstGeom prst="rect">
            <a:avLst/>
          </a:prstGeom>
          <a:noFill/>
        </p:spPr>
        <p:txBody>
          <a:bodyPr wrap="square">
            <a:spAutoFit/>
          </a:bodyPr>
          <a:lstStyle/>
          <a:p>
            <a:pPr algn="ctr"/>
            <a:r>
              <a:rPr lang="fr-FR" sz="1600" dirty="0"/>
              <a:t>Blindage moulé</a:t>
            </a:r>
          </a:p>
        </p:txBody>
      </p:sp>
    </p:spTree>
    <p:extLst>
      <p:ext uri="{BB962C8B-B14F-4D97-AF65-F5344CB8AC3E}">
        <p14:creationId xmlns:p14="http://schemas.microsoft.com/office/powerpoint/2010/main" val="41254230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 xmlns:a16="http://schemas.microsoft.com/office/drawing/2014/main" id="{C4424F1C-4C3F-150B-1B36-8B76BCAB8AD1}"/>
            </a:ext>
          </a:extLst>
        </p:cNvPr>
        <p:cNvGrpSpPr/>
        <p:nvPr/>
      </p:nvGrpSpPr>
      <p:grpSpPr>
        <a:xfrm>
          <a:off x="0" y="0"/>
          <a:ext cx="0" cy="0"/>
          <a:chOff x="0" y="0"/>
          <a:chExt cx="0" cy="0"/>
        </a:xfrm>
      </p:grpSpPr>
      <p:sp>
        <p:nvSpPr>
          <p:cNvPr id="2" name="Espace réservé du numéro de diapositive 1">
            <a:extLst>
              <a:ext uri="{FF2B5EF4-FFF2-40B4-BE49-F238E27FC236}">
                <a16:creationId xmlns="" xmlns:a16="http://schemas.microsoft.com/office/drawing/2014/main" id="{66D717C2-6D31-66A6-B7FF-8BDC93E67E6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20</a:t>
            </a:fld>
            <a:endParaRPr lang="fr-FR"/>
          </a:p>
        </p:txBody>
      </p:sp>
      <p:pic>
        <p:nvPicPr>
          <p:cNvPr id="5" name="Image 4">
            <a:extLst>
              <a:ext uri="{FF2B5EF4-FFF2-40B4-BE49-F238E27FC236}">
                <a16:creationId xmlns="" xmlns:a16="http://schemas.microsoft.com/office/drawing/2014/main" id="{7E5D200F-752D-7943-48F0-D6AC47EF16E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39492" y="70223"/>
            <a:ext cx="1090163" cy="981979"/>
          </a:xfrm>
          <a:prstGeom prst="rect">
            <a:avLst/>
          </a:prstGeom>
          <a:noFill/>
          <a:ln>
            <a:noFill/>
          </a:ln>
        </p:spPr>
      </p:pic>
      <p:pic>
        <p:nvPicPr>
          <p:cNvPr id="6" name="officeArt object">
            <a:extLst>
              <a:ext uri="{FF2B5EF4-FFF2-40B4-BE49-F238E27FC236}">
                <a16:creationId xmlns="" xmlns:a16="http://schemas.microsoft.com/office/drawing/2014/main" id="{68D2A2D8-724E-CB35-289E-303C0A98B331}"/>
              </a:ext>
            </a:extLst>
          </p:cNvPr>
          <p:cNvPicPr/>
          <p:nvPr/>
        </p:nvPicPr>
        <p:blipFill rotWithShape="1">
          <a:blip r:embed="rId4"/>
          <a:srcRect l="12854" r="8048"/>
          <a:stretch/>
        </p:blipFill>
        <p:spPr>
          <a:xfrm>
            <a:off x="9840279" y="0"/>
            <a:ext cx="1199213" cy="1506125"/>
          </a:xfrm>
          <a:prstGeom prst="rect">
            <a:avLst/>
          </a:prstGeom>
          <a:ln w="12700" cap="flat">
            <a:noFill/>
            <a:miter lim="400000"/>
          </a:ln>
          <a:effectLst/>
        </p:spPr>
      </p:pic>
      <p:sp>
        <p:nvSpPr>
          <p:cNvPr id="8" name="Espace réservé du pied de page 7">
            <a:extLst>
              <a:ext uri="{FF2B5EF4-FFF2-40B4-BE49-F238E27FC236}">
                <a16:creationId xmlns="" xmlns:a16="http://schemas.microsoft.com/office/drawing/2014/main" id="{1B70CE09-D262-A33D-5A0B-E892F23314E9}"/>
              </a:ext>
            </a:extLst>
          </p:cNvPr>
          <p:cNvSpPr>
            <a:spLocks noGrp="1"/>
          </p:cNvSpPr>
          <p:nvPr>
            <p:ph type="ftr" idx="11"/>
          </p:nvPr>
        </p:nvSpPr>
        <p:spPr/>
        <p:txBody>
          <a:bodyPr/>
          <a:lstStyle/>
          <a:p>
            <a:r>
              <a:rPr lang="fr-FR" dirty="0"/>
              <a:t>Dr. Ibrahim Niang</a:t>
            </a:r>
          </a:p>
        </p:txBody>
      </p:sp>
      <p:sp>
        <p:nvSpPr>
          <p:cNvPr id="3" name="Rectangle 2">
            <a:extLst>
              <a:ext uri="{FF2B5EF4-FFF2-40B4-BE49-F238E27FC236}">
                <a16:creationId xmlns="" xmlns:a16="http://schemas.microsoft.com/office/drawing/2014/main" id="{38B6CB19-0B25-18FA-338B-6924CB559E95}"/>
              </a:ext>
            </a:extLst>
          </p:cNvPr>
          <p:cNvSpPr/>
          <p:nvPr/>
        </p:nvSpPr>
        <p:spPr>
          <a:xfrm>
            <a:off x="-63745" y="-107207"/>
            <a:ext cx="5199163" cy="1309654"/>
          </a:xfrm>
          <a:prstGeom prst="rect">
            <a:avLst/>
          </a:prstGeom>
        </p:spPr>
        <p:txBody>
          <a:bodyPr wrap="square">
            <a:spAutoFit/>
          </a:bodyPr>
          <a:lstStyle/>
          <a:p>
            <a:pPr marL="571500" indent="-571500">
              <a:lnSpc>
                <a:spcPct val="150000"/>
              </a:lnSpc>
              <a:buClr>
                <a:srgbClr val="1F3864"/>
              </a:buClr>
              <a:buSzPct val="65000"/>
              <a:buFont typeface="+mj-lt"/>
              <a:buAutoNum type="romanUcPeriod" startAt="2"/>
            </a:pPr>
            <a:r>
              <a:rPr lang="fr-FR" sz="3200" b="1" dirty="0">
                <a:solidFill>
                  <a:srgbClr val="1F3864"/>
                </a:solidFill>
                <a:latin typeface="Aptos" panose="020B0004020202020204" pitchFamily="34" charset="0"/>
                <a:ea typeface="Calibri"/>
                <a:cs typeface="Calibri"/>
                <a:sym typeface="Calibri"/>
              </a:rPr>
              <a:t>Gros œuvre </a:t>
            </a:r>
          </a:p>
          <a:p>
            <a:pPr>
              <a:lnSpc>
                <a:spcPct val="150000"/>
              </a:lnSpc>
            </a:pPr>
            <a:endParaRPr lang="fr-FR" sz="2400" dirty="0">
              <a:solidFill>
                <a:srgbClr val="1F3864"/>
              </a:solidFill>
              <a:latin typeface="Proxima Nova"/>
              <a:cs typeface="Calibri"/>
              <a:sym typeface="Calibri"/>
            </a:endParaRPr>
          </a:p>
        </p:txBody>
      </p:sp>
      <p:sp>
        <p:nvSpPr>
          <p:cNvPr id="10" name="ZoneTexte 9">
            <a:extLst>
              <a:ext uri="{FF2B5EF4-FFF2-40B4-BE49-F238E27FC236}">
                <a16:creationId xmlns="" xmlns:a16="http://schemas.microsoft.com/office/drawing/2014/main" id="{8C54666E-0ECD-37CB-2D53-737324ED17D1}"/>
              </a:ext>
            </a:extLst>
          </p:cNvPr>
          <p:cNvSpPr txBox="1"/>
          <p:nvPr/>
        </p:nvSpPr>
        <p:spPr>
          <a:xfrm>
            <a:off x="1949503" y="1051491"/>
            <a:ext cx="7461994" cy="523220"/>
          </a:xfrm>
          <a:prstGeom prst="rect">
            <a:avLst/>
          </a:prstGeom>
          <a:noFill/>
        </p:spPr>
        <p:txBody>
          <a:bodyPr wrap="square">
            <a:spAutoFit/>
          </a:bodyPr>
          <a:lstStyle/>
          <a:p>
            <a:pPr algn="ctr"/>
            <a:r>
              <a:rPr lang="fr-FR" sz="2800" dirty="0">
                <a:ln w="0"/>
                <a:solidFill>
                  <a:srgbClr val="1F3864"/>
                </a:solidFill>
                <a:latin typeface="Aptos" panose="020B0004020202020204" pitchFamily="34" charset="0"/>
              </a:rPr>
              <a:t>Terrassement (fouilles)  </a:t>
            </a:r>
          </a:p>
        </p:txBody>
      </p:sp>
      <p:sp>
        <p:nvSpPr>
          <p:cNvPr id="11" name="ZoneTexte 10">
            <a:extLst>
              <a:ext uri="{FF2B5EF4-FFF2-40B4-BE49-F238E27FC236}">
                <a16:creationId xmlns="" xmlns:a16="http://schemas.microsoft.com/office/drawing/2014/main" id="{9EEC2D47-19DF-42BB-1B6D-B073D7E0EEBA}"/>
              </a:ext>
            </a:extLst>
          </p:cNvPr>
          <p:cNvSpPr txBox="1"/>
          <p:nvPr/>
        </p:nvSpPr>
        <p:spPr>
          <a:xfrm>
            <a:off x="403227" y="1574711"/>
            <a:ext cx="11181346" cy="923330"/>
          </a:xfrm>
          <a:prstGeom prst="rect">
            <a:avLst/>
          </a:prstGeom>
          <a:noFill/>
        </p:spPr>
        <p:txBody>
          <a:bodyPr wrap="square">
            <a:spAutoFit/>
          </a:bodyPr>
          <a:lstStyle/>
          <a:p>
            <a:pPr algn="ctr"/>
            <a:r>
              <a:rPr lang="fr-FR" dirty="0"/>
              <a:t>Les fouilles constituent une étape spécifique du processus de terrassement, où le </a:t>
            </a:r>
            <a:r>
              <a:rPr lang="fr-FR" b="1" dirty="0"/>
              <a:t>sol est creusé </a:t>
            </a:r>
            <a:r>
              <a:rPr lang="fr-FR" dirty="0"/>
              <a:t>à des emplacements précis pour accueillir les </a:t>
            </a:r>
            <a:r>
              <a:rPr lang="fr-FR" b="1" dirty="0"/>
              <a:t>fondations, les sous-sols ou les ouvrages enterrés</a:t>
            </a:r>
            <a:r>
              <a:rPr lang="fr-FR" dirty="0"/>
              <a:t>, comme les </a:t>
            </a:r>
            <a:r>
              <a:rPr lang="fr-FR" b="1" dirty="0"/>
              <a:t>réseaux et les canalisations</a:t>
            </a:r>
            <a:r>
              <a:rPr lang="fr-FR" dirty="0"/>
              <a:t>.</a:t>
            </a:r>
          </a:p>
        </p:txBody>
      </p:sp>
      <p:sp>
        <p:nvSpPr>
          <p:cNvPr id="7" name="ZoneTexte 6">
            <a:extLst>
              <a:ext uri="{FF2B5EF4-FFF2-40B4-BE49-F238E27FC236}">
                <a16:creationId xmlns="" xmlns:a16="http://schemas.microsoft.com/office/drawing/2014/main" id="{1460FB35-C518-3EC9-95EA-77A755E76709}"/>
              </a:ext>
            </a:extLst>
          </p:cNvPr>
          <p:cNvSpPr txBox="1"/>
          <p:nvPr/>
        </p:nvSpPr>
        <p:spPr>
          <a:xfrm>
            <a:off x="22070" y="2790299"/>
            <a:ext cx="6168188" cy="3139321"/>
          </a:xfrm>
          <a:prstGeom prst="rect">
            <a:avLst/>
          </a:prstGeom>
          <a:noFill/>
        </p:spPr>
        <p:txBody>
          <a:bodyPr wrap="square">
            <a:spAutoFit/>
          </a:bodyPr>
          <a:lstStyle/>
          <a:p>
            <a:pPr marL="285750" indent="-285750">
              <a:buFont typeface="Arial" panose="020B0604020202020204" pitchFamily="34" charset="0"/>
              <a:buChar char="•"/>
            </a:pPr>
            <a:r>
              <a:rPr lang="fr-FR" b="1" dirty="0"/>
              <a:t>Fouilles en rigole </a:t>
            </a:r>
            <a:r>
              <a:rPr lang="fr-FR" dirty="0"/>
              <a:t>:Destinées aux fondations filantes (murs porteurs) ou aux réseaux linéaires tels que les canalisations.</a:t>
            </a:r>
          </a:p>
          <a:p>
            <a:endParaRPr lang="fr-FR" dirty="0"/>
          </a:p>
          <a:p>
            <a:pPr marL="285750" indent="-285750">
              <a:buFont typeface="Arial" panose="020B0604020202020204" pitchFamily="34" charset="0"/>
              <a:buChar char="•"/>
            </a:pPr>
            <a:r>
              <a:rPr lang="fr-FR" b="1" dirty="0"/>
              <a:t>Fouilles en pleine masse </a:t>
            </a:r>
            <a:r>
              <a:rPr lang="fr-FR" dirty="0"/>
              <a:t>:Réalisées pour des ouvrages de grande surface, comme les sous-sols, les réservoirs ou les bassins de rétention</a:t>
            </a:r>
          </a:p>
          <a:p>
            <a:endParaRPr lang="fr-FR" dirty="0"/>
          </a:p>
          <a:p>
            <a:pPr marL="285750" indent="-285750">
              <a:buFont typeface="Arial" panose="020B0604020202020204" pitchFamily="34" charset="0"/>
              <a:buChar char="•"/>
            </a:pPr>
            <a:r>
              <a:rPr lang="fr-FR" b="1" dirty="0"/>
              <a:t>Fouilles ponctuelles </a:t>
            </a:r>
            <a:r>
              <a:rPr lang="fr-FR" dirty="0"/>
              <a:t>:Localisées pour des éléments isolés, tels que les poteaux, les pylônes ou les regards pour les réseaux.</a:t>
            </a:r>
          </a:p>
        </p:txBody>
      </p:sp>
      <p:pic>
        <p:nvPicPr>
          <p:cNvPr id="4098" name="Picture 2" descr="Vos travaux de terrassement en pleine masse : bien comprendre les étapes |  Société terrassement">
            <a:extLst>
              <a:ext uri="{FF2B5EF4-FFF2-40B4-BE49-F238E27FC236}">
                <a16:creationId xmlns="" xmlns:a16="http://schemas.microsoft.com/office/drawing/2014/main" id="{5B57E24F-DBB2-D4B1-5A6F-9882C32FD38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962540" y="2198513"/>
            <a:ext cx="2391260" cy="1343584"/>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Prix en République du Congo de m³ de Fouille en pleine masse, avec des  moyens mécaniques. Générateur de prix de la construction. CYPE Ingenieros,  S.A.">
            <a:extLst>
              <a:ext uri="{FF2B5EF4-FFF2-40B4-BE49-F238E27FC236}">
                <a16:creationId xmlns="" xmlns:a16="http://schemas.microsoft.com/office/drawing/2014/main" id="{88CFD959-6B5C-D170-B281-9E72E864C49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05254" y="3789057"/>
            <a:ext cx="2157483" cy="1616030"/>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Zoom sur les chantiers de fouilles 2024 | Bibracte">
            <a:extLst>
              <a:ext uri="{FF2B5EF4-FFF2-40B4-BE49-F238E27FC236}">
                <a16:creationId xmlns="" xmlns:a16="http://schemas.microsoft.com/office/drawing/2014/main" id="{F8841925-4B39-7F04-C170-01B6CAE832C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289149" y="4611496"/>
            <a:ext cx="2019048" cy="1343585"/>
          </a:xfrm>
          <a:prstGeom prst="rect">
            <a:avLst/>
          </a:prstGeom>
          <a:noFill/>
          <a:extLst>
            <a:ext uri="{909E8E84-426E-40DD-AFC4-6F175D3DCCD1}">
              <a14:hiddenFill xmlns:a14="http://schemas.microsoft.com/office/drawing/2010/main">
                <a:solidFill>
                  <a:srgbClr val="FFFFFF"/>
                </a:solidFill>
              </a14:hiddenFill>
            </a:ext>
          </a:extLst>
        </p:spPr>
      </p:pic>
      <p:sp>
        <p:nvSpPr>
          <p:cNvPr id="9" name="ZoneTexte 8">
            <a:extLst>
              <a:ext uri="{FF2B5EF4-FFF2-40B4-BE49-F238E27FC236}">
                <a16:creationId xmlns="" xmlns:a16="http://schemas.microsoft.com/office/drawing/2014/main" id="{A5474788-94C5-9E49-43EE-CCCE6F0F904B}"/>
              </a:ext>
            </a:extLst>
          </p:cNvPr>
          <p:cNvSpPr txBox="1"/>
          <p:nvPr/>
        </p:nvSpPr>
        <p:spPr>
          <a:xfrm>
            <a:off x="9621340" y="3508388"/>
            <a:ext cx="2195702" cy="307777"/>
          </a:xfrm>
          <a:prstGeom prst="rect">
            <a:avLst/>
          </a:prstGeom>
          <a:noFill/>
        </p:spPr>
        <p:txBody>
          <a:bodyPr wrap="square">
            <a:spAutoFit/>
          </a:bodyPr>
          <a:lstStyle/>
          <a:p>
            <a:r>
              <a:rPr lang="fr-FR" sz="1400" dirty="0"/>
              <a:t>Fouilles en rigole </a:t>
            </a:r>
          </a:p>
        </p:txBody>
      </p:sp>
      <p:sp>
        <p:nvSpPr>
          <p:cNvPr id="15" name="ZoneTexte 14">
            <a:extLst>
              <a:ext uri="{FF2B5EF4-FFF2-40B4-BE49-F238E27FC236}">
                <a16:creationId xmlns="" xmlns:a16="http://schemas.microsoft.com/office/drawing/2014/main" id="{6AE8C629-194D-4E89-004D-EF3EFBCFB601}"/>
              </a:ext>
            </a:extLst>
          </p:cNvPr>
          <p:cNvSpPr txBox="1"/>
          <p:nvPr/>
        </p:nvSpPr>
        <p:spPr>
          <a:xfrm>
            <a:off x="6505254" y="5156021"/>
            <a:ext cx="2530642" cy="553998"/>
          </a:xfrm>
          <a:prstGeom prst="rect">
            <a:avLst/>
          </a:prstGeom>
          <a:noFill/>
        </p:spPr>
        <p:txBody>
          <a:bodyPr wrap="square">
            <a:spAutoFit/>
          </a:bodyPr>
          <a:lstStyle/>
          <a:p>
            <a:endParaRPr lang="fr-FR" sz="1600" dirty="0"/>
          </a:p>
          <a:p>
            <a:r>
              <a:rPr lang="fr-FR" sz="1400" dirty="0"/>
              <a:t>Fouilles en pleine masse </a:t>
            </a:r>
          </a:p>
        </p:txBody>
      </p:sp>
      <p:sp>
        <p:nvSpPr>
          <p:cNvPr id="17" name="ZoneTexte 16">
            <a:extLst>
              <a:ext uri="{FF2B5EF4-FFF2-40B4-BE49-F238E27FC236}">
                <a16:creationId xmlns="" xmlns:a16="http://schemas.microsoft.com/office/drawing/2014/main" id="{07757451-7432-5CBC-F174-129BCE2ACD5E}"/>
              </a:ext>
            </a:extLst>
          </p:cNvPr>
          <p:cNvSpPr txBox="1"/>
          <p:nvPr/>
        </p:nvSpPr>
        <p:spPr>
          <a:xfrm>
            <a:off x="9474178" y="5929620"/>
            <a:ext cx="2405545" cy="307777"/>
          </a:xfrm>
          <a:prstGeom prst="rect">
            <a:avLst/>
          </a:prstGeom>
          <a:noFill/>
        </p:spPr>
        <p:txBody>
          <a:bodyPr wrap="square">
            <a:spAutoFit/>
          </a:bodyPr>
          <a:lstStyle/>
          <a:p>
            <a:r>
              <a:rPr lang="fr-FR" sz="1400" dirty="0"/>
              <a:t>Fouilles ponctuelles </a:t>
            </a:r>
          </a:p>
        </p:txBody>
      </p:sp>
    </p:spTree>
    <p:extLst>
      <p:ext uri="{BB962C8B-B14F-4D97-AF65-F5344CB8AC3E}">
        <p14:creationId xmlns:p14="http://schemas.microsoft.com/office/powerpoint/2010/main" val="28158709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 xmlns:a16="http://schemas.microsoft.com/office/drawing/2014/main" id="{A0DDCB14-D0A8-97BC-587E-901CEF484626}"/>
            </a:ext>
          </a:extLst>
        </p:cNvPr>
        <p:cNvGrpSpPr/>
        <p:nvPr/>
      </p:nvGrpSpPr>
      <p:grpSpPr>
        <a:xfrm>
          <a:off x="0" y="0"/>
          <a:ext cx="0" cy="0"/>
          <a:chOff x="0" y="0"/>
          <a:chExt cx="0" cy="0"/>
        </a:xfrm>
      </p:grpSpPr>
      <p:sp>
        <p:nvSpPr>
          <p:cNvPr id="2" name="Espace réservé du numéro de diapositive 1">
            <a:extLst>
              <a:ext uri="{FF2B5EF4-FFF2-40B4-BE49-F238E27FC236}">
                <a16:creationId xmlns="" xmlns:a16="http://schemas.microsoft.com/office/drawing/2014/main" id="{AB9888EC-F083-2605-B3D5-880ABA6D605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21</a:t>
            </a:fld>
            <a:endParaRPr lang="fr-FR"/>
          </a:p>
        </p:txBody>
      </p:sp>
      <p:pic>
        <p:nvPicPr>
          <p:cNvPr id="5" name="Image 4">
            <a:extLst>
              <a:ext uri="{FF2B5EF4-FFF2-40B4-BE49-F238E27FC236}">
                <a16:creationId xmlns="" xmlns:a16="http://schemas.microsoft.com/office/drawing/2014/main" id="{7DFB3D1E-C0CB-AAF3-D00D-242C88BE29A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39492" y="70223"/>
            <a:ext cx="1090163" cy="981979"/>
          </a:xfrm>
          <a:prstGeom prst="rect">
            <a:avLst/>
          </a:prstGeom>
          <a:noFill/>
          <a:ln>
            <a:noFill/>
          </a:ln>
        </p:spPr>
      </p:pic>
      <p:pic>
        <p:nvPicPr>
          <p:cNvPr id="6" name="officeArt object">
            <a:extLst>
              <a:ext uri="{FF2B5EF4-FFF2-40B4-BE49-F238E27FC236}">
                <a16:creationId xmlns="" xmlns:a16="http://schemas.microsoft.com/office/drawing/2014/main" id="{B3F40DF8-7363-9331-B71D-19B822F0F570}"/>
              </a:ext>
            </a:extLst>
          </p:cNvPr>
          <p:cNvPicPr/>
          <p:nvPr/>
        </p:nvPicPr>
        <p:blipFill rotWithShape="1">
          <a:blip r:embed="rId4"/>
          <a:srcRect l="12854" r="8048"/>
          <a:stretch/>
        </p:blipFill>
        <p:spPr>
          <a:xfrm>
            <a:off x="9840279" y="0"/>
            <a:ext cx="1199213" cy="1506125"/>
          </a:xfrm>
          <a:prstGeom prst="rect">
            <a:avLst/>
          </a:prstGeom>
          <a:ln w="12700" cap="flat">
            <a:noFill/>
            <a:miter lim="400000"/>
          </a:ln>
          <a:effectLst/>
        </p:spPr>
      </p:pic>
      <p:sp>
        <p:nvSpPr>
          <p:cNvPr id="8" name="Espace réservé du pied de page 7">
            <a:extLst>
              <a:ext uri="{FF2B5EF4-FFF2-40B4-BE49-F238E27FC236}">
                <a16:creationId xmlns="" xmlns:a16="http://schemas.microsoft.com/office/drawing/2014/main" id="{3BE08C73-5E30-630B-B216-82BB7503FD27}"/>
              </a:ext>
            </a:extLst>
          </p:cNvPr>
          <p:cNvSpPr>
            <a:spLocks noGrp="1"/>
          </p:cNvSpPr>
          <p:nvPr>
            <p:ph type="ftr" idx="11"/>
          </p:nvPr>
        </p:nvSpPr>
        <p:spPr/>
        <p:txBody>
          <a:bodyPr/>
          <a:lstStyle/>
          <a:p>
            <a:r>
              <a:rPr lang="fr-FR" dirty="0"/>
              <a:t>Dr. Ibrahim Niang</a:t>
            </a:r>
          </a:p>
        </p:txBody>
      </p:sp>
      <p:sp>
        <p:nvSpPr>
          <p:cNvPr id="3" name="Rectangle 2">
            <a:extLst>
              <a:ext uri="{FF2B5EF4-FFF2-40B4-BE49-F238E27FC236}">
                <a16:creationId xmlns="" xmlns:a16="http://schemas.microsoft.com/office/drawing/2014/main" id="{BFD9C017-35D2-1F6D-7D06-483F10CCE447}"/>
              </a:ext>
            </a:extLst>
          </p:cNvPr>
          <p:cNvSpPr/>
          <p:nvPr/>
        </p:nvSpPr>
        <p:spPr>
          <a:xfrm>
            <a:off x="-63745" y="-107207"/>
            <a:ext cx="5199163" cy="1309654"/>
          </a:xfrm>
          <a:prstGeom prst="rect">
            <a:avLst/>
          </a:prstGeom>
        </p:spPr>
        <p:txBody>
          <a:bodyPr wrap="square">
            <a:spAutoFit/>
          </a:bodyPr>
          <a:lstStyle/>
          <a:p>
            <a:pPr marL="571500" indent="-571500">
              <a:lnSpc>
                <a:spcPct val="150000"/>
              </a:lnSpc>
              <a:buClr>
                <a:srgbClr val="1F3864"/>
              </a:buClr>
              <a:buSzPct val="65000"/>
              <a:buFont typeface="+mj-lt"/>
              <a:buAutoNum type="romanUcPeriod" startAt="2"/>
            </a:pPr>
            <a:r>
              <a:rPr lang="fr-FR" sz="3200" b="1" dirty="0">
                <a:solidFill>
                  <a:srgbClr val="1F3864"/>
                </a:solidFill>
                <a:latin typeface="Aptos" panose="020B0004020202020204" pitchFamily="34" charset="0"/>
                <a:ea typeface="Calibri"/>
                <a:cs typeface="Calibri"/>
                <a:sym typeface="Calibri"/>
              </a:rPr>
              <a:t>Gros œuvre </a:t>
            </a:r>
          </a:p>
          <a:p>
            <a:pPr>
              <a:lnSpc>
                <a:spcPct val="150000"/>
              </a:lnSpc>
            </a:pPr>
            <a:endParaRPr lang="fr-FR" sz="2400" dirty="0">
              <a:solidFill>
                <a:srgbClr val="1F3864"/>
              </a:solidFill>
              <a:latin typeface="Proxima Nova"/>
              <a:cs typeface="Calibri"/>
              <a:sym typeface="Calibri"/>
            </a:endParaRPr>
          </a:p>
        </p:txBody>
      </p:sp>
      <p:sp>
        <p:nvSpPr>
          <p:cNvPr id="10" name="ZoneTexte 9">
            <a:extLst>
              <a:ext uri="{FF2B5EF4-FFF2-40B4-BE49-F238E27FC236}">
                <a16:creationId xmlns="" xmlns:a16="http://schemas.microsoft.com/office/drawing/2014/main" id="{157E4E26-3E15-628E-0CA0-0CBCD4AECFDD}"/>
              </a:ext>
            </a:extLst>
          </p:cNvPr>
          <p:cNvSpPr txBox="1"/>
          <p:nvPr/>
        </p:nvSpPr>
        <p:spPr>
          <a:xfrm>
            <a:off x="1949503" y="1051491"/>
            <a:ext cx="7461994" cy="523220"/>
          </a:xfrm>
          <a:prstGeom prst="rect">
            <a:avLst/>
          </a:prstGeom>
          <a:noFill/>
        </p:spPr>
        <p:txBody>
          <a:bodyPr wrap="square">
            <a:spAutoFit/>
          </a:bodyPr>
          <a:lstStyle/>
          <a:p>
            <a:pPr algn="ctr"/>
            <a:r>
              <a:rPr lang="fr-FR" sz="2800" dirty="0">
                <a:ln w="0"/>
                <a:solidFill>
                  <a:srgbClr val="1F3864"/>
                </a:solidFill>
                <a:latin typeface="Aptos" panose="020B0004020202020204" pitchFamily="34" charset="0"/>
              </a:rPr>
              <a:t>Fondation  </a:t>
            </a:r>
          </a:p>
        </p:txBody>
      </p:sp>
      <p:sp>
        <p:nvSpPr>
          <p:cNvPr id="11" name="ZoneTexte 10">
            <a:extLst>
              <a:ext uri="{FF2B5EF4-FFF2-40B4-BE49-F238E27FC236}">
                <a16:creationId xmlns="" xmlns:a16="http://schemas.microsoft.com/office/drawing/2014/main" id="{2711EAD0-E8AC-06E1-D0D2-3FBAA1B261FC}"/>
              </a:ext>
            </a:extLst>
          </p:cNvPr>
          <p:cNvSpPr txBox="1"/>
          <p:nvPr/>
        </p:nvSpPr>
        <p:spPr>
          <a:xfrm>
            <a:off x="101041" y="2656176"/>
            <a:ext cx="5994959" cy="3693319"/>
          </a:xfrm>
          <a:prstGeom prst="rect">
            <a:avLst/>
          </a:prstGeom>
          <a:noFill/>
        </p:spPr>
        <p:txBody>
          <a:bodyPr wrap="square">
            <a:spAutoFit/>
          </a:bodyPr>
          <a:lstStyle/>
          <a:p>
            <a:r>
              <a:rPr lang="fr-FR" b="1" dirty="0"/>
              <a:t>1. Type de fondation </a:t>
            </a:r>
          </a:p>
          <a:p>
            <a:pPr marL="285750" indent="-285750">
              <a:buFont typeface="Arial" panose="020B0604020202020204" pitchFamily="34" charset="0"/>
              <a:buChar char="•"/>
            </a:pPr>
            <a:r>
              <a:rPr lang="fr-FR" b="1" dirty="0"/>
              <a:t>Analyse des caractéristiques du sol : </a:t>
            </a:r>
            <a:r>
              <a:rPr lang="fr-FR" dirty="0"/>
              <a:t>Étude des couches de sol (géologie, granulométrie, compacité) pour identifier leur résistance mécanique, leur perméabilité et leur comportement face aux charges.</a:t>
            </a:r>
          </a:p>
          <a:p>
            <a:pPr marL="285750" indent="-285750">
              <a:buFont typeface="Arial" panose="020B0604020202020204" pitchFamily="34" charset="0"/>
              <a:buChar char="•"/>
            </a:pPr>
            <a:r>
              <a:rPr lang="fr-FR" b="1" dirty="0"/>
              <a:t>Essais in situ et en laboratoire : </a:t>
            </a:r>
            <a:r>
              <a:rPr lang="fr-FR" dirty="0"/>
              <a:t>Réalisation de tests spécifiques (ex. </a:t>
            </a:r>
            <a:r>
              <a:rPr lang="fr-FR" b="1" dirty="0"/>
              <a:t>essai au pénétromètre, essai triaxial, mesure de portance) </a:t>
            </a:r>
            <a:r>
              <a:rPr lang="fr-FR" dirty="0"/>
              <a:t>pour évaluer les propriétés physiques et mécaniques du sol.</a:t>
            </a:r>
          </a:p>
          <a:p>
            <a:pPr marL="285750" indent="-285750">
              <a:buFont typeface="Arial" panose="020B0604020202020204" pitchFamily="34" charset="0"/>
              <a:buChar char="•"/>
            </a:pPr>
            <a:r>
              <a:rPr lang="fr-FR" b="1" dirty="0"/>
              <a:t>Rapport géotechnique : </a:t>
            </a:r>
            <a:r>
              <a:rPr lang="fr-FR" dirty="0"/>
              <a:t>Synthèse des résultats permettant de déterminer la </a:t>
            </a:r>
            <a:r>
              <a:rPr lang="fr-FR" b="1" dirty="0"/>
              <a:t>capacité portante du sol </a:t>
            </a:r>
            <a:r>
              <a:rPr lang="fr-FR" dirty="0"/>
              <a:t>et de </a:t>
            </a:r>
            <a:r>
              <a:rPr lang="fr-FR" b="1" dirty="0"/>
              <a:t>proposer le type de fondation </a:t>
            </a:r>
            <a:r>
              <a:rPr lang="fr-FR" dirty="0"/>
              <a:t>le mieux adapté (superficielle ou profonde).</a:t>
            </a:r>
          </a:p>
        </p:txBody>
      </p:sp>
      <p:sp>
        <p:nvSpPr>
          <p:cNvPr id="7" name="ZoneTexte 6">
            <a:extLst>
              <a:ext uri="{FF2B5EF4-FFF2-40B4-BE49-F238E27FC236}">
                <a16:creationId xmlns="" xmlns:a16="http://schemas.microsoft.com/office/drawing/2014/main" id="{4F8A3633-928A-03D7-23DE-E4A6022B4489}"/>
              </a:ext>
            </a:extLst>
          </p:cNvPr>
          <p:cNvSpPr txBox="1"/>
          <p:nvPr/>
        </p:nvSpPr>
        <p:spPr>
          <a:xfrm>
            <a:off x="1799356" y="1506125"/>
            <a:ext cx="8457564" cy="923330"/>
          </a:xfrm>
          <a:prstGeom prst="rect">
            <a:avLst/>
          </a:prstGeom>
          <a:noFill/>
        </p:spPr>
        <p:txBody>
          <a:bodyPr wrap="square">
            <a:spAutoFit/>
          </a:bodyPr>
          <a:lstStyle/>
          <a:p>
            <a:pPr algn="ctr"/>
            <a:r>
              <a:rPr lang="fr-FR" dirty="0"/>
              <a:t>Les </a:t>
            </a:r>
            <a:r>
              <a:rPr lang="fr-FR" b="1" dirty="0"/>
              <a:t>fondations</a:t>
            </a:r>
            <a:r>
              <a:rPr lang="fr-FR" dirty="0"/>
              <a:t> d’un bâtiment constituent la </a:t>
            </a:r>
            <a:r>
              <a:rPr lang="fr-FR" b="1" dirty="0"/>
              <a:t>base structurelle </a:t>
            </a:r>
            <a:r>
              <a:rPr lang="fr-FR" dirty="0"/>
              <a:t>qui transmet et répartit les </a:t>
            </a:r>
            <a:r>
              <a:rPr lang="fr-FR" b="1" dirty="0"/>
              <a:t>charges de l’édifice au sol de manière sûre et stable</a:t>
            </a:r>
            <a:r>
              <a:rPr lang="fr-FR" dirty="0"/>
              <a:t>. Elles jouent un rôle crucial dans la durabilité et la sécurité de l'ouvrage.</a:t>
            </a:r>
          </a:p>
        </p:txBody>
      </p:sp>
      <p:pic>
        <p:nvPicPr>
          <p:cNvPr id="7170" name="Picture 2" descr="L étude géotechnique des sols est désormais obligatoire | Nestenn Immobilier">
            <a:extLst>
              <a:ext uri="{FF2B5EF4-FFF2-40B4-BE49-F238E27FC236}">
                <a16:creationId xmlns="" xmlns:a16="http://schemas.microsoft.com/office/drawing/2014/main" id="{4BA8EBF3-89AD-5B78-31DF-F90D3287E735}"/>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b="11980"/>
          <a:stretch/>
        </p:blipFill>
        <p:spPr bwMode="auto">
          <a:xfrm>
            <a:off x="7059942" y="3239791"/>
            <a:ext cx="4703110" cy="23775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82906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 xmlns:a16="http://schemas.microsoft.com/office/drawing/2014/main" id="{CE0A2706-AAF9-4BBC-8F4B-6844D1A9C2D5}"/>
            </a:ext>
          </a:extLst>
        </p:cNvPr>
        <p:cNvGrpSpPr/>
        <p:nvPr/>
      </p:nvGrpSpPr>
      <p:grpSpPr>
        <a:xfrm>
          <a:off x="0" y="0"/>
          <a:ext cx="0" cy="0"/>
          <a:chOff x="0" y="0"/>
          <a:chExt cx="0" cy="0"/>
        </a:xfrm>
      </p:grpSpPr>
      <p:sp>
        <p:nvSpPr>
          <p:cNvPr id="2" name="Espace réservé du numéro de diapositive 1">
            <a:extLst>
              <a:ext uri="{FF2B5EF4-FFF2-40B4-BE49-F238E27FC236}">
                <a16:creationId xmlns="" xmlns:a16="http://schemas.microsoft.com/office/drawing/2014/main" id="{09AD351C-94EA-1A80-A0F2-068158166BE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22</a:t>
            </a:fld>
            <a:endParaRPr lang="fr-FR"/>
          </a:p>
        </p:txBody>
      </p:sp>
      <p:pic>
        <p:nvPicPr>
          <p:cNvPr id="5" name="Image 4">
            <a:extLst>
              <a:ext uri="{FF2B5EF4-FFF2-40B4-BE49-F238E27FC236}">
                <a16:creationId xmlns="" xmlns:a16="http://schemas.microsoft.com/office/drawing/2014/main" id="{92849649-FD5D-6407-4C85-99ED8AEBCE9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39492" y="70223"/>
            <a:ext cx="1090163" cy="981979"/>
          </a:xfrm>
          <a:prstGeom prst="rect">
            <a:avLst/>
          </a:prstGeom>
          <a:noFill/>
          <a:ln>
            <a:noFill/>
          </a:ln>
        </p:spPr>
      </p:pic>
      <p:pic>
        <p:nvPicPr>
          <p:cNvPr id="6" name="officeArt object">
            <a:extLst>
              <a:ext uri="{FF2B5EF4-FFF2-40B4-BE49-F238E27FC236}">
                <a16:creationId xmlns="" xmlns:a16="http://schemas.microsoft.com/office/drawing/2014/main" id="{36D754FF-751D-A5F9-830E-23A753B5CFA7}"/>
              </a:ext>
            </a:extLst>
          </p:cNvPr>
          <p:cNvPicPr/>
          <p:nvPr/>
        </p:nvPicPr>
        <p:blipFill rotWithShape="1">
          <a:blip r:embed="rId4"/>
          <a:srcRect l="12854" r="8048"/>
          <a:stretch/>
        </p:blipFill>
        <p:spPr>
          <a:xfrm>
            <a:off x="9840279" y="0"/>
            <a:ext cx="1199213" cy="1506125"/>
          </a:xfrm>
          <a:prstGeom prst="rect">
            <a:avLst/>
          </a:prstGeom>
          <a:ln w="12700" cap="flat">
            <a:noFill/>
            <a:miter lim="400000"/>
          </a:ln>
          <a:effectLst/>
        </p:spPr>
      </p:pic>
      <p:sp>
        <p:nvSpPr>
          <p:cNvPr id="8" name="Espace réservé du pied de page 7">
            <a:extLst>
              <a:ext uri="{FF2B5EF4-FFF2-40B4-BE49-F238E27FC236}">
                <a16:creationId xmlns="" xmlns:a16="http://schemas.microsoft.com/office/drawing/2014/main" id="{D1761F2F-A187-92C6-9426-C7C8C99615AA}"/>
              </a:ext>
            </a:extLst>
          </p:cNvPr>
          <p:cNvSpPr>
            <a:spLocks noGrp="1"/>
          </p:cNvSpPr>
          <p:nvPr>
            <p:ph type="ftr" idx="11"/>
          </p:nvPr>
        </p:nvSpPr>
        <p:spPr/>
        <p:txBody>
          <a:bodyPr/>
          <a:lstStyle/>
          <a:p>
            <a:r>
              <a:rPr lang="fr-FR" dirty="0"/>
              <a:t>Dr. Ibrahim Niang</a:t>
            </a:r>
          </a:p>
        </p:txBody>
      </p:sp>
      <p:sp>
        <p:nvSpPr>
          <p:cNvPr id="3" name="Rectangle 2">
            <a:extLst>
              <a:ext uri="{FF2B5EF4-FFF2-40B4-BE49-F238E27FC236}">
                <a16:creationId xmlns="" xmlns:a16="http://schemas.microsoft.com/office/drawing/2014/main" id="{E87A4763-91A2-F7D1-F66F-278D0D89BDB2}"/>
              </a:ext>
            </a:extLst>
          </p:cNvPr>
          <p:cNvSpPr/>
          <p:nvPr/>
        </p:nvSpPr>
        <p:spPr>
          <a:xfrm>
            <a:off x="-63745" y="-107207"/>
            <a:ext cx="5199163" cy="1309654"/>
          </a:xfrm>
          <a:prstGeom prst="rect">
            <a:avLst/>
          </a:prstGeom>
        </p:spPr>
        <p:txBody>
          <a:bodyPr wrap="square">
            <a:spAutoFit/>
          </a:bodyPr>
          <a:lstStyle/>
          <a:p>
            <a:pPr marL="571500" indent="-571500">
              <a:lnSpc>
                <a:spcPct val="150000"/>
              </a:lnSpc>
              <a:buClr>
                <a:srgbClr val="1F3864"/>
              </a:buClr>
              <a:buSzPct val="65000"/>
              <a:buFont typeface="+mj-lt"/>
              <a:buAutoNum type="romanUcPeriod" startAt="2"/>
            </a:pPr>
            <a:r>
              <a:rPr lang="fr-FR" sz="3200" b="1" dirty="0">
                <a:solidFill>
                  <a:srgbClr val="1F3864"/>
                </a:solidFill>
                <a:latin typeface="Aptos" panose="020B0004020202020204" pitchFamily="34" charset="0"/>
                <a:ea typeface="Calibri"/>
                <a:cs typeface="Calibri"/>
                <a:sym typeface="Calibri"/>
              </a:rPr>
              <a:t>Gros œuvre </a:t>
            </a:r>
          </a:p>
          <a:p>
            <a:pPr>
              <a:lnSpc>
                <a:spcPct val="150000"/>
              </a:lnSpc>
            </a:pPr>
            <a:endParaRPr lang="fr-FR" sz="2400" dirty="0">
              <a:solidFill>
                <a:srgbClr val="1F3864"/>
              </a:solidFill>
              <a:latin typeface="Proxima Nova"/>
              <a:cs typeface="Calibri"/>
              <a:sym typeface="Calibri"/>
            </a:endParaRPr>
          </a:p>
        </p:txBody>
      </p:sp>
      <p:sp>
        <p:nvSpPr>
          <p:cNvPr id="10" name="ZoneTexte 9">
            <a:extLst>
              <a:ext uri="{FF2B5EF4-FFF2-40B4-BE49-F238E27FC236}">
                <a16:creationId xmlns="" xmlns:a16="http://schemas.microsoft.com/office/drawing/2014/main" id="{792F5480-D138-F927-9FCB-5669DB2083BF}"/>
              </a:ext>
            </a:extLst>
          </p:cNvPr>
          <p:cNvSpPr txBox="1"/>
          <p:nvPr/>
        </p:nvSpPr>
        <p:spPr>
          <a:xfrm>
            <a:off x="1949503" y="1051491"/>
            <a:ext cx="7461994" cy="523220"/>
          </a:xfrm>
          <a:prstGeom prst="rect">
            <a:avLst/>
          </a:prstGeom>
          <a:noFill/>
        </p:spPr>
        <p:txBody>
          <a:bodyPr wrap="square">
            <a:spAutoFit/>
          </a:bodyPr>
          <a:lstStyle/>
          <a:p>
            <a:pPr algn="ctr"/>
            <a:r>
              <a:rPr lang="fr-FR" sz="2800" dirty="0">
                <a:ln w="0"/>
                <a:solidFill>
                  <a:srgbClr val="1F3864"/>
                </a:solidFill>
                <a:latin typeface="Aptos" panose="020B0004020202020204" pitchFamily="34" charset="0"/>
              </a:rPr>
              <a:t>Fondation  </a:t>
            </a:r>
          </a:p>
        </p:txBody>
      </p:sp>
      <p:sp>
        <p:nvSpPr>
          <p:cNvPr id="11" name="ZoneTexte 10">
            <a:extLst>
              <a:ext uri="{FF2B5EF4-FFF2-40B4-BE49-F238E27FC236}">
                <a16:creationId xmlns="" xmlns:a16="http://schemas.microsoft.com/office/drawing/2014/main" id="{3E7CD5AE-0DCD-6CD0-1F43-C8B263BF84A3}"/>
              </a:ext>
            </a:extLst>
          </p:cNvPr>
          <p:cNvSpPr txBox="1"/>
          <p:nvPr/>
        </p:nvSpPr>
        <p:spPr>
          <a:xfrm>
            <a:off x="31089" y="2356877"/>
            <a:ext cx="6428096" cy="4247317"/>
          </a:xfrm>
          <a:prstGeom prst="rect">
            <a:avLst/>
          </a:prstGeom>
          <a:noFill/>
        </p:spPr>
        <p:txBody>
          <a:bodyPr wrap="square">
            <a:spAutoFit/>
          </a:bodyPr>
          <a:lstStyle/>
          <a:p>
            <a:r>
              <a:rPr lang="fr-FR" b="1" dirty="0"/>
              <a:t>1. Type de fondation </a:t>
            </a:r>
          </a:p>
          <a:p>
            <a:pPr marL="285750" indent="-285750">
              <a:buFont typeface="Arial" panose="020B0604020202020204" pitchFamily="34" charset="0"/>
              <a:buChar char="•"/>
            </a:pPr>
            <a:r>
              <a:rPr lang="fr-FR" b="1" dirty="0"/>
              <a:t>Analyse des caractéristiques du sol : </a:t>
            </a:r>
            <a:r>
              <a:rPr lang="fr-FR" dirty="0"/>
              <a:t>Étude des couches de sol (géologie, granulométrie, compacité) pour identifier leur résistance mécanique, leur perméabilité et leur comportement face aux charges.</a:t>
            </a:r>
          </a:p>
          <a:p>
            <a:pPr marL="285750" indent="-285750">
              <a:buFont typeface="Arial" panose="020B0604020202020204" pitchFamily="34" charset="0"/>
              <a:buChar char="•"/>
            </a:pPr>
            <a:r>
              <a:rPr lang="fr-FR" b="1" dirty="0"/>
              <a:t>Essais in situ et en laboratoire : </a:t>
            </a:r>
            <a:r>
              <a:rPr lang="fr-FR" dirty="0"/>
              <a:t>Réalisation de tests spécifiques (ex. </a:t>
            </a:r>
            <a:r>
              <a:rPr lang="fr-FR" b="1" dirty="0"/>
              <a:t>essai au pénétromètre, essai triaxial, mesure de portance) </a:t>
            </a:r>
            <a:r>
              <a:rPr lang="fr-FR" dirty="0"/>
              <a:t>pour évaluer les propriétés physiques et mécaniques du sol.</a:t>
            </a:r>
          </a:p>
          <a:p>
            <a:pPr marL="285750" indent="-285750">
              <a:buFont typeface="Arial" panose="020B0604020202020204" pitchFamily="34" charset="0"/>
              <a:buChar char="•"/>
            </a:pPr>
            <a:r>
              <a:rPr lang="fr-FR" b="1" dirty="0"/>
              <a:t>Rapport géotechnique : </a:t>
            </a:r>
            <a:r>
              <a:rPr lang="fr-FR" dirty="0">
                <a:solidFill>
                  <a:srgbClr val="FF0000"/>
                </a:solidFill>
              </a:rPr>
              <a:t>Synthèse des résultats pour déterminer la </a:t>
            </a:r>
            <a:r>
              <a:rPr lang="fr-FR" b="1" dirty="0">
                <a:solidFill>
                  <a:srgbClr val="FF0000"/>
                </a:solidFill>
              </a:rPr>
              <a:t>capacité portante du sol (kN/m² ou kPa) </a:t>
            </a:r>
            <a:r>
              <a:rPr lang="fr-FR" dirty="0">
                <a:solidFill>
                  <a:srgbClr val="FF0000"/>
                </a:solidFill>
              </a:rPr>
              <a:t>selon les normes NF EN ISO 22476 (essais pressiométriques et pénétrométriques), ASTM D4719/D5778 (pressiomètre et CPT), et NF P 94-112/ASTM D2573 (scissomètre) et proposer le </a:t>
            </a:r>
            <a:r>
              <a:rPr lang="fr-FR" b="1" dirty="0">
                <a:solidFill>
                  <a:srgbClr val="FF0000"/>
                </a:solidFill>
              </a:rPr>
              <a:t>type de fondation adapté (superficielle ou profonde).</a:t>
            </a:r>
          </a:p>
        </p:txBody>
      </p:sp>
      <p:sp>
        <p:nvSpPr>
          <p:cNvPr id="7" name="ZoneTexte 6">
            <a:extLst>
              <a:ext uri="{FF2B5EF4-FFF2-40B4-BE49-F238E27FC236}">
                <a16:creationId xmlns="" xmlns:a16="http://schemas.microsoft.com/office/drawing/2014/main" id="{1FB48F31-ACA4-3CA2-596A-CE89283F7627}"/>
              </a:ext>
            </a:extLst>
          </p:cNvPr>
          <p:cNvSpPr txBox="1"/>
          <p:nvPr/>
        </p:nvSpPr>
        <p:spPr>
          <a:xfrm>
            <a:off x="1799356" y="1506125"/>
            <a:ext cx="8457564" cy="923330"/>
          </a:xfrm>
          <a:prstGeom prst="rect">
            <a:avLst/>
          </a:prstGeom>
          <a:noFill/>
        </p:spPr>
        <p:txBody>
          <a:bodyPr wrap="square">
            <a:spAutoFit/>
          </a:bodyPr>
          <a:lstStyle/>
          <a:p>
            <a:pPr algn="ctr"/>
            <a:r>
              <a:rPr lang="fr-FR" dirty="0"/>
              <a:t>Les </a:t>
            </a:r>
            <a:r>
              <a:rPr lang="fr-FR" b="1" dirty="0"/>
              <a:t>fondations</a:t>
            </a:r>
            <a:r>
              <a:rPr lang="fr-FR" dirty="0"/>
              <a:t> d’un bâtiment constituent la </a:t>
            </a:r>
            <a:r>
              <a:rPr lang="fr-FR" b="1" dirty="0"/>
              <a:t>base structurelle </a:t>
            </a:r>
            <a:r>
              <a:rPr lang="fr-FR" dirty="0"/>
              <a:t>qui transmet et répartit les </a:t>
            </a:r>
            <a:r>
              <a:rPr lang="fr-FR" b="1" dirty="0"/>
              <a:t>charges de l’édifice au sol de manière sûre et stable</a:t>
            </a:r>
            <a:r>
              <a:rPr lang="fr-FR" dirty="0"/>
              <a:t>. Elles jouent un rôle crucial dans la durabilité et la sécurité de l'ouvrage.</a:t>
            </a:r>
          </a:p>
        </p:txBody>
      </p:sp>
      <p:pic>
        <p:nvPicPr>
          <p:cNvPr id="10242" name="Picture 2">
            <a:extLst>
              <a:ext uri="{FF2B5EF4-FFF2-40B4-BE49-F238E27FC236}">
                <a16:creationId xmlns="" xmlns:a16="http://schemas.microsoft.com/office/drawing/2014/main" id="{5E3A93DA-F750-D429-B2CF-5E1980DF5143}"/>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b="3120"/>
          <a:stretch/>
        </p:blipFill>
        <p:spPr bwMode="auto">
          <a:xfrm>
            <a:off x="6410325" y="2558327"/>
            <a:ext cx="4943475" cy="3248182"/>
          </a:xfrm>
          <a:prstGeom prst="rect">
            <a:avLst/>
          </a:prstGeom>
          <a:noFill/>
          <a:extLst>
            <a:ext uri="{909E8E84-426E-40DD-AFC4-6F175D3DCCD1}">
              <a14:hiddenFill xmlns:a14="http://schemas.microsoft.com/office/drawing/2010/main">
                <a:solidFill>
                  <a:srgbClr val="FFFFFF"/>
                </a:solidFill>
              </a14:hiddenFill>
            </a:ext>
          </a:extLst>
        </p:spPr>
      </p:pic>
      <p:sp>
        <p:nvSpPr>
          <p:cNvPr id="9" name="ZoneTexte 8">
            <a:extLst>
              <a:ext uri="{FF2B5EF4-FFF2-40B4-BE49-F238E27FC236}">
                <a16:creationId xmlns="" xmlns:a16="http://schemas.microsoft.com/office/drawing/2014/main" id="{8B8B6FC4-D723-81FC-CA3D-6451FE086FBE}"/>
              </a:ext>
            </a:extLst>
          </p:cNvPr>
          <p:cNvSpPr txBox="1"/>
          <p:nvPr/>
        </p:nvSpPr>
        <p:spPr>
          <a:xfrm>
            <a:off x="7241757" y="5850597"/>
            <a:ext cx="3613529" cy="461665"/>
          </a:xfrm>
          <a:prstGeom prst="rect">
            <a:avLst/>
          </a:prstGeom>
          <a:noFill/>
        </p:spPr>
        <p:txBody>
          <a:bodyPr wrap="square">
            <a:spAutoFit/>
          </a:bodyPr>
          <a:lstStyle/>
          <a:p>
            <a:r>
              <a:rPr lang="fr-FR" sz="1200" dirty="0">
                <a:hlinkClick r:id="rId6"/>
              </a:rPr>
              <a:t>https://blog.hamil.fr/2018/02/07/les-fondations/</a:t>
            </a:r>
            <a:endParaRPr lang="fr-FR" sz="1200" dirty="0"/>
          </a:p>
          <a:p>
            <a:endParaRPr lang="fr-FR" sz="1200" dirty="0"/>
          </a:p>
        </p:txBody>
      </p:sp>
    </p:spTree>
    <p:extLst>
      <p:ext uri="{BB962C8B-B14F-4D97-AF65-F5344CB8AC3E}">
        <p14:creationId xmlns:p14="http://schemas.microsoft.com/office/powerpoint/2010/main" val="11282128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 xmlns:a16="http://schemas.microsoft.com/office/drawing/2014/main" id="{F7B202D9-C657-CD29-B12B-C0659879E5CF}"/>
            </a:ext>
          </a:extLst>
        </p:cNvPr>
        <p:cNvGrpSpPr/>
        <p:nvPr/>
      </p:nvGrpSpPr>
      <p:grpSpPr>
        <a:xfrm>
          <a:off x="0" y="0"/>
          <a:ext cx="0" cy="0"/>
          <a:chOff x="0" y="0"/>
          <a:chExt cx="0" cy="0"/>
        </a:xfrm>
      </p:grpSpPr>
      <p:sp>
        <p:nvSpPr>
          <p:cNvPr id="2" name="Espace réservé du numéro de diapositive 1">
            <a:extLst>
              <a:ext uri="{FF2B5EF4-FFF2-40B4-BE49-F238E27FC236}">
                <a16:creationId xmlns="" xmlns:a16="http://schemas.microsoft.com/office/drawing/2014/main" id="{24DAB497-E0D5-F953-C6AA-BF8B34FA5E3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23</a:t>
            </a:fld>
            <a:endParaRPr lang="fr-FR"/>
          </a:p>
        </p:txBody>
      </p:sp>
      <p:pic>
        <p:nvPicPr>
          <p:cNvPr id="5" name="Image 4">
            <a:extLst>
              <a:ext uri="{FF2B5EF4-FFF2-40B4-BE49-F238E27FC236}">
                <a16:creationId xmlns="" xmlns:a16="http://schemas.microsoft.com/office/drawing/2014/main" id="{E13FAA82-EB87-D718-76E5-2B2CA0A3935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39492" y="70223"/>
            <a:ext cx="1090163" cy="981979"/>
          </a:xfrm>
          <a:prstGeom prst="rect">
            <a:avLst/>
          </a:prstGeom>
          <a:noFill/>
          <a:ln>
            <a:noFill/>
          </a:ln>
        </p:spPr>
      </p:pic>
      <p:pic>
        <p:nvPicPr>
          <p:cNvPr id="6" name="officeArt object">
            <a:extLst>
              <a:ext uri="{FF2B5EF4-FFF2-40B4-BE49-F238E27FC236}">
                <a16:creationId xmlns="" xmlns:a16="http://schemas.microsoft.com/office/drawing/2014/main" id="{78D4C369-D0B8-B6B2-2FED-BC395AC1A65B}"/>
              </a:ext>
            </a:extLst>
          </p:cNvPr>
          <p:cNvPicPr/>
          <p:nvPr/>
        </p:nvPicPr>
        <p:blipFill rotWithShape="1">
          <a:blip r:embed="rId4"/>
          <a:srcRect l="12854" r="8048"/>
          <a:stretch/>
        </p:blipFill>
        <p:spPr>
          <a:xfrm>
            <a:off x="9840279" y="0"/>
            <a:ext cx="1199213" cy="1506125"/>
          </a:xfrm>
          <a:prstGeom prst="rect">
            <a:avLst/>
          </a:prstGeom>
          <a:ln w="12700" cap="flat">
            <a:noFill/>
            <a:miter lim="400000"/>
          </a:ln>
          <a:effectLst/>
        </p:spPr>
      </p:pic>
      <p:sp>
        <p:nvSpPr>
          <p:cNvPr id="8" name="Espace réservé du pied de page 7">
            <a:extLst>
              <a:ext uri="{FF2B5EF4-FFF2-40B4-BE49-F238E27FC236}">
                <a16:creationId xmlns="" xmlns:a16="http://schemas.microsoft.com/office/drawing/2014/main" id="{F56C8BF5-F05E-C71C-B6F0-A880C4DDCAD1}"/>
              </a:ext>
            </a:extLst>
          </p:cNvPr>
          <p:cNvSpPr>
            <a:spLocks noGrp="1"/>
          </p:cNvSpPr>
          <p:nvPr>
            <p:ph type="ftr" idx="11"/>
          </p:nvPr>
        </p:nvSpPr>
        <p:spPr>
          <a:xfrm>
            <a:off x="3829050" y="6079234"/>
            <a:ext cx="4114800" cy="365125"/>
          </a:xfrm>
        </p:spPr>
        <p:txBody>
          <a:bodyPr/>
          <a:lstStyle/>
          <a:p>
            <a:r>
              <a:rPr lang="fr-FR" dirty="0">
                <a:hlinkClick r:id="rId5"/>
              </a:rPr>
              <a:t>https://www.youtube.com/watch?v=6XJ5ntu3Jq8</a:t>
            </a:r>
            <a:endParaRPr lang="fr-FR" dirty="0"/>
          </a:p>
          <a:p>
            <a:endParaRPr lang="fr-FR" dirty="0"/>
          </a:p>
        </p:txBody>
      </p:sp>
      <p:sp>
        <p:nvSpPr>
          <p:cNvPr id="3" name="Rectangle 2">
            <a:extLst>
              <a:ext uri="{FF2B5EF4-FFF2-40B4-BE49-F238E27FC236}">
                <a16:creationId xmlns="" xmlns:a16="http://schemas.microsoft.com/office/drawing/2014/main" id="{8441F813-7E4D-E73F-F480-708683209268}"/>
              </a:ext>
            </a:extLst>
          </p:cNvPr>
          <p:cNvSpPr/>
          <p:nvPr/>
        </p:nvSpPr>
        <p:spPr>
          <a:xfrm>
            <a:off x="-63745" y="-107207"/>
            <a:ext cx="5199163" cy="1309654"/>
          </a:xfrm>
          <a:prstGeom prst="rect">
            <a:avLst/>
          </a:prstGeom>
        </p:spPr>
        <p:txBody>
          <a:bodyPr wrap="square">
            <a:spAutoFit/>
          </a:bodyPr>
          <a:lstStyle/>
          <a:p>
            <a:pPr marL="571500" indent="-571500">
              <a:lnSpc>
                <a:spcPct val="150000"/>
              </a:lnSpc>
              <a:buClr>
                <a:srgbClr val="1F3864"/>
              </a:buClr>
              <a:buSzPct val="65000"/>
              <a:buFont typeface="+mj-lt"/>
              <a:buAutoNum type="romanUcPeriod" startAt="2"/>
            </a:pPr>
            <a:r>
              <a:rPr lang="fr-FR" sz="3200" b="1" dirty="0">
                <a:solidFill>
                  <a:srgbClr val="1F3864"/>
                </a:solidFill>
                <a:latin typeface="Aptos" panose="020B0004020202020204" pitchFamily="34" charset="0"/>
                <a:ea typeface="Calibri"/>
                <a:cs typeface="Calibri"/>
                <a:sym typeface="Calibri"/>
              </a:rPr>
              <a:t>Gros œuvre </a:t>
            </a:r>
          </a:p>
          <a:p>
            <a:pPr>
              <a:lnSpc>
                <a:spcPct val="150000"/>
              </a:lnSpc>
            </a:pPr>
            <a:endParaRPr lang="fr-FR" sz="2400" dirty="0">
              <a:solidFill>
                <a:srgbClr val="1F3864"/>
              </a:solidFill>
              <a:latin typeface="Proxima Nova"/>
              <a:cs typeface="Calibri"/>
              <a:sym typeface="Calibri"/>
            </a:endParaRPr>
          </a:p>
        </p:txBody>
      </p:sp>
      <p:sp>
        <p:nvSpPr>
          <p:cNvPr id="10" name="ZoneTexte 9">
            <a:extLst>
              <a:ext uri="{FF2B5EF4-FFF2-40B4-BE49-F238E27FC236}">
                <a16:creationId xmlns="" xmlns:a16="http://schemas.microsoft.com/office/drawing/2014/main" id="{1969C2A8-139E-4765-CD59-9591C5A6FEE2}"/>
              </a:ext>
            </a:extLst>
          </p:cNvPr>
          <p:cNvSpPr txBox="1"/>
          <p:nvPr/>
        </p:nvSpPr>
        <p:spPr>
          <a:xfrm>
            <a:off x="2603634" y="413641"/>
            <a:ext cx="7461994" cy="523220"/>
          </a:xfrm>
          <a:prstGeom prst="rect">
            <a:avLst/>
          </a:prstGeom>
          <a:noFill/>
        </p:spPr>
        <p:txBody>
          <a:bodyPr wrap="square">
            <a:spAutoFit/>
          </a:bodyPr>
          <a:lstStyle/>
          <a:p>
            <a:pPr algn="ctr"/>
            <a:r>
              <a:rPr lang="fr-FR" sz="2800" dirty="0">
                <a:ln w="0"/>
                <a:solidFill>
                  <a:srgbClr val="1F3864"/>
                </a:solidFill>
                <a:latin typeface="Aptos" panose="020B0004020202020204" pitchFamily="34" charset="0"/>
              </a:rPr>
              <a:t>Fondation  </a:t>
            </a:r>
          </a:p>
        </p:txBody>
      </p:sp>
      <p:sp>
        <p:nvSpPr>
          <p:cNvPr id="11" name="ZoneTexte 10">
            <a:extLst>
              <a:ext uri="{FF2B5EF4-FFF2-40B4-BE49-F238E27FC236}">
                <a16:creationId xmlns="" xmlns:a16="http://schemas.microsoft.com/office/drawing/2014/main" id="{7384CA01-36B2-3C66-44B9-93B1C12DEA51}"/>
              </a:ext>
            </a:extLst>
          </p:cNvPr>
          <p:cNvSpPr txBox="1"/>
          <p:nvPr/>
        </p:nvSpPr>
        <p:spPr>
          <a:xfrm>
            <a:off x="3987241" y="792032"/>
            <a:ext cx="5994959" cy="369332"/>
          </a:xfrm>
          <a:prstGeom prst="rect">
            <a:avLst/>
          </a:prstGeom>
          <a:noFill/>
        </p:spPr>
        <p:txBody>
          <a:bodyPr wrap="square">
            <a:spAutoFit/>
          </a:bodyPr>
          <a:lstStyle/>
          <a:p>
            <a:r>
              <a:rPr lang="fr-FR" b="1" dirty="0"/>
              <a:t>Descente de charge</a:t>
            </a:r>
          </a:p>
        </p:txBody>
      </p:sp>
      <p:pic>
        <p:nvPicPr>
          <p:cNvPr id="6146" name="Picture 2">
            <a:extLst>
              <a:ext uri="{FF2B5EF4-FFF2-40B4-BE49-F238E27FC236}">
                <a16:creationId xmlns="" xmlns:a16="http://schemas.microsoft.com/office/drawing/2014/main" id="{35FD9F98-F1DC-2672-8E11-0A5E99521E2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6283" y="1540507"/>
            <a:ext cx="3481574" cy="4581297"/>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a:extLst>
              <a:ext uri="{FF2B5EF4-FFF2-40B4-BE49-F238E27FC236}">
                <a16:creationId xmlns="" xmlns:a16="http://schemas.microsoft.com/office/drawing/2014/main" id="{A742244D-2314-7C2E-E134-908639DDC3E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038076" y="1723295"/>
            <a:ext cx="3475555" cy="4152149"/>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a:extLst>
              <a:ext uri="{FF2B5EF4-FFF2-40B4-BE49-F238E27FC236}">
                <a16:creationId xmlns="" xmlns:a16="http://schemas.microsoft.com/office/drawing/2014/main" id="{B42FE075-F50B-9CF5-C1CA-FA502B4FF4B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943850" y="1787627"/>
            <a:ext cx="3409950" cy="4114800"/>
          </a:xfrm>
          <a:prstGeom prst="rect">
            <a:avLst/>
          </a:prstGeom>
          <a:noFill/>
          <a:extLst>
            <a:ext uri="{909E8E84-426E-40DD-AFC4-6F175D3DCCD1}">
              <a14:hiddenFill xmlns:a14="http://schemas.microsoft.com/office/drawing/2010/main">
                <a:solidFill>
                  <a:srgbClr val="FFFFFF"/>
                </a:solidFill>
              </a14:hiddenFill>
            </a:ext>
          </a:extLst>
        </p:spPr>
      </p:pic>
      <p:sp>
        <p:nvSpPr>
          <p:cNvPr id="7" name="ZoneTexte 6">
            <a:extLst>
              <a:ext uri="{FF2B5EF4-FFF2-40B4-BE49-F238E27FC236}">
                <a16:creationId xmlns="" xmlns:a16="http://schemas.microsoft.com/office/drawing/2014/main" id="{E8E5EB86-0043-4ED6-8472-9FBA93C6638E}"/>
              </a:ext>
            </a:extLst>
          </p:cNvPr>
          <p:cNvSpPr txBox="1"/>
          <p:nvPr/>
        </p:nvSpPr>
        <p:spPr>
          <a:xfrm>
            <a:off x="634228" y="6384560"/>
            <a:ext cx="6168452" cy="646331"/>
          </a:xfrm>
          <a:prstGeom prst="rect">
            <a:avLst/>
          </a:prstGeom>
          <a:noFill/>
        </p:spPr>
        <p:txBody>
          <a:bodyPr wrap="square">
            <a:spAutoFit/>
          </a:bodyPr>
          <a:lstStyle/>
          <a:p>
            <a:r>
              <a:rPr lang="fr-FR" dirty="0">
                <a:hlinkClick r:id="rId9"/>
              </a:rPr>
              <a:t>https://youtu.be/9tkH6guWhfM?si=Kl-eXqHV4estuafB</a:t>
            </a:r>
            <a:endParaRPr lang="fr-FR" dirty="0"/>
          </a:p>
          <a:p>
            <a:endParaRPr lang="fr-FR" dirty="0"/>
          </a:p>
        </p:txBody>
      </p:sp>
    </p:spTree>
    <p:extLst>
      <p:ext uri="{BB962C8B-B14F-4D97-AF65-F5344CB8AC3E}">
        <p14:creationId xmlns:p14="http://schemas.microsoft.com/office/powerpoint/2010/main" val="37201598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 xmlns:a16="http://schemas.microsoft.com/office/drawing/2014/main" id="{01879942-0180-8721-D859-899F3CCF3B1C}"/>
            </a:ext>
          </a:extLst>
        </p:cNvPr>
        <p:cNvGrpSpPr/>
        <p:nvPr/>
      </p:nvGrpSpPr>
      <p:grpSpPr>
        <a:xfrm>
          <a:off x="0" y="0"/>
          <a:ext cx="0" cy="0"/>
          <a:chOff x="0" y="0"/>
          <a:chExt cx="0" cy="0"/>
        </a:xfrm>
      </p:grpSpPr>
      <p:sp>
        <p:nvSpPr>
          <p:cNvPr id="2" name="Espace réservé du numéro de diapositive 1">
            <a:extLst>
              <a:ext uri="{FF2B5EF4-FFF2-40B4-BE49-F238E27FC236}">
                <a16:creationId xmlns="" xmlns:a16="http://schemas.microsoft.com/office/drawing/2014/main" id="{69D77D8B-1F55-BC9C-8871-6CE1FDE8B58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24</a:t>
            </a:fld>
            <a:endParaRPr lang="fr-FR"/>
          </a:p>
        </p:txBody>
      </p:sp>
      <p:pic>
        <p:nvPicPr>
          <p:cNvPr id="5" name="Image 4">
            <a:extLst>
              <a:ext uri="{FF2B5EF4-FFF2-40B4-BE49-F238E27FC236}">
                <a16:creationId xmlns="" xmlns:a16="http://schemas.microsoft.com/office/drawing/2014/main" id="{9443148A-F6C4-7ABB-C877-924ED2CA81C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39492" y="70223"/>
            <a:ext cx="1090163" cy="981979"/>
          </a:xfrm>
          <a:prstGeom prst="rect">
            <a:avLst/>
          </a:prstGeom>
          <a:noFill/>
          <a:ln>
            <a:noFill/>
          </a:ln>
        </p:spPr>
      </p:pic>
      <p:pic>
        <p:nvPicPr>
          <p:cNvPr id="6" name="officeArt object">
            <a:extLst>
              <a:ext uri="{FF2B5EF4-FFF2-40B4-BE49-F238E27FC236}">
                <a16:creationId xmlns="" xmlns:a16="http://schemas.microsoft.com/office/drawing/2014/main" id="{E812E6DC-6E11-F805-FAF4-66A159DAA3FE}"/>
              </a:ext>
            </a:extLst>
          </p:cNvPr>
          <p:cNvPicPr/>
          <p:nvPr/>
        </p:nvPicPr>
        <p:blipFill rotWithShape="1">
          <a:blip r:embed="rId4"/>
          <a:srcRect l="12854" r="8048"/>
          <a:stretch/>
        </p:blipFill>
        <p:spPr>
          <a:xfrm>
            <a:off x="9840279" y="0"/>
            <a:ext cx="1199213" cy="1506125"/>
          </a:xfrm>
          <a:prstGeom prst="rect">
            <a:avLst/>
          </a:prstGeom>
          <a:ln w="12700" cap="flat">
            <a:noFill/>
            <a:miter lim="400000"/>
          </a:ln>
          <a:effectLst/>
        </p:spPr>
      </p:pic>
      <p:sp>
        <p:nvSpPr>
          <p:cNvPr id="8" name="Espace réservé du pied de page 7">
            <a:extLst>
              <a:ext uri="{FF2B5EF4-FFF2-40B4-BE49-F238E27FC236}">
                <a16:creationId xmlns="" xmlns:a16="http://schemas.microsoft.com/office/drawing/2014/main" id="{CD0FFA11-FAFF-3780-13C3-A683AA8F2438}"/>
              </a:ext>
            </a:extLst>
          </p:cNvPr>
          <p:cNvSpPr>
            <a:spLocks noGrp="1"/>
          </p:cNvSpPr>
          <p:nvPr>
            <p:ph type="ftr" idx="11"/>
          </p:nvPr>
        </p:nvSpPr>
        <p:spPr/>
        <p:txBody>
          <a:bodyPr/>
          <a:lstStyle/>
          <a:p>
            <a:r>
              <a:rPr lang="fr-FR" dirty="0"/>
              <a:t>Dr. Ibrahim Niang</a:t>
            </a:r>
          </a:p>
        </p:txBody>
      </p:sp>
      <p:sp>
        <p:nvSpPr>
          <p:cNvPr id="3" name="Rectangle 2">
            <a:extLst>
              <a:ext uri="{FF2B5EF4-FFF2-40B4-BE49-F238E27FC236}">
                <a16:creationId xmlns="" xmlns:a16="http://schemas.microsoft.com/office/drawing/2014/main" id="{16C5FBB1-2F9C-1086-96FE-82379A3C685A}"/>
              </a:ext>
            </a:extLst>
          </p:cNvPr>
          <p:cNvSpPr/>
          <p:nvPr/>
        </p:nvSpPr>
        <p:spPr>
          <a:xfrm>
            <a:off x="-63745" y="-107207"/>
            <a:ext cx="5199163" cy="1309654"/>
          </a:xfrm>
          <a:prstGeom prst="rect">
            <a:avLst/>
          </a:prstGeom>
        </p:spPr>
        <p:txBody>
          <a:bodyPr wrap="square">
            <a:spAutoFit/>
          </a:bodyPr>
          <a:lstStyle/>
          <a:p>
            <a:pPr marL="571500" indent="-571500">
              <a:lnSpc>
                <a:spcPct val="150000"/>
              </a:lnSpc>
              <a:buClr>
                <a:srgbClr val="1F3864"/>
              </a:buClr>
              <a:buSzPct val="65000"/>
              <a:buFont typeface="+mj-lt"/>
              <a:buAutoNum type="romanUcPeriod" startAt="2"/>
            </a:pPr>
            <a:r>
              <a:rPr lang="fr-FR" sz="3200" b="1" dirty="0">
                <a:solidFill>
                  <a:srgbClr val="1F3864"/>
                </a:solidFill>
                <a:latin typeface="Aptos" panose="020B0004020202020204" pitchFamily="34" charset="0"/>
                <a:ea typeface="Calibri"/>
                <a:cs typeface="Calibri"/>
                <a:sym typeface="Calibri"/>
              </a:rPr>
              <a:t>Gros œuvre </a:t>
            </a:r>
          </a:p>
          <a:p>
            <a:pPr>
              <a:lnSpc>
                <a:spcPct val="150000"/>
              </a:lnSpc>
            </a:pPr>
            <a:endParaRPr lang="fr-FR" sz="2400" dirty="0">
              <a:solidFill>
                <a:srgbClr val="1F3864"/>
              </a:solidFill>
              <a:latin typeface="Proxima Nova"/>
              <a:cs typeface="Calibri"/>
              <a:sym typeface="Calibri"/>
            </a:endParaRPr>
          </a:p>
        </p:txBody>
      </p:sp>
      <p:sp>
        <p:nvSpPr>
          <p:cNvPr id="10" name="ZoneTexte 9">
            <a:extLst>
              <a:ext uri="{FF2B5EF4-FFF2-40B4-BE49-F238E27FC236}">
                <a16:creationId xmlns="" xmlns:a16="http://schemas.microsoft.com/office/drawing/2014/main" id="{AC771CB9-5A66-3440-8DF8-AF67D45EE3ED}"/>
              </a:ext>
            </a:extLst>
          </p:cNvPr>
          <p:cNvSpPr txBox="1"/>
          <p:nvPr/>
        </p:nvSpPr>
        <p:spPr>
          <a:xfrm>
            <a:off x="2603634" y="413641"/>
            <a:ext cx="7461994" cy="523220"/>
          </a:xfrm>
          <a:prstGeom prst="rect">
            <a:avLst/>
          </a:prstGeom>
          <a:noFill/>
        </p:spPr>
        <p:txBody>
          <a:bodyPr wrap="square">
            <a:spAutoFit/>
          </a:bodyPr>
          <a:lstStyle/>
          <a:p>
            <a:pPr algn="ctr"/>
            <a:r>
              <a:rPr lang="fr-FR" sz="2800" dirty="0">
                <a:ln w="0"/>
                <a:solidFill>
                  <a:srgbClr val="1F3864"/>
                </a:solidFill>
                <a:latin typeface="Aptos" panose="020B0004020202020204" pitchFamily="34" charset="0"/>
              </a:rPr>
              <a:t>Fondation  </a:t>
            </a:r>
          </a:p>
        </p:txBody>
      </p:sp>
      <p:sp>
        <p:nvSpPr>
          <p:cNvPr id="11" name="ZoneTexte 10">
            <a:extLst>
              <a:ext uri="{FF2B5EF4-FFF2-40B4-BE49-F238E27FC236}">
                <a16:creationId xmlns="" xmlns:a16="http://schemas.microsoft.com/office/drawing/2014/main" id="{27543C6C-BE23-98C9-A803-114C131A88BC}"/>
              </a:ext>
            </a:extLst>
          </p:cNvPr>
          <p:cNvSpPr txBox="1"/>
          <p:nvPr/>
        </p:nvSpPr>
        <p:spPr>
          <a:xfrm>
            <a:off x="3987241" y="792032"/>
            <a:ext cx="5994959" cy="369332"/>
          </a:xfrm>
          <a:prstGeom prst="rect">
            <a:avLst/>
          </a:prstGeom>
          <a:noFill/>
        </p:spPr>
        <p:txBody>
          <a:bodyPr wrap="square">
            <a:spAutoFit/>
          </a:bodyPr>
          <a:lstStyle/>
          <a:p>
            <a:r>
              <a:rPr lang="fr-FR" b="1" dirty="0"/>
              <a:t>Dimensionnement d’une semelle isolée</a:t>
            </a:r>
          </a:p>
        </p:txBody>
      </p:sp>
      <p:sp>
        <p:nvSpPr>
          <p:cNvPr id="14" name="ZoneTexte 13">
            <a:extLst>
              <a:ext uri="{FF2B5EF4-FFF2-40B4-BE49-F238E27FC236}">
                <a16:creationId xmlns="" xmlns:a16="http://schemas.microsoft.com/office/drawing/2014/main" id="{42576CAF-8F86-AAD6-4C38-2FFD47B448C2}"/>
              </a:ext>
            </a:extLst>
          </p:cNvPr>
          <p:cNvSpPr txBox="1"/>
          <p:nvPr/>
        </p:nvSpPr>
        <p:spPr>
          <a:xfrm>
            <a:off x="88686" y="1092400"/>
            <a:ext cx="6168188" cy="1600438"/>
          </a:xfrm>
          <a:prstGeom prst="rect">
            <a:avLst/>
          </a:prstGeom>
          <a:noFill/>
        </p:spPr>
        <p:txBody>
          <a:bodyPr wrap="square">
            <a:spAutoFit/>
          </a:bodyPr>
          <a:lstStyle/>
          <a:p>
            <a:r>
              <a:rPr lang="fr-FR" sz="1400" b="1" dirty="0"/>
              <a:t>1. Collecte des données initiales</a:t>
            </a:r>
          </a:p>
          <a:p>
            <a:pPr marL="285750" indent="-285750">
              <a:buFont typeface="Arial" panose="020B0604020202020204" pitchFamily="34" charset="0"/>
              <a:buChar char="•"/>
            </a:pPr>
            <a:r>
              <a:rPr lang="fr-FR" sz="1400" b="1" dirty="0"/>
              <a:t>Charge descendante (Q)</a:t>
            </a:r>
            <a:r>
              <a:rPr lang="fr-FR" sz="1400" dirty="0"/>
              <a:t> : Force transmise par le poteau (kN).</a:t>
            </a:r>
          </a:p>
          <a:p>
            <a:pPr marL="285750" indent="-285750">
              <a:buFont typeface="Arial" panose="020B0604020202020204" pitchFamily="34" charset="0"/>
              <a:buChar char="•"/>
            </a:pPr>
            <a:r>
              <a:rPr lang="fr-FR" sz="1400" b="1" dirty="0"/>
              <a:t>Caractéristiques du sol</a:t>
            </a:r>
            <a:r>
              <a:rPr lang="fr-FR" sz="1400" dirty="0"/>
              <a:t> :                                                                                                                                                                                                                                                                                                                                                                                                                                          </a:t>
            </a:r>
          </a:p>
          <a:p>
            <a:pPr marL="742950" lvl="1" indent="-285750">
              <a:buFont typeface="Arial" panose="020B0604020202020204" pitchFamily="34" charset="0"/>
              <a:buChar char="•"/>
            </a:pPr>
            <a:r>
              <a:rPr lang="fr-FR" sz="1400" dirty="0"/>
              <a:t>Capacité portante admissible (q</a:t>
            </a:r>
            <a:r>
              <a:rPr lang="fr-FR" sz="1400" baseline="-25000" dirty="0"/>
              <a:t>adm</a:t>
            </a:r>
            <a:r>
              <a:rPr lang="fr-FR" sz="1400" dirty="0"/>
              <a:t>​, en kN/m²) obtenue par des études géotechniques.</a:t>
            </a:r>
          </a:p>
          <a:p>
            <a:pPr marL="742950" lvl="1" indent="-285750">
              <a:buFont typeface="Arial" panose="020B0604020202020204" pitchFamily="34" charset="0"/>
              <a:buChar char="•"/>
            </a:pPr>
            <a:r>
              <a:rPr lang="fr-FR" sz="1400" dirty="0"/>
              <a:t>Niveau de la nappe phréatique, si applicable.</a:t>
            </a:r>
          </a:p>
          <a:p>
            <a:pPr marL="285750" indent="-285750">
              <a:buFont typeface="Arial" panose="020B0604020202020204" pitchFamily="34" charset="0"/>
              <a:buChar char="•"/>
            </a:pPr>
            <a:r>
              <a:rPr lang="fr-FR" sz="1400" b="1" dirty="0"/>
              <a:t>Dimensions du poteau</a:t>
            </a:r>
            <a:r>
              <a:rPr lang="fr-FR" sz="1400" dirty="0"/>
              <a:t> : Section (𝑏×h).</a:t>
            </a:r>
          </a:p>
        </p:txBody>
      </p:sp>
      <p:sp>
        <p:nvSpPr>
          <p:cNvPr id="16" name="ZoneTexte 15">
            <a:extLst>
              <a:ext uri="{FF2B5EF4-FFF2-40B4-BE49-F238E27FC236}">
                <a16:creationId xmlns="" xmlns:a16="http://schemas.microsoft.com/office/drawing/2014/main" id="{4E0563C0-4066-7E33-5852-24F8049E8774}"/>
              </a:ext>
            </a:extLst>
          </p:cNvPr>
          <p:cNvSpPr txBox="1"/>
          <p:nvPr/>
        </p:nvSpPr>
        <p:spPr>
          <a:xfrm>
            <a:off x="0" y="2894975"/>
            <a:ext cx="6168188" cy="954107"/>
          </a:xfrm>
          <a:prstGeom prst="rect">
            <a:avLst/>
          </a:prstGeom>
          <a:noFill/>
        </p:spPr>
        <p:txBody>
          <a:bodyPr wrap="square">
            <a:spAutoFit/>
          </a:bodyPr>
          <a:lstStyle/>
          <a:p>
            <a:r>
              <a:rPr lang="fr-FR" sz="1400" b="1" dirty="0"/>
              <a:t>2. Calcul de la surface nécessaire de la semelle (A) en m²</a:t>
            </a:r>
          </a:p>
          <a:p>
            <a:pPr marL="285750" indent="-285750">
              <a:buFont typeface="Arial" panose="020B0604020202020204" pitchFamily="34" charset="0"/>
              <a:buChar char="•"/>
            </a:pPr>
            <a:r>
              <a:rPr lang="fr-FR" sz="1400" dirty="0"/>
              <a:t>La semelle doit répartir uniformément la charge descendante sans dépasser la capacité portante admissible du sol : A = Q/qadm</a:t>
            </a:r>
          </a:p>
          <a:p>
            <a:endParaRPr lang="fr-FR" sz="1400" dirty="0"/>
          </a:p>
        </p:txBody>
      </p:sp>
      <p:sp>
        <p:nvSpPr>
          <p:cNvPr id="18" name="ZoneTexte 17">
            <a:extLst>
              <a:ext uri="{FF2B5EF4-FFF2-40B4-BE49-F238E27FC236}">
                <a16:creationId xmlns="" xmlns:a16="http://schemas.microsoft.com/office/drawing/2014/main" id="{B118C7A0-3DDB-EF5C-14C3-9DCD337E4475}"/>
              </a:ext>
            </a:extLst>
          </p:cNvPr>
          <p:cNvSpPr txBox="1"/>
          <p:nvPr/>
        </p:nvSpPr>
        <p:spPr>
          <a:xfrm>
            <a:off x="0" y="3704295"/>
            <a:ext cx="6168188" cy="954107"/>
          </a:xfrm>
          <a:prstGeom prst="rect">
            <a:avLst/>
          </a:prstGeom>
          <a:noFill/>
        </p:spPr>
        <p:txBody>
          <a:bodyPr wrap="square">
            <a:spAutoFit/>
          </a:bodyPr>
          <a:lstStyle/>
          <a:p>
            <a:r>
              <a:rPr lang="fr-FR" sz="1400" b="1" dirty="0"/>
              <a:t>3. Détermination des dimensions de la semelle</a:t>
            </a:r>
          </a:p>
          <a:p>
            <a:pPr marL="285750" indent="-285750">
              <a:buFont typeface="Arial" panose="020B0604020202020204" pitchFamily="34" charset="0"/>
              <a:buChar char="•"/>
            </a:pPr>
            <a:r>
              <a:rPr lang="fr-FR" sz="1400" dirty="0"/>
              <a:t>Si la semelle est carrée : B= √A</a:t>
            </a:r>
          </a:p>
          <a:p>
            <a:pPr marL="285750" indent="-285750">
              <a:buFont typeface="Arial" panose="020B0604020202020204" pitchFamily="34" charset="0"/>
              <a:buChar char="•"/>
            </a:pPr>
            <a:r>
              <a:rPr lang="fr-FR" sz="1400" dirty="0"/>
              <a:t>Si la semelle est rectangulaire : A=B×L </a:t>
            </a:r>
          </a:p>
          <a:p>
            <a:r>
              <a:rPr lang="fr-FR" sz="1400" dirty="0"/>
              <a:t>(choisir Bet L en fonction des contraintes du projet).</a:t>
            </a:r>
          </a:p>
        </p:txBody>
      </p:sp>
      <mc:AlternateContent xmlns:mc="http://schemas.openxmlformats.org/markup-compatibility/2006" xmlns:a14="http://schemas.microsoft.com/office/drawing/2010/main">
        <mc:Choice Requires="a14">
          <p:sp>
            <p:nvSpPr>
              <p:cNvPr id="20" name="ZoneTexte 19">
                <a:extLst>
                  <a:ext uri="{FF2B5EF4-FFF2-40B4-BE49-F238E27FC236}">
                    <a16:creationId xmlns="" xmlns:a16="http://schemas.microsoft.com/office/drawing/2014/main" id="{5D9FBF72-3CF1-D721-C1B8-098BBB33605C}"/>
                  </a:ext>
                </a:extLst>
              </p:cNvPr>
              <p:cNvSpPr txBox="1"/>
              <p:nvPr/>
            </p:nvSpPr>
            <p:spPr>
              <a:xfrm>
                <a:off x="-39264" y="4876549"/>
                <a:ext cx="6168188" cy="1132169"/>
              </a:xfrm>
              <a:prstGeom prst="rect">
                <a:avLst/>
              </a:prstGeom>
              <a:noFill/>
            </p:spPr>
            <p:txBody>
              <a:bodyPr wrap="square">
                <a:spAutoFit/>
              </a:bodyPr>
              <a:lstStyle/>
              <a:p>
                <a:r>
                  <a:rPr lang="fr-FR" sz="1400" b="1" dirty="0"/>
                  <a:t>4. Vérification de la contrainte exercée sur le sol</a:t>
                </a:r>
              </a:p>
              <a:p>
                <a:pPr>
                  <a:buFont typeface="Arial" panose="020B0604020202020204" pitchFamily="34" charset="0"/>
                  <a:buChar char="•"/>
                </a:pPr>
                <a:r>
                  <a:rPr lang="fr-FR" sz="1400" dirty="0"/>
                  <a:t>Calcul de la pression sous la semelle (q) : </a:t>
                </a:r>
                <a14:m>
                  <m:oMath xmlns:m="http://schemas.openxmlformats.org/officeDocument/2006/math">
                    <m:r>
                      <a:rPr lang="fr-FR" sz="1800" i="1" kern="100" smtClean="0">
                        <a:effectLst/>
                        <a:latin typeface="Cambria Math" panose="02040503050406030204" pitchFamily="18" charset="0"/>
                        <a:ea typeface="Aptos" panose="020B0004020202020204" pitchFamily="34" charset="0"/>
                        <a:cs typeface="Times New Roman" panose="02020603050405020304" pitchFamily="18" charset="0"/>
                      </a:rPr>
                      <m:t>𝑞</m:t>
                    </m:r>
                    <m:r>
                      <a:rPr lang="fr-FR" sz="1800" i="1" kern="100" smtClean="0">
                        <a:effectLst/>
                        <a:latin typeface="Cambria Math" panose="02040503050406030204" pitchFamily="18" charset="0"/>
                        <a:ea typeface="Aptos" panose="020B0004020202020204" pitchFamily="34" charset="0"/>
                        <a:cs typeface="Times New Roman" panose="02020603050405020304" pitchFamily="18" charset="0"/>
                      </a:rPr>
                      <m:t>= </m:t>
                    </m:r>
                    <m:f>
                      <m:fPr>
                        <m:ctrlPr>
                          <a:rPr lang="fr-FR" sz="1800" i="1" kern="100">
                            <a:effectLst/>
                            <a:latin typeface="Cambria Math" panose="02040503050406030204" pitchFamily="18" charset="0"/>
                            <a:ea typeface="Aptos" panose="020B0004020202020204" pitchFamily="34" charset="0"/>
                            <a:cs typeface="Times New Roman" panose="02020603050405020304" pitchFamily="18" charset="0"/>
                          </a:rPr>
                        </m:ctrlPr>
                      </m:fPr>
                      <m:num>
                        <m:r>
                          <a:rPr lang="fr-FR" sz="1800" i="1" kern="100">
                            <a:effectLst/>
                            <a:latin typeface="Cambria Math" panose="02040503050406030204" pitchFamily="18" charset="0"/>
                            <a:ea typeface="Aptos" panose="020B0004020202020204" pitchFamily="34" charset="0"/>
                            <a:cs typeface="Times New Roman" panose="02020603050405020304" pitchFamily="18" charset="0"/>
                          </a:rPr>
                          <m:t>𝑄</m:t>
                        </m:r>
                      </m:num>
                      <m:den>
                        <m:r>
                          <a:rPr lang="fr-FR" sz="1800" i="1" kern="100">
                            <a:effectLst/>
                            <a:latin typeface="Cambria Math" panose="02040503050406030204" pitchFamily="18" charset="0"/>
                            <a:ea typeface="Aptos" panose="020B0004020202020204" pitchFamily="34" charset="0"/>
                            <a:cs typeface="Times New Roman" panose="02020603050405020304" pitchFamily="18" charset="0"/>
                          </a:rPr>
                          <m:t>𝐵</m:t>
                        </m:r>
                        <m:r>
                          <a:rPr lang="fr-FR" sz="1800" i="1" kern="100">
                            <a:effectLst/>
                            <a:latin typeface="Cambria Math" panose="02040503050406030204" pitchFamily="18" charset="0"/>
                            <a:ea typeface="Aptos" panose="020B0004020202020204" pitchFamily="34" charset="0"/>
                            <a:cs typeface="Times New Roman" panose="02020603050405020304" pitchFamily="18" charset="0"/>
                          </a:rPr>
                          <m:t> ×</m:t>
                        </m:r>
                        <m:r>
                          <a:rPr lang="fr-FR" sz="1800" i="1" kern="100">
                            <a:effectLst/>
                            <a:latin typeface="Cambria Math" panose="02040503050406030204" pitchFamily="18" charset="0"/>
                            <a:ea typeface="Aptos" panose="020B0004020202020204" pitchFamily="34" charset="0"/>
                            <a:cs typeface="Times New Roman" panose="02020603050405020304" pitchFamily="18" charset="0"/>
                          </a:rPr>
                          <m:t>𝐿</m:t>
                        </m:r>
                      </m:den>
                    </m:f>
                  </m:oMath>
                </a14:m>
                <a:endParaRPr lang="fr-FR"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fr-FR" sz="1400" dirty="0"/>
              </a:p>
              <a:p>
                <a:pPr>
                  <a:buFont typeface="Arial" panose="020B0604020202020204" pitchFamily="34" charset="0"/>
                  <a:buChar char="•"/>
                </a:pPr>
                <a:r>
                  <a:rPr lang="fr-FR" sz="1400" dirty="0"/>
                  <a:t>Vérifier que  </a:t>
                </a:r>
                <a14:m>
                  <m:oMath xmlns:m="http://schemas.openxmlformats.org/officeDocument/2006/math">
                    <m:r>
                      <a:rPr lang="fr-FR" sz="1400" b="0" i="1" smtClean="0">
                        <a:latin typeface="Cambria Math" panose="02040503050406030204" pitchFamily="18" charset="0"/>
                      </a:rPr>
                      <m:t>𝑞</m:t>
                    </m:r>
                    <m:r>
                      <a:rPr lang="fr-FR" sz="1400" b="0" i="1" smtClean="0">
                        <a:latin typeface="Cambria Math" panose="02040503050406030204" pitchFamily="18" charset="0"/>
                        <a:ea typeface="Cambria Math" panose="02040503050406030204" pitchFamily="18" charset="0"/>
                      </a:rPr>
                      <m:t>≤</m:t>
                    </m:r>
                    <m:sSub>
                      <m:sSubPr>
                        <m:ctrlPr>
                          <a:rPr lang="fr-FR" sz="1400" b="0" i="1" smtClean="0">
                            <a:latin typeface="Cambria Math" panose="02040503050406030204" pitchFamily="18" charset="0"/>
                            <a:ea typeface="Cambria Math" panose="02040503050406030204" pitchFamily="18" charset="0"/>
                          </a:rPr>
                        </m:ctrlPr>
                      </m:sSubPr>
                      <m:e>
                        <m:r>
                          <a:rPr lang="fr-FR" sz="1400" b="0" i="1" smtClean="0">
                            <a:latin typeface="Cambria Math" panose="02040503050406030204" pitchFamily="18" charset="0"/>
                            <a:ea typeface="Cambria Math" panose="02040503050406030204" pitchFamily="18" charset="0"/>
                          </a:rPr>
                          <m:t>𝑞</m:t>
                        </m:r>
                      </m:e>
                      <m:sub>
                        <m:r>
                          <a:rPr lang="fr-FR" sz="1400" b="0" i="1" smtClean="0">
                            <a:latin typeface="Cambria Math" panose="02040503050406030204" pitchFamily="18" charset="0"/>
                            <a:ea typeface="Cambria Math" panose="02040503050406030204" pitchFamily="18" charset="0"/>
                          </a:rPr>
                          <m:t>𝑎𝑑𝑚</m:t>
                        </m:r>
                      </m:sub>
                    </m:sSub>
                  </m:oMath>
                </a14:m>
                <a:endParaRPr lang="fr-FR" sz="1400" dirty="0"/>
              </a:p>
            </p:txBody>
          </p:sp>
        </mc:Choice>
        <mc:Fallback xmlns="">
          <p:sp>
            <p:nvSpPr>
              <p:cNvPr id="20" name="ZoneTexte 19">
                <a:extLst>
                  <a:ext uri="{FF2B5EF4-FFF2-40B4-BE49-F238E27FC236}">
                    <a16:creationId xmlns:a16="http://schemas.microsoft.com/office/drawing/2014/main" id="{5D9FBF72-3CF1-D721-C1B8-098BBB33605C}"/>
                  </a:ext>
                </a:extLst>
              </p:cNvPr>
              <p:cNvSpPr txBox="1">
                <a:spLocks noRot="1" noChangeAspect="1" noMove="1" noResize="1" noEditPoints="1" noAdjustHandles="1" noChangeArrowheads="1" noChangeShapeType="1" noTextEdit="1"/>
              </p:cNvSpPr>
              <p:nvPr/>
            </p:nvSpPr>
            <p:spPr>
              <a:xfrm>
                <a:off x="-39264" y="4876549"/>
                <a:ext cx="6168188" cy="1132169"/>
              </a:xfrm>
              <a:prstGeom prst="rect">
                <a:avLst/>
              </a:prstGeom>
              <a:blipFill>
                <a:blip r:embed="rId5"/>
                <a:stretch>
                  <a:fillRect l="-297" t="-1075" b="-4301"/>
                </a:stretch>
              </a:blipFill>
            </p:spPr>
            <p:txBody>
              <a:bodyPr/>
              <a:lstStyle/>
              <a:p>
                <a:r>
                  <a:rPr lang="fr-FR">
                    <a:noFill/>
                  </a:rPr>
                  <a:t> </a:t>
                </a:r>
              </a:p>
            </p:txBody>
          </p:sp>
        </mc:Fallback>
      </mc:AlternateContent>
      <p:sp>
        <p:nvSpPr>
          <p:cNvPr id="22" name="ZoneTexte 21">
            <a:extLst>
              <a:ext uri="{FF2B5EF4-FFF2-40B4-BE49-F238E27FC236}">
                <a16:creationId xmlns="" xmlns:a16="http://schemas.microsoft.com/office/drawing/2014/main" id="{E44CDCD0-393A-C578-452A-737957549908}"/>
              </a:ext>
            </a:extLst>
          </p:cNvPr>
          <p:cNvSpPr txBox="1"/>
          <p:nvPr/>
        </p:nvSpPr>
        <p:spPr>
          <a:xfrm>
            <a:off x="6201114" y="1276737"/>
            <a:ext cx="6168188" cy="1169551"/>
          </a:xfrm>
          <a:prstGeom prst="rect">
            <a:avLst/>
          </a:prstGeom>
          <a:noFill/>
        </p:spPr>
        <p:txBody>
          <a:bodyPr wrap="square">
            <a:spAutoFit/>
          </a:bodyPr>
          <a:lstStyle/>
          <a:p>
            <a:r>
              <a:rPr lang="fr-FR" sz="1400" b="1" dirty="0"/>
              <a:t>5. Vérification des déformations et tassements</a:t>
            </a:r>
          </a:p>
          <a:p>
            <a:pPr marL="285750" indent="-285750">
              <a:buFont typeface="Arial" panose="020B0604020202020204" pitchFamily="34" charset="0"/>
              <a:buChar char="•"/>
            </a:pPr>
            <a:r>
              <a:rPr lang="fr-FR" sz="1400" dirty="0"/>
              <a:t>Calcul des tassements potentiels (instantanés et différés) à l’aide des caractéristiques géotechniques (Es​, module de déformation du sol).</a:t>
            </a:r>
          </a:p>
          <a:p>
            <a:pPr marL="285750" indent="-285750">
              <a:buFont typeface="Arial" panose="020B0604020202020204" pitchFamily="34" charset="0"/>
              <a:buChar char="•"/>
            </a:pPr>
            <a:r>
              <a:rPr lang="fr-FR" sz="1400" dirty="0"/>
              <a:t>S’assurer que les déformations sont compatibles avec les tolérances structurelles.</a:t>
            </a:r>
          </a:p>
        </p:txBody>
      </p:sp>
      <p:sp>
        <p:nvSpPr>
          <p:cNvPr id="24" name="ZoneTexte 23">
            <a:extLst>
              <a:ext uri="{FF2B5EF4-FFF2-40B4-BE49-F238E27FC236}">
                <a16:creationId xmlns="" xmlns:a16="http://schemas.microsoft.com/office/drawing/2014/main" id="{9140C416-E13E-9543-8040-7BBA459C4EEB}"/>
              </a:ext>
            </a:extLst>
          </p:cNvPr>
          <p:cNvSpPr txBox="1"/>
          <p:nvPr/>
        </p:nvSpPr>
        <p:spPr>
          <a:xfrm>
            <a:off x="6128924" y="2443413"/>
            <a:ext cx="6240378" cy="1600438"/>
          </a:xfrm>
          <a:prstGeom prst="rect">
            <a:avLst/>
          </a:prstGeom>
          <a:noFill/>
        </p:spPr>
        <p:txBody>
          <a:bodyPr wrap="square">
            <a:spAutoFit/>
          </a:bodyPr>
          <a:lstStyle/>
          <a:p>
            <a:r>
              <a:rPr lang="fr-FR" sz="1400" b="1" dirty="0"/>
              <a:t>6. Dimensionnement de l’armature</a:t>
            </a:r>
          </a:p>
          <a:p>
            <a:pPr marL="285750" indent="-285750">
              <a:buFont typeface="Arial" panose="020B0604020202020204" pitchFamily="34" charset="0"/>
              <a:buChar char="•"/>
            </a:pPr>
            <a:r>
              <a:rPr lang="fr-FR" sz="1400" dirty="0"/>
              <a:t>Vérifier les efforts dans la semelle :</a:t>
            </a:r>
          </a:p>
          <a:p>
            <a:pPr marL="742950" lvl="1" indent="-285750">
              <a:buFont typeface="Arial" panose="020B0604020202020204" pitchFamily="34" charset="0"/>
              <a:buChar char="•"/>
            </a:pPr>
            <a:r>
              <a:rPr lang="fr-FR" sz="1400" dirty="0"/>
              <a:t>Effort normal (N).</a:t>
            </a:r>
          </a:p>
          <a:p>
            <a:pPr marL="742950" lvl="1" indent="-285750">
              <a:buFont typeface="Arial" panose="020B0604020202020204" pitchFamily="34" charset="0"/>
              <a:buChar char="•"/>
            </a:pPr>
            <a:r>
              <a:rPr lang="fr-FR" sz="1400" dirty="0"/>
              <a:t>Effort tranchant (V).</a:t>
            </a:r>
          </a:p>
          <a:p>
            <a:pPr marL="742950" lvl="1" indent="-285750">
              <a:buFont typeface="Arial" panose="020B0604020202020204" pitchFamily="34" charset="0"/>
              <a:buChar char="•"/>
            </a:pPr>
            <a:r>
              <a:rPr lang="fr-FR" sz="1400" dirty="0"/>
              <a:t>Moment fléchissant (M).</a:t>
            </a:r>
          </a:p>
          <a:p>
            <a:pPr marL="285750" indent="-285750">
              <a:buFont typeface="Arial" panose="020B0604020202020204" pitchFamily="34" charset="0"/>
              <a:buChar char="•"/>
            </a:pPr>
            <a:r>
              <a:rPr lang="fr-FR" sz="1400" dirty="0"/>
              <a:t>Dimensionner les armatures nécessaires pour résister à ces efforts en suivant les règles du BAEL ou de l’Eurocode 2.</a:t>
            </a:r>
          </a:p>
        </p:txBody>
      </p:sp>
      <p:sp>
        <p:nvSpPr>
          <p:cNvPr id="26" name="ZoneTexte 25">
            <a:extLst>
              <a:ext uri="{FF2B5EF4-FFF2-40B4-BE49-F238E27FC236}">
                <a16:creationId xmlns="" xmlns:a16="http://schemas.microsoft.com/office/drawing/2014/main" id="{03E69741-87AD-1438-8EB9-60C1B58ADF88}"/>
              </a:ext>
            </a:extLst>
          </p:cNvPr>
          <p:cNvSpPr txBox="1"/>
          <p:nvPr/>
        </p:nvSpPr>
        <p:spPr>
          <a:xfrm>
            <a:off x="6096000" y="4104350"/>
            <a:ext cx="6256420" cy="954107"/>
          </a:xfrm>
          <a:prstGeom prst="rect">
            <a:avLst/>
          </a:prstGeom>
          <a:noFill/>
        </p:spPr>
        <p:txBody>
          <a:bodyPr wrap="square">
            <a:spAutoFit/>
          </a:bodyPr>
          <a:lstStyle/>
          <a:p>
            <a:r>
              <a:rPr lang="fr-FR" sz="1400" b="1" dirty="0"/>
              <a:t>7. Vérification des dispositions constructives</a:t>
            </a:r>
          </a:p>
          <a:p>
            <a:pPr marL="285750" indent="-285750">
              <a:buFont typeface="Arial" panose="020B0604020202020204" pitchFamily="34" charset="0"/>
              <a:buChar char="•"/>
            </a:pPr>
            <a:r>
              <a:rPr lang="fr-FR" sz="1400" dirty="0"/>
              <a:t>Épaisseur de la semelle (h) : Suffisante pour éviter le poinçonnement.</a:t>
            </a:r>
          </a:p>
          <a:p>
            <a:pPr marL="285750" indent="-285750">
              <a:buFont typeface="Arial" panose="020B0604020202020204" pitchFamily="34" charset="0"/>
              <a:buChar char="•"/>
            </a:pPr>
            <a:r>
              <a:rPr lang="fr-FR" sz="1400" dirty="0"/>
              <a:t>Prévoir un déport latéral (a) de la semelle par rapport au poteau pour assurer une bonne répartition des charges.</a:t>
            </a:r>
          </a:p>
        </p:txBody>
      </p:sp>
      <p:sp>
        <p:nvSpPr>
          <p:cNvPr id="28" name="ZoneTexte 27">
            <a:extLst>
              <a:ext uri="{FF2B5EF4-FFF2-40B4-BE49-F238E27FC236}">
                <a16:creationId xmlns="" xmlns:a16="http://schemas.microsoft.com/office/drawing/2014/main" id="{BE17195F-A2C5-A9F0-6156-30BB7A1CBD86}"/>
              </a:ext>
            </a:extLst>
          </p:cNvPr>
          <p:cNvSpPr txBox="1"/>
          <p:nvPr/>
        </p:nvSpPr>
        <p:spPr>
          <a:xfrm>
            <a:off x="6201114" y="5166871"/>
            <a:ext cx="7166810" cy="1169551"/>
          </a:xfrm>
          <a:prstGeom prst="rect">
            <a:avLst/>
          </a:prstGeom>
          <a:noFill/>
        </p:spPr>
        <p:txBody>
          <a:bodyPr wrap="square">
            <a:spAutoFit/>
          </a:bodyPr>
          <a:lstStyle/>
          <a:p>
            <a:r>
              <a:rPr lang="fr-FR" sz="1400" b="1" dirty="0"/>
              <a:t>Exemple pratique</a:t>
            </a:r>
          </a:p>
          <a:p>
            <a:r>
              <a:rPr lang="fr-FR" sz="1400" b="1" dirty="0"/>
              <a:t>Données :</a:t>
            </a:r>
          </a:p>
          <a:p>
            <a:pPr>
              <a:buFont typeface="Arial" panose="020B0604020202020204" pitchFamily="34" charset="0"/>
              <a:buChar char="•"/>
            </a:pPr>
            <a:r>
              <a:rPr lang="fr-FR" sz="1400" dirty="0"/>
              <a:t>Charge descendante : Q=600 kN</a:t>
            </a:r>
          </a:p>
          <a:p>
            <a:pPr>
              <a:buFont typeface="Arial" panose="020B0604020202020204" pitchFamily="34" charset="0"/>
              <a:buChar char="•"/>
            </a:pPr>
            <a:r>
              <a:rPr lang="fr-FR" sz="1400" dirty="0"/>
              <a:t>Capacité portante admissible : qadm=200 kN/m2</a:t>
            </a:r>
          </a:p>
          <a:p>
            <a:pPr>
              <a:buFont typeface="Arial" panose="020B0604020202020204" pitchFamily="34" charset="0"/>
              <a:buChar char="•"/>
            </a:pPr>
            <a:r>
              <a:rPr lang="fr-FR" sz="1400" dirty="0"/>
              <a:t>Section du poteau : 0.3 m×0.3 m.</a:t>
            </a:r>
          </a:p>
        </p:txBody>
      </p:sp>
      <p:sp>
        <p:nvSpPr>
          <p:cNvPr id="30" name="ZoneTexte 29">
            <a:extLst>
              <a:ext uri="{FF2B5EF4-FFF2-40B4-BE49-F238E27FC236}">
                <a16:creationId xmlns="" xmlns:a16="http://schemas.microsoft.com/office/drawing/2014/main" id="{FB1F8142-79A3-90AF-74F1-2D4CAB16D77D}"/>
              </a:ext>
            </a:extLst>
          </p:cNvPr>
          <p:cNvSpPr txBox="1"/>
          <p:nvPr/>
        </p:nvSpPr>
        <p:spPr>
          <a:xfrm>
            <a:off x="230994" y="6459865"/>
            <a:ext cx="6753726" cy="523220"/>
          </a:xfrm>
          <a:prstGeom prst="rect">
            <a:avLst/>
          </a:prstGeom>
          <a:noFill/>
        </p:spPr>
        <p:txBody>
          <a:bodyPr wrap="square">
            <a:spAutoFit/>
          </a:bodyPr>
          <a:lstStyle/>
          <a:p>
            <a:r>
              <a:rPr lang="fr-FR" sz="1400" dirty="0">
                <a:hlinkClick r:id="rId6"/>
              </a:rPr>
              <a:t>https://www.dailymotion.com/video/x5isciz</a:t>
            </a:r>
            <a:endParaRPr lang="fr-FR" sz="1400" dirty="0"/>
          </a:p>
          <a:p>
            <a:endParaRPr lang="fr-FR" sz="1400" dirty="0"/>
          </a:p>
        </p:txBody>
      </p:sp>
    </p:spTree>
    <p:extLst>
      <p:ext uri="{BB962C8B-B14F-4D97-AF65-F5344CB8AC3E}">
        <p14:creationId xmlns:p14="http://schemas.microsoft.com/office/powerpoint/2010/main" val="39349703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 xmlns:a16="http://schemas.microsoft.com/office/drawing/2014/main" id="{254B5E76-A0DB-5F27-34D6-D6483DE2A7FC}"/>
            </a:ext>
          </a:extLst>
        </p:cNvPr>
        <p:cNvGrpSpPr/>
        <p:nvPr/>
      </p:nvGrpSpPr>
      <p:grpSpPr>
        <a:xfrm>
          <a:off x="0" y="0"/>
          <a:ext cx="0" cy="0"/>
          <a:chOff x="0" y="0"/>
          <a:chExt cx="0" cy="0"/>
        </a:xfrm>
      </p:grpSpPr>
      <p:sp>
        <p:nvSpPr>
          <p:cNvPr id="2" name="Espace réservé du numéro de diapositive 1">
            <a:extLst>
              <a:ext uri="{FF2B5EF4-FFF2-40B4-BE49-F238E27FC236}">
                <a16:creationId xmlns="" xmlns:a16="http://schemas.microsoft.com/office/drawing/2014/main" id="{C62B5E0B-8648-2F0B-4473-0C7F984F656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25</a:t>
            </a:fld>
            <a:endParaRPr lang="fr-FR"/>
          </a:p>
        </p:txBody>
      </p:sp>
      <p:pic>
        <p:nvPicPr>
          <p:cNvPr id="5" name="Image 4">
            <a:extLst>
              <a:ext uri="{FF2B5EF4-FFF2-40B4-BE49-F238E27FC236}">
                <a16:creationId xmlns="" xmlns:a16="http://schemas.microsoft.com/office/drawing/2014/main" id="{728251FE-653A-F9E7-43EC-3F22D1A97D9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39492" y="70223"/>
            <a:ext cx="1090163" cy="981979"/>
          </a:xfrm>
          <a:prstGeom prst="rect">
            <a:avLst/>
          </a:prstGeom>
          <a:noFill/>
          <a:ln>
            <a:noFill/>
          </a:ln>
        </p:spPr>
      </p:pic>
      <p:pic>
        <p:nvPicPr>
          <p:cNvPr id="6" name="officeArt object">
            <a:extLst>
              <a:ext uri="{FF2B5EF4-FFF2-40B4-BE49-F238E27FC236}">
                <a16:creationId xmlns="" xmlns:a16="http://schemas.microsoft.com/office/drawing/2014/main" id="{53274817-264D-A06D-2BA7-C1861D7E392B}"/>
              </a:ext>
            </a:extLst>
          </p:cNvPr>
          <p:cNvPicPr/>
          <p:nvPr/>
        </p:nvPicPr>
        <p:blipFill rotWithShape="1">
          <a:blip r:embed="rId4"/>
          <a:srcRect l="12854" r="8048"/>
          <a:stretch/>
        </p:blipFill>
        <p:spPr>
          <a:xfrm>
            <a:off x="9840279" y="0"/>
            <a:ext cx="1199213" cy="1506125"/>
          </a:xfrm>
          <a:prstGeom prst="rect">
            <a:avLst/>
          </a:prstGeom>
          <a:ln w="12700" cap="flat">
            <a:noFill/>
            <a:miter lim="400000"/>
          </a:ln>
          <a:effectLst/>
        </p:spPr>
      </p:pic>
      <p:sp>
        <p:nvSpPr>
          <p:cNvPr id="8" name="Espace réservé du pied de page 7">
            <a:extLst>
              <a:ext uri="{FF2B5EF4-FFF2-40B4-BE49-F238E27FC236}">
                <a16:creationId xmlns="" xmlns:a16="http://schemas.microsoft.com/office/drawing/2014/main" id="{6B4E0020-1058-C126-9261-A6995032ED48}"/>
              </a:ext>
            </a:extLst>
          </p:cNvPr>
          <p:cNvSpPr>
            <a:spLocks noGrp="1"/>
          </p:cNvSpPr>
          <p:nvPr>
            <p:ph type="ftr" idx="11"/>
          </p:nvPr>
        </p:nvSpPr>
        <p:spPr/>
        <p:txBody>
          <a:bodyPr/>
          <a:lstStyle/>
          <a:p>
            <a:r>
              <a:rPr lang="fr-FR" dirty="0"/>
              <a:t>Dr. Ibrahim Niang</a:t>
            </a:r>
          </a:p>
        </p:txBody>
      </p:sp>
      <p:sp>
        <p:nvSpPr>
          <p:cNvPr id="3" name="Rectangle 2">
            <a:extLst>
              <a:ext uri="{FF2B5EF4-FFF2-40B4-BE49-F238E27FC236}">
                <a16:creationId xmlns="" xmlns:a16="http://schemas.microsoft.com/office/drawing/2014/main" id="{E72B4841-D274-CAE4-5DF3-3E7E7C8CFB2B}"/>
              </a:ext>
            </a:extLst>
          </p:cNvPr>
          <p:cNvSpPr/>
          <p:nvPr/>
        </p:nvSpPr>
        <p:spPr>
          <a:xfrm>
            <a:off x="-63745" y="-107207"/>
            <a:ext cx="5199163" cy="1309654"/>
          </a:xfrm>
          <a:prstGeom prst="rect">
            <a:avLst/>
          </a:prstGeom>
        </p:spPr>
        <p:txBody>
          <a:bodyPr wrap="square">
            <a:spAutoFit/>
          </a:bodyPr>
          <a:lstStyle/>
          <a:p>
            <a:pPr marL="571500" indent="-571500">
              <a:lnSpc>
                <a:spcPct val="150000"/>
              </a:lnSpc>
              <a:buClr>
                <a:srgbClr val="1F3864"/>
              </a:buClr>
              <a:buSzPct val="65000"/>
              <a:buFont typeface="+mj-lt"/>
              <a:buAutoNum type="romanUcPeriod" startAt="2"/>
            </a:pPr>
            <a:r>
              <a:rPr lang="fr-FR" sz="3200" b="1" dirty="0">
                <a:solidFill>
                  <a:srgbClr val="1F3864"/>
                </a:solidFill>
                <a:latin typeface="Aptos" panose="020B0004020202020204" pitchFamily="34" charset="0"/>
                <a:ea typeface="Calibri"/>
                <a:cs typeface="Calibri"/>
                <a:sym typeface="Calibri"/>
              </a:rPr>
              <a:t>Gros œuvre </a:t>
            </a:r>
          </a:p>
          <a:p>
            <a:pPr>
              <a:lnSpc>
                <a:spcPct val="150000"/>
              </a:lnSpc>
            </a:pPr>
            <a:endParaRPr lang="fr-FR" sz="2400" dirty="0">
              <a:solidFill>
                <a:srgbClr val="1F3864"/>
              </a:solidFill>
              <a:latin typeface="Proxima Nova"/>
              <a:cs typeface="Calibri"/>
              <a:sym typeface="Calibri"/>
            </a:endParaRPr>
          </a:p>
        </p:txBody>
      </p:sp>
      <p:sp>
        <p:nvSpPr>
          <p:cNvPr id="10" name="ZoneTexte 9">
            <a:extLst>
              <a:ext uri="{FF2B5EF4-FFF2-40B4-BE49-F238E27FC236}">
                <a16:creationId xmlns="" xmlns:a16="http://schemas.microsoft.com/office/drawing/2014/main" id="{050783F7-E716-8B90-947D-9F56DCBCF874}"/>
              </a:ext>
            </a:extLst>
          </p:cNvPr>
          <p:cNvSpPr txBox="1"/>
          <p:nvPr/>
        </p:nvSpPr>
        <p:spPr>
          <a:xfrm>
            <a:off x="1949503" y="1051491"/>
            <a:ext cx="7461994" cy="523220"/>
          </a:xfrm>
          <a:prstGeom prst="rect">
            <a:avLst/>
          </a:prstGeom>
          <a:noFill/>
        </p:spPr>
        <p:txBody>
          <a:bodyPr wrap="square">
            <a:spAutoFit/>
          </a:bodyPr>
          <a:lstStyle/>
          <a:p>
            <a:pPr algn="ctr"/>
            <a:r>
              <a:rPr lang="fr-FR" sz="2800" dirty="0">
                <a:ln w="0"/>
                <a:solidFill>
                  <a:srgbClr val="1F3864"/>
                </a:solidFill>
                <a:latin typeface="Aptos" panose="020B0004020202020204" pitchFamily="34" charset="0"/>
              </a:rPr>
              <a:t>Fondation  </a:t>
            </a:r>
          </a:p>
        </p:txBody>
      </p:sp>
      <p:sp>
        <p:nvSpPr>
          <p:cNvPr id="11" name="ZoneTexte 10">
            <a:extLst>
              <a:ext uri="{FF2B5EF4-FFF2-40B4-BE49-F238E27FC236}">
                <a16:creationId xmlns="" xmlns:a16="http://schemas.microsoft.com/office/drawing/2014/main" id="{082B17D2-A423-FB5B-7D4F-4A12EB6CD152}"/>
              </a:ext>
            </a:extLst>
          </p:cNvPr>
          <p:cNvSpPr txBox="1"/>
          <p:nvPr/>
        </p:nvSpPr>
        <p:spPr>
          <a:xfrm>
            <a:off x="0" y="2974263"/>
            <a:ext cx="5994959" cy="2585323"/>
          </a:xfrm>
          <a:prstGeom prst="rect">
            <a:avLst/>
          </a:prstGeom>
          <a:noFill/>
        </p:spPr>
        <p:txBody>
          <a:bodyPr wrap="square">
            <a:spAutoFit/>
          </a:bodyPr>
          <a:lstStyle/>
          <a:p>
            <a:r>
              <a:rPr lang="fr-FR" b="1" dirty="0"/>
              <a:t>2. Type de fondation </a:t>
            </a:r>
          </a:p>
          <a:p>
            <a:pPr marL="285750" indent="-285750">
              <a:buFont typeface="Arial" panose="020B0604020202020204" pitchFamily="34" charset="0"/>
              <a:buChar char="•"/>
            </a:pPr>
            <a:r>
              <a:rPr lang="fr-FR" b="1" dirty="0"/>
              <a:t>Fondations superficielles: </a:t>
            </a:r>
            <a:r>
              <a:rPr lang="fr-FR" dirty="0"/>
              <a:t>Utilisées lorsque le sol proche de la surface est stable et résistant.</a:t>
            </a:r>
          </a:p>
          <a:p>
            <a:pPr marL="742950" lvl="1" indent="-285750">
              <a:buFont typeface="Arial" panose="020B0604020202020204" pitchFamily="34" charset="0"/>
              <a:buChar char="•"/>
            </a:pPr>
            <a:r>
              <a:rPr lang="fr-FR" u="sng" dirty="0">
                <a:solidFill>
                  <a:srgbClr val="FF0000"/>
                </a:solidFill>
              </a:rPr>
              <a:t>Semelles isolées </a:t>
            </a:r>
            <a:r>
              <a:rPr lang="fr-FR" dirty="0">
                <a:solidFill>
                  <a:srgbClr val="FF0000"/>
                </a:solidFill>
              </a:rPr>
              <a:t>: Soutiennent les poteaux individuels.</a:t>
            </a:r>
          </a:p>
          <a:p>
            <a:pPr marL="742950" lvl="1" indent="-285750">
              <a:buFont typeface="Arial" panose="020B0604020202020204" pitchFamily="34" charset="0"/>
              <a:buChar char="•"/>
            </a:pPr>
            <a:r>
              <a:rPr lang="fr-FR" u="sng" dirty="0"/>
              <a:t>Semelles filantes : </a:t>
            </a:r>
            <a:r>
              <a:rPr lang="fr-FR" dirty="0"/>
              <a:t>Répartissent les charges sous les murs porteurs.</a:t>
            </a:r>
          </a:p>
          <a:p>
            <a:pPr marL="742950" lvl="1" indent="-285750">
              <a:buFont typeface="Arial" panose="020B0604020202020204" pitchFamily="34" charset="0"/>
              <a:buChar char="•"/>
            </a:pPr>
            <a:r>
              <a:rPr lang="fr-FR" u="sng" dirty="0"/>
              <a:t>Radier</a:t>
            </a:r>
            <a:r>
              <a:rPr lang="fr-FR" dirty="0"/>
              <a:t> : Plaque en béton armé couvrant toute la surface, utilisé pour les sols peu homogènes.</a:t>
            </a:r>
          </a:p>
        </p:txBody>
      </p:sp>
      <p:sp>
        <p:nvSpPr>
          <p:cNvPr id="7" name="ZoneTexte 6">
            <a:extLst>
              <a:ext uri="{FF2B5EF4-FFF2-40B4-BE49-F238E27FC236}">
                <a16:creationId xmlns="" xmlns:a16="http://schemas.microsoft.com/office/drawing/2014/main" id="{D7F0222A-A0BA-EFA7-B875-5810A8973598}"/>
              </a:ext>
            </a:extLst>
          </p:cNvPr>
          <p:cNvSpPr txBox="1"/>
          <p:nvPr/>
        </p:nvSpPr>
        <p:spPr>
          <a:xfrm>
            <a:off x="1799356" y="1506125"/>
            <a:ext cx="8457564" cy="923330"/>
          </a:xfrm>
          <a:prstGeom prst="rect">
            <a:avLst/>
          </a:prstGeom>
          <a:noFill/>
        </p:spPr>
        <p:txBody>
          <a:bodyPr wrap="square">
            <a:spAutoFit/>
          </a:bodyPr>
          <a:lstStyle/>
          <a:p>
            <a:pPr algn="ctr"/>
            <a:r>
              <a:rPr lang="fr-FR" dirty="0"/>
              <a:t>Les </a:t>
            </a:r>
            <a:r>
              <a:rPr lang="fr-FR" b="1" dirty="0"/>
              <a:t>fondations</a:t>
            </a:r>
            <a:r>
              <a:rPr lang="fr-FR" dirty="0"/>
              <a:t> d’un bâtiment constituent la </a:t>
            </a:r>
            <a:r>
              <a:rPr lang="fr-FR" b="1" dirty="0"/>
              <a:t>base structurelle </a:t>
            </a:r>
            <a:r>
              <a:rPr lang="fr-FR" dirty="0"/>
              <a:t>qui transmet et répartit les </a:t>
            </a:r>
            <a:r>
              <a:rPr lang="fr-FR" b="1" dirty="0"/>
              <a:t>charges de l’édifice au sol de manière sûre et stable</a:t>
            </a:r>
            <a:r>
              <a:rPr lang="fr-FR" dirty="0"/>
              <a:t>. Elles jouent un rôle crucial dans la durabilité et la sécurité de l'ouvrage.</a:t>
            </a:r>
          </a:p>
        </p:txBody>
      </p:sp>
      <p:pic>
        <p:nvPicPr>
          <p:cNvPr id="7178" name="Picture 10" descr="Les 13 étapes de pose d'une semelle isolée - Super Travaux">
            <a:extLst>
              <a:ext uri="{FF2B5EF4-FFF2-40B4-BE49-F238E27FC236}">
                <a16:creationId xmlns="" xmlns:a16="http://schemas.microsoft.com/office/drawing/2014/main" id="{535F942F-4B80-482F-A28A-105B007D222B}"/>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793454" y="2566226"/>
            <a:ext cx="929328" cy="696099"/>
          </a:xfrm>
          <a:prstGeom prst="rect">
            <a:avLst/>
          </a:prstGeom>
          <a:noFill/>
          <a:extLst>
            <a:ext uri="{909E8E84-426E-40DD-AFC4-6F175D3DCCD1}">
              <a14:hiddenFill xmlns:a14="http://schemas.microsoft.com/office/drawing/2010/main">
                <a:solidFill>
                  <a:srgbClr val="FFFFFF"/>
                </a:solidFill>
              </a14:hiddenFill>
            </a:ext>
          </a:extLst>
        </p:spPr>
      </p:pic>
      <p:pic>
        <p:nvPicPr>
          <p:cNvPr id="7182" name="Picture 14">
            <a:extLst>
              <a:ext uri="{FF2B5EF4-FFF2-40B4-BE49-F238E27FC236}">
                <a16:creationId xmlns="" xmlns:a16="http://schemas.microsoft.com/office/drawing/2014/main" id="{2AD9ABC1-F30B-1593-C4BA-02FDB8F9B185}"/>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9994232" y="2395642"/>
            <a:ext cx="1359567" cy="973377"/>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descr="La différence entre semelle filante et isolée Semelle isolée : ——————— qui  sont les fondations de poteaux. Semelles filantes : ————————- qui sont les  fondations des murs, surtout les murs en parpaings">
            <a:extLst>
              <a:ext uri="{FF2B5EF4-FFF2-40B4-BE49-F238E27FC236}">
                <a16:creationId xmlns="" xmlns:a16="http://schemas.microsoft.com/office/drawing/2014/main" id="{2C782F33-8235-1043-C68C-CABFA7FC188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917875" y="1920962"/>
            <a:ext cx="1083156" cy="800954"/>
          </a:xfrm>
          <a:prstGeom prst="rect">
            <a:avLst/>
          </a:prstGeom>
          <a:noFill/>
          <a:extLst>
            <a:ext uri="{909E8E84-426E-40DD-AFC4-6F175D3DCCD1}">
              <a14:hiddenFill xmlns:a14="http://schemas.microsoft.com/office/drawing/2010/main">
                <a:solidFill>
                  <a:srgbClr val="FFFFFF"/>
                </a:solidFill>
              </a14:hiddenFill>
            </a:ext>
          </a:extLst>
        </p:spPr>
      </p:pic>
      <p:pic>
        <p:nvPicPr>
          <p:cNvPr id="9" name="Image 8">
            <a:extLst>
              <a:ext uri="{FF2B5EF4-FFF2-40B4-BE49-F238E27FC236}">
                <a16:creationId xmlns="" xmlns:a16="http://schemas.microsoft.com/office/drawing/2014/main" id="{6E7A0FEF-F5E3-60EC-7102-10CE3DA71B98}"/>
              </a:ext>
            </a:extLst>
          </p:cNvPr>
          <p:cNvPicPr>
            <a:picLocks noChangeAspect="1"/>
          </p:cNvPicPr>
          <p:nvPr/>
        </p:nvPicPr>
        <p:blipFill>
          <a:blip r:embed="rId8"/>
          <a:stretch>
            <a:fillRect/>
          </a:stretch>
        </p:blipFill>
        <p:spPr>
          <a:xfrm>
            <a:off x="8080340" y="3241383"/>
            <a:ext cx="2392721" cy="1729522"/>
          </a:xfrm>
          <a:prstGeom prst="rect">
            <a:avLst/>
          </a:prstGeom>
        </p:spPr>
      </p:pic>
      <p:sp>
        <p:nvSpPr>
          <p:cNvPr id="14" name="ZoneTexte 13">
            <a:extLst>
              <a:ext uri="{FF2B5EF4-FFF2-40B4-BE49-F238E27FC236}">
                <a16:creationId xmlns="" xmlns:a16="http://schemas.microsoft.com/office/drawing/2014/main" id="{9FA93F51-6594-59FF-7686-752D853B2F87}"/>
              </a:ext>
            </a:extLst>
          </p:cNvPr>
          <p:cNvSpPr txBox="1"/>
          <p:nvPr/>
        </p:nvSpPr>
        <p:spPr>
          <a:xfrm>
            <a:off x="6938407" y="5078852"/>
            <a:ext cx="4516165" cy="1169551"/>
          </a:xfrm>
          <a:prstGeom prst="rect">
            <a:avLst/>
          </a:prstGeom>
          <a:noFill/>
        </p:spPr>
        <p:txBody>
          <a:bodyPr wrap="square">
            <a:spAutoFit/>
          </a:bodyPr>
          <a:lstStyle/>
          <a:p>
            <a:pPr algn="ctr"/>
            <a:r>
              <a:rPr lang="fr-FR" sz="1400" b="0" i="0" u="none" strike="noStrike" baseline="0" dirty="0">
                <a:solidFill>
                  <a:srgbClr val="000000"/>
                </a:solidFill>
                <a:latin typeface="Times New Roman" panose="02020603050405020304" pitchFamily="18" charset="0"/>
              </a:rPr>
              <a:t>-L: longueur de la semelle ou plus grand côté d'une semelle. </a:t>
            </a:r>
          </a:p>
          <a:p>
            <a:pPr algn="just"/>
            <a:r>
              <a:rPr lang="fr-FR" sz="1400" b="0" i="0" u="none" strike="noStrike" baseline="0" dirty="0">
                <a:solidFill>
                  <a:srgbClr val="000000"/>
                </a:solidFill>
                <a:latin typeface="Times New Roman" panose="02020603050405020304" pitchFamily="18" charset="0"/>
              </a:rPr>
              <a:t>-B : largeur de la semelle ou plus petit côté de la semelle. </a:t>
            </a:r>
          </a:p>
          <a:p>
            <a:pPr algn="just"/>
            <a:r>
              <a:rPr lang="fr-FR" sz="1400" b="0" i="0" u="none" strike="noStrike" baseline="0" dirty="0">
                <a:solidFill>
                  <a:srgbClr val="000000"/>
                </a:solidFill>
                <a:latin typeface="Times New Roman" panose="02020603050405020304" pitchFamily="18" charset="0"/>
              </a:rPr>
              <a:t>-semelle circulaire B </a:t>
            </a:r>
            <a:r>
              <a:rPr lang="fr-FR" sz="1400" b="1" i="0" u="none" strike="noStrike" baseline="0" dirty="0">
                <a:solidFill>
                  <a:srgbClr val="000000"/>
                </a:solidFill>
                <a:latin typeface="Times New Roman" panose="02020603050405020304" pitchFamily="18" charset="0"/>
              </a:rPr>
              <a:t>= </a:t>
            </a:r>
            <a:r>
              <a:rPr lang="fr-FR" sz="1400" b="0" i="0" u="none" strike="noStrike" baseline="0" dirty="0">
                <a:solidFill>
                  <a:srgbClr val="000000"/>
                </a:solidFill>
                <a:latin typeface="Times New Roman" panose="02020603050405020304" pitchFamily="18" charset="0"/>
              </a:rPr>
              <a:t>2 R </a:t>
            </a:r>
          </a:p>
          <a:p>
            <a:pPr algn="just"/>
            <a:r>
              <a:rPr lang="fr-FR" sz="1400" b="0" i="0" u="none" strike="noStrike" baseline="0" dirty="0">
                <a:solidFill>
                  <a:srgbClr val="000000"/>
                </a:solidFill>
                <a:latin typeface="Times New Roman" panose="02020603050405020304" pitchFamily="18" charset="0"/>
              </a:rPr>
              <a:t>-semelle carrée B </a:t>
            </a:r>
            <a:r>
              <a:rPr lang="fr-FR" sz="1400" b="1" i="0" u="none" strike="noStrike" baseline="0" dirty="0">
                <a:solidFill>
                  <a:srgbClr val="000000"/>
                </a:solidFill>
                <a:latin typeface="Times New Roman" panose="02020603050405020304" pitchFamily="18" charset="0"/>
              </a:rPr>
              <a:t>= </a:t>
            </a:r>
            <a:r>
              <a:rPr lang="fr-FR" sz="1400" b="0" i="0" u="none" strike="noStrike" baseline="0" dirty="0">
                <a:solidFill>
                  <a:srgbClr val="000000"/>
                </a:solidFill>
                <a:latin typeface="Times New Roman" panose="02020603050405020304" pitchFamily="18" charset="0"/>
              </a:rPr>
              <a:t>L </a:t>
            </a:r>
          </a:p>
          <a:p>
            <a:pPr algn="just"/>
            <a:r>
              <a:rPr lang="fr-FR" sz="1400" b="0" i="0" u="none" strike="noStrike" baseline="0" dirty="0">
                <a:solidFill>
                  <a:srgbClr val="000000"/>
                </a:solidFill>
                <a:latin typeface="Times New Roman" panose="02020603050405020304" pitchFamily="18" charset="0"/>
              </a:rPr>
              <a:t>-semelle rectangulaire B &lt; L &lt; 5R</a:t>
            </a:r>
            <a:endParaRPr lang="fr-FR" sz="1400" dirty="0"/>
          </a:p>
        </p:txBody>
      </p:sp>
      <p:sp>
        <p:nvSpPr>
          <p:cNvPr id="12" name="ZoneTexte 11">
            <a:extLst>
              <a:ext uri="{FF2B5EF4-FFF2-40B4-BE49-F238E27FC236}">
                <a16:creationId xmlns="" xmlns:a16="http://schemas.microsoft.com/office/drawing/2014/main" id="{45F70932-724D-CAC5-FB39-79AF8407826E}"/>
              </a:ext>
            </a:extLst>
          </p:cNvPr>
          <p:cNvSpPr txBox="1"/>
          <p:nvPr/>
        </p:nvSpPr>
        <p:spPr>
          <a:xfrm>
            <a:off x="190969" y="1682658"/>
            <a:ext cx="6168188" cy="369332"/>
          </a:xfrm>
          <a:prstGeom prst="rect">
            <a:avLst/>
          </a:prstGeom>
          <a:noFill/>
        </p:spPr>
        <p:txBody>
          <a:bodyPr wrap="square">
            <a:spAutoFit/>
          </a:bodyPr>
          <a:lstStyle/>
          <a:p>
            <a:r>
              <a:rPr lang="fr-FR" b="1" dirty="0">
                <a:highlight>
                  <a:srgbClr val="FFFF00"/>
                </a:highlight>
              </a:rPr>
              <a:t>DTU 13.1</a:t>
            </a:r>
          </a:p>
        </p:txBody>
      </p:sp>
    </p:spTree>
    <p:extLst>
      <p:ext uri="{BB962C8B-B14F-4D97-AF65-F5344CB8AC3E}">
        <p14:creationId xmlns:p14="http://schemas.microsoft.com/office/powerpoint/2010/main" val="3354710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 xmlns:a16="http://schemas.microsoft.com/office/drawing/2014/main" id="{29398872-D836-4F17-72A6-5196FC367D28}"/>
            </a:ext>
          </a:extLst>
        </p:cNvPr>
        <p:cNvGrpSpPr/>
        <p:nvPr/>
      </p:nvGrpSpPr>
      <p:grpSpPr>
        <a:xfrm>
          <a:off x="0" y="0"/>
          <a:ext cx="0" cy="0"/>
          <a:chOff x="0" y="0"/>
          <a:chExt cx="0" cy="0"/>
        </a:xfrm>
      </p:grpSpPr>
      <p:sp>
        <p:nvSpPr>
          <p:cNvPr id="2" name="Espace réservé du numéro de diapositive 1">
            <a:extLst>
              <a:ext uri="{FF2B5EF4-FFF2-40B4-BE49-F238E27FC236}">
                <a16:creationId xmlns="" xmlns:a16="http://schemas.microsoft.com/office/drawing/2014/main" id="{B4D5EB5D-2F65-239C-1C69-EF0C6EF162F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26</a:t>
            </a:fld>
            <a:endParaRPr lang="fr-FR"/>
          </a:p>
        </p:txBody>
      </p:sp>
      <p:pic>
        <p:nvPicPr>
          <p:cNvPr id="5" name="Image 4">
            <a:extLst>
              <a:ext uri="{FF2B5EF4-FFF2-40B4-BE49-F238E27FC236}">
                <a16:creationId xmlns="" xmlns:a16="http://schemas.microsoft.com/office/drawing/2014/main" id="{7A7EA6E8-722E-2734-0E7B-7404E22DBBB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39492" y="70223"/>
            <a:ext cx="1090163" cy="981979"/>
          </a:xfrm>
          <a:prstGeom prst="rect">
            <a:avLst/>
          </a:prstGeom>
          <a:noFill/>
          <a:ln>
            <a:noFill/>
          </a:ln>
        </p:spPr>
      </p:pic>
      <p:pic>
        <p:nvPicPr>
          <p:cNvPr id="6" name="officeArt object">
            <a:extLst>
              <a:ext uri="{FF2B5EF4-FFF2-40B4-BE49-F238E27FC236}">
                <a16:creationId xmlns="" xmlns:a16="http://schemas.microsoft.com/office/drawing/2014/main" id="{4F70C724-C4AE-98B2-C167-411DFC158AD6}"/>
              </a:ext>
            </a:extLst>
          </p:cNvPr>
          <p:cNvPicPr/>
          <p:nvPr/>
        </p:nvPicPr>
        <p:blipFill rotWithShape="1">
          <a:blip r:embed="rId4"/>
          <a:srcRect l="12854" r="8048"/>
          <a:stretch/>
        </p:blipFill>
        <p:spPr>
          <a:xfrm>
            <a:off x="9840279" y="0"/>
            <a:ext cx="1199213" cy="1506125"/>
          </a:xfrm>
          <a:prstGeom prst="rect">
            <a:avLst/>
          </a:prstGeom>
          <a:ln w="12700" cap="flat">
            <a:noFill/>
            <a:miter lim="400000"/>
          </a:ln>
          <a:effectLst/>
        </p:spPr>
      </p:pic>
      <p:sp>
        <p:nvSpPr>
          <p:cNvPr id="8" name="Espace réservé du pied de page 7">
            <a:extLst>
              <a:ext uri="{FF2B5EF4-FFF2-40B4-BE49-F238E27FC236}">
                <a16:creationId xmlns="" xmlns:a16="http://schemas.microsoft.com/office/drawing/2014/main" id="{C36DFAC9-96F5-B539-64AD-05B550614778}"/>
              </a:ext>
            </a:extLst>
          </p:cNvPr>
          <p:cNvSpPr>
            <a:spLocks noGrp="1"/>
          </p:cNvSpPr>
          <p:nvPr>
            <p:ph type="ftr" idx="11"/>
          </p:nvPr>
        </p:nvSpPr>
        <p:spPr/>
        <p:txBody>
          <a:bodyPr/>
          <a:lstStyle/>
          <a:p>
            <a:r>
              <a:rPr lang="fr-FR" dirty="0"/>
              <a:t>Dr. Ibrahim Niang</a:t>
            </a:r>
          </a:p>
        </p:txBody>
      </p:sp>
      <p:sp>
        <p:nvSpPr>
          <p:cNvPr id="3" name="Rectangle 2">
            <a:extLst>
              <a:ext uri="{FF2B5EF4-FFF2-40B4-BE49-F238E27FC236}">
                <a16:creationId xmlns="" xmlns:a16="http://schemas.microsoft.com/office/drawing/2014/main" id="{811B49AB-6EEA-26CA-5E4B-8F1765DB68D6}"/>
              </a:ext>
            </a:extLst>
          </p:cNvPr>
          <p:cNvSpPr/>
          <p:nvPr/>
        </p:nvSpPr>
        <p:spPr>
          <a:xfrm>
            <a:off x="-63745" y="-107207"/>
            <a:ext cx="5199163" cy="1309654"/>
          </a:xfrm>
          <a:prstGeom prst="rect">
            <a:avLst/>
          </a:prstGeom>
        </p:spPr>
        <p:txBody>
          <a:bodyPr wrap="square">
            <a:spAutoFit/>
          </a:bodyPr>
          <a:lstStyle/>
          <a:p>
            <a:pPr marL="571500" indent="-571500">
              <a:lnSpc>
                <a:spcPct val="150000"/>
              </a:lnSpc>
              <a:buClr>
                <a:srgbClr val="1F3864"/>
              </a:buClr>
              <a:buSzPct val="65000"/>
              <a:buFont typeface="+mj-lt"/>
              <a:buAutoNum type="romanUcPeriod" startAt="2"/>
            </a:pPr>
            <a:r>
              <a:rPr lang="fr-FR" sz="3200" b="1" dirty="0">
                <a:solidFill>
                  <a:srgbClr val="1F3864"/>
                </a:solidFill>
                <a:latin typeface="Aptos" panose="020B0004020202020204" pitchFamily="34" charset="0"/>
                <a:ea typeface="Calibri"/>
                <a:cs typeface="Calibri"/>
                <a:sym typeface="Calibri"/>
              </a:rPr>
              <a:t>Gros œuvre </a:t>
            </a:r>
          </a:p>
          <a:p>
            <a:pPr>
              <a:lnSpc>
                <a:spcPct val="150000"/>
              </a:lnSpc>
            </a:pPr>
            <a:endParaRPr lang="fr-FR" sz="2400" dirty="0">
              <a:solidFill>
                <a:srgbClr val="1F3864"/>
              </a:solidFill>
              <a:latin typeface="Proxima Nova"/>
              <a:cs typeface="Calibri"/>
              <a:sym typeface="Calibri"/>
            </a:endParaRPr>
          </a:p>
        </p:txBody>
      </p:sp>
      <p:sp>
        <p:nvSpPr>
          <p:cNvPr id="10" name="ZoneTexte 9">
            <a:extLst>
              <a:ext uri="{FF2B5EF4-FFF2-40B4-BE49-F238E27FC236}">
                <a16:creationId xmlns="" xmlns:a16="http://schemas.microsoft.com/office/drawing/2014/main" id="{25C82F2D-4CF5-CC05-A9BF-39C611760AA6}"/>
              </a:ext>
            </a:extLst>
          </p:cNvPr>
          <p:cNvSpPr txBox="1"/>
          <p:nvPr/>
        </p:nvSpPr>
        <p:spPr>
          <a:xfrm>
            <a:off x="1949503" y="1051491"/>
            <a:ext cx="7461994" cy="523220"/>
          </a:xfrm>
          <a:prstGeom prst="rect">
            <a:avLst/>
          </a:prstGeom>
          <a:noFill/>
        </p:spPr>
        <p:txBody>
          <a:bodyPr wrap="square">
            <a:spAutoFit/>
          </a:bodyPr>
          <a:lstStyle/>
          <a:p>
            <a:pPr algn="ctr"/>
            <a:r>
              <a:rPr lang="fr-FR" sz="2800" dirty="0">
                <a:ln w="0"/>
                <a:solidFill>
                  <a:srgbClr val="1F3864"/>
                </a:solidFill>
                <a:latin typeface="Aptos" panose="020B0004020202020204" pitchFamily="34" charset="0"/>
              </a:rPr>
              <a:t>Fondation  </a:t>
            </a:r>
          </a:p>
        </p:txBody>
      </p:sp>
      <p:sp>
        <p:nvSpPr>
          <p:cNvPr id="11" name="ZoneTexte 10">
            <a:extLst>
              <a:ext uri="{FF2B5EF4-FFF2-40B4-BE49-F238E27FC236}">
                <a16:creationId xmlns="" xmlns:a16="http://schemas.microsoft.com/office/drawing/2014/main" id="{BC3AA601-A2AC-1CCA-6AAB-E7E459C5692E}"/>
              </a:ext>
            </a:extLst>
          </p:cNvPr>
          <p:cNvSpPr txBox="1"/>
          <p:nvPr/>
        </p:nvSpPr>
        <p:spPr>
          <a:xfrm>
            <a:off x="0" y="2974263"/>
            <a:ext cx="5994959" cy="2585323"/>
          </a:xfrm>
          <a:prstGeom prst="rect">
            <a:avLst/>
          </a:prstGeom>
          <a:noFill/>
        </p:spPr>
        <p:txBody>
          <a:bodyPr wrap="square">
            <a:spAutoFit/>
          </a:bodyPr>
          <a:lstStyle/>
          <a:p>
            <a:r>
              <a:rPr lang="fr-FR" b="1" dirty="0"/>
              <a:t>2. Type de fondation </a:t>
            </a:r>
          </a:p>
          <a:p>
            <a:pPr marL="285750" indent="-285750">
              <a:buFont typeface="Arial" panose="020B0604020202020204" pitchFamily="34" charset="0"/>
              <a:buChar char="•"/>
            </a:pPr>
            <a:r>
              <a:rPr lang="fr-FR" b="1" dirty="0"/>
              <a:t>Fondations superficielles: </a:t>
            </a:r>
            <a:r>
              <a:rPr lang="fr-FR" dirty="0"/>
              <a:t>Utilisées lorsque le sol proche de la surface est stable et résistant.</a:t>
            </a:r>
          </a:p>
          <a:p>
            <a:pPr marL="742950" lvl="1" indent="-285750">
              <a:buFont typeface="Arial" panose="020B0604020202020204" pitchFamily="34" charset="0"/>
              <a:buChar char="•"/>
            </a:pPr>
            <a:r>
              <a:rPr lang="fr-FR" u="sng" dirty="0">
                <a:solidFill>
                  <a:srgbClr val="FF0000"/>
                </a:solidFill>
              </a:rPr>
              <a:t>Semelles isolées </a:t>
            </a:r>
            <a:r>
              <a:rPr lang="fr-FR" dirty="0">
                <a:solidFill>
                  <a:srgbClr val="FF0000"/>
                </a:solidFill>
              </a:rPr>
              <a:t>: Soutiennent les poteaux individuels.</a:t>
            </a:r>
          </a:p>
          <a:p>
            <a:pPr marL="742950" lvl="1" indent="-285750">
              <a:buFont typeface="Arial" panose="020B0604020202020204" pitchFamily="34" charset="0"/>
              <a:buChar char="•"/>
            </a:pPr>
            <a:r>
              <a:rPr lang="fr-FR" u="sng" dirty="0"/>
              <a:t>Semelles filantes : </a:t>
            </a:r>
            <a:r>
              <a:rPr lang="fr-FR" dirty="0"/>
              <a:t>Répartissent les charges sous les murs porteurs.</a:t>
            </a:r>
          </a:p>
          <a:p>
            <a:pPr marL="742950" lvl="1" indent="-285750">
              <a:buFont typeface="Arial" panose="020B0604020202020204" pitchFamily="34" charset="0"/>
              <a:buChar char="•"/>
            </a:pPr>
            <a:r>
              <a:rPr lang="fr-FR" u="sng" dirty="0"/>
              <a:t>Radier</a:t>
            </a:r>
            <a:r>
              <a:rPr lang="fr-FR" dirty="0"/>
              <a:t> : Plaque en béton armé couvrant toute la surface, utilisé pour les sols peu homogènes.</a:t>
            </a:r>
          </a:p>
        </p:txBody>
      </p:sp>
      <p:sp>
        <p:nvSpPr>
          <p:cNvPr id="7" name="ZoneTexte 6">
            <a:extLst>
              <a:ext uri="{FF2B5EF4-FFF2-40B4-BE49-F238E27FC236}">
                <a16:creationId xmlns="" xmlns:a16="http://schemas.microsoft.com/office/drawing/2014/main" id="{F7FA7EEC-E12F-47AF-F567-B24319CD69D2}"/>
              </a:ext>
            </a:extLst>
          </p:cNvPr>
          <p:cNvSpPr txBox="1"/>
          <p:nvPr/>
        </p:nvSpPr>
        <p:spPr>
          <a:xfrm>
            <a:off x="1799356" y="1506125"/>
            <a:ext cx="8457564" cy="923330"/>
          </a:xfrm>
          <a:prstGeom prst="rect">
            <a:avLst/>
          </a:prstGeom>
          <a:noFill/>
        </p:spPr>
        <p:txBody>
          <a:bodyPr wrap="square">
            <a:spAutoFit/>
          </a:bodyPr>
          <a:lstStyle/>
          <a:p>
            <a:pPr algn="ctr"/>
            <a:r>
              <a:rPr lang="fr-FR" dirty="0"/>
              <a:t>Les </a:t>
            </a:r>
            <a:r>
              <a:rPr lang="fr-FR" b="1" dirty="0"/>
              <a:t>fondations</a:t>
            </a:r>
            <a:r>
              <a:rPr lang="fr-FR" dirty="0"/>
              <a:t> d’un bâtiment constituent la </a:t>
            </a:r>
            <a:r>
              <a:rPr lang="fr-FR" b="1" dirty="0"/>
              <a:t>base structurelle </a:t>
            </a:r>
            <a:r>
              <a:rPr lang="fr-FR" dirty="0"/>
              <a:t>qui transmet et répartit les </a:t>
            </a:r>
            <a:r>
              <a:rPr lang="fr-FR" b="1" dirty="0"/>
              <a:t>charges de l’édifice au sol de manière sûre et stable</a:t>
            </a:r>
            <a:r>
              <a:rPr lang="fr-FR" dirty="0"/>
              <a:t>. Elles jouent un rôle crucial dans la durabilité et la sécurité de l'ouvrage.</a:t>
            </a:r>
          </a:p>
        </p:txBody>
      </p:sp>
      <p:pic>
        <p:nvPicPr>
          <p:cNvPr id="8196" name="Picture 4" descr="La différence entre semelle filante et isolée Semelle isolée : ——————— qui  sont les fondations de poteaux. Semelles filantes : ————————- qui sont les  fondations des murs, surtout les murs en parpaings">
            <a:extLst>
              <a:ext uri="{FF2B5EF4-FFF2-40B4-BE49-F238E27FC236}">
                <a16:creationId xmlns="" xmlns:a16="http://schemas.microsoft.com/office/drawing/2014/main" id="{4055132A-96B5-83B8-60B1-805EF322D6C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917875" y="1920962"/>
            <a:ext cx="1083156" cy="800954"/>
          </a:xfrm>
          <a:prstGeom prst="rect">
            <a:avLst/>
          </a:prstGeom>
          <a:noFill/>
          <a:extLst>
            <a:ext uri="{909E8E84-426E-40DD-AFC4-6F175D3DCCD1}">
              <a14:hiddenFill xmlns:a14="http://schemas.microsoft.com/office/drawing/2010/main">
                <a:solidFill>
                  <a:srgbClr val="FFFFFF"/>
                </a:solidFill>
              </a14:hiddenFill>
            </a:ext>
          </a:extLst>
        </p:spPr>
      </p:pic>
      <p:pic>
        <p:nvPicPr>
          <p:cNvPr id="9" name="Image 8">
            <a:extLst>
              <a:ext uri="{FF2B5EF4-FFF2-40B4-BE49-F238E27FC236}">
                <a16:creationId xmlns="" xmlns:a16="http://schemas.microsoft.com/office/drawing/2014/main" id="{BAA53353-4150-E06B-5E15-EC4B73047B78}"/>
              </a:ext>
            </a:extLst>
          </p:cNvPr>
          <p:cNvPicPr>
            <a:picLocks noChangeAspect="1"/>
          </p:cNvPicPr>
          <p:nvPr/>
        </p:nvPicPr>
        <p:blipFill>
          <a:blip r:embed="rId6"/>
          <a:stretch>
            <a:fillRect/>
          </a:stretch>
        </p:blipFill>
        <p:spPr>
          <a:xfrm>
            <a:off x="8400790" y="2433826"/>
            <a:ext cx="2186607" cy="1580537"/>
          </a:xfrm>
          <a:prstGeom prst="rect">
            <a:avLst/>
          </a:prstGeom>
        </p:spPr>
      </p:pic>
      <p:sp>
        <p:nvSpPr>
          <p:cNvPr id="16" name="ZoneTexte 15">
            <a:extLst>
              <a:ext uri="{FF2B5EF4-FFF2-40B4-BE49-F238E27FC236}">
                <a16:creationId xmlns="" xmlns:a16="http://schemas.microsoft.com/office/drawing/2014/main" id="{9FE8B595-2AEC-590C-37B0-DA442DC2318C}"/>
              </a:ext>
            </a:extLst>
          </p:cNvPr>
          <p:cNvSpPr txBox="1"/>
          <p:nvPr/>
        </p:nvSpPr>
        <p:spPr>
          <a:xfrm>
            <a:off x="5922286" y="4201271"/>
            <a:ext cx="6168188" cy="1815882"/>
          </a:xfrm>
          <a:prstGeom prst="rect">
            <a:avLst/>
          </a:prstGeom>
          <a:noFill/>
        </p:spPr>
        <p:txBody>
          <a:bodyPr wrap="square">
            <a:spAutoFit/>
          </a:bodyPr>
          <a:lstStyle/>
          <a:p>
            <a:pPr algn="just"/>
            <a:r>
              <a:rPr lang="fr-FR" sz="1400" b="0" i="0" u="none" strike="noStrike" baseline="0" dirty="0">
                <a:solidFill>
                  <a:srgbClr val="000000"/>
                </a:solidFill>
                <a:latin typeface="Times New Roman" panose="02020603050405020304" pitchFamily="18" charset="0"/>
              </a:rPr>
              <a:t>- semelle continue ou filante </a:t>
            </a:r>
            <a:r>
              <a:rPr lang="fr-FR" sz="1400" b="1" i="0" u="none" strike="noStrike" baseline="0" dirty="0">
                <a:solidFill>
                  <a:srgbClr val="000000"/>
                </a:solidFill>
                <a:latin typeface="Times New Roman" panose="02020603050405020304" pitchFamily="18" charset="0"/>
              </a:rPr>
              <a:t>:... </a:t>
            </a:r>
            <a:r>
              <a:rPr lang="fr-FR" sz="1400" b="0" i="0" u="none" strike="noStrike" baseline="0" dirty="0">
                <a:solidFill>
                  <a:srgbClr val="000000"/>
                </a:solidFill>
                <a:latin typeface="Times New Roman" panose="02020603050405020304" pitchFamily="18" charset="0"/>
              </a:rPr>
              <a:t>L &gt; 5B </a:t>
            </a:r>
          </a:p>
          <a:p>
            <a:pPr algn="just"/>
            <a:r>
              <a:rPr lang="fr-FR" sz="1400" b="0" i="0" u="none" strike="noStrike" baseline="0" dirty="0">
                <a:solidFill>
                  <a:srgbClr val="000000"/>
                </a:solidFill>
                <a:latin typeface="Times New Roman" panose="02020603050405020304" pitchFamily="18" charset="0"/>
              </a:rPr>
              <a:t>- D : hauteur d’encastrement de la semelle. Hauteur minimum au dessus du niveau de la fondation. Si un dallage ou une chaussée surmonte la fondation ceux-ci sont pris en considération dans la hauteur d’encastrement. </a:t>
            </a:r>
          </a:p>
          <a:p>
            <a:pPr algn="just"/>
            <a:r>
              <a:rPr lang="fr-FR" sz="1400" b="0" i="0" u="none" strike="noStrike" baseline="0" dirty="0">
                <a:solidFill>
                  <a:srgbClr val="000000"/>
                </a:solidFill>
                <a:latin typeface="Times New Roman" panose="02020603050405020304" pitchFamily="18" charset="0"/>
              </a:rPr>
              <a:t>- h : ancrage de la semelle. Il correspond à la hauteur de pénétration de la semelle dans la couche porteuse </a:t>
            </a:r>
          </a:p>
          <a:p>
            <a:pPr algn="just"/>
            <a:r>
              <a:rPr lang="fr-FR" sz="1400" b="0" i="0" u="none" strike="noStrike" baseline="0" dirty="0">
                <a:solidFill>
                  <a:srgbClr val="000000"/>
                </a:solidFill>
                <a:latin typeface="Times New Roman" panose="02020603050405020304" pitchFamily="18" charset="0"/>
              </a:rPr>
              <a:t>Elle est aussi définie par le rapport </a:t>
            </a:r>
            <a:r>
              <a:rPr lang="fr-FR" sz="1400" b="0" i="1" u="none" strike="noStrike" baseline="0" dirty="0">
                <a:solidFill>
                  <a:srgbClr val="000000"/>
                </a:solidFill>
                <a:latin typeface="Times New Roman" panose="02020603050405020304" pitchFamily="18" charset="0"/>
              </a:rPr>
              <a:t>B/D. </a:t>
            </a:r>
            <a:r>
              <a:rPr lang="fr-FR" sz="1400" b="0" i="0" u="none" strike="noStrike" baseline="0" dirty="0">
                <a:solidFill>
                  <a:srgbClr val="000000"/>
                </a:solidFill>
                <a:latin typeface="Times New Roman" panose="02020603050405020304" pitchFamily="18" charset="0"/>
              </a:rPr>
              <a:t>Au delà d’un rapport de 1/6, nous sommes dans le domaine des fondations profondes. </a:t>
            </a:r>
            <a:endParaRPr lang="fr-FR" sz="1400" dirty="0"/>
          </a:p>
        </p:txBody>
      </p:sp>
      <p:sp>
        <p:nvSpPr>
          <p:cNvPr id="12" name="ZoneTexte 11">
            <a:extLst>
              <a:ext uri="{FF2B5EF4-FFF2-40B4-BE49-F238E27FC236}">
                <a16:creationId xmlns="" xmlns:a16="http://schemas.microsoft.com/office/drawing/2014/main" id="{ABCCB613-5520-4496-57F5-C3E18366C3E8}"/>
              </a:ext>
            </a:extLst>
          </p:cNvPr>
          <p:cNvSpPr txBox="1"/>
          <p:nvPr/>
        </p:nvSpPr>
        <p:spPr>
          <a:xfrm>
            <a:off x="498764" y="6140263"/>
            <a:ext cx="6165272" cy="646331"/>
          </a:xfrm>
          <a:prstGeom prst="rect">
            <a:avLst/>
          </a:prstGeom>
          <a:noFill/>
        </p:spPr>
        <p:txBody>
          <a:bodyPr wrap="square">
            <a:spAutoFit/>
          </a:bodyPr>
          <a:lstStyle/>
          <a:p>
            <a:r>
              <a:rPr lang="fr-FR" dirty="0">
                <a:hlinkClick r:id="rId7"/>
              </a:rPr>
              <a:t>https://www.youtube.com/watch?v=GDwWiyS6s4o</a:t>
            </a:r>
            <a:endParaRPr lang="fr-FR" dirty="0"/>
          </a:p>
          <a:p>
            <a:endParaRPr lang="fr-FR" dirty="0"/>
          </a:p>
        </p:txBody>
      </p:sp>
    </p:spTree>
    <p:extLst>
      <p:ext uri="{BB962C8B-B14F-4D97-AF65-F5344CB8AC3E}">
        <p14:creationId xmlns:p14="http://schemas.microsoft.com/office/powerpoint/2010/main" val="16289045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 xmlns:a16="http://schemas.microsoft.com/office/drawing/2014/main" id="{E368083F-7E34-7B4A-E2AA-54535A11CBCD}"/>
            </a:ext>
          </a:extLst>
        </p:cNvPr>
        <p:cNvGrpSpPr/>
        <p:nvPr/>
      </p:nvGrpSpPr>
      <p:grpSpPr>
        <a:xfrm>
          <a:off x="0" y="0"/>
          <a:ext cx="0" cy="0"/>
          <a:chOff x="0" y="0"/>
          <a:chExt cx="0" cy="0"/>
        </a:xfrm>
      </p:grpSpPr>
      <p:sp>
        <p:nvSpPr>
          <p:cNvPr id="2" name="Espace réservé du numéro de diapositive 1">
            <a:extLst>
              <a:ext uri="{FF2B5EF4-FFF2-40B4-BE49-F238E27FC236}">
                <a16:creationId xmlns="" xmlns:a16="http://schemas.microsoft.com/office/drawing/2014/main" id="{8C3EAD09-5FE6-94C1-25FC-509F79EB2F0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27</a:t>
            </a:fld>
            <a:endParaRPr lang="fr-FR"/>
          </a:p>
        </p:txBody>
      </p:sp>
      <p:pic>
        <p:nvPicPr>
          <p:cNvPr id="5" name="Image 4">
            <a:extLst>
              <a:ext uri="{FF2B5EF4-FFF2-40B4-BE49-F238E27FC236}">
                <a16:creationId xmlns="" xmlns:a16="http://schemas.microsoft.com/office/drawing/2014/main" id="{6182EAC7-9773-1C0A-3E2E-A718970AF7F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39492" y="70223"/>
            <a:ext cx="1090163" cy="981979"/>
          </a:xfrm>
          <a:prstGeom prst="rect">
            <a:avLst/>
          </a:prstGeom>
          <a:noFill/>
          <a:ln>
            <a:noFill/>
          </a:ln>
        </p:spPr>
      </p:pic>
      <p:pic>
        <p:nvPicPr>
          <p:cNvPr id="6" name="officeArt object">
            <a:extLst>
              <a:ext uri="{FF2B5EF4-FFF2-40B4-BE49-F238E27FC236}">
                <a16:creationId xmlns="" xmlns:a16="http://schemas.microsoft.com/office/drawing/2014/main" id="{2AE015F8-0543-C5FC-AF77-765C4E716972}"/>
              </a:ext>
            </a:extLst>
          </p:cNvPr>
          <p:cNvPicPr/>
          <p:nvPr/>
        </p:nvPicPr>
        <p:blipFill rotWithShape="1">
          <a:blip r:embed="rId4"/>
          <a:srcRect l="12854" r="8048"/>
          <a:stretch/>
        </p:blipFill>
        <p:spPr>
          <a:xfrm>
            <a:off x="9840279" y="0"/>
            <a:ext cx="1199213" cy="1506125"/>
          </a:xfrm>
          <a:prstGeom prst="rect">
            <a:avLst/>
          </a:prstGeom>
          <a:ln w="12700" cap="flat">
            <a:noFill/>
            <a:miter lim="400000"/>
          </a:ln>
          <a:effectLst/>
        </p:spPr>
      </p:pic>
      <p:sp>
        <p:nvSpPr>
          <p:cNvPr id="8" name="Espace réservé du pied de page 7">
            <a:extLst>
              <a:ext uri="{FF2B5EF4-FFF2-40B4-BE49-F238E27FC236}">
                <a16:creationId xmlns="" xmlns:a16="http://schemas.microsoft.com/office/drawing/2014/main" id="{FFCB988B-317A-5B35-DEC6-44C8D54F1FA4}"/>
              </a:ext>
            </a:extLst>
          </p:cNvPr>
          <p:cNvSpPr>
            <a:spLocks noGrp="1"/>
          </p:cNvSpPr>
          <p:nvPr>
            <p:ph type="ftr" idx="11"/>
          </p:nvPr>
        </p:nvSpPr>
        <p:spPr/>
        <p:txBody>
          <a:bodyPr/>
          <a:lstStyle/>
          <a:p>
            <a:r>
              <a:rPr lang="fr-FR" dirty="0"/>
              <a:t>Dr. Ibrahim Niang</a:t>
            </a:r>
          </a:p>
        </p:txBody>
      </p:sp>
      <p:sp>
        <p:nvSpPr>
          <p:cNvPr id="3" name="Rectangle 2">
            <a:extLst>
              <a:ext uri="{FF2B5EF4-FFF2-40B4-BE49-F238E27FC236}">
                <a16:creationId xmlns="" xmlns:a16="http://schemas.microsoft.com/office/drawing/2014/main" id="{8F76ABD4-AEB2-CAA7-8ECD-D2EE54E8134A}"/>
              </a:ext>
            </a:extLst>
          </p:cNvPr>
          <p:cNvSpPr/>
          <p:nvPr/>
        </p:nvSpPr>
        <p:spPr>
          <a:xfrm>
            <a:off x="-63745" y="-107207"/>
            <a:ext cx="5199163" cy="1309654"/>
          </a:xfrm>
          <a:prstGeom prst="rect">
            <a:avLst/>
          </a:prstGeom>
        </p:spPr>
        <p:txBody>
          <a:bodyPr wrap="square">
            <a:spAutoFit/>
          </a:bodyPr>
          <a:lstStyle/>
          <a:p>
            <a:pPr marL="571500" indent="-571500">
              <a:lnSpc>
                <a:spcPct val="150000"/>
              </a:lnSpc>
              <a:buClr>
                <a:srgbClr val="1F3864"/>
              </a:buClr>
              <a:buSzPct val="65000"/>
              <a:buFont typeface="+mj-lt"/>
              <a:buAutoNum type="romanUcPeriod" startAt="2"/>
            </a:pPr>
            <a:r>
              <a:rPr lang="fr-FR" sz="3200" b="1" dirty="0">
                <a:solidFill>
                  <a:srgbClr val="1F3864"/>
                </a:solidFill>
                <a:latin typeface="Aptos" panose="020B0004020202020204" pitchFamily="34" charset="0"/>
                <a:ea typeface="Calibri"/>
                <a:cs typeface="Calibri"/>
                <a:sym typeface="Calibri"/>
              </a:rPr>
              <a:t>Gros œuvre </a:t>
            </a:r>
          </a:p>
          <a:p>
            <a:pPr>
              <a:lnSpc>
                <a:spcPct val="150000"/>
              </a:lnSpc>
            </a:pPr>
            <a:endParaRPr lang="fr-FR" sz="2400" dirty="0">
              <a:solidFill>
                <a:srgbClr val="1F3864"/>
              </a:solidFill>
              <a:latin typeface="Proxima Nova"/>
              <a:cs typeface="Calibri"/>
              <a:sym typeface="Calibri"/>
            </a:endParaRPr>
          </a:p>
        </p:txBody>
      </p:sp>
      <p:sp>
        <p:nvSpPr>
          <p:cNvPr id="10" name="ZoneTexte 9">
            <a:extLst>
              <a:ext uri="{FF2B5EF4-FFF2-40B4-BE49-F238E27FC236}">
                <a16:creationId xmlns="" xmlns:a16="http://schemas.microsoft.com/office/drawing/2014/main" id="{EC2A0E86-EE16-63A2-1990-2B8A6DC1075A}"/>
              </a:ext>
            </a:extLst>
          </p:cNvPr>
          <p:cNvSpPr txBox="1"/>
          <p:nvPr/>
        </p:nvSpPr>
        <p:spPr>
          <a:xfrm>
            <a:off x="1949503" y="1051491"/>
            <a:ext cx="7461994" cy="523220"/>
          </a:xfrm>
          <a:prstGeom prst="rect">
            <a:avLst/>
          </a:prstGeom>
          <a:noFill/>
        </p:spPr>
        <p:txBody>
          <a:bodyPr wrap="square">
            <a:spAutoFit/>
          </a:bodyPr>
          <a:lstStyle/>
          <a:p>
            <a:pPr algn="ctr"/>
            <a:r>
              <a:rPr lang="fr-FR" sz="2800" dirty="0">
                <a:ln w="0"/>
                <a:solidFill>
                  <a:srgbClr val="1F3864"/>
                </a:solidFill>
                <a:latin typeface="Aptos" panose="020B0004020202020204" pitchFamily="34" charset="0"/>
              </a:rPr>
              <a:t>Fondation  </a:t>
            </a:r>
          </a:p>
        </p:txBody>
      </p:sp>
      <p:sp>
        <p:nvSpPr>
          <p:cNvPr id="11" name="ZoneTexte 10">
            <a:extLst>
              <a:ext uri="{FF2B5EF4-FFF2-40B4-BE49-F238E27FC236}">
                <a16:creationId xmlns="" xmlns:a16="http://schemas.microsoft.com/office/drawing/2014/main" id="{43428BD4-1509-0B78-1802-7F4105913B39}"/>
              </a:ext>
            </a:extLst>
          </p:cNvPr>
          <p:cNvSpPr txBox="1"/>
          <p:nvPr/>
        </p:nvSpPr>
        <p:spPr>
          <a:xfrm>
            <a:off x="0" y="2974263"/>
            <a:ext cx="5994959" cy="2585323"/>
          </a:xfrm>
          <a:prstGeom prst="rect">
            <a:avLst/>
          </a:prstGeom>
          <a:noFill/>
        </p:spPr>
        <p:txBody>
          <a:bodyPr wrap="square">
            <a:spAutoFit/>
          </a:bodyPr>
          <a:lstStyle/>
          <a:p>
            <a:r>
              <a:rPr lang="fr-FR" b="1" dirty="0"/>
              <a:t>2. Type de fondation </a:t>
            </a:r>
          </a:p>
          <a:p>
            <a:pPr marL="285750" indent="-285750">
              <a:buFont typeface="Arial" panose="020B0604020202020204" pitchFamily="34" charset="0"/>
              <a:buChar char="•"/>
            </a:pPr>
            <a:r>
              <a:rPr lang="fr-FR" b="1" dirty="0"/>
              <a:t>Fondations superficielles: </a:t>
            </a:r>
            <a:r>
              <a:rPr lang="fr-FR" dirty="0"/>
              <a:t>Utilisées lorsque le sol proche de la surface est stable et résistant.</a:t>
            </a:r>
          </a:p>
          <a:p>
            <a:pPr marL="742950" lvl="1" indent="-285750">
              <a:buFont typeface="Arial" panose="020B0604020202020204" pitchFamily="34" charset="0"/>
              <a:buChar char="•"/>
            </a:pPr>
            <a:r>
              <a:rPr lang="fr-FR" u="sng" dirty="0">
                <a:solidFill>
                  <a:srgbClr val="FF0000"/>
                </a:solidFill>
              </a:rPr>
              <a:t>Semelles isolées </a:t>
            </a:r>
            <a:r>
              <a:rPr lang="fr-FR" dirty="0">
                <a:solidFill>
                  <a:srgbClr val="FF0000"/>
                </a:solidFill>
              </a:rPr>
              <a:t>: Soutiennent les poteaux individuels.</a:t>
            </a:r>
          </a:p>
          <a:p>
            <a:pPr marL="742950" lvl="1" indent="-285750">
              <a:buFont typeface="Arial" panose="020B0604020202020204" pitchFamily="34" charset="0"/>
              <a:buChar char="•"/>
            </a:pPr>
            <a:r>
              <a:rPr lang="fr-FR" u="sng" dirty="0"/>
              <a:t>Semelles filantes : </a:t>
            </a:r>
            <a:r>
              <a:rPr lang="fr-FR" dirty="0"/>
              <a:t>Répartissent les charges sous les murs porteurs.</a:t>
            </a:r>
          </a:p>
          <a:p>
            <a:pPr marL="742950" lvl="1" indent="-285750">
              <a:buFont typeface="Arial" panose="020B0604020202020204" pitchFamily="34" charset="0"/>
              <a:buChar char="•"/>
            </a:pPr>
            <a:r>
              <a:rPr lang="fr-FR" u="sng" dirty="0"/>
              <a:t>Radier</a:t>
            </a:r>
            <a:r>
              <a:rPr lang="fr-FR" dirty="0"/>
              <a:t> : Plaque en béton armé couvrant toute la surface, utilisé pour les sols peu homogènes.</a:t>
            </a:r>
          </a:p>
        </p:txBody>
      </p:sp>
      <p:sp>
        <p:nvSpPr>
          <p:cNvPr id="7" name="ZoneTexte 6">
            <a:extLst>
              <a:ext uri="{FF2B5EF4-FFF2-40B4-BE49-F238E27FC236}">
                <a16:creationId xmlns="" xmlns:a16="http://schemas.microsoft.com/office/drawing/2014/main" id="{05258032-6B1A-3DD1-61F3-859F4DDD9126}"/>
              </a:ext>
            </a:extLst>
          </p:cNvPr>
          <p:cNvSpPr txBox="1"/>
          <p:nvPr/>
        </p:nvSpPr>
        <p:spPr>
          <a:xfrm>
            <a:off x="1799356" y="1506125"/>
            <a:ext cx="8457564" cy="923330"/>
          </a:xfrm>
          <a:prstGeom prst="rect">
            <a:avLst/>
          </a:prstGeom>
          <a:noFill/>
        </p:spPr>
        <p:txBody>
          <a:bodyPr wrap="square">
            <a:spAutoFit/>
          </a:bodyPr>
          <a:lstStyle/>
          <a:p>
            <a:pPr algn="ctr"/>
            <a:r>
              <a:rPr lang="fr-FR" dirty="0"/>
              <a:t>Les </a:t>
            </a:r>
            <a:r>
              <a:rPr lang="fr-FR" b="1" dirty="0"/>
              <a:t>fondations</a:t>
            </a:r>
            <a:r>
              <a:rPr lang="fr-FR" dirty="0"/>
              <a:t> d’un bâtiment constituent la </a:t>
            </a:r>
            <a:r>
              <a:rPr lang="fr-FR" b="1" dirty="0"/>
              <a:t>base structurelle </a:t>
            </a:r>
            <a:r>
              <a:rPr lang="fr-FR" dirty="0"/>
              <a:t>qui transmet et répartit les </a:t>
            </a:r>
            <a:r>
              <a:rPr lang="fr-FR" b="1" dirty="0"/>
              <a:t>charges de l’édifice au sol de manière sûre et stable</a:t>
            </a:r>
            <a:r>
              <a:rPr lang="fr-FR" dirty="0"/>
              <a:t>. Elles jouent un rôle crucial dans la durabilité et la sécurité de l'ouvrage.</a:t>
            </a:r>
          </a:p>
        </p:txBody>
      </p:sp>
      <p:pic>
        <p:nvPicPr>
          <p:cNvPr id="8196" name="Picture 4" descr="La différence entre semelle filante et isolée Semelle isolée : ——————— qui  sont les fondations de poteaux. Semelles filantes : ————————- qui sont les  fondations des murs, surtout les murs en parpaings">
            <a:extLst>
              <a:ext uri="{FF2B5EF4-FFF2-40B4-BE49-F238E27FC236}">
                <a16:creationId xmlns="" xmlns:a16="http://schemas.microsoft.com/office/drawing/2014/main" id="{69E8FFBD-E550-4B16-D9B7-03F60727715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917875" y="1920962"/>
            <a:ext cx="1083156" cy="800954"/>
          </a:xfrm>
          <a:prstGeom prst="rect">
            <a:avLst/>
          </a:prstGeom>
          <a:noFill/>
          <a:extLst>
            <a:ext uri="{909E8E84-426E-40DD-AFC4-6F175D3DCCD1}">
              <a14:hiddenFill xmlns:a14="http://schemas.microsoft.com/office/drawing/2010/main">
                <a:solidFill>
                  <a:srgbClr val="FFFFFF"/>
                </a:solidFill>
              </a14:hiddenFill>
            </a:ext>
          </a:extLst>
        </p:spPr>
      </p:pic>
      <p:pic>
        <p:nvPicPr>
          <p:cNvPr id="14" name="Image 13">
            <a:extLst>
              <a:ext uri="{FF2B5EF4-FFF2-40B4-BE49-F238E27FC236}">
                <a16:creationId xmlns="" xmlns:a16="http://schemas.microsoft.com/office/drawing/2014/main" id="{916C1384-071F-D12E-1EF7-209AE606FFC9}"/>
              </a:ext>
            </a:extLst>
          </p:cNvPr>
          <p:cNvPicPr>
            <a:picLocks noChangeAspect="1"/>
          </p:cNvPicPr>
          <p:nvPr/>
        </p:nvPicPr>
        <p:blipFill>
          <a:blip r:embed="rId6"/>
          <a:stretch>
            <a:fillRect/>
          </a:stretch>
        </p:blipFill>
        <p:spPr>
          <a:xfrm>
            <a:off x="7822064" y="2884089"/>
            <a:ext cx="2617821" cy="1562679"/>
          </a:xfrm>
          <a:prstGeom prst="rect">
            <a:avLst/>
          </a:prstGeom>
        </p:spPr>
      </p:pic>
      <p:pic>
        <p:nvPicPr>
          <p:cNvPr id="17" name="Image 16">
            <a:extLst>
              <a:ext uri="{FF2B5EF4-FFF2-40B4-BE49-F238E27FC236}">
                <a16:creationId xmlns="" xmlns:a16="http://schemas.microsoft.com/office/drawing/2014/main" id="{FC733911-59E4-4B9D-23B3-67B01F32A847}"/>
              </a:ext>
            </a:extLst>
          </p:cNvPr>
          <p:cNvPicPr>
            <a:picLocks noChangeAspect="1"/>
          </p:cNvPicPr>
          <p:nvPr/>
        </p:nvPicPr>
        <p:blipFill>
          <a:blip r:embed="rId7"/>
          <a:stretch>
            <a:fillRect/>
          </a:stretch>
        </p:blipFill>
        <p:spPr>
          <a:xfrm>
            <a:off x="7822064" y="4786229"/>
            <a:ext cx="3010320" cy="1171739"/>
          </a:xfrm>
          <a:prstGeom prst="rect">
            <a:avLst/>
          </a:prstGeom>
        </p:spPr>
      </p:pic>
    </p:spTree>
    <p:extLst>
      <p:ext uri="{BB962C8B-B14F-4D97-AF65-F5344CB8AC3E}">
        <p14:creationId xmlns:p14="http://schemas.microsoft.com/office/powerpoint/2010/main" val="21971554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 xmlns:a16="http://schemas.microsoft.com/office/drawing/2014/main" id="{3760DE97-4B67-AFC1-9699-EC48A02B8E8A}"/>
            </a:ext>
          </a:extLst>
        </p:cNvPr>
        <p:cNvGrpSpPr/>
        <p:nvPr/>
      </p:nvGrpSpPr>
      <p:grpSpPr>
        <a:xfrm>
          <a:off x="0" y="0"/>
          <a:ext cx="0" cy="0"/>
          <a:chOff x="0" y="0"/>
          <a:chExt cx="0" cy="0"/>
        </a:xfrm>
      </p:grpSpPr>
      <p:sp>
        <p:nvSpPr>
          <p:cNvPr id="2" name="Espace réservé du numéro de diapositive 1">
            <a:extLst>
              <a:ext uri="{FF2B5EF4-FFF2-40B4-BE49-F238E27FC236}">
                <a16:creationId xmlns="" xmlns:a16="http://schemas.microsoft.com/office/drawing/2014/main" id="{9DA61079-32F1-9043-B5C6-A1AD3406BEC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28</a:t>
            </a:fld>
            <a:endParaRPr lang="fr-FR"/>
          </a:p>
        </p:txBody>
      </p:sp>
      <p:pic>
        <p:nvPicPr>
          <p:cNvPr id="5" name="Image 4">
            <a:extLst>
              <a:ext uri="{FF2B5EF4-FFF2-40B4-BE49-F238E27FC236}">
                <a16:creationId xmlns="" xmlns:a16="http://schemas.microsoft.com/office/drawing/2014/main" id="{FE5C466E-A4D3-A82B-E9C1-B1B269687D3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39492" y="70223"/>
            <a:ext cx="1090163" cy="981979"/>
          </a:xfrm>
          <a:prstGeom prst="rect">
            <a:avLst/>
          </a:prstGeom>
          <a:noFill/>
          <a:ln>
            <a:noFill/>
          </a:ln>
        </p:spPr>
      </p:pic>
      <p:pic>
        <p:nvPicPr>
          <p:cNvPr id="6" name="officeArt object">
            <a:extLst>
              <a:ext uri="{FF2B5EF4-FFF2-40B4-BE49-F238E27FC236}">
                <a16:creationId xmlns="" xmlns:a16="http://schemas.microsoft.com/office/drawing/2014/main" id="{D41E90DD-35B7-F115-7414-1D56C6B8EB2A}"/>
              </a:ext>
            </a:extLst>
          </p:cNvPr>
          <p:cNvPicPr/>
          <p:nvPr/>
        </p:nvPicPr>
        <p:blipFill rotWithShape="1">
          <a:blip r:embed="rId4"/>
          <a:srcRect l="12854" r="8048"/>
          <a:stretch/>
        </p:blipFill>
        <p:spPr>
          <a:xfrm>
            <a:off x="9840279" y="0"/>
            <a:ext cx="1199213" cy="1506125"/>
          </a:xfrm>
          <a:prstGeom prst="rect">
            <a:avLst/>
          </a:prstGeom>
          <a:ln w="12700" cap="flat">
            <a:noFill/>
            <a:miter lim="400000"/>
          </a:ln>
          <a:effectLst/>
        </p:spPr>
      </p:pic>
      <p:sp>
        <p:nvSpPr>
          <p:cNvPr id="8" name="Espace réservé du pied de page 7">
            <a:extLst>
              <a:ext uri="{FF2B5EF4-FFF2-40B4-BE49-F238E27FC236}">
                <a16:creationId xmlns="" xmlns:a16="http://schemas.microsoft.com/office/drawing/2014/main" id="{6F2C6C27-A6BD-1C5C-0DF5-51B2133E9255}"/>
              </a:ext>
            </a:extLst>
          </p:cNvPr>
          <p:cNvSpPr>
            <a:spLocks noGrp="1"/>
          </p:cNvSpPr>
          <p:nvPr>
            <p:ph type="ftr" idx="11"/>
          </p:nvPr>
        </p:nvSpPr>
        <p:spPr/>
        <p:txBody>
          <a:bodyPr/>
          <a:lstStyle/>
          <a:p>
            <a:r>
              <a:rPr lang="fr-FR" dirty="0"/>
              <a:t>Dr. Ibrahim Niang</a:t>
            </a:r>
          </a:p>
        </p:txBody>
      </p:sp>
      <p:sp>
        <p:nvSpPr>
          <p:cNvPr id="3" name="Rectangle 2">
            <a:extLst>
              <a:ext uri="{FF2B5EF4-FFF2-40B4-BE49-F238E27FC236}">
                <a16:creationId xmlns="" xmlns:a16="http://schemas.microsoft.com/office/drawing/2014/main" id="{053D6CB6-B285-FD88-2C95-95A041DF94E8}"/>
              </a:ext>
            </a:extLst>
          </p:cNvPr>
          <p:cNvSpPr/>
          <p:nvPr/>
        </p:nvSpPr>
        <p:spPr>
          <a:xfrm>
            <a:off x="-63745" y="-107207"/>
            <a:ext cx="5199163" cy="1309654"/>
          </a:xfrm>
          <a:prstGeom prst="rect">
            <a:avLst/>
          </a:prstGeom>
        </p:spPr>
        <p:txBody>
          <a:bodyPr wrap="square">
            <a:spAutoFit/>
          </a:bodyPr>
          <a:lstStyle/>
          <a:p>
            <a:pPr marL="571500" indent="-571500">
              <a:lnSpc>
                <a:spcPct val="150000"/>
              </a:lnSpc>
              <a:buClr>
                <a:srgbClr val="1F3864"/>
              </a:buClr>
              <a:buSzPct val="65000"/>
              <a:buFont typeface="+mj-lt"/>
              <a:buAutoNum type="romanUcPeriod" startAt="2"/>
            </a:pPr>
            <a:r>
              <a:rPr lang="fr-FR" sz="3200" b="1" dirty="0">
                <a:solidFill>
                  <a:srgbClr val="1F3864"/>
                </a:solidFill>
                <a:latin typeface="Aptos" panose="020B0004020202020204" pitchFamily="34" charset="0"/>
                <a:ea typeface="Calibri"/>
                <a:cs typeface="Calibri"/>
                <a:sym typeface="Calibri"/>
              </a:rPr>
              <a:t>Gros œuvre </a:t>
            </a:r>
          </a:p>
          <a:p>
            <a:pPr>
              <a:lnSpc>
                <a:spcPct val="150000"/>
              </a:lnSpc>
            </a:pPr>
            <a:endParaRPr lang="fr-FR" sz="2400" dirty="0">
              <a:solidFill>
                <a:srgbClr val="1F3864"/>
              </a:solidFill>
              <a:latin typeface="Proxima Nova"/>
              <a:cs typeface="Calibri"/>
              <a:sym typeface="Calibri"/>
            </a:endParaRPr>
          </a:p>
        </p:txBody>
      </p:sp>
      <p:sp>
        <p:nvSpPr>
          <p:cNvPr id="10" name="ZoneTexte 9">
            <a:extLst>
              <a:ext uri="{FF2B5EF4-FFF2-40B4-BE49-F238E27FC236}">
                <a16:creationId xmlns="" xmlns:a16="http://schemas.microsoft.com/office/drawing/2014/main" id="{B9B05764-2826-4700-7EF9-AA6FB2950651}"/>
              </a:ext>
            </a:extLst>
          </p:cNvPr>
          <p:cNvSpPr txBox="1"/>
          <p:nvPr/>
        </p:nvSpPr>
        <p:spPr>
          <a:xfrm>
            <a:off x="1949503" y="1051491"/>
            <a:ext cx="7461994" cy="523220"/>
          </a:xfrm>
          <a:prstGeom prst="rect">
            <a:avLst/>
          </a:prstGeom>
          <a:noFill/>
        </p:spPr>
        <p:txBody>
          <a:bodyPr wrap="square">
            <a:spAutoFit/>
          </a:bodyPr>
          <a:lstStyle/>
          <a:p>
            <a:pPr algn="ctr"/>
            <a:r>
              <a:rPr lang="fr-FR" sz="2800" dirty="0">
                <a:ln w="0"/>
                <a:solidFill>
                  <a:srgbClr val="1F3864"/>
                </a:solidFill>
                <a:latin typeface="Aptos" panose="020B0004020202020204" pitchFamily="34" charset="0"/>
              </a:rPr>
              <a:t>Fondation  </a:t>
            </a:r>
          </a:p>
        </p:txBody>
      </p:sp>
      <p:sp>
        <p:nvSpPr>
          <p:cNvPr id="11" name="ZoneTexte 10">
            <a:extLst>
              <a:ext uri="{FF2B5EF4-FFF2-40B4-BE49-F238E27FC236}">
                <a16:creationId xmlns="" xmlns:a16="http://schemas.microsoft.com/office/drawing/2014/main" id="{B63B1518-9BAB-CDED-35B4-B0BCA06A042B}"/>
              </a:ext>
            </a:extLst>
          </p:cNvPr>
          <p:cNvSpPr txBox="1"/>
          <p:nvPr/>
        </p:nvSpPr>
        <p:spPr>
          <a:xfrm>
            <a:off x="0" y="2974263"/>
            <a:ext cx="5994959" cy="2585323"/>
          </a:xfrm>
          <a:prstGeom prst="rect">
            <a:avLst/>
          </a:prstGeom>
          <a:noFill/>
        </p:spPr>
        <p:txBody>
          <a:bodyPr wrap="square">
            <a:spAutoFit/>
          </a:bodyPr>
          <a:lstStyle/>
          <a:p>
            <a:r>
              <a:rPr lang="fr-FR" b="1" dirty="0"/>
              <a:t>2. Type de fondation </a:t>
            </a:r>
          </a:p>
          <a:p>
            <a:pPr marL="285750" indent="-285750">
              <a:buFont typeface="Arial" panose="020B0604020202020204" pitchFamily="34" charset="0"/>
              <a:buChar char="•"/>
            </a:pPr>
            <a:r>
              <a:rPr lang="fr-FR" b="1" dirty="0"/>
              <a:t>Fondations superficielles: </a:t>
            </a:r>
            <a:r>
              <a:rPr lang="fr-FR" dirty="0"/>
              <a:t>Utilisées lorsque le sol proche de la surface est stable et résistant.</a:t>
            </a:r>
          </a:p>
          <a:p>
            <a:pPr marL="742950" lvl="1" indent="-285750">
              <a:buFont typeface="Arial" panose="020B0604020202020204" pitchFamily="34" charset="0"/>
              <a:buChar char="•"/>
            </a:pPr>
            <a:r>
              <a:rPr lang="fr-FR" u="sng" dirty="0">
                <a:solidFill>
                  <a:srgbClr val="FF0000"/>
                </a:solidFill>
              </a:rPr>
              <a:t>Semelles isolées </a:t>
            </a:r>
            <a:r>
              <a:rPr lang="fr-FR" dirty="0">
                <a:solidFill>
                  <a:srgbClr val="FF0000"/>
                </a:solidFill>
              </a:rPr>
              <a:t>: Soutiennent les poteaux individuels.</a:t>
            </a:r>
          </a:p>
          <a:p>
            <a:pPr marL="742950" lvl="1" indent="-285750">
              <a:buFont typeface="Arial" panose="020B0604020202020204" pitchFamily="34" charset="0"/>
              <a:buChar char="•"/>
            </a:pPr>
            <a:r>
              <a:rPr lang="fr-FR" u="sng" dirty="0"/>
              <a:t>Semelles filantes : </a:t>
            </a:r>
            <a:r>
              <a:rPr lang="fr-FR" dirty="0"/>
              <a:t>Répartissent les charges sous les murs porteurs.</a:t>
            </a:r>
          </a:p>
          <a:p>
            <a:pPr marL="742950" lvl="1" indent="-285750">
              <a:buFont typeface="Arial" panose="020B0604020202020204" pitchFamily="34" charset="0"/>
              <a:buChar char="•"/>
            </a:pPr>
            <a:r>
              <a:rPr lang="fr-FR" u="sng" dirty="0"/>
              <a:t>Radier</a:t>
            </a:r>
            <a:r>
              <a:rPr lang="fr-FR" dirty="0"/>
              <a:t> : Plaque en béton armé couvrant toute la surface, utilisé pour les sols peu homogènes.</a:t>
            </a:r>
          </a:p>
        </p:txBody>
      </p:sp>
      <p:sp>
        <p:nvSpPr>
          <p:cNvPr id="7" name="ZoneTexte 6">
            <a:extLst>
              <a:ext uri="{FF2B5EF4-FFF2-40B4-BE49-F238E27FC236}">
                <a16:creationId xmlns="" xmlns:a16="http://schemas.microsoft.com/office/drawing/2014/main" id="{F95ABC1D-19A8-EF59-3825-F4CECCAE3746}"/>
              </a:ext>
            </a:extLst>
          </p:cNvPr>
          <p:cNvSpPr txBox="1"/>
          <p:nvPr/>
        </p:nvSpPr>
        <p:spPr>
          <a:xfrm>
            <a:off x="1799356" y="1506125"/>
            <a:ext cx="8457564" cy="923330"/>
          </a:xfrm>
          <a:prstGeom prst="rect">
            <a:avLst/>
          </a:prstGeom>
          <a:noFill/>
        </p:spPr>
        <p:txBody>
          <a:bodyPr wrap="square">
            <a:spAutoFit/>
          </a:bodyPr>
          <a:lstStyle/>
          <a:p>
            <a:pPr algn="ctr"/>
            <a:r>
              <a:rPr lang="fr-FR" dirty="0"/>
              <a:t>Les </a:t>
            </a:r>
            <a:r>
              <a:rPr lang="fr-FR" b="1" dirty="0"/>
              <a:t>fondations</a:t>
            </a:r>
            <a:r>
              <a:rPr lang="fr-FR" dirty="0"/>
              <a:t> d’un bâtiment constituent la </a:t>
            </a:r>
            <a:r>
              <a:rPr lang="fr-FR" b="1" dirty="0"/>
              <a:t>base structurelle </a:t>
            </a:r>
            <a:r>
              <a:rPr lang="fr-FR" dirty="0"/>
              <a:t>qui transmet et répartit les </a:t>
            </a:r>
            <a:r>
              <a:rPr lang="fr-FR" b="1" dirty="0"/>
              <a:t>charges de l’édifice au sol de manière sûre et stable</a:t>
            </a:r>
            <a:r>
              <a:rPr lang="fr-FR" dirty="0"/>
              <a:t>. Elles jouent un rôle crucial dans la durabilité et la sécurité de l'ouvrage.</a:t>
            </a:r>
          </a:p>
        </p:txBody>
      </p:sp>
      <p:pic>
        <p:nvPicPr>
          <p:cNvPr id="8196" name="Picture 4" descr="La différence entre semelle filante et isolée Semelle isolée : ——————— qui  sont les fondations de poteaux. Semelles filantes : ————————- qui sont les  fondations des murs, surtout les murs en parpaings">
            <a:extLst>
              <a:ext uri="{FF2B5EF4-FFF2-40B4-BE49-F238E27FC236}">
                <a16:creationId xmlns="" xmlns:a16="http://schemas.microsoft.com/office/drawing/2014/main" id="{4A722992-F404-2C91-7A0B-71BF3723D60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917875" y="1920962"/>
            <a:ext cx="1083156" cy="800954"/>
          </a:xfrm>
          <a:prstGeom prst="rect">
            <a:avLst/>
          </a:prstGeom>
          <a:noFill/>
          <a:extLst>
            <a:ext uri="{909E8E84-426E-40DD-AFC4-6F175D3DCCD1}">
              <a14:hiddenFill xmlns:a14="http://schemas.microsoft.com/office/drawing/2010/main">
                <a:solidFill>
                  <a:srgbClr val="FFFFFF"/>
                </a:solidFill>
              </a14:hiddenFill>
            </a:ext>
          </a:extLst>
        </p:spPr>
      </p:pic>
      <p:pic>
        <p:nvPicPr>
          <p:cNvPr id="9" name="Image 8">
            <a:extLst>
              <a:ext uri="{FF2B5EF4-FFF2-40B4-BE49-F238E27FC236}">
                <a16:creationId xmlns="" xmlns:a16="http://schemas.microsoft.com/office/drawing/2014/main" id="{9BA0B33F-FF84-2755-2F3E-BF0322A32039}"/>
              </a:ext>
            </a:extLst>
          </p:cNvPr>
          <p:cNvPicPr>
            <a:picLocks noChangeAspect="1"/>
          </p:cNvPicPr>
          <p:nvPr/>
        </p:nvPicPr>
        <p:blipFill>
          <a:blip r:embed="rId6"/>
          <a:stretch>
            <a:fillRect/>
          </a:stretch>
        </p:blipFill>
        <p:spPr>
          <a:xfrm>
            <a:off x="7354027" y="3012250"/>
            <a:ext cx="3972479" cy="2286319"/>
          </a:xfrm>
          <a:prstGeom prst="rect">
            <a:avLst/>
          </a:prstGeom>
        </p:spPr>
      </p:pic>
      <p:sp>
        <p:nvSpPr>
          <p:cNvPr id="13" name="ZoneTexte 12">
            <a:extLst>
              <a:ext uri="{FF2B5EF4-FFF2-40B4-BE49-F238E27FC236}">
                <a16:creationId xmlns="" xmlns:a16="http://schemas.microsoft.com/office/drawing/2014/main" id="{A370F061-7782-B5FF-4763-7222DD1CBFF0}"/>
              </a:ext>
            </a:extLst>
          </p:cNvPr>
          <p:cNvSpPr txBox="1"/>
          <p:nvPr/>
        </p:nvSpPr>
        <p:spPr>
          <a:xfrm>
            <a:off x="7233782" y="5433020"/>
            <a:ext cx="4355430" cy="276999"/>
          </a:xfrm>
          <a:prstGeom prst="rect">
            <a:avLst/>
          </a:prstGeom>
          <a:noFill/>
        </p:spPr>
        <p:txBody>
          <a:bodyPr wrap="square">
            <a:spAutoFit/>
          </a:bodyPr>
          <a:lstStyle/>
          <a:p>
            <a:pPr algn="ctr"/>
            <a:r>
              <a:rPr lang="fr-FR" sz="1200" dirty="0"/>
              <a:t>Différentes configurations géométriques des semelles isolées</a:t>
            </a:r>
          </a:p>
        </p:txBody>
      </p:sp>
    </p:spTree>
    <p:extLst>
      <p:ext uri="{BB962C8B-B14F-4D97-AF65-F5344CB8AC3E}">
        <p14:creationId xmlns:p14="http://schemas.microsoft.com/office/powerpoint/2010/main" val="14455755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 xmlns:a16="http://schemas.microsoft.com/office/drawing/2014/main" id="{495D1D87-3D2E-853C-5316-342A9DA4DD6D}"/>
            </a:ext>
          </a:extLst>
        </p:cNvPr>
        <p:cNvGrpSpPr/>
        <p:nvPr/>
      </p:nvGrpSpPr>
      <p:grpSpPr>
        <a:xfrm>
          <a:off x="0" y="0"/>
          <a:ext cx="0" cy="0"/>
          <a:chOff x="0" y="0"/>
          <a:chExt cx="0" cy="0"/>
        </a:xfrm>
      </p:grpSpPr>
      <p:sp>
        <p:nvSpPr>
          <p:cNvPr id="2" name="Espace réservé du numéro de diapositive 1">
            <a:extLst>
              <a:ext uri="{FF2B5EF4-FFF2-40B4-BE49-F238E27FC236}">
                <a16:creationId xmlns="" xmlns:a16="http://schemas.microsoft.com/office/drawing/2014/main" id="{CFFC105C-6EAB-C615-91EF-EB73CEB8FCD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29</a:t>
            </a:fld>
            <a:endParaRPr lang="fr-FR"/>
          </a:p>
        </p:txBody>
      </p:sp>
      <p:pic>
        <p:nvPicPr>
          <p:cNvPr id="5" name="Image 4">
            <a:extLst>
              <a:ext uri="{FF2B5EF4-FFF2-40B4-BE49-F238E27FC236}">
                <a16:creationId xmlns="" xmlns:a16="http://schemas.microsoft.com/office/drawing/2014/main" id="{099D49A9-FF05-E7F5-CAFA-B2729EA2C62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39492" y="70223"/>
            <a:ext cx="1090163" cy="981979"/>
          </a:xfrm>
          <a:prstGeom prst="rect">
            <a:avLst/>
          </a:prstGeom>
          <a:noFill/>
          <a:ln>
            <a:noFill/>
          </a:ln>
        </p:spPr>
      </p:pic>
      <p:pic>
        <p:nvPicPr>
          <p:cNvPr id="6" name="officeArt object">
            <a:extLst>
              <a:ext uri="{FF2B5EF4-FFF2-40B4-BE49-F238E27FC236}">
                <a16:creationId xmlns="" xmlns:a16="http://schemas.microsoft.com/office/drawing/2014/main" id="{B8927E7F-6FC3-7399-8799-456B233B0886}"/>
              </a:ext>
            </a:extLst>
          </p:cNvPr>
          <p:cNvPicPr/>
          <p:nvPr/>
        </p:nvPicPr>
        <p:blipFill rotWithShape="1">
          <a:blip r:embed="rId4"/>
          <a:srcRect l="12854" r="8048"/>
          <a:stretch/>
        </p:blipFill>
        <p:spPr>
          <a:xfrm>
            <a:off x="9840279" y="0"/>
            <a:ext cx="1199213" cy="1506125"/>
          </a:xfrm>
          <a:prstGeom prst="rect">
            <a:avLst/>
          </a:prstGeom>
          <a:ln w="12700" cap="flat">
            <a:noFill/>
            <a:miter lim="400000"/>
          </a:ln>
          <a:effectLst/>
        </p:spPr>
      </p:pic>
      <p:sp>
        <p:nvSpPr>
          <p:cNvPr id="8" name="Espace réservé du pied de page 7">
            <a:extLst>
              <a:ext uri="{FF2B5EF4-FFF2-40B4-BE49-F238E27FC236}">
                <a16:creationId xmlns="" xmlns:a16="http://schemas.microsoft.com/office/drawing/2014/main" id="{E9E9C3CA-94CA-B385-1C87-6D3E8C7F1DF2}"/>
              </a:ext>
            </a:extLst>
          </p:cNvPr>
          <p:cNvSpPr>
            <a:spLocks noGrp="1"/>
          </p:cNvSpPr>
          <p:nvPr>
            <p:ph type="ftr" idx="11"/>
          </p:nvPr>
        </p:nvSpPr>
        <p:spPr/>
        <p:txBody>
          <a:bodyPr/>
          <a:lstStyle/>
          <a:p>
            <a:r>
              <a:rPr lang="fr-FR" dirty="0"/>
              <a:t>Dr. Ibrahim Niang</a:t>
            </a:r>
          </a:p>
        </p:txBody>
      </p:sp>
      <p:sp>
        <p:nvSpPr>
          <p:cNvPr id="3" name="Rectangle 2">
            <a:extLst>
              <a:ext uri="{FF2B5EF4-FFF2-40B4-BE49-F238E27FC236}">
                <a16:creationId xmlns="" xmlns:a16="http://schemas.microsoft.com/office/drawing/2014/main" id="{8E92A277-F41D-053A-C15A-8B0F4E69BD00}"/>
              </a:ext>
            </a:extLst>
          </p:cNvPr>
          <p:cNvSpPr/>
          <p:nvPr/>
        </p:nvSpPr>
        <p:spPr>
          <a:xfrm>
            <a:off x="-63745" y="-107207"/>
            <a:ext cx="5199163" cy="1309654"/>
          </a:xfrm>
          <a:prstGeom prst="rect">
            <a:avLst/>
          </a:prstGeom>
        </p:spPr>
        <p:txBody>
          <a:bodyPr wrap="square">
            <a:spAutoFit/>
          </a:bodyPr>
          <a:lstStyle/>
          <a:p>
            <a:pPr marL="571500" indent="-571500">
              <a:lnSpc>
                <a:spcPct val="150000"/>
              </a:lnSpc>
              <a:buClr>
                <a:srgbClr val="1F3864"/>
              </a:buClr>
              <a:buSzPct val="65000"/>
              <a:buFont typeface="+mj-lt"/>
              <a:buAutoNum type="romanUcPeriod" startAt="2"/>
            </a:pPr>
            <a:r>
              <a:rPr lang="fr-FR" sz="3200" b="1" dirty="0">
                <a:solidFill>
                  <a:srgbClr val="1F3864"/>
                </a:solidFill>
                <a:latin typeface="Aptos" panose="020B0004020202020204" pitchFamily="34" charset="0"/>
                <a:ea typeface="Calibri"/>
                <a:cs typeface="Calibri"/>
                <a:sym typeface="Calibri"/>
              </a:rPr>
              <a:t>Gros œuvre </a:t>
            </a:r>
          </a:p>
          <a:p>
            <a:pPr>
              <a:lnSpc>
                <a:spcPct val="150000"/>
              </a:lnSpc>
            </a:pPr>
            <a:endParaRPr lang="fr-FR" sz="2400" dirty="0">
              <a:solidFill>
                <a:srgbClr val="1F3864"/>
              </a:solidFill>
              <a:latin typeface="Proxima Nova"/>
              <a:cs typeface="Calibri"/>
              <a:sym typeface="Calibri"/>
            </a:endParaRPr>
          </a:p>
        </p:txBody>
      </p:sp>
      <p:sp>
        <p:nvSpPr>
          <p:cNvPr id="10" name="ZoneTexte 9">
            <a:extLst>
              <a:ext uri="{FF2B5EF4-FFF2-40B4-BE49-F238E27FC236}">
                <a16:creationId xmlns="" xmlns:a16="http://schemas.microsoft.com/office/drawing/2014/main" id="{7CAC1AC3-5425-709D-0E09-D1A4E3457F35}"/>
              </a:ext>
            </a:extLst>
          </p:cNvPr>
          <p:cNvSpPr txBox="1"/>
          <p:nvPr/>
        </p:nvSpPr>
        <p:spPr>
          <a:xfrm>
            <a:off x="1949503" y="1051491"/>
            <a:ext cx="7461994" cy="523220"/>
          </a:xfrm>
          <a:prstGeom prst="rect">
            <a:avLst/>
          </a:prstGeom>
          <a:noFill/>
        </p:spPr>
        <p:txBody>
          <a:bodyPr wrap="square">
            <a:spAutoFit/>
          </a:bodyPr>
          <a:lstStyle/>
          <a:p>
            <a:pPr algn="ctr"/>
            <a:r>
              <a:rPr lang="fr-FR" sz="2800" dirty="0">
                <a:ln w="0"/>
                <a:solidFill>
                  <a:srgbClr val="1F3864"/>
                </a:solidFill>
                <a:latin typeface="Aptos" panose="020B0004020202020204" pitchFamily="34" charset="0"/>
              </a:rPr>
              <a:t>Fondation  </a:t>
            </a:r>
          </a:p>
        </p:txBody>
      </p:sp>
      <p:sp>
        <p:nvSpPr>
          <p:cNvPr id="11" name="ZoneTexte 10">
            <a:extLst>
              <a:ext uri="{FF2B5EF4-FFF2-40B4-BE49-F238E27FC236}">
                <a16:creationId xmlns="" xmlns:a16="http://schemas.microsoft.com/office/drawing/2014/main" id="{10A236AC-9EF4-A3B7-2008-89A80BB449C1}"/>
              </a:ext>
            </a:extLst>
          </p:cNvPr>
          <p:cNvSpPr txBox="1"/>
          <p:nvPr/>
        </p:nvSpPr>
        <p:spPr>
          <a:xfrm>
            <a:off x="0" y="2974263"/>
            <a:ext cx="5994959" cy="2585323"/>
          </a:xfrm>
          <a:prstGeom prst="rect">
            <a:avLst/>
          </a:prstGeom>
          <a:noFill/>
        </p:spPr>
        <p:txBody>
          <a:bodyPr wrap="square">
            <a:spAutoFit/>
          </a:bodyPr>
          <a:lstStyle/>
          <a:p>
            <a:r>
              <a:rPr lang="fr-FR" b="1" dirty="0"/>
              <a:t>2. Type de fondation </a:t>
            </a:r>
          </a:p>
          <a:p>
            <a:pPr marL="285750" indent="-285750">
              <a:buFont typeface="Arial" panose="020B0604020202020204" pitchFamily="34" charset="0"/>
              <a:buChar char="•"/>
            </a:pPr>
            <a:r>
              <a:rPr lang="fr-FR" b="1" dirty="0"/>
              <a:t>Fondations superficielles: </a:t>
            </a:r>
            <a:r>
              <a:rPr lang="fr-FR" dirty="0"/>
              <a:t>Utilisées lorsque le sol proche de la surface est stable et résistant.</a:t>
            </a:r>
          </a:p>
          <a:p>
            <a:pPr marL="742950" lvl="1" indent="-285750">
              <a:buFont typeface="Arial" panose="020B0604020202020204" pitchFamily="34" charset="0"/>
              <a:buChar char="•"/>
            </a:pPr>
            <a:r>
              <a:rPr lang="fr-FR" u="sng" dirty="0">
                <a:solidFill>
                  <a:srgbClr val="FF0000"/>
                </a:solidFill>
              </a:rPr>
              <a:t>Semelles isolées </a:t>
            </a:r>
            <a:r>
              <a:rPr lang="fr-FR" dirty="0">
                <a:solidFill>
                  <a:srgbClr val="FF0000"/>
                </a:solidFill>
              </a:rPr>
              <a:t>: Soutiennent les poteaux individuels.</a:t>
            </a:r>
          </a:p>
          <a:p>
            <a:pPr marL="742950" lvl="1" indent="-285750">
              <a:buFont typeface="Arial" panose="020B0604020202020204" pitchFamily="34" charset="0"/>
              <a:buChar char="•"/>
            </a:pPr>
            <a:r>
              <a:rPr lang="fr-FR" u="sng" dirty="0"/>
              <a:t>Semelles filantes : </a:t>
            </a:r>
            <a:r>
              <a:rPr lang="fr-FR" dirty="0"/>
              <a:t>Répartissent les charges sous les murs porteurs.</a:t>
            </a:r>
          </a:p>
          <a:p>
            <a:pPr marL="742950" lvl="1" indent="-285750">
              <a:buFont typeface="Arial" panose="020B0604020202020204" pitchFamily="34" charset="0"/>
              <a:buChar char="•"/>
            </a:pPr>
            <a:r>
              <a:rPr lang="fr-FR" u="sng" dirty="0"/>
              <a:t>Radier</a:t>
            </a:r>
            <a:r>
              <a:rPr lang="fr-FR" dirty="0"/>
              <a:t> : Plaque en béton armé couvrant toute la surface, utilisé pour les sols peu homogènes.</a:t>
            </a:r>
          </a:p>
        </p:txBody>
      </p:sp>
      <p:sp>
        <p:nvSpPr>
          <p:cNvPr id="7" name="ZoneTexte 6">
            <a:extLst>
              <a:ext uri="{FF2B5EF4-FFF2-40B4-BE49-F238E27FC236}">
                <a16:creationId xmlns="" xmlns:a16="http://schemas.microsoft.com/office/drawing/2014/main" id="{8DD86D35-86B6-3A48-BD6D-DA12C7827F2E}"/>
              </a:ext>
            </a:extLst>
          </p:cNvPr>
          <p:cNvSpPr txBox="1"/>
          <p:nvPr/>
        </p:nvSpPr>
        <p:spPr>
          <a:xfrm>
            <a:off x="1799356" y="1506125"/>
            <a:ext cx="8457564" cy="923330"/>
          </a:xfrm>
          <a:prstGeom prst="rect">
            <a:avLst/>
          </a:prstGeom>
          <a:noFill/>
        </p:spPr>
        <p:txBody>
          <a:bodyPr wrap="square">
            <a:spAutoFit/>
          </a:bodyPr>
          <a:lstStyle/>
          <a:p>
            <a:pPr algn="ctr"/>
            <a:r>
              <a:rPr lang="fr-FR" dirty="0"/>
              <a:t>Les </a:t>
            </a:r>
            <a:r>
              <a:rPr lang="fr-FR" b="1" dirty="0"/>
              <a:t>fondations</a:t>
            </a:r>
            <a:r>
              <a:rPr lang="fr-FR" dirty="0"/>
              <a:t> d’un bâtiment constituent la </a:t>
            </a:r>
            <a:r>
              <a:rPr lang="fr-FR" b="1" dirty="0"/>
              <a:t>base structurelle </a:t>
            </a:r>
            <a:r>
              <a:rPr lang="fr-FR" dirty="0"/>
              <a:t>qui transmet et répartit les </a:t>
            </a:r>
            <a:r>
              <a:rPr lang="fr-FR" b="1" dirty="0"/>
              <a:t>charges de l’édifice au sol de manière sûre et stable</a:t>
            </a:r>
            <a:r>
              <a:rPr lang="fr-FR" dirty="0"/>
              <a:t>. Elles jouent un rôle crucial dans la durabilité et la sécurité de l'ouvrage.</a:t>
            </a:r>
          </a:p>
        </p:txBody>
      </p:sp>
      <p:pic>
        <p:nvPicPr>
          <p:cNvPr id="8196" name="Picture 4" descr="La différence entre semelle filante et isolée Semelle isolée : ——————— qui  sont les fondations de poteaux. Semelles filantes : ————————- qui sont les  fondations des murs, surtout les murs en parpaings">
            <a:extLst>
              <a:ext uri="{FF2B5EF4-FFF2-40B4-BE49-F238E27FC236}">
                <a16:creationId xmlns="" xmlns:a16="http://schemas.microsoft.com/office/drawing/2014/main" id="{7052782F-D09C-79C6-06D3-77528F12A21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917875" y="1920962"/>
            <a:ext cx="1083156" cy="800954"/>
          </a:xfrm>
          <a:prstGeom prst="rect">
            <a:avLst/>
          </a:prstGeom>
          <a:noFill/>
          <a:extLst>
            <a:ext uri="{909E8E84-426E-40DD-AFC4-6F175D3DCCD1}">
              <a14:hiddenFill xmlns:a14="http://schemas.microsoft.com/office/drawing/2010/main">
                <a:solidFill>
                  <a:srgbClr val="FFFFFF"/>
                </a:solidFill>
              </a14:hiddenFill>
            </a:ext>
          </a:extLst>
        </p:spPr>
      </p:pic>
      <p:pic>
        <p:nvPicPr>
          <p:cNvPr id="12" name="Image 11">
            <a:extLst>
              <a:ext uri="{FF2B5EF4-FFF2-40B4-BE49-F238E27FC236}">
                <a16:creationId xmlns="" xmlns:a16="http://schemas.microsoft.com/office/drawing/2014/main" id="{8C73F190-305D-9E97-15DF-59B023AF53DF}"/>
              </a:ext>
            </a:extLst>
          </p:cNvPr>
          <p:cNvPicPr>
            <a:picLocks noChangeAspect="1"/>
          </p:cNvPicPr>
          <p:nvPr/>
        </p:nvPicPr>
        <p:blipFill>
          <a:blip r:embed="rId6"/>
          <a:srcRect l="60387"/>
          <a:stretch/>
        </p:blipFill>
        <p:spPr>
          <a:xfrm>
            <a:off x="8235649" y="3530160"/>
            <a:ext cx="2803843" cy="2210108"/>
          </a:xfrm>
          <a:prstGeom prst="rect">
            <a:avLst/>
          </a:prstGeom>
        </p:spPr>
      </p:pic>
      <p:pic>
        <p:nvPicPr>
          <p:cNvPr id="15" name="Image 14">
            <a:extLst>
              <a:ext uri="{FF2B5EF4-FFF2-40B4-BE49-F238E27FC236}">
                <a16:creationId xmlns="" xmlns:a16="http://schemas.microsoft.com/office/drawing/2014/main" id="{19A78581-E81F-D005-656A-97C2D9ABF096}"/>
              </a:ext>
            </a:extLst>
          </p:cNvPr>
          <p:cNvPicPr>
            <a:picLocks noChangeAspect="1"/>
          </p:cNvPicPr>
          <p:nvPr/>
        </p:nvPicPr>
        <p:blipFill>
          <a:blip r:embed="rId7"/>
          <a:stretch>
            <a:fillRect/>
          </a:stretch>
        </p:blipFill>
        <p:spPr>
          <a:xfrm>
            <a:off x="7283738" y="2758944"/>
            <a:ext cx="2410161" cy="895475"/>
          </a:xfrm>
          <a:prstGeom prst="rect">
            <a:avLst/>
          </a:prstGeom>
        </p:spPr>
      </p:pic>
      <p:sp>
        <p:nvSpPr>
          <p:cNvPr id="17" name="ZoneTexte 16">
            <a:extLst>
              <a:ext uri="{FF2B5EF4-FFF2-40B4-BE49-F238E27FC236}">
                <a16:creationId xmlns="" xmlns:a16="http://schemas.microsoft.com/office/drawing/2014/main" id="{F60A977C-1209-241C-BDC2-3A7A4B6E9006}"/>
              </a:ext>
            </a:extLst>
          </p:cNvPr>
          <p:cNvSpPr txBox="1"/>
          <p:nvPr/>
        </p:nvSpPr>
        <p:spPr>
          <a:xfrm>
            <a:off x="7955398" y="5963820"/>
            <a:ext cx="6168188" cy="276999"/>
          </a:xfrm>
          <a:prstGeom prst="rect">
            <a:avLst/>
          </a:prstGeom>
          <a:noFill/>
        </p:spPr>
        <p:txBody>
          <a:bodyPr wrap="square">
            <a:spAutoFit/>
          </a:bodyPr>
          <a:lstStyle/>
          <a:p>
            <a:r>
              <a:rPr lang="fr-FR" sz="1200" dirty="0"/>
              <a:t>Disposition des aciers dans une semelle isolée </a:t>
            </a:r>
          </a:p>
        </p:txBody>
      </p:sp>
    </p:spTree>
    <p:extLst>
      <p:ext uri="{BB962C8B-B14F-4D97-AF65-F5344CB8AC3E}">
        <p14:creationId xmlns:p14="http://schemas.microsoft.com/office/powerpoint/2010/main" val="34464778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 xmlns:a16="http://schemas.microsoft.com/office/drawing/2014/main" id="{16D7C13E-42A6-CC22-0C3A-934CB80DC368}"/>
            </a:ext>
          </a:extLst>
        </p:cNvPr>
        <p:cNvGrpSpPr/>
        <p:nvPr/>
      </p:nvGrpSpPr>
      <p:grpSpPr>
        <a:xfrm>
          <a:off x="0" y="0"/>
          <a:ext cx="0" cy="0"/>
          <a:chOff x="0" y="0"/>
          <a:chExt cx="0" cy="0"/>
        </a:xfrm>
      </p:grpSpPr>
      <p:sp>
        <p:nvSpPr>
          <p:cNvPr id="2" name="Espace réservé du numéro de diapositive 1">
            <a:extLst>
              <a:ext uri="{FF2B5EF4-FFF2-40B4-BE49-F238E27FC236}">
                <a16:creationId xmlns="" xmlns:a16="http://schemas.microsoft.com/office/drawing/2014/main" id="{B2743761-F344-1425-725E-66373BCD23B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30</a:t>
            </a:fld>
            <a:endParaRPr lang="fr-FR"/>
          </a:p>
        </p:txBody>
      </p:sp>
      <p:pic>
        <p:nvPicPr>
          <p:cNvPr id="5" name="Image 4">
            <a:extLst>
              <a:ext uri="{FF2B5EF4-FFF2-40B4-BE49-F238E27FC236}">
                <a16:creationId xmlns="" xmlns:a16="http://schemas.microsoft.com/office/drawing/2014/main" id="{D8923B2D-3561-DBF4-16F3-F7DCF184D96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39492" y="70223"/>
            <a:ext cx="1090163" cy="981979"/>
          </a:xfrm>
          <a:prstGeom prst="rect">
            <a:avLst/>
          </a:prstGeom>
          <a:noFill/>
          <a:ln>
            <a:noFill/>
          </a:ln>
        </p:spPr>
      </p:pic>
      <p:pic>
        <p:nvPicPr>
          <p:cNvPr id="6" name="officeArt object">
            <a:extLst>
              <a:ext uri="{FF2B5EF4-FFF2-40B4-BE49-F238E27FC236}">
                <a16:creationId xmlns="" xmlns:a16="http://schemas.microsoft.com/office/drawing/2014/main" id="{AA1E34DC-84AA-F756-56AF-E150142B9B5E}"/>
              </a:ext>
            </a:extLst>
          </p:cNvPr>
          <p:cNvPicPr/>
          <p:nvPr/>
        </p:nvPicPr>
        <p:blipFill rotWithShape="1">
          <a:blip r:embed="rId4"/>
          <a:srcRect l="12854" r="8048"/>
          <a:stretch/>
        </p:blipFill>
        <p:spPr>
          <a:xfrm>
            <a:off x="9840279" y="0"/>
            <a:ext cx="1199213" cy="1506125"/>
          </a:xfrm>
          <a:prstGeom prst="rect">
            <a:avLst/>
          </a:prstGeom>
          <a:ln w="12700" cap="flat">
            <a:noFill/>
            <a:miter lim="400000"/>
          </a:ln>
          <a:effectLst/>
        </p:spPr>
      </p:pic>
      <p:sp>
        <p:nvSpPr>
          <p:cNvPr id="8" name="Espace réservé du pied de page 7">
            <a:extLst>
              <a:ext uri="{FF2B5EF4-FFF2-40B4-BE49-F238E27FC236}">
                <a16:creationId xmlns="" xmlns:a16="http://schemas.microsoft.com/office/drawing/2014/main" id="{AACD60EC-D9EE-4EED-6788-F7D8B343FA1B}"/>
              </a:ext>
            </a:extLst>
          </p:cNvPr>
          <p:cNvSpPr>
            <a:spLocks noGrp="1"/>
          </p:cNvSpPr>
          <p:nvPr>
            <p:ph type="ftr" idx="11"/>
          </p:nvPr>
        </p:nvSpPr>
        <p:spPr/>
        <p:txBody>
          <a:bodyPr/>
          <a:lstStyle/>
          <a:p>
            <a:r>
              <a:rPr lang="fr-FR" dirty="0"/>
              <a:t>Dr. Ibrahim Niang</a:t>
            </a:r>
          </a:p>
        </p:txBody>
      </p:sp>
      <p:sp>
        <p:nvSpPr>
          <p:cNvPr id="3" name="Rectangle 2">
            <a:extLst>
              <a:ext uri="{FF2B5EF4-FFF2-40B4-BE49-F238E27FC236}">
                <a16:creationId xmlns="" xmlns:a16="http://schemas.microsoft.com/office/drawing/2014/main" id="{83CA8F4A-96BA-094E-02A3-ACD0EEA49412}"/>
              </a:ext>
            </a:extLst>
          </p:cNvPr>
          <p:cNvSpPr/>
          <p:nvPr/>
        </p:nvSpPr>
        <p:spPr>
          <a:xfrm>
            <a:off x="-63745" y="-107207"/>
            <a:ext cx="5199163" cy="1309654"/>
          </a:xfrm>
          <a:prstGeom prst="rect">
            <a:avLst/>
          </a:prstGeom>
        </p:spPr>
        <p:txBody>
          <a:bodyPr wrap="square">
            <a:spAutoFit/>
          </a:bodyPr>
          <a:lstStyle/>
          <a:p>
            <a:pPr marL="571500" indent="-571500">
              <a:lnSpc>
                <a:spcPct val="150000"/>
              </a:lnSpc>
              <a:buClr>
                <a:srgbClr val="1F3864"/>
              </a:buClr>
              <a:buSzPct val="65000"/>
              <a:buFont typeface="+mj-lt"/>
              <a:buAutoNum type="romanUcPeriod" startAt="2"/>
            </a:pPr>
            <a:r>
              <a:rPr lang="fr-FR" sz="3200" b="1" dirty="0">
                <a:solidFill>
                  <a:srgbClr val="1F3864"/>
                </a:solidFill>
                <a:latin typeface="Aptos" panose="020B0004020202020204" pitchFamily="34" charset="0"/>
                <a:ea typeface="Calibri"/>
                <a:cs typeface="Calibri"/>
                <a:sym typeface="Calibri"/>
              </a:rPr>
              <a:t>Gros œuvre </a:t>
            </a:r>
          </a:p>
          <a:p>
            <a:pPr>
              <a:lnSpc>
                <a:spcPct val="150000"/>
              </a:lnSpc>
            </a:pPr>
            <a:endParaRPr lang="fr-FR" sz="2400" dirty="0">
              <a:solidFill>
                <a:srgbClr val="1F3864"/>
              </a:solidFill>
              <a:latin typeface="Proxima Nova"/>
              <a:cs typeface="Calibri"/>
              <a:sym typeface="Calibri"/>
            </a:endParaRPr>
          </a:p>
        </p:txBody>
      </p:sp>
      <p:sp>
        <p:nvSpPr>
          <p:cNvPr id="10" name="ZoneTexte 9">
            <a:extLst>
              <a:ext uri="{FF2B5EF4-FFF2-40B4-BE49-F238E27FC236}">
                <a16:creationId xmlns="" xmlns:a16="http://schemas.microsoft.com/office/drawing/2014/main" id="{AAF7B829-CEB3-6B93-0567-2D472A1C5BA4}"/>
              </a:ext>
            </a:extLst>
          </p:cNvPr>
          <p:cNvSpPr txBox="1"/>
          <p:nvPr/>
        </p:nvSpPr>
        <p:spPr>
          <a:xfrm>
            <a:off x="1949503" y="1051491"/>
            <a:ext cx="7461994" cy="523220"/>
          </a:xfrm>
          <a:prstGeom prst="rect">
            <a:avLst/>
          </a:prstGeom>
          <a:noFill/>
        </p:spPr>
        <p:txBody>
          <a:bodyPr wrap="square">
            <a:spAutoFit/>
          </a:bodyPr>
          <a:lstStyle/>
          <a:p>
            <a:pPr algn="ctr"/>
            <a:r>
              <a:rPr lang="fr-FR" sz="2800" dirty="0">
                <a:ln w="0"/>
                <a:solidFill>
                  <a:srgbClr val="1F3864"/>
                </a:solidFill>
                <a:latin typeface="Aptos" panose="020B0004020202020204" pitchFamily="34" charset="0"/>
              </a:rPr>
              <a:t>Fondation  </a:t>
            </a:r>
          </a:p>
        </p:txBody>
      </p:sp>
      <p:sp>
        <p:nvSpPr>
          <p:cNvPr id="11" name="ZoneTexte 10">
            <a:extLst>
              <a:ext uri="{FF2B5EF4-FFF2-40B4-BE49-F238E27FC236}">
                <a16:creationId xmlns="" xmlns:a16="http://schemas.microsoft.com/office/drawing/2014/main" id="{89088C0A-FB92-DF0C-9F69-10135DFCA580}"/>
              </a:ext>
            </a:extLst>
          </p:cNvPr>
          <p:cNvSpPr txBox="1"/>
          <p:nvPr/>
        </p:nvSpPr>
        <p:spPr>
          <a:xfrm>
            <a:off x="0" y="2974263"/>
            <a:ext cx="5994959" cy="2585323"/>
          </a:xfrm>
          <a:prstGeom prst="rect">
            <a:avLst/>
          </a:prstGeom>
          <a:noFill/>
        </p:spPr>
        <p:txBody>
          <a:bodyPr wrap="square">
            <a:spAutoFit/>
          </a:bodyPr>
          <a:lstStyle/>
          <a:p>
            <a:r>
              <a:rPr lang="fr-FR" b="1" dirty="0"/>
              <a:t>2. Type de fondation </a:t>
            </a:r>
          </a:p>
          <a:p>
            <a:pPr marL="285750" indent="-285750">
              <a:buFont typeface="Arial" panose="020B0604020202020204" pitchFamily="34" charset="0"/>
              <a:buChar char="•"/>
            </a:pPr>
            <a:r>
              <a:rPr lang="fr-FR" b="1" dirty="0"/>
              <a:t>Fondations superficielles: </a:t>
            </a:r>
            <a:r>
              <a:rPr lang="fr-FR" dirty="0"/>
              <a:t>Utilisées lorsque le sol proche de la surface est stable et résistant.</a:t>
            </a:r>
          </a:p>
          <a:p>
            <a:pPr marL="742950" lvl="1" indent="-285750">
              <a:buFont typeface="Arial" panose="020B0604020202020204" pitchFamily="34" charset="0"/>
              <a:buChar char="•"/>
            </a:pPr>
            <a:r>
              <a:rPr lang="fr-FR" u="sng" dirty="0"/>
              <a:t>Semelles isolées </a:t>
            </a:r>
            <a:r>
              <a:rPr lang="fr-FR" dirty="0"/>
              <a:t>: Soutiennent les poteaux individuels.</a:t>
            </a:r>
          </a:p>
          <a:p>
            <a:pPr marL="742950" lvl="1" indent="-285750">
              <a:buFont typeface="Arial" panose="020B0604020202020204" pitchFamily="34" charset="0"/>
              <a:buChar char="•"/>
            </a:pPr>
            <a:r>
              <a:rPr lang="fr-FR" u="sng" dirty="0">
                <a:solidFill>
                  <a:srgbClr val="FF0000"/>
                </a:solidFill>
              </a:rPr>
              <a:t>Semelles filantes : </a:t>
            </a:r>
            <a:r>
              <a:rPr lang="fr-FR" dirty="0">
                <a:solidFill>
                  <a:srgbClr val="FF0000"/>
                </a:solidFill>
              </a:rPr>
              <a:t>Répartissent les charges sous les murs porteurs.</a:t>
            </a:r>
          </a:p>
          <a:p>
            <a:pPr marL="742950" lvl="1" indent="-285750">
              <a:buFont typeface="Arial" panose="020B0604020202020204" pitchFamily="34" charset="0"/>
              <a:buChar char="•"/>
            </a:pPr>
            <a:r>
              <a:rPr lang="fr-FR" u="sng" dirty="0"/>
              <a:t>Radier</a:t>
            </a:r>
            <a:r>
              <a:rPr lang="fr-FR" dirty="0"/>
              <a:t> : Plaque en béton armé couvrant toute la surface, utilisé pour les sols peu homogènes.</a:t>
            </a:r>
          </a:p>
        </p:txBody>
      </p:sp>
      <p:sp>
        <p:nvSpPr>
          <p:cNvPr id="7" name="ZoneTexte 6">
            <a:extLst>
              <a:ext uri="{FF2B5EF4-FFF2-40B4-BE49-F238E27FC236}">
                <a16:creationId xmlns="" xmlns:a16="http://schemas.microsoft.com/office/drawing/2014/main" id="{DE9C8390-F256-A6A1-115F-BA5B37A804FF}"/>
              </a:ext>
            </a:extLst>
          </p:cNvPr>
          <p:cNvSpPr txBox="1"/>
          <p:nvPr/>
        </p:nvSpPr>
        <p:spPr>
          <a:xfrm>
            <a:off x="1799356" y="1506125"/>
            <a:ext cx="8457564" cy="923330"/>
          </a:xfrm>
          <a:prstGeom prst="rect">
            <a:avLst/>
          </a:prstGeom>
          <a:noFill/>
        </p:spPr>
        <p:txBody>
          <a:bodyPr wrap="square">
            <a:spAutoFit/>
          </a:bodyPr>
          <a:lstStyle/>
          <a:p>
            <a:pPr algn="ctr"/>
            <a:r>
              <a:rPr lang="fr-FR" dirty="0"/>
              <a:t>Les </a:t>
            </a:r>
            <a:r>
              <a:rPr lang="fr-FR" b="1" dirty="0"/>
              <a:t>fondations</a:t>
            </a:r>
            <a:r>
              <a:rPr lang="fr-FR" dirty="0"/>
              <a:t> d’un bâtiment constituent la </a:t>
            </a:r>
            <a:r>
              <a:rPr lang="fr-FR" b="1" dirty="0"/>
              <a:t>base structurelle </a:t>
            </a:r>
            <a:r>
              <a:rPr lang="fr-FR" dirty="0"/>
              <a:t>qui transmet et répartit les </a:t>
            </a:r>
            <a:r>
              <a:rPr lang="fr-FR" b="1" dirty="0"/>
              <a:t>charges de l’édifice au sol de manière sûre et stable</a:t>
            </a:r>
            <a:r>
              <a:rPr lang="fr-FR" dirty="0"/>
              <a:t>. Elles jouent un rôle crucial dans la durabilité et la sécurité de l'ouvrage.</a:t>
            </a:r>
          </a:p>
        </p:txBody>
      </p:sp>
      <p:sp>
        <p:nvSpPr>
          <p:cNvPr id="13" name="ZoneTexte 12">
            <a:extLst>
              <a:ext uri="{FF2B5EF4-FFF2-40B4-BE49-F238E27FC236}">
                <a16:creationId xmlns="" xmlns:a16="http://schemas.microsoft.com/office/drawing/2014/main" id="{61227378-2B8E-3278-9827-DBA7BCFC441C}"/>
              </a:ext>
            </a:extLst>
          </p:cNvPr>
          <p:cNvSpPr txBox="1"/>
          <p:nvPr/>
        </p:nvSpPr>
        <p:spPr>
          <a:xfrm>
            <a:off x="7115611" y="5769220"/>
            <a:ext cx="1956357" cy="377495"/>
          </a:xfrm>
          <a:prstGeom prst="rect">
            <a:avLst/>
          </a:prstGeom>
          <a:noFill/>
        </p:spPr>
        <p:txBody>
          <a:bodyPr wrap="square">
            <a:spAutoFit/>
          </a:bodyPr>
          <a:lstStyle/>
          <a:p>
            <a:r>
              <a:rPr lang="fr-FR" dirty="0"/>
              <a:t>Semelles filantes </a:t>
            </a:r>
          </a:p>
        </p:txBody>
      </p:sp>
      <p:pic>
        <p:nvPicPr>
          <p:cNvPr id="8202" name="Picture 10" descr="Semelle filante sous mur ou voile.&#10;    ">
            <a:extLst>
              <a:ext uri="{FF2B5EF4-FFF2-40B4-BE49-F238E27FC236}">
                <a16:creationId xmlns="" xmlns:a16="http://schemas.microsoft.com/office/drawing/2014/main" id="{48E7E1C8-94BE-1D85-59D5-A0397077615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775949" y="3183217"/>
            <a:ext cx="3146425" cy="2490657"/>
          </a:xfrm>
          <a:prstGeom prst="rect">
            <a:avLst/>
          </a:prstGeom>
          <a:noFill/>
          <a:extLst>
            <a:ext uri="{909E8E84-426E-40DD-AFC4-6F175D3DCCD1}">
              <a14:hiddenFill xmlns:a14="http://schemas.microsoft.com/office/drawing/2010/main">
                <a:solidFill>
                  <a:srgbClr val="FFFFFF"/>
                </a:solidFill>
              </a14:hiddenFill>
            </a:ext>
          </a:extLst>
        </p:spPr>
      </p:pic>
      <p:sp>
        <p:nvSpPr>
          <p:cNvPr id="14" name="ZoneTexte 13">
            <a:extLst>
              <a:ext uri="{FF2B5EF4-FFF2-40B4-BE49-F238E27FC236}">
                <a16:creationId xmlns="" xmlns:a16="http://schemas.microsoft.com/office/drawing/2014/main" id="{A989C042-6436-9DE7-052C-57DC449514BD}"/>
              </a:ext>
            </a:extLst>
          </p:cNvPr>
          <p:cNvSpPr txBox="1"/>
          <p:nvPr/>
        </p:nvSpPr>
        <p:spPr>
          <a:xfrm>
            <a:off x="10349162" y="5724210"/>
            <a:ext cx="2723147" cy="307777"/>
          </a:xfrm>
          <a:prstGeom prst="rect">
            <a:avLst/>
          </a:prstGeom>
          <a:noFill/>
        </p:spPr>
        <p:txBody>
          <a:bodyPr wrap="square">
            <a:spAutoFit/>
          </a:bodyPr>
          <a:lstStyle/>
          <a:p>
            <a:r>
              <a:rPr lang="fr-FR" sz="1400" dirty="0"/>
              <a:t>techniques-</a:t>
            </a:r>
            <a:r>
              <a:rPr lang="fr-FR" sz="1400" dirty="0" err="1"/>
              <a:t>ingenieur</a:t>
            </a:r>
            <a:endParaRPr lang="fr-FR" sz="1400" dirty="0"/>
          </a:p>
        </p:txBody>
      </p:sp>
      <p:pic>
        <p:nvPicPr>
          <p:cNvPr id="8204" name="Picture 12" descr="Construction : comprendre et calculer les dimensions des semelles">
            <a:extLst>
              <a:ext uri="{FF2B5EF4-FFF2-40B4-BE49-F238E27FC236}">
                <a16:creationId xmlns="" xmlns:a16="http://schemas.microsoft.com/office/drawing/2014/main" id="{2BADFFA0-6EF4-8152-0690-73295B38FF6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96000" y="2580696"/>
            <a:ext cx="2466975" cy="1847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47589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 xmlns:a16="http://schemas.microsoft.com/office/drawing/2014/main" id="{934FAB6F-132A-8058-6382-A8E0FCD5DC8B}"/>
            </a:ext>
          </a:extLst>
        </p:cNvPr>
        <p:cNvGrpSpPr/>
        <p:nvPr/>
      </p:nvGrpSpPr>
      <p:grpSpPr>
        <a:xfrm>
          <a:off x="0" y="0"/>
          <a:ext cx="0" cy="0"/>
          <a:chOff x="0" y="0"/>
          <a:chExt cx="0" cy="0"/>
        </a:xfrm>
      </p:grpSpPr>
      <p:sp>
        <p:nvSpPr>
          <p:cNvPr id="2" name="Espace réservé du numéro de diapositive 1">
            <a:extLst>
              <a:ext uri="{FF2B5EF4-FFF2-40B4-BE49-F238E27FC236}">
                <a16:creationId xmlns="" xmlns:a16="http://schemas.microsoft.com/office/drawing/2014/main" id="{7905BFF2-FD0A-D3F3-2F37-8886E40BC4F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31</a:t>
            </a:fld>
            <a:endParaRPr lang="fr-FR"/>
          </a:p>
        </p:txBody>
      </p:sp>
      <p:pic>
        <p:nvPicPr>
          <p:cNvPr id="5" name="Image 4">
            <a:extLst>
              <a:ext uri="{FF2B5EF4-FFF2-40B4-BE49-F238E27FC236}">
                <a16:creationId xmlns="" xmlns:a16="http://schemas.microsoft.com/office/drawing/2014/main" id="{709E2E2F-B50B-6186-D010-F476743FAAD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39492" y="70223"/>
            <a:ext cx="1090163" cy="981979"/>
          </a:xfrm>
          <a:prstGeom prst="rect">
            <a:avLst/>
          </a:prstGeom>
          <a:noFill/>
          <a:ln>
            <a:noFill/>
          </a:ln>
        </p:spPr>
      </p:pic>
      <p:pic>
        <p:nvPicPr>
          <p:cNvPr id="6" name="officeArt object">
            <a:extLst>
              <a:ext uri="{FF2B5EF4-FFF2-40B4-BE49-F238E27FC236}">
                <a16:creationId xmlns="" xmlns:a16="http://schemas.microsoft.com/office/drawing/2014/main" id="{5AFAE253-31BD-FBD6-433F-E8637721E9CF}"/>
              </a:ext>
            </a:extLst>
          </p:cNvPr>
          <p:cNvPicPr/>
          <p:nvPr/>
        </p:nvPicPr>
        <p:blipFill rotWithShape="1">
          <a:blip r:embed="rId4"/>
          <a:srcRect l="12854" r="8048"/>
          <a:stretch/>
        </p:blipFill>
        <p:spPr>
          <a:xfrm>
            <a:off x="9840279" y="0"/>
            <a:ext cx="1199213" cy="1506125"/>
          </a:xfrm>
          <a:prstGeom prst="rect">
            <a:avLst/>
          </a:prstGeom>
          <a:ln w="12700" cap="flat">
            <a:noFill/>
            <a:miter lim="400000"/>
          </a:ln>
          <a:effectLst/>
        </p:spPr>
      </p:pic>
      <p:sp>
        <p:nvSpPr>
          <p:cNvPr id="8" name="Espace réservé du pied de page 7">
            <a:extLst>
              <a:ext uri="{FF2B5EF4-FFF2-40B4-BE49-F238E27FC236}">
                <a16:creationId xmlns="" xmlns:a16="http://schemas.microsoft.com/office/drawing/2014/main" id="{7A26FD22-1561-7702-6F76-56AB9EE90CCB}"/>
              </a:ext>
            </a:extLst>
          </p:cNvPr>
          <p:cNvSpPr>
            <a:spLocks noGrp="1"/>
          </p:cNvSpPr>
          <p:nvPr>
            <p:ph type="ftr" idx="11"/>
          </p:nvPr>
        </p:nvSpPr>
        <p:spPr/>
        <p:txBody>
          <a:bodyPr/>
          <a:lstStyle/>
          <a:p>
            <a:r>
              <a:rPr lang="fr-FR" dirty="0"/>
              <a:t>Dr. Ibrahim Niang</a:t>
            </a:r>
          </a:p>
        </p:txBody>
      </p:sp>
      <p:sp>
        <p:nvSpPr>
          <p:cNvPr id="3" name="Rectangle 2">
            <a:extLst>
              <a:ext uri="{FF2B5EF4-FFF2-40B4-BE49-F238E27FC236}">
                <a16:creationId xmlns="" xmlns:a16="http://schemas.microsoft.com/office/drawing/2014/main" id="{D23BF61C-323F-0732-94C5-C19BBCBDF6BB}"/>
              </a:ext>
            </a:extLst>
          </p:cNvPr>
          <p:cNvSpPr/>
          <p:nvPr/>
        </p:nvSpPr>
        <p:spPr>
          <a:xfrm>
            <a:off x="-63745" y="-107207"/>
            <a:ext cx="5199163" cy="1309654"/>
          </a:xfrm>
          <a:prstGeom prst="rect">
            <a:avLst/>
          </a:prstGeom>
        </p:spPr>
        <p:txBody>
          <a:bodyPr wrap="square">
            <a:spAutoFit/>
          </a:bodyPr>
          <a:lstStyle/>
          <a:p>
            <a:pPr marL="571500" indent="-571500">
              <a:lnSpc>
                <a:spcPct val="150000"/>
              </a:lnSpc>
              <a:buClr>
                <a:srgbClr val="1F3864"/>
              </a:buClr>
              <a:buSzPct val="65000"/>
              <a:buFont typeface="+mj-lt"/>
              <a:buAutoNum type="romanUcPeriod" startAt="2"/>
            </a:pPr>
            <a:r>
              <a:rPr lang="fr-FR" sz="3200" b="1" dirty="0">
                <a:solidFill>
                  <a:srgbClr val="1F3864"/>
                </a:solidFill>
                <a:latin typeface="Aptos" panose="020B0004020202020204" pitchFamily="34" charset="0"/>
                <a:ea typeface="Calibri"/>
                <a:cs typeface="Calibri"/>
                <a:sym typeface="Calibri"/>
              </a:rPr>
              <a:t>Gros œuvre </a:t>
            </a:r>
          </a:p>
          <a:p>
            <a:pPr>
              <a:lnSpc>
                <a:spcPct val="150000"/>
              </a:lnSpc>
            </a:pPr>
            <a:endParaRPr lang="fr-FR" sz="2400" dirty="0">
              <a:solidFill>
                <a:srgbClr val="1F3864"/>
              </a:solidFill>
              <a:latin typeface="Proxima Nova"/>
              <a:cs typeface="Calibri"/>
              <a:sym typeface="Calibri"/>
            </a:endParaRPr>
          </a:p>
        </p:txBody>
      </p:sp>
      <p:sp>
        <p:nvSpPr>
          <p:cNvPr id="10" name="ZoneTexte 9">
            <a:extLst>
              <a:ext uri="{FF2B5EF4-FFF2-40B4-BE49-F238E27FC236}">
                <a16:creationId xmlns="" xmlns:a16="http://schemas.microsoft.com/office/drawing/2014/main" id="{5DD1E71E-FA05-3354-98F2-9A038B38D8C4}"/>
              </a:ext>
            </a:extLst>
          </p:cNvPr>
          <p:cNvSpPr txBox="1"/>
          <p:nvPr/>
        </p:nvSpPr>
        <p:spPr>
          <a:xfrm>
            <a:off x="1949503" y="1051491"/>
            <a:ext cx="7461994" cy="523220"/>
          </a:xfrm>
          <a:prstGeom prst="rect">
            <a:avLst/>
          </a:prstGeom>
          <a:noFill/>
        </p:spPr>
        <p:txBody>
          <a:bodyPr wrap="square">
            <a:spAutoFit/>
          </a:bodyPr>
          <a:lstStyle/>
          <a:p>
            <a:pPr algn="ctr"/>
            <a:r>
              <a:rPr lang="fr-FR" sz="2800" dirty="0">
                <a:ln w="0"/>
                <a:solidFill>
                  <a:srgbClr val="1F3864"/>
                </a:solidFill>
                <a:latin typeface="Aptos" panose="020B0004020202020204" pitchFamily="34" charset="0"/>
              </a:rPr>
              <a:t>Fondation  </a:t>
            </a:r>
          </a:p>
        </p:txBody>
      </p:sp>
      <p:sp>
        <p:nvSpPr>
          <p:cNvPr id="11" name="ZoneTexte 10">
            <a:extLst>
              <a:ext uri="{FF2B5EF4-FFF2-40B4-BE49-F238E27FC236}">
                <a16:creationId xmlns="" xmlns:a16="http://schemas.microsoft.com/office/drawing/2014/main" id="{1A589960-9E43-731F-AF71-212A1F830DD8}"/>
              </a:ext>
            </a:extLst>
          </p:cNvPr>
          <p:cNvSpPr txBox="1"/>
          <p:nvPr/>
        </p:nvSpPr>
        <p:spPr>
          <a:xfrm>
            <a:off x="0" y="2974263"/>
            <a:ext cx="5994959" cy="2585323"/>
          </a:xfrm>
          <a:prstGeom prst="rect">
            <a:avLst/>
          </a:prstGeom>
          <a:noFill/>
        </p:spPr>
        <p:txBody>
          <a:bodyPr wrap="square">
            <a:spAutoFit/>
          </a:bodyPr>
          <a:lstStyle/>
          <a:p>
            <a:r>
              <a:rPr lang="fr-FR" b="1" dirty="0"/>
              <a:t>2. Type de fondation </a:t>
            </a:r>
          </a:p>
          <a:p>
            <a:pPr marL="285750" indent="-285750">
              <a:buFont typeface="Arial" panose="020B0604020202020204" pitchFamily="34" charset="0"/>
              <a:buChar char="•"/>
            </a:pPr>
            <a:r>
              <a:rPr lang="fr-FR" b="1" dirty="0"/>
              <a:t>Fondations superficielles: </a:t>
            </a:r>
            <a:r>
              <a:rPr lang="fr-FR" dirty="0"/>
              <a:t>Utilisées lorsque le sol proche de la surface est stable et résistant.</a:t>
            </a:r>
          </a:p>
          <a:p>
            <a:pPr marL="742950" lvl="1" indent="-285750">
              <a:buFont typeface="Arial" panose="020B0604020202020204" pitchFamily="34" charset="0"/>
              <a:buChar char="•"/>
            </a:pPr>
            <a:r>
              <a:rPr lang="fr-FR" u="sng" dirty="0"/>
              <a:t>Semelles isolées </a:t>
            </a:r>
            <a:r>
              <a:rPr lang="fr-FR" dirty="0"/>
              <a:t>: Soutiennent les poteaux individuels.</a:t>
            </a:r>
          </a:p>
          <a:p>
            <a:pPr marL="742950" lvl="1" indent="-285750">
              <a:buFont typeface="Arial" panose="020B0604020202020204" pitchFamily="34" charset="0"/>
              <a:buChar char="•"/>
            </a:pPr>
            <a:r>
              <a:rPr lang="fr-FR" u="sng" dirty="0"/>
              <a:t>Semelles filantes : </a:t>
            </a:r>
            <a:r>
              <a:rPr lang="fr-FR" dirty="0"/>
              <a:t>Répartissent les charges sous les murs porteurs.</a:t>
            </a:r>
          </a:p>
          <a:p>
            <a:pPr marL="742950" lvl="1" indent="-285750">
              <a:buFont typeface="Arial" panose="020B0604020202020204" pitchFamily="34" charset="0"/>
              <a:buChar char="•"/>
            </a:pPr>
            <a:r>
              <a:rPr lang="fr-FR" u="sng" dirty="0">
                <a:solidFill>
                  <a:srgbClr val="FF0000"/>
                </a:solidFill>
              </a:rPr>
              <a:t>Radier</a:t>
            </a:r>
            <a:r>
              <a:rPr lang="fr-FR" dirty="0">
                <a:solidFill>
                  <a:srgbClr val="FF0000"/>
                </a:solidFill>
              </a:rPr>
              <a:t> : Plaque en béton armé couvrant toute la surface, utilisé pour les sols peu homogènes.</a:t>
            </a:r>
          </a:p>
        </p:txBody>
      </p:sp>
      <p:sp>
        <p:nvSpPr>
          <p:cNvPr id="7" name="ZoneTexte 6">
            <a:extLst>
              <a:ext uri="{FF2B5EF4-FFF2-40B4-BE49-F238E27FC236}">
                <a16:creationId xmlns="" xmlns:a16="http://schemas.microsoft.com/office/drawing/2014/main" id="{2332076C-D027-9BA2-F799-95AAF542E5F9}"/>
              </a:ext>
            </a:extLst>
          </p:cNvPr>
          <p:cNvSpPr txBox="1"/>
          <p:nvPr/>
        </p:nvSpPr>
        <p:spPr>
          <a:xfrm>
            <a:off x="1799356" y="1506125"/>
            <a:ext cx="8457564" cy="923330"/>
          </a:xfrm>
          <a:prstGeom prst="rect">
            <a:avLst/>
          </a:prstGeom>
          <a:noFill/>
        </p:spPr>
        <p:txBody>
          <a:bodyPr wrap="square">
            <a:spAutoFit/>
          </a:bodyPr>
          <a:lstStyle/>
          <a:p>
            <a:pPr algn="ctr"/>
            <a:r>
              <a:rPr lang="fr-FR" dirty="0"/>
              <a:t>Les </a:t>
            </a:r>
            <a:r>
              <a:rPr lang="fr-FR" b="1" dirty="0"/>
              <a:t>fondations</a:t>
            </a:r>
            <a:r>
              <a:rPr lang="fr-FR" dirty="0"/>
              <a:t> d’un bâtiment constituent la </a:t>
            </a:r>
            <a:r>
              <a:rPr lang="fr-FR" b="1" dirty="0"/>
              <a:t>base structurelle </a:t>
            </a:r>
            <a:r>
              <a:rPr lang="fr-FR" dirty="0"/>
              <a:t>qui transmet et répartit les </a:t>
            </a:r>
            <a:r>
              <a:rPr lang="fr-FR" b="1" dirty="0"/>
              <a:t>charges de l’édifice au sol de manière sûre et stable</a:t>
            </a:r>
            <a:r>
              <a:rPr lang="fr-FR" dirty="0"/>
              <a:t>. Elles jouent un rôle crucial dans la durabilité et la sécurité de l'ouvrage.</a:t>
            </a:r>
          </a:p>
        </p:txBody>
      </p:sp>
      <p:pic>
        <p:nvPicPr>
          <p:cNvPr id="9218" name="Picture 2" descr="Comment construire un radier de fondation? Prix et étapes - PaveBéton">
            <a:extLst>
              <a:ext uri="{FF2B5EF4-FFF2-40B4-BE49-F238E27FC236}">
                <a16:creationId xmlns="" xmlns:a16="http://schemas.microsoft.com/office/drawing/2014/main" id="{880E5D33-EDF7-3477-D54F-E117D75C506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15423" y="2776158"/>
            <a:ext cx="3000375" cy="1524000"/>
          </a:xfrm>
          <a:prstGeom prst="rect">
            <a:avLst/>
          </a:prstGeom>
          <a:noFill/>
          <a:extLst>
            <a:ext uri="{909E8E84-426E-40DD-AFC4-6F175D3DCCD1}">
              <a14:hiddenFill xmlns:a14="http://schemas.microsoft.com/office/drawing/2010/main">
                <a:solidFill>
                  <a:srgbClr val="FFFFFF"/>
                </a:solidFill>
              </a14:hiddenFill>
            </a:ext>
          </a:extLst>
        </p:spPr>
      </p:pic>
      <p:pic>
        <p:nvPicPr>
          <p:cNvPr id="9" name="Image 8">
            <a:extLst>
              <a:ext uri="{FF2B5EF4-FFF2-40B4-BE49-F238E27FC236}">
                <a16:creationId xmlns="" xmlns:a16="http://schemas.microsoft.com/office/drawing/2014/main" id="{2BC7E2B3-D698-EEE7-D046-F3537261EFDD}"/>
              </a:ext>
            </a:extLst>
          </p:cNvPr>
          <p:cNvPicPr>
            <a:picLocks noChangeAspect="1"/>
          </p:cNvPicPr>
          <p:nvPr/>
        </p:nvPicPr>
        <p:blipFill>
          <a:blip r:embed="rId6">
            <a:extLst>
              <a:ext uri="{BEBA8EAE-BF5A-486C-A8C5-ECC9F3942E4B}">
                <a14:imgProps xmlns:a14="http://schemas.microsoft.com/office/drawing/2010/main">
                  <a14:imgLayer r:embed="rId7">
                    <a14:imgEffect>
                      <a14:sharpenSoften amount="50000"/>
                    </a14:imgEffect>
                  </a14:imgLayer>
                </a14:imgProps>
              </a:ext>
            </a:extLst>
          </a:blip>
          <a:stretch>
            <a:fillRect/>
          </a:stretch>
        </p:blipFill>
        <p:spPr>
          <a:xfrm>
            <a:off x="8537417" y="4300158"/>
            <a:ext cx="3439005" cy="1829055"/>
          </a:xfrm>
          <a:prstGeom prst="rect">
            <a:avLst/>
          </a:prstGeom>
        </p:spPr>
      </p:pic>
      <p:sp>
        <p:nvSpPr>
          <p:cNvPr id="15" name="ZoneTexte 14">
            <a:extLst>
              <a:ext uri="{FF2B5EF4-FFF2-40B4-BE49-F238E27FC236}">
                <a16:creationId xmlns="" xmlns:a16="http://schemas.microsoft.com/office/drawing/2014/main" id="{61762E32-B187-C15A-BF7E-494878B087B3}"/>
              </a:ext>
            </a:extLst>
          </p:cNvPr>
          <p:cNvSpPr txBox="1"/>
          <p:nvPr/>
        </p:nvSpPr>
        <p:spPr>
          <a:xfrm>
            <a:off x="8963028" y="5937392"/>
            <a:ext cx="2587782" cy="769441"/>
          </a:xfrm>
          <a:prstGeom prst="rect">
            <a:avLst/>
          </a:prstGeom>
          <a:noFill/>
        </p:spPr>
        <p:txBody>
          <a:bodyPr wrap="square">
            <a:spAutoFit/>
          </a:bodyPr>
          <a:lstStyle/>
          <a:p>
            <a:pPr algn="ctr"/>
            <a:r>
              <a:rPr lang="fr-FR" sz="1100" dirty="0">
                <a:hlinkClick r:id="rId8"/>
              </a:rPr>
              <a:t>https://www.toutsurlebeton.fr/mise-en-oeuvre/le-radier-de-fondation-en-beton/</a:t>
            </a:r>
            <a:endParaRPr lang="fr-FR" sz="1100" dirty="0"/>
          </a:p>
          <a:p>
            <a:pPr algn="ctr"/>
            <a:endParaRPr lang="fr-FR" sz="1100" dirty="0"/>
          </a:p>
        </p:txBody>
      </p:sp>
    </p:spTree>
    <p:extLst>
      <p:ext uri="{BB962C8B-B14F-4D97-AF65-F5344CB8AC3E}">
        <p14:creationId xmlns:p14="http://schemas.microsoft.com/office/powerpoint/2010/main" val="251538756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 xmlns:a16="http://schemas.microsoft.com/office/drawing/2014/main" id="{BBD33788-8A3A-25BA-3A06-762DE7DE64A0}"/>
            </a:ext>
          </a:extLst>
        </p:cNvPr>
        <p:cNvGrpSpPr/>
        <p:nvPr/>
      </p:nvGrpSpPr>
      <p:grpSpPr>
        <a:xfrm>
          <a:off x="0" y="0"/>
          <a:ext cx="0" cy="0"/>
          <a:chOff x="0" y="0"/>
          <a:chExt cx="0" cy="0"/>
        </a:xfrm>
      </p:grpSpPr>
      <p:sp>
        <p:nvSpPr>
          <p:cNvPr id="2" name="Espace réservé du numéro de diapositive 1">
            <a:extLst>
              <a:ext uri="{FF2B5EF4-FFF2-40B4-BE49-F238E27FC236}">
                <a16:creationId xmlns="" xmlns:a16="http://schemas.microsoft.com/office/drawing/2014/main" id="{2DE68623-9D20-499B-F76F-C72B0F69BD1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32</a:t>
            </a:fld>
            <a:endParaRPr lang="fr-FR"/>
          </a:p>
        </p:txBody>
      </p:sp>
      <p:pic>
        <p:nvPicPr>
          <p:cNvPr id="5" name="Image 4">
            <a:extLst>
              <a:ext uri="{FF2B5EF4-FFF2-40B4-BE49-F238E27FC236}">
                <a16:creationId xmlns="" xmlns:a16="http://schemas.microsoft.com/office/drawing/2014/main" id="{65C62C3A-F8D1-34C9-7222-5CF9F305301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39492" y="70223"/>
            <a:ext cx="1090163" cy="981979"/>
          </a:xfrm>
          <a:prstGeom prst="rect">
            <a:avLst/>
          </a:prstGeom>
          <a:noFill/>
          <a:ln>
            <a:noFill/>
          </a:ln>
        </p:spPr>
      </p:pic>
      <p:pic>
        <p:nvPicPr>
          <p:cNvPr id="6" name="officeArt object">
            <a:extLst>
              <a:ext uri="{FF2B5EF4-FFF2-40B4-BE49-F238E27FC236}">
                <a16:creationId xmlns="" xmlns:a16="http://schemas.microsoft.com/office/drawing/2014/main" id="{D4CF0B2C-C163-26A9-1536-995C7031BD84}"/>
              </a:ext>
            </a:extLst>
          </p:cNvPr>
          <p:cNvPicPr/>
          <p:nvPr/>
        </p:nvPicPr>
        <p:blipFill rotWithShape="1">
          <a:blip r:embed="rId4"/>
          <a:srcRect l="12854" r="8048"/>
          <a:stretch/>
        </p:blipFill>
        <p:spPr>
          <a:xfrm>
            <a:off x="9840279" y="0"/>
            <a:ext cx="1199213" cy="1506125"/>
          </a:xfrm>
          <a:prstGeom prst="rect">
            <a:avLst/>
          </a:prstGeom>
          <a:ln w="12700" cap="flat">
            <a:noFill/>
            <a:miter lim="400000"/>
          </a:ln>
          <a:effectLst/>
        </p:spPr>
      </p:pic>
      <p:sp>
        <p:nvSpPr>
          <p:cNvPr id="8" name="Espace réservé du pied de page 7">
            <a:extLst>
              <a:ext uri="{FF2B5EF4-FFF2-40B4-BE49-F238E27FC236}">
                <a16:creationId xmlns="" xmlns:a16="http://schemas.microsoft.com/office/drawing/2014/main" id="{95005AA3-BA42-AF77-3A45-2C85573F1AF7}"/>
              </a:ext>
            </a:extLst>
          </p:cNvPr>
          <p:cNvSpPr>
            <a:spLocks noGrp="1"/>
          </p:cNvSpPr>
          <p:nvPr>
            <p:ph type="ftr" idx="11"/>
          </p:nvPr>
        </p:nvSpPr>
        <p:spPr/>
        <p:txBody>
          <a:bodyPr/>
          <a:lstStyle/>
          <a:p>
            <a:r>
              <a:rPr lang="fr-FR" dirty="0"/>
              <a:t>Dr. Ibrahim Niang</a:t>
            </a:r>
          </a:p>
        </p:txBody>
      </p:sp>
      <p:sp>
        <p:nvSpPr>
          <p:cNvPr id="3" name="Rectangle 2">
            <a:extLst>
              <a:ext uri="{FF2B5EF4-FFF2-40B4-BE49-F238E27FC236}">
                <a16:creationId xmlns="" xmlns:a16="http://schemas.microsoft.com/office/drawing/2014/main" id="{069386B3-3454-59A3-4BE3-DD2C364A76D9}"/>
              </a:ext>
            </a:extLst>
          </p:cNvPr>
          <p:cNvSpPr/>
          <p:nvPr/>
        </p:nvSpPr>
        <p:spPr>
          <a:xfrm>
            <a:off x="-63745" y="-107207"/>
            <a:ext cx="5199163" cy="1309654"/>
          </a:xfrm>
          <a:prstGeom prst="rect">
            <a:avLst/>
          </a:prstGeom>
        </p:spPr>
        <p:txBody>
          <a:bodyPr wrap="square">
            <a:spAutoFit/>
          </a:bodyPr>
          <a:lstStyle/>
          <a:p>
            <a:pPr marL="571500" indent="-571500">
              <a:lnSpc>
                <a:spcPct val="150000"/>
              </a:lnSpc>
              <a:buClr>
                <a:srgbClr val="1F3864"/>
              </a:buClr>
              <a:buSzPct val="65000"/>
              <a:buFont typeface="+mj-lt"/>
              <a:buAutoNum type="romanUcPeriod" startAt="2"/>
            </a:pPr>
            <a:r>
              <a:rPr lang="fr-FR" sz="3200" b="1" dirty="0">
                <a:solidFill>
                  <a:srgbClr val="1F3864"/>
                </a:solidFill>
                <a:latin typeface="Aptos" panose="020B0004020202020204" pitchFamily="34" charset="0"/>
                <a:ea typeface="Calibri"/>
                <a:cs typeface="Calibri"/>
                <a:sym typeface="Calibri"/>
              </a:rPr>
              <a:t>Gros œuvre </a:t>
            </a:r>
          </a:p>
          <a:p>
            <a:pPr>
              <a:lnSpc>
                <a:spcPct val="150000"/>
              </a:lnSpc>
            </a:pPr>
            <a:endParaRPr lang="fr-FR" sz="2400" dirty="0">
              <a:solidFill>
                <a:srgbClr val="1F3864"/>
              </a:solidFill>
              <a:latin typeface="Proxima Nova"/>
              <a:cs typeface="Calibri"/>
              <a:sym typeface="Calibri"/>
            </a:endParaRPr>
          </a:p>
        </p:txBody>
      </p:sp>
      <p:sp>
        <p:nvSpPr>
          <p:cNvPr id="10" name="ZoneTexte 9">
            <a:extLst>
              <a:ext uri="{FF2B5EF4-FFF2-40B4-BE49-F238E27FC236}">
                <a16:creationId xmlns="" xmlns:a16="http://schemas.microsoft.com/office/drawing/2014/main" id="{84496822-77BE-C2DC-4B9A-49D53A039AF1}"/>
              </a:ext>
            </a:extLst>
          </p:cNvPr>
          <p:cNvSpPr txBox="1"/>
          <p:nvPr/>
        </p:nvSpPr>
        <p:spPr>
          <a:xfrm>
            <a:off x="1949503" y="1051491"/>
            <a:ext cx="7461994" cy="523220"/>
          </a:xfrm>
          <a:prstGeom prst="rect">
            <a:avLst/>
          </a:prstGeom>
          <a:noFill/>
        </p:spPr>
        <p:txBody>
          <a:bodyPr wrap="square">
            <a:spAutoFit/>
          </a:bodyPr>
          <a:lstStyle/>
          <a:p>
            <a:pPr algn="ctr"/>
            <a:r>
              <a:rPr lang="fr-FR" sz="2800" dirty="0">
                <a:ln w="0"/>
                <a:solidFill>
                  <a:srgbClr val="1F3864"/>
                </a:solidFill>
                <a:latin typeface="Aptos" panose="020B0004020202020204" pitchFamily="34" charset="0"/>
              </a:rPr>
              <a:t>Fondation  </a:t>
            </a:r>
          </a:p>
        </p:txBody>
      </p:sp>
      <p:sp>
        <p:nvSpPr>
          <p:cNvPr id="7" name="ZoneTexte 6">
            <a:extLst>
              <a:ext uri="{FF2B5EF4-FFF2-40B4-BE49-F238E27FC236}">
                <a16:creationId xmlns="" xmlns:a16="http://schemas.microsoft.com/office/drawing/2014/main" id="{D9B1577E-2920-9404-F4C4-E4CB492E2982}"/>
              </a:ext>
            </a:extLst>
          </p:cNvPr>
          <p:cNvSpPr txBox="1"/>
          <p:nvPr/>
        </p:nvSpPr>
        <p:spPr>
          <a:xfrm>
            <a:off x="1799356" y="1506125"/>
            <a:ext cx="8457564" cy="923330"/>
          </a:xfrm>
          <a:prstGeom prst="rect">
            <a:avLst/>
          </a:prstGeom>
          <a:noFill/>
        </p:spPr>
        <p:txBody>
          <a:bodyPr wrap="square">
            <a:spAutoFit/>
          </a:bodyPr>
          <a:lstStyle/>
          <a:p>
            <a:pPr algn="ctr"/>
            <a:r>
              <a:rPr lang="fr-FR" dirty="0"/>
              <a:t>Les </a:t>
            </a:r>
            <a:r>
              <a:rPr lang="fr-FR" b="1" dirty="0"/>
              <a:t>fondations</a:t>
            </a:r>
            <a:r>
              <a:rPr lang="fr-FR" dirty="0"/>
              <a:t> d’un bâtiment constituent la </a:t>
            </a:r>
            <a:r>
              <a:rPr lang="fr-FR" b="1" dirty="0"/>
              <a:t>base structurelle </a:t>
            </a:r>
            <a:r>
              <a:rPr lang="fr-FR" dirty="0"/>
              <a:t>qui transmet et répartit les </a:t>
            </a:r>
            <a:r>
              <a:rPr lang="fr-FR" b="1" dirty="0"/>
              <a:t>charges de l’édifice au sol de manière sûre et stable</a:t>
            </a:r>
            <a:r>
              <a:rPr lang="fr-FR" dirty="0"/>
              <a:t>. Elles jouent un rôle crucial dans la durabilité et la sécurité de l'ouvrage.</a:t>
            </a:r>
          </a:p>
        </p:txBody>
      </p:sp>
      <p:sp>
        <p:nvSpPr>
          <p:cNvPr id="4" name="ZoneTexte 3">
            <a:extLst>
              <a:ext uri="{FF2B5EF4-FFF2-40B4-BE49-F238E27FC236}">
                <a16:creationId xmlns="" xmlns:a16="http://schemas.microsoft.com/office/drawing/2014/main" id="{A3CAE8E2-52A3-1047-EED4-01306237249F}"/>
              </a:ext>
            </a:extLst>
          </p:cNvPr>
          <p:cNvSpPr txBox="1"/>
          <p:nvPr/>
        </p:nvSpPr>
        <p:spPr>
          <a:xfrm>
            <a:off x="101041" y="3080836"/>
            <a:ext cx="5994959" cy="1477328"/>
          </a:xfrm>
          <a:prstGeom prst="rect">
            <a:avLst/>
          </a:prstGeom>
          <a:noFill/>
        </p:spPr>
        <p:txBody>
          <a:bodyPr wrap="square">
            <a:spAutoFit/>
          </a:bodyPr>
          <a:lstStyle/>
          <a:p>
            <a:r>
              <a:rPr lang="fr-FR" b="1" dirty="0"/>
              <a:t>2. Type de fondation </a:t>
            </a:r>
          </a:p>
          <a:p>
            <a:pPr marL="285750" indent="-285750">
              <a:buFont typeface="Arial" panose="020B0604020202020204" pitchFamily="34" charset="0"/>
              <a:buChar char="•"/>
            </a:pPr>
            <a:r>
              <a:rPr lang="fr-FR" b="1" dirty="0"/>
              <a:t>Fondations semi-profondes: </a:t>
            </a:r>
            <a:r>
              <a:rPr lang="fr-FR" dirty="0"/>
              <a:t>Adaptées lorsque le sol porteur se trouve à une profondeur modérée..</a:t>
            </a:r>
          </a:p>
          <a:p>
            <a:pPr marL="742950" lvl="1" indent="-285750">
              <a:buFont typeface="Arial" panose="020B0604020202020204" pitchFamily="34" charset="0"/>
              <a:buChar char="•"/>
            </a:pPr>
            <a:r>
              <a:rPr lang="fr-FR" dirty="0"/>
              <a:t>Puits de fondation (excavation cylindrique remplie de béton).</a:t>
            </a:r>
            <a:endParaRPr lang="fr-FR" dirty="0">
              <a:solidFill>
                <a:srgbClr val="FF0000"/>
              </a:solidFill>
            </a:endParaRPr>
          </a:p>
        </p:txBody>
      </p:sp>
      <p:pic>
        <p:nvPicPr>
          <p:cNvPr id="11266" name="Picture 2">
            <a:extLst>
              <a:ext uri="{FF2B5EF4-FFF2-40B4-BE49-F238E27FC236}">
                <a16:creationId xmlns="" xmlns:a16="http://schemas.microsoft.com/office/drawing/2014/main" id="{67454E24-242A-07E7-92A9-EC1E96FDE1B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155623" y="4608936"/>
            <a:ext cx="2568523" cy="1648168"/>
          </a:xfrm>
          <a:prstGeom prst="rect">
            <a:avLst/>
          </a:prstGeom>
          <a:noFill/>
          <a:extLst>
            <a:ext uri="{909E8E84-426E-40DD-AFC4-6F175D3DCCD1}">
              <a14:hiddenFill xmlns:a14="http://schemas.microsoft.com/office/drawing/2010/main">
                <a:solidFill>
                  <a:srgbClr val="FFFFFF"/>
                </a:solidFill>
              </a14:hiddenFill>
            </a:ext>
          </a:extLst>
        </p:spPr>
      </p:pic>
      <p:pic>
        <p:nvPicPr>
          <p:cNvPr id="11268" name="Picture 4" descr="ACYA - Bénin - Hello les #Builders. C'est encore Jeudi.... | Facebook">
            <a:extLst>
              <a:ext uri="{FF2B5EF4-FFF2-40B4-BE49-F238E27FC236}">
                <a16:creationId xmlns="" xmlns:a16="http://schemas.microsoft.com/office/drawing/2014/main" id="{66C55BD0-993A-99B5-F8D4-FA1343A5E84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76762" y="2733133"/>
            <a:ext cx="2343150" cy="1952625"/>
          </a:xfrm>
          <a:prstGeom prst="rect">
            <a:avLst/>
          </a:prstGeom>
          <a:noFill/>
          <a:extLst>
            <a:ext uri="{909E8E84-426E-40DD-AFC4-6F175D3DCCD1}">
              <a14:hiddenFill xmlns:a14="http://schemas.microsoft.com/office/drawing/2010/main">
                <a:solidFill>
                  <a:srgbClr val="FFFFFF"/>
                </a:solidFill>
              </a14:hiddenFill>
            </a:ext>
          </a:extLst>
        </p:spPr>
      </p:pic>
      <p:pic>
        <p:nvPicPr>
          <p:cNvPr id="11270" name="Picture 6" descr="Puits de fondation avec grappin rond - Expertise &amp; techniques detail -  Lameire">
            <a:extLst>
              <a:ext uri="{FF2B5EF4-FFF2-40B4-BE49-F238E27FC236}">
                <a16:creationId xmlns="" xmlns:a16="http://schemas.microsoft.com/office/drawing/2014/main" id="{225625C8-6467-04BE-4253-6F405ADA849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640068" y="2249064"/>
            <a:ext cx="1505151" cy="20094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1817496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 xmlns:a16="http://schemas.microsoft.com/office/drawing/2014/main" id="{22FB1938-E6C7-FD17-1CA6-E5A61FF2DEA6}"/>
            </a:ext>
          </a:extLst>
        </p:cNvPr>
        <p:cNvGrpSpPr/>
        <p:nvPr/>
      </p:nvGrpSpPr>
      <p:grpSpPr>
        <a:xfrm>
          <a:off x="0" y="0"/>
          <a:ext cx="0" cy="0"/>
          <a:chOff x="0" y="0"/>
          <a:chExt cx="0" cy="0"/>
        </a:xfrm>
      </p:grpSpPr>
      <p:sp>
        <p:nvSpPr>
          <p:cNvPr id="2" name="Espace réservé du numéro de diapositive 1">
            <a:extLst>
              <a:ext uri="{FF2B5EF4-FFF2-40B4-BE49-F238E27FC236}">
                <a16:creationId xmlns="" xmlns:a16="http://schemas.microsoft.com/office/drawing/2014/main" id="{C03D1E4F-9492-3B98-8733-022DAF5D4A1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33</a:t>
            </a:fld>
            <a:endParaRPr lang="fr-FR"/>
          </a:p>
        </p:txBody>
      </p:sp>
      <p:pic>
        <p:nvPicPr>
          <p:cNvPr id="5" name="Image 4">
            <a:extLst>
              <a:ext uri="{FF2B5EF4-FFF2-40B4-BE49-F238E27FC236}">
                <a16:creationId xmlns="" xmlns:a16="http://schemas.microsoft.com/office/drawing/2014/main" id="{B0A0A78B-6BDA-AF3A-AA32-67D5FF1BAB1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39492" y="70223"/>
            <a:ext cx="1090163" cy="981979"/>
          </a:xfrm>
          <a:prstGeom prst="rect">
            <a:avLst/>
          </a:prstGeom>
          <a:noFill/>
          <a:ln>
            <a:noFill/>
          </a:ln>
        </p:spPr>
      </p:pic>
      <p:pic>
        <p:nvPicPr>
          <p:cNvPr id="6" name="officeArt object">
            <a:extLst>
              <a:ext uri="{FF2B5EF4-FFF2-40B4-BE49-F238E27FC236}">
                <a16:creationId xmlns="" xmlns:a16="http://schemas.microsoft.com/office/drawing/2014/main" id="{9CC7EDA8-19F3-44CC-1156-CD8D32082AA1}"/>
              </a:ext>
            </a:extLst>
          </p:cNvPr>
          <p:cNvPicPr/>
          <p:nvPr/>
        </p:nvPicPr>
        <p:blipFill rotWithShape="1">
          <a:blip r:embed="rId4"/>
          <a:srcRect l="12854" r="8048"/>
          <a:stretch/>
        </p:blipFill>
        <p:spPr>
          <a:xfrm>
            <a:off x="9840279" y="0"/>
            <a:ext cx="1199213" cy="1506125"/>
          </a:xfrm>
          <a:prstGeom prst="rect">
            <a:avLst/>
          </a:prstGeom>
          <a:ln w="12700" cap="flat">
            <a:noFill/>
            <a:miter lim="400000"/>
          </a:ln>
          <a:effectLst/>
        </p:spPr>
      </p:pic>
      <p:sp>
        <p:nvSpPr>
          <p:cNvPr id="8" name="Espace réservé du pied de page 7">
            <a:extLst>
              <a:ext uri="{FF2B5EF4-FFF2-40B4-BE49-F238E27FC236}">
                <a16:creationId xmlns="" xmlns:a16="http://schemas.microsoft.com/office/drawing/2014/main" id="{22EB99D5-FBEC-1897-F0F9-F70E99CDB1D6}"/>
              </a:ext>
            </a:extLst>
          </p:cNvPr>
          <p:cNvSpPr>
            <a:spLocks noGrp="1"/>
          </p:cNvSpPr>
          <p:nvPr>
            <p:ph type="ftr" idx="11"/>
          </p:nvPr>
        </p:nvSpPr>
        <p:spPr/>
        <p:txBody>
          <a:bodyPr/>
          <a:lstStyle/>
          <a:p>
            <a:r>
              <a:rPr lang="fr-FR" dirty="0"/>
              <a:t>Dr. Ibrahim Niang</a:t>
            </a:r>
          </a:p>
        </p:txBody>
      </p:sp>
      <p:sp>
        <p:nvSpPr>
          <p:cNvPr id="3" name="Rectangle 2">
            <a:extLst>
              <a:ext uri="{FF2B5EF4-FFF2-40B4-BE49-F238E27FC236}">
                <a16:creationId xmlns="" xmlns:a16="http://schemas.microsoft.com/office/drawing/2014/main" id="{E60DCD33-F6E8-8EEC-A30B-AFEF9E1676E5}"/>
              </a:ext>
            </a:extLst>
          </p:cNvPr>
          <p:cNvSpPr/>
          <p:nvPr/>
        </p:nvSpPr>
        <p:spPr>
          <a:xfrm>
            <a:off x="-63745" y="-107207"/>
            <a:ext cx="5199163" cy="1309654"/>
          </a:xfrm>
          <a:prstGeom prst="rect">
            <a:avLst/>
          </a:prstGeom>
        </p:spPr>
        <p:txBody>
          <a:bodyPr wrap="square">
            <a:spAutoFit/>
          </a:bodyPr>
          <a:lstStyle/>
          <a:p>
            <a:pPr marL="571500" indent="-571500">
              <a:lnSpc>
                <a:spcPct val="150000"/>
              </a:lnSpc>
              <a:buClr>
                <a:srgbClr val="1F3864"/>
              </a:buClr>
              <a:buSzPct val="65000"/>
              <a:buFont typeface="+mj-lt"/>
              <a:buAutoNum type="romanUcPeriod" startAt="2"/>
            </a:pPr>
            <a:r>
              <a:rPr lang="fr-FR" sz="3200" b="1" dirty="0">
                <a:solidFill>
                  <a:srgbClr val="1F3864"/>
                </a:solidFill>
                <a:latin typeface="Aptos" panose="020B0004020202020204" pitchFamily="34" charset="0"/>
                <a:ea typeface="Calibri"/>
                <a:cs typeface="Calibri"/>
                <a:sym typeface="Calibri"/>
              </a:rPr>
              <a:t>Gros œuvre </a:t>
            </a:r>
          </a:p>
          <a:p>
            <a:pPr>
              <a:lnSpc>
                <a:spcPct val="150000"/>
              </a:lnSpc>
            </a:pPr>
            <a:endParaRPr lang="fr-FR" sz="2400" dirty="0">
              <a:solidFill>
                <a:srgbClr val="1F3864"/>
              </a:solidFill>
              <a:latin typeface="Proxima Nova"/>
              <a:cs typeface="Calibri"/>
              <a:sym typeface="Calibri"/>
            </a:endParaRPr>
          </a:p>
        </p:txBody>
      </p:sp>
      <p:sp>
        <p:nvSpPr>
          <p:cNvPr id="10" name="ZoneTexte 9">
            <a:extLst>
              <a:ext uri="{FF2B5EF4-FFF2-40B4-BE49-F238E27FC236}">
                <a16:creationId xmlns="" xmlns:a16="http://schemas.microsoft.com/office/drawing/2014/main" id="{F8A5899C-B9CC-D740-E976-FEA418A6CEC0}"/>
              </a:ext>
            </a:extLst>
          </p:cNvPr>
          <p:cNvSpPr txBox="1"/>
          <p:nvPr/>
        </p:nvSpPr>
        <p:spPr>
          <a:xfrm>
            <a:off x="1949503" y="1051491"/>
            <a:ext cx="7461994" cy="523220"/>
          </a:xfrm>
          <a:prstGeom prst="rect">
            <a:avLst/>
          </a:prstGeom>
          <a:noFill/>
        </p:spPr>
        <p:txBody>
          <a:bodyPr wrap="square">
            <a:spAutoFit/>
          </a:bodyPr>
          <a:lstStyle/>
          <a:p>
            <a:pPr algn="ctr"/>
            <a:r>
              <a:rPr lang="fr-FR" sz="2800" dirty="0">
                <a:ln w="0"/>
                <a:solidFill>
                  <a:srgbClr val="1F3864"/>
                </a:solidFill>
                <a:latin typeface="Aptos" panose="020B0004020202020204" pitchFamily="34" charset="0"/>
              </a:rPr>
              <a:t>Fondation  </a:t>
            </a:r>
          </a:p>
        </p:txBody>
      </p:sp>
      <p:sp>
        <p:nvSpPr>
          <p:cNvPr id="7" name="ZoneTexte 6">
            <a:extLst>
              <a:ext uri="{FF2B5EF4-FFF2-40B4-BE49-F238E27FC236}">
                <a16:creationId xmlns="" xmlns:a16="http://schemas.microsoft.com/office/drawing/2014/main" id="{96458151-110A-02D2-0E3F-A104937A7B0A}"/>
              </a:ext>
            </a:extLst>
          </p:cNvPr>
          <p:cNvSpPr txBox="1"/>
          <p:nvPr/>
        </p:nvSpPr>
        <p:spPr>
          <a:xfrm>
            <a:off x="1799356" y="1506125"/>
            <a:ext cx="8457564" cy="923330"/>
          </a:xfrm>
          <a:prstGeom prst="rect">
            <a:avLst/>
          </a:prstGeom>
          <a:noFill/>
        </p:spPr>
        <p:txBody>
          <a:bodyPr wrap="square">
            <a:spAutoFit/>
          </a:bodyPr>
          <a:lstStyle/>
          <a:p>
            <a:pPr algn="ctr"/>
            <a:r>
              <a:rPr lang="fr-FR" dirty="0"/>
              <a:t>Les </a:t>
            </a:r>
            <a:r>
              <a:rPr lang="fr-FR" b="1" dirty="0"/>
              <a:t>fondations</a:t>
            </a:r>
            <a:r>
              <a:rPr lang="fr-FR" dirty="0"/>
              <a:t> d’un bâtiment constituent la </a:t>
            </a:r>
            <a:r>
              <a:rPr lang="fr-FR" b="1" dirty="0"/>
              <a:t>base structurelle </a:t>
            </a:r>
            <a:r>
              <a:rPr lang="fr-FR" dirty="0"/>
              <a:t>qui transmet et répartit les </a:t>
            </a:r>
            <a:r>
              <a:rPr lang="fr-FR" b="1" dirty="0"/>
              <a:t>charges de l’édifice au sol de manière sûre et stable</a:t>
            </a:r>
            <a:r>
              <a:rPr lang="fr-FR" dirty="0"/>
              <a:t>. Elles jouent un rôle crucial dans la durabilité et la sécurité de l'ouvrage.</a:t>
            </a:r>
          </a:p>
        </p:txBody>
      </p:sp>
      <p:sp>
        <p:nvSpPr>
          <p:cNvPr id="4" name="ZoneTexte 3">
            <a:extLst>
              <a:ext uri="{FF2B5EF4-FFF2-40B4-BE49-F238E27FC236}">
                <a16:creationId xmlns="" xmlns:a16="http://schemas.microsoft.com/office/drawing/2014/main" id="{3E2E7350-493E-F5B7-EB72-BD209C0322F6}"/>
              </a:ext>
            </a:extLst>
          </p:cNvPr>
          <p:cNvSpPr txBox="1"/>
          <p:nvPr/>
        </p:nvSpPr>
        <p:spPr>
          <a:xfrm>
            <a:off x="101041" y="3080836"/>
            <a:ext cx="5994959" cy="1477328"/>
          </a:xfrm>
          <a:prstGeom prst="rect">
            <a:avLst/>
          </a:prstGeom>
          <a:noFill/>
        </p:spPr>
        <p:txBody>
          <a:bodyPr wrap="square">
            <a:spAutoFit/>
          </a:bodyPr>
          <a:lstStyle/>
          <a:p>
            <a:r>
              <a:rPr lang="fr-FR" b="1" dirty="0"/>
              <a:t>2. Type de fondation </a:t>
            </a:r>
          </a:p>
          <a:p>
            <a:pPr marL="285750" indent="-285750">
              <a:buFont typeface="Arial" panose="020B0604020202020204" pitchFamily="34" charset="0"/>
              <a:buChar char="•"/>
            </a:pPr>
            <a:r>
              <a:rPr lang="fr-FR" b="1" dirty="0"/>
              <a:t>Fondations semi-profondes: </a:t>
            </a:r>
            <a:r>
              <a:rPr lang="fr-FR" dirty="0"/>
              <a:t>Adaptées lorsque le sol porteur se trouve à une profondeur modérée..</a:t>
            </a:r>
          </a:p>
          <a:p>
            <a:pPr marL="742950" lvl="1" indent="-285750">
              <a:buFont typeface="Arial" panose="020B0604020202020204" pitchFamily="34" charset="0"/>
              <a:buChar char="•"/>
            </a:pPr>
            <a:r>
              <a:rPr lang="fr-FR" dirty="0"/>
              <a:t>Puits de fondation (excavation cylindrique remplie de béton).</a:t>
            </a:r>
            <a:endParaRPr lang="fr-FR" dirty="0">
              <a:solidFill>
                <a:srgbClr val="FF0000"/>
              </a:solidFill>
            </a:endParaRPr>
          </a:p>
        </p:txBody>
      </p:sp>
      <p:sp>
        <p:nvSpPr>
          <p:cNvPr id="11" name="ZoneTexte 10">
            <a:extLst>
              <a:ext uri="{FF2B5EF4-FFF2-40B4-BE49-F238E27FC236}">
                <a16:creationId xmlns="" xmlns:a16="http://schemas.microsoft.com/office/drawing/2014/main" id="{5795E73D-7714-30FB-838E-0133BEFF103B}"/>
              </a:ext>
            </a:extLst>
          </p:cNvPr>
          <p:cNvSpPr txBox="1"/>
          <p:nvPr/>
        </p:nvSpPr>
        <p:spPr>
          <a:xfrm>
            <a:off x="5922771" y="2884089"/>
            <a:ext cx="6168188" cy="2308324"/>
          </a:xfrm>
          <a:prstGeom prst="rect">
            <a:avLst/>
          </a:prstGeom>
          <a:noFill/>
        </p:spPr>
        <p:txBody>
          <a:bodyPr wrap="square">
            <a:spAutoFit/>
          </a:bodyPr>
          <a:lstStyle/>
          <a:p>
            <a:pPr marL="285750" indent="-285750">
              <a:buFont typeface="Arial" panose="020B0604020202020204" pitchFamily="34" charset="0"/>
              <a:buChar char="•"/>
            </a:pPr>
            <a:r>
              <a:rPr lang="fr-FR" b="1" dirty="0"/>
              <a:t>Analyse des charges et du sol : </a:t>
            </a:r>
            <a:r>
              <a:rPr lang="fr-FR" dirty="0"/>
              <a:t>Identifier 𝐺G, 𝑄Q, et 𝑞𝑎𝑑𝑚q adm​  via une étude géotechnique.</a:t>
            </a:r>
          </a:p>
          <a:p>
            <a:pPr marL="285750" indent="-285750">
              <a:buFont typeface="Arial" panose="020B0604020202020204" pitchFamily="34" charset="0"/>
              <a:buChar char="•"/>
            </a:pPr>
            <a:r>
              <a:rPr lang="fr-FR" b="1" dirty="0"/>
              <a:t>Calcul des dimensions : </a:t>
            </a:r>
            <a:r>
              <a:rPr lang="fr-FR" dirty="0"/>
              <a:t>Vérifier 𝑞𝑎𝑝𝑝𝑙=𝑁/𝐴≤𝑞𝑎𝑑𝑚 et dimensionner en fonction de la stabilité (compression, glissement, renversement).</a:t>
            </a:r>
          </a:p>
          <a:p>
            <a:pPr marL="285750" indent="-285750">
              <a:buFont typeface="Arial" panose="020B0604020202020204" pitchFamily="34" charset="0"/>
              <a:buChar char="•"/>
            </a:pPr>
            <a:r>
              <a:rPr lang="fr-FR" b="1" dirty="0"/>
              <a:t>Conception structurelle : </a:t>
            </a:r>
            <a:r>
              <a:rPr lang="fr-FR" dirty="0"/>
              <a:t>Dimensionner en béton armé et vérifier les tassements selon les normes (BAEL/Eurocode).</a:t>
            </a:r>
          </a:p>
        </p:txBody>
      </p:sp>
    </p:spTree>
    <p:extLst>
      <p:ext uri="{BB962C8B-B14F-4D97-AF65-F5344CB8AC3E}">
        <p14:creationId xmlns:p14="http://schemas.microsoft.com/office/powerpoint/2010/main" val="55698088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 xmlns:a16="http://schemas.microsoft.com/office/drawing/2014/main" id="{7882D380-851B-D5DF-E7CA-18EFAA769CD2}"/>
            </a:ext>
          </a:extLst>
        </p:cNvPr>
        <p:cNvGrpSpPr/>
        <p:nvPr/>
      </p:nvGrpSpPr>
      <p:grpSpPr>
        <a:xfrm>
          <a:off x="0" y="0"/>
          <a:ext cx="0" cy="0"/>
          <a:chOff x="0" y="0"/>
          <a:chExt cx="0" cy="0"/>
        </a:xfrm>
      </p:grpSpPr>
      <p:sp>
        <p:nvSpPr>
          <p:cNvPr id="2" name="Espace réservé du numéro de diapositive 1">
            <a:extLst>
              <a:ext uri="{FF2B5EF4-FFF2-40B4-BE49-F238E27FC236}">
                <a16:creationId xmlns="" xmlns:a16="http://schemas.microsoft.com/office/drawing/2014/main" id="{B78A23E4-EBBE-C65A-3CF2-B1E0B091C2E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34</a:t>
            </a:fld>
            <a:endParaRPr lang="fr-FR"/>
          </a:p>
        </p:txBody>
      </p:sp>
      <p:pic>
        <p:nvPicPr>
          <p:cNvPr id="5" name="Image 4">
            <a:extLst>
              <a:ext uri="{FF2B5EF4-FFF2-40B4-BE49-F238E27FC236}">
                <a16:creationId xmlns="" xmlns:a16="http://schemas.microsoft.com/office/drawing/2014/main" id="{5BAED01D-50A4-B0DF-2ED1-006C39D9713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39492" y="70223"/>
            <a:ext cx="1090163" cy="981979"/>
          </a:xfrm>
          <a:prstGeom prst="rect">
            <a:avLst/>
          </a:prstGeom>
          <a:noFill/>
          <a:ln>
            <a:noFill/>
          </a:ln>
        </p:spPr>
      </p:pic>
      <p:pic>
        <p:nvPicPr>
          <p:cNvPr id="6" name="officeArt object">
            <a:extLst>
              <a:ext uri="{FF2B5EF4-FFF2-40B4-BE49-F238E27FC236}">
                <a16:creationId xmlns="" xmlns:a16="http://schemas.microsoft.com/office/drawing/2014/main" id="{1380F89A-D5F0-DEA8-5AD0-9B89D6A4A156}"/>
              </a:ext>
            </a:extLst>
          </p:cNvPr>
          <p:cNvPicPr/>
          <p:nvPr/>
        </p:nvPicPr>
        <p:blipFill rotWithShape="1">
          <a:blip r:embed="rId4"/>
          <a:srcRect l="12854" r="8048"/>
          <a:stretch/>
        </p:blipFill>
        <p:spPr>
          <a:xfrm>
            <a:off x="9840279" y="0"/>
            <a:ext cx="1199213" cy="1506125"/>
          </a:xfrm>
          <a:prstGeom prst="rect">
            <a:avLst/>
          </a:prstGeom>
          <a:ln w="12700" cap="flat">
            <a:noFill/>
            <a:miter lim="400000"/>
          </a:ln>
          <a:effectLst/>
        </p:spPr>
      </p:pic>
      <p:sp>
        <p:nvSpPr>
          <p:cNvPr id="8" name="Espace réservé du pied de page 7">
            <a:extLst>
              <a:ext uri="{FF2B5EF4-FFF2-40B4-BE49-F238E27FC236}">
                <a16:creationId xmlns="" xmlns:a16="http://schemas.microsoft.com/office/drawing/2014/main" id="{72FB794F-7EE8-233A-97B0-A184423132EE}"/>
              </a:ext>
            </a:extLst>
          </p:cNvPr>
          <p:cNvSpPr>
            <a:spLocks noGrp="1"/>
          </p:cNvSpPr>
          <p:nvPr>
            <p:ph type="ftr" idx="11"/>
          </p:nvPr>
        </p:nvSpPr>
        <p:spPr/>
        <p:txBody>
          <a:bodyPr/>
          <a:lstStyle/>
          <a:p>
            <a:r>
              <a:rPr lang="fr-FR" dirty="0"/>
              <a:t>Dr. Ibrahim Niang</a:t>
            </a:r>
          </a:p>
        </p:txBody>
      </p:sp>
      <p:sp>
        <p:nvSpPr>
          <p:cNvPr id="3" name="Rectangle 2">
            <a:extLst>
              <a:ext uri="{FF2B5EF4-FFF2-40B4-BE49-F238E27FC236}">
                <a16:creationId xmlns="" xmlns:a16="http://schemas.microsoft.com/office/drawing/2014/main" id="{6CC94692-E974-2621-49A2-4E15E53A7FF7}"/>
              </a:ext>
            </a:extLst>
          </p:cNvPr>
          <p:cNvSpPr/>
          <p:nvPr/>
        </p:nvSpPr>
        <p:spPr>
          <a:xfrm>
            <a:off x="-63745" y="-107207"/>
            <a:ext cx="5199163" cy="1309654"/>
          </a:xfrm>
          <a:prstGeom prst="rect">
            <a:avLst/>
          </a:prstGeom>
        </p:spPr>
        <p:txBody>
          <a:bodyPr wrap="square">
            <a:spAutoFit/>
          </a:bodyPr>
          <a:lstStyle/>
          <a:p>
            <a:pPr marL="571500" indent="-571500">
              <a:lnSpc>
                <a:spcPct val="150000"/>
              </a:lnSpc>
              <a:buClr>
                <a:srgbClr val="1F3864"/>
              </a:buClr>
              <a:buSzPct val="65000"/>
              <a:buFont typeface="+mj-lt"/>
              <a:buAutoNum type="romanUcPeriod" startAt="2"/>
            </a:pPr>
            <a:r>
              <a:rPr lang="fr-FR" sz="3200" b="1" dirty="0">
                <a:solidFill>
                  <a:srgbClr val="1F3864"/>
                </a:solidFill>
                <a:latin typeface="Aptos" panose="020B0004020202020204" pitchFamily="34" charset="0"/>
                <a:ea typeface="Calibri"/>
                <a:cs typeface="Calibri"/>
                <a:sym typeface="Calibri"/>
              </a:rPr>
              <a:t>Gros œuvre </a:t>
            </a:r>
          </a:p>
          <a:p>
            <a:pPr>
              <a:lnSpc>
                <a:spcPct val="150000"/>
              </a:lnSpc>
            </a:pPr>
            <a:endParaRPr lang="fr-FR" sz="2400" dirty="0">
              <a:solidFill>
                <a:srgbClr val="1F3864"/>
              </a:solidFill>
              <a:latin typeface="Proxima Nova"/>
              <a:cs typeface="Calibri"/>
              <a:sym typeface="Calibri"/>
            </a:endParaRPr>
          </a:p>
        </p:txBody>
      </p:sp>
      <p:sp>
        <p:nvSpPr>
          <p:cNvPr id="10" name="ZoneTexte 9">
            <a:extLst>
              <a:ext uri="{FF2B5EF4-FFF2-40B4-BE49-F238E27FC236}">
                <a16:creationId xmlns="" xmlns:a16="http://schemas.microsoft.com/office/drawing/2014/main" id="{93859E3E-7EF4-9A19-1345-B3556D8D465A}"/>
              </a:ext>
            </a:extLst>
          </p:cNvPr>
          <p:cNvSpPr txBox="1"/>
          <p:nvPr/>
        </p:nvSpPr>
        <p:spPr>
          <a:xfrm>
            <a:off x="1949503" y="1051491"/>
            <a:ext cx="7461994" cy="523220"/>
          </a:xfrm>
          <a:prstGeom prst="rect">
            <a:avLst/>
          </a:prstGeom>
          <a:noFill/>
        </p:spPr>
        <p:txBody>
          <a:bodyPr wrap="square">
            <a:spAutoFit/>
          </a:bodyPr>
          <a:lstStyle/>
          <a:p>
            <a:pPr algn="ctr"/>
            <a:r>
              <a:rPr lang="fr-FR" sz="2800" dirty="0">
                <a:ln w="0"/>
                <a:solidFill>
                  <a:srgbClr val="1F3864"/>
                </a:solidFill>
                <a:latin typeface="Aptos" panose="020B0004020202020204" pitchFamily="34" charset="0"/>
              </a:rPr>
              <a:t>Fondation  </a:t>
            </a:r>
          </a:p>
        </p:txBody>
      </p:sp>
      <p:sp>
        <p:nvSpPr>
          <p:cNvPr id="7" name="ZoneTexte 6">
            <a:extLst>
              <a:ext uri="{FF2B5EF4-FFF2-40B4-BE49-F238E27FC236}">
                <a16:creationId xmlns="" xmlns:a16="http://schemas.microsoft.com/office/drawing/2014/main" id="{FD5671FA-A979-0C39-896B-363CBD1725AA}"/>
              </a:ext>
            </a:extLst>
          </p:cNvPr>
          <p:cNvSpPr txBox="1"/>
          <p:nvPr/>
        </p:nvSpPr>
        <p:spPr>
          <a:xfrm>
            <a:off x="1799356" y="1506125"/>
            <a:ext cx="8457564" cy="923330"/>
          </a:xfrm>
          <a:prstGeom prst="rect">
            <a:avLst/>
          </a:prstGeom>
          <a:noFill/>
        </p:spPr>
        <p:txBody>
          <a:bodyPr wrap="square">
            <a:spAutoFit/>
          </a:bodyPr>
          <a:lstStyle/>
          <a:p>
            <a:pPr algn="ctr"/>
            <a:r>
              <a:rPr lang="fr-FR" dirty="0"/>
              <a:t>Les </a:t>
            </a:r>
            <a:r>
              <a:rPr lang="fr-FR" b="1" dirty="0"/>
              <a:t>fondations</a:t>
            </a:r>
            <a:r>
              <a:rPr lang="fr-FR" dirty="0"/>
              <a:t> d’un bâtiment constituent la </a:t>
            </a:r>
            <a:r>
              <a:rPr lang="fr-FR" b="1" dirty="0"/>
              <a:t>base structurelle </a:t>
            </a:r>
            <a:r>
              <a:rPr lang="fr-FR" dirty="0"/>
              <a:t>qui transmet et répartit les </a:t>
            </a:r>
            <a:r>
              <a:rPr lang="fr-FR" b="1" dirty="0"/>
              <a:t>charges de l’édifice au sol de manière sûre et stable</a:t>
            </a:r>
            <a:r>
              <a:rPr lang="fr-FR" dirty="0"/>
              <a:t>. Elles jouent un rôle crucial dans la durabilité et la sécurité de l'ouvrage.</a:t>
            </a:r>
          </a:p>
        </p:txBody>
      </p:sp>
      <p:sp>
        <p:nvSpPr>
          <p:cNvPr id="4" name="ZoneTexte 3">
            <a:extLst>
              <a:ext uri="{FF2B5EF4-FFF2-40B4-BE49-F238E27FC236}">
                <a16:creationId xmlns="" xmlns:a16="http://schemas.microsoft.com/office/drawing/2014/main" id="{E50017C2-F04E-A354-40C9-53FE96E9FBE7}"/>
              </a:ext>
            </a:extLst>
          </p:cNvPr>
          <p:cNvSpPr txBox="1"/>
          <p:nvPr/>
        </p:nvSpPr>
        <p:spPr>
          <a:xfrm>
            <a:off x="101041" y="3080836"/>
            <a:ext cx="5994959" cy="2308324"/>
          </a:xfrm>
          <a:prstGeom prst="rect">
            <a:avLst/>
          </a:prstGeom>
          <a:noFill/>
        </p:spPr>
        <p:txBody>
          <a:bodyPr wrap="square">
            <a:spAutoFit/>
          </a:bodyPr>
          <a:lstStyle/>
          <a:p>
            <a:r>
              <a:rPr lang="fr-FR" b="1" dirty="0"/>
              <a:t>2. Type de fondation </a:t>
            </a:r>
          </a:p>
          <a:p>
            <a:pPr marL="285750" indent="-285750">
              <a:buFont typeface="Arial" panose="020B0604020202020204" pitchFamily="34" charset="0"/>
              <a:buChar char="•"/>
            </a:pPr>
            <a:r>
              <a:rPr lang="fr-FR" b="1" dirty="0"/>
              <a:t>Fondations profondes: </a:t>
            </a:r>
            <a:r>
              <a:rPr lang="fr-FR" dirty="0"/>
              <a:t>Nécessaires lorsque le sol en surface est instable ou peu porteur. Elles transmettent les charges aux couches profondes.</a:t>
            </a:r>
          </a:p>
          <a:p>
            <a:pPr marL="742950" lvl="1" indent="-285750">
              <a:buFont typeface="Arial" panose="020B0604020202020204" pitchFamily="34" charset="0"/>
              <a:buChar char="•"/>
            </a:pPr>
            <a:r>
              <a:rPr lang="fr-FR" dirty="0">
                <a:solidFill>
                  <a:srgbClr val="FF0000"/>
                </a:solidFill>
              </a:rPr>
              <a:t>Pieux : Structures verticales enfoncées dans le sol (béton, acier ou bois).</a:t>
            </a:r>
          </a:p>
          <a:p>
            <a:pPr marL="742950" lvl="1" indent="-285750">
              <a:buFont typeface="Arial" panose="020B0604020202020204" pitchFamily="34" charset="0"/>
              <a:buChar char="•"/>
            </a:pPr>
            <a:r>
              <a:rPr lang="fr-FR" dirty="0">
                <a:solidFill>
                  <a:srgbClr val="FF0000"/>
                </a:solidFill>
              </a:rPr>
              <a:t>Micropieux : Pieux de faible diamètre pour des contraintes spécifiques ou des renforcements.</a:t>
            </a:r>
          </a:p>
        </p:txBody>
      </p:sp>
      <p:pic>
        <p:nvPicPr>
          <p:cNvPr id="12292" name="Picture 4" descr="Systèmes de fondation – pieux battus">
            <a:extLst>
              <a:ext uri="{FF2B5EF4-FFF2-40B4-BE49-F238E27FC236}">
                <a16:creationId xmlns="" xmlns:a16="http://schemas.microsoft.com/office/drawing/2014/main" id="{9FB2A0C8-6294-219A-B6E7-80CE42C50A6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790919" y="2121663"/>
            <a:ext cx="1887600" cy="1307338"/>
          </a:xfrm>
          <a:prstGeom prst="rect">
            <a:avLst/>
          </a:prstGeom>
          <a:noFill/>
          <a:extLst>
            <a:ext uri="{909E8E84-426E-40DD-AFC4-6F175D3DCCD1}">
              <a14:hiddenFill xmlns:a14="http://schemas.microsoft.com/office/drawing/2010/main">
                <a:solidFill>
                  <a:srgbClr val="FFFFFF"/>
                </a:solidFill>
              </a14:hiddenFill>
            </a:ext>
          </a:extLst>
        </p:spPr>
      </p:pic>
      <p:pic>
        <p:nvPicPr>
          <p:cNvPr id="12294" name="Picture 6" descr="1ère grande étape: Installation de nos Fondations - Boreal passive">
            <a:extLst>
              <a:ext uri="{FF2B5EF4-FFF2-40B4-BE49-F238E27FC236}">
                <a16:creationId xmlns="" xmlns:a16="http://schemas.microsoft.com/office/drawing/2014/main" id="{35E8EBAC-2480-6627-3ABA-FBB7CE6DFCB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69597" y="2495003"/>
            <a:ext cx="2261937" cy="1717126"/>
          </a:xfrm>
          <a:prstGeom prst="rect">
            <a:avLst/>
          </a:prstGeom>
          <a:noFill/>
          <a:extLst>
            <a:ext uri="{909E8E84-426E-40DD-AFC4-6F175D3DCCD1}">
              <a14:hiddenFill xmlns:a14="http://schemas.microsoft.com/office/drawing/2010/main">
                <a:solidFill>
                  <a:srgbClr val="FFFFFF"/>
                </a:solidFill>
              </a14:hiddenFill>
            </a:ext>
          </a:extLst>
        </p:spPr>
      </p:pic>
      <p:pic>
        <p:nvPicPr>
          <p:cNvPr id="11" name="Image 10">
            <a:extLst>
              <a:ext uri="{FF2B5EF4-FFF2-40B4-BE49-F238E27FC236}">
                <a16:creationId xmlns="" xmlns:a16="http://schemas.microsoft.com/office/drawing/2014/main" id="{842B2CEA-5EB3-3442-3E38-E98E9E7828A6}"/>
              </a:ext>
            </a:extLst>
          </p:cNvPr>
          <p:cNvPicPr>
            <a:picLocks noChangeAspect="1"/>
          </p:cNvPicPr>
          <p:nvPr/>
        </p:nvPicPr>
        <p:blipFill>
          <a:blip r:embed="rId7"/>
          <a:stretch>
            <a:fillRect/>
          </a:stretch>
        </p:blipFill>
        <p:spPr>
          <a:xfrm>
            <a:off x="7163561" y="4244089"/>
            <a:ext cx="3570198" cy="2377861"/>
          </a:xfrm>
          <a:prstGeom prst="rect">
            <a:avLst/>
          </a:prstGeom>
        </p:spPr>
      </p:pic>
      <p:sp>
        <p:nvSpPr>
          <p:cNvPr id="12" name="ZoneTexte 11">
            <a:extLst>
              <a:ext uri="{FF2B5EF4-FFF2-40B4-BE49-F238E27FC236}">
                <a16:creationId xmlns="" xmlns:a16="http://schemas.microsoft.com/office/drawing/2014/main" id="{B675EB40-67AF-F0F7-C006-9CEE11CBEBDB}"/>
              </a:ext>
            </a:extLst>
          </p:cNvPr>
          <p:cNvSpPr txBox="1"/>
          <p:nvPr/>
        </p:nvSpPr>
        <p:spPr>
          <a:xfrm>
            <a:off x="644303" y="5806509"/>
            <a:ext cx="6168188" cy="553998"/>
          </a:xfrm>
          <a:prstGeom prst="rect">
            <a:avLst/>
          </a:prstGeom>
          <a:noFill/>
        </p:spPr>
        <p:txBody>
          <a:bodyPr wrap="square">
            <a:spAutoFit/>
          </a:bodyPr>
          <a:lstStyle/>
          <a:p>
            <a:r>
              <a:rPr lang="fr-FR" sz="1100" dirty="0">
                <a:hlinkClick r:id="rId8"/>
              </a:rPr>
              <a:t>https://www.youtube.com/shorts/Put75ePGhKo</a:t>
            </a:r>
            <a:endParaRPr lang="fr-FR" sz="1100" dirty="0"/>
          </a:p>
          <a:p>
            <a:endParaRPr lang="fr-FR" dirty="0"/>
          </a:p>
        </p:txBody>
      </p:sp>
      <p:sp>
        <p:nvSpPr>
          <p:cNvPr id="14" name="ZoneTexte 13">
            <a:extLst>
              <a:ext uri="{FF2B5EF4-FFF2-40B4-BE49-F238E27FC236}">
                <a16:creationId xmlns="" xmlns:a16="http://schemas.microsoft.com/office/drawing/2014/main" id="{CCEA1CCB-1FAA-5644-FB34-0E4962600C9E}"/>
              </a:ext>
            </a:extLst>
          </p:cNvPr>
          <p:cNvSpPr txBox="1"/>
          <p:nvPr/>
        </p:nvSpPr>
        <p:spPr>
          <a:xfrm>
            <a:off x="603932" y="6083508"/>
            <a:ext cx="3206068" cy="430887"/>
          </a:xfrm>
          <a:prstGeom prst="rect">
            <a:avLst/>
          </a:prstGeom>
          <a:noFill/>
        </p:spPr>
        <p:txBody>
          <a:bodyPr wrap="square">
            <a:spAutoFit/>
          </a:bodyPr>
          <a:lstStyle/>
          <a:p>
            <a:r>
              <a:rPr lang="fr-FR" sz="1100" dirty="0">
                <a:hlinkClick r:id="rId9"/>
              </a:rPr>
              <a:t>https://www.youtube.com/watch?v=jtIi_Ra_1Xk</a:t>
            </a:r>
            <a:endParaRPr lang="fr-FR" sz="1100" dirty="0"/>
          </a:p>
          <a:p>
            <a:endParaRPr lang="fr-FR" sz="1100" dirty="0"/>
          </a:p>
        </p:txBody>
      </p:sp>
    </p:spTree>
    <p:extLst>
      <p:ext uri="{BB962C8B-B14F-4D97-AF65-F5344CB8AC3E}">
        <p14:creationId xmlns:p14="http://schemas.microsoft.com/office/powerpoint/2010/main" val="87845567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 xmlns:a16="http://schemas.microsoft.com/office/drawing/2014/main" id="{E841D870-CC72-9EEB-7D4B-6380376C25C2}"/>
            </a:ext>
          </a:extLst>
        </p:cNvPr>
        <p:cNvGrpSpPr/>
        <p:nvPr/>
      </p:nvGrpSpPr>
      <p:grpSpPr>
        <a:xfrm>
          <a:off x="0" y="0"/>
          <a:ext cx="0" cy="0"/>
          <a:chOff x="0" y="0"/>
          <a:chExt cx="0" cy="0"/>
        </a:xfrm>
      </p:grpSpPr>
      <p:sp>
        <p:nvSpPr>
          <p:cNvPr id="2" name="Espace réservé du numéro de diapositive 1">
            <a:extLst>
              <a:ext uri="{FF2B5EF4-FFF2-40B4-BE49-F238E27FC236}">
                <a16:creationId xmlns="" xmlns:a16="http://schemas.microsoft.com/office/drawing/2014/main" id="{0F998BA8-29DA-B02C-9D70-107EEF13B6F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35</a:t>
            </a:fld>
            <a:endParaRPr lang="fr-FR"/>
          </a:p>
        </p:txBody>
      </p:sp>
      <p:pic>
        <p:nvPicPr>
          <p:cNvPr id="5" name="Image 4">
            <a:extLst>
              <a:ext uri="{FF2B5EF4-FFF2-40B4-BE49-F238E27FC236}">
                <a16:creationId xmlns="" xmlns:a16="http://schemas.microsoft.com/office/drawing/2014/main" id="{D6DF4507-B0DC-F4A3-08B6-55D1E05FA0A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39492" y="70223"/>
            <a:ext cx="1090163" cy="981979"/>
          </a:xfrm>
          <a:prstGeom prst="rect">
            <a:avLst/>
          </a:prstGeom>
          <a:noFill/>
          <a:ln>
            <a:noFill/>
          </a:ln>
        </p:spPr>
      </p:pic>
      <p:pic>
        <p:nvPicPr>
          <p:cNvPr id="6" name="officeArt object">
            <a:extLst>
              <a:ext uri="{FF2B5EF4-FFF2-40B4-BE49-F238E27FC236}">
                <a16:creationId xmlns="" xmlns:a16="http://schemas.microsoft.com/office/drawing/2014/main" id="{EEBE9344-491A-8658-6678-EF40F35BA935}"/>
              </a:ext>
            </a:extLst>
          </p:cNvPr>
          <p:cNvPicPr/>
          <p:nvPr/>
        </p:nvPicPr>
        <p:blipFill rotWithShape="1">
          <a:blip r:embed="rId4"/>
          <a:srcRect l="12854" r="8048"/>
          <a:stretch/>
        </p:blipFill>
        <p:spPr>
          <a:xfrm>
            <a:off x="9840279" y="0"/>
            <a:ext cx="1199213" cy="1506125"/>
          </a:xfrm>
          <a:prstGeom prst="rect">
            <a:avLst/>
          </a:prstGeom>
          <a:ln w="12700" cap="flat">
            <a:noFill/>
            <a:miter lim="400000"/>
          </a:ln>
          <a:effectLst/>
        </p:spPr>
      </p:pic>
      <p:sp>
        <p:nvSpPr>
          <p:cNvPr id="8" name="Espace réservé du pied de page 7">
            <a:extLst>
              <a:ext uri="{FF2B5EF4-FFF2-40B4-BE49-F238E27FC236}">
                <a16:creationId xmlns="" xmlns:a16="http://schemas.microsoft.com/office/drawing/2014/main" id="{DF7272CB-066C-BCB8-6963-C063F2E486E0}"/>
              </a:ext>
            </a:extLst>
          </p:cNvPr>
          <p:cNvSpPr>
            <a:spLocks noGrp="1"/>
          </p:cNvSpPr>
          <p:nvPr>
            <p:ph type="ftr" idx="11"/>
          </p:nvPr>
        </p:nvSpPr>
        <p:spPr/>
        <p:txBody>
          <a:bodyPr/>
          <a:lstStyle/>
          <a:p>
            <a:r>
              <a:rPr lang="fr-FR" dirty="0"/>
              <a:t>Dr. Ibrahim Niang</a:t>
            </a:r>
          </a:p>
        </p:txBody>
      </p:sp>
      <p:sp>
        <p:nvSpPr>
          <p:cNvPr id="3" name="Rectangle 2">
            <a:extLst>
              <a:ext uri="{FF2B5EF4-FFF2-40B4-BE49-F238E27FC236}">
                <a16:creationId xmlns="" xmlns:a16="http://schemas.microsoft.com/office/drawing/2014/main" id="{EAC2DEB6-8621-674C-01B7-1651790E7FC5}"/>
              </a:ext>
            </a:extLst>
          </p:cNvPr>
          <p:cNvSpPr/>
          <p:nvPr/>
        </p:nvSpPr>
        <p:spPr>
          <a:xfrm>
            <a:off x="-63745" y="-107207"/>
            <a:ext cx="5199163" cy="1309654"/>
          </a:xfrm>
          <a:prstGeom prst="rect">
            <a:avLst/>
          </a:prstGeom>
        </p:spPr>
        <p:txBody>
          <a:bodyPr wrap="square">
            <a:spAutoFit/>
          </a:bodyPr>
          <a:lstStyle/>
          <a:p>
            <a:pPr marL="571500" indent="-571500">
              <a:lnSpc>
                <a:spcPct val="150000"/>
              </a:lnSpc>
              <a:buClr>
                <a:srgbClr val="1F3864"/>
              </a:buClr>
              <a:buSzPct val="65000"/>
              <a:buFont typeface="+mj-lt"/>
              <a:buAutoNum type="romanUcPeriod" startAt="2"/>
            </a:pPr>
            <a:r>
              <a:rPr lang="fr-FR" sz="3200" b="1" dirty="0">
                <a:solidFill>
                  <a:srgbClr val="1F3864"/>
                </a:solidFill>
                <a:latin typeface="Aptos" panose="020B0004020202020204" pitchFamily="34" charset="0"/>
                <a:ea typeface="Calibri"/>
                <a:cs typeface="Calibri"/>
                <a:sym typeface="Calibri"/>
              </a:rPr>
              <a:t>Gros œuvre </a:t>
            </a:r>
          </a:p>
          <a:p>
            <a:pPr>
              <a:lnSpc>
                <a:spcPct val="150000"/>
              </a:lnSpc>
            </a:pPr>
            <a:endParaRPr lang="fr-FR" sz="2400" dirty="0">
              <a:solidFill>
                <a:srgbClr val="1F3864"/>
              </a:solidFill>
              <a:latin typeface="Proxima Nova"/>
              <a:cs typeface="Calibri"/>
              <a:sym typeface="Calibri"/>
            </a:endParaRPr>
          </a:p>
        </p:txBody>
      </p:sp>
      <p:sp>
        <p:nvSpPr>
          <p:cNvPr id="10" name="ZoneTexte 9">
            <a:extLst>
              <a:ext uri="{FF2B5EF4-FFF2-40B4-BE49-F238E27FC236}">
                <a16:creationId xmlns="" xmlns:a16="http://schemas.microsoft.com/office/drawing/2014/main" id="{F92551CC-2F09-1173-4982-1C24AE2BFEEF}"/>
              </a:ext>
            </a:extLst>
          </p:cNvPr>
          <p:cNvSpPr txBox="1"/>
          <p:nvPr/>
        </p:nvSpPr>
        <p:spPr>
          <a:xfrm>
            <a:off x="1949503" y="1051491"/>
            <a:ext cx="7461994" cy="523220"/>
          </a:xfrm>
          <a:prstGeom prst="rect">
            <a:avLst/>
          </a:prstGeom>
          <a:noFill/>
        </p:spPr>
        <p:txBody>
          <a:bodyPr wrap="square">
            <a:spAutoFit/>
          </a:bodyPr>
          <a:lstStyle/>
          <a:p>
            <a:pPr algn="ctr"/>
            <a:r>
              <a:rPr lang="fr-FR" sz="2800" dirty="0">
                <a:ln w="0"/>
                <a:solidFill>
                  <a:srgbClr val="1F3864"/>
                </a:solidFill>
                <a:latin typeface="Aptos" panose="020B0004020202020204" pitchFamily="34" charset="0"/>
              </a:rPr>
              <a:t>Fondation  </a:t>
            </a:r>
          </a:p>
        </p:txBody>
      </p:sp>
      <p:sp>
        <p:nvSpPr>
          <p:cNvPr id="7" name="ZoneTexte 6">
            <a:extLst>
              <a:ext uri="{FF2B5EF4-FFF2-40B4-BE49-F238E27FC236}">
                <a16:creationId xmlns="" xmlns:a16="http://schemas.microsoft.com/office/drawing/2014/main" id="{7B36D7A0-8692-92BE-E488-27CBDF7B505D}"/>
              </a:ext>
            </a:extLst>
          </p:cNvPr>
          <p:cNvSpPr txBox="1"/>
          <p:nvPr/>
        </p:nvSpPr>
        <p:spPr>
          <a:xfrm>
            <a:off x="1799356" y="1506125"/>
            <a:ext cx="8457564" cy="923330"/>
          </a:xfrm>
          <a:prstGeom prst="rect">
            <a:avLst/>
          </a:prstGeom>
          <a:noFill/>
        </p:spPr>
        <p:txBody>
          <a:bodyPr wrap="square">
            <a:spAutoFit/>
          </a:bodyPr>
          <a:lstStyle/>
          <a:p>
            <a:pPr algn="ctr"/>
            <a:r>
              <a:rPr lang="fr-FR" dirty="0"/>
              <a:t>Les </a:t>
            </a:r>
            <a:r>
              <a:rPr lang="fr-FR" b="1" dirty="0"/>
              <a:t>fondations</a:t>
            </a:r>
            <a:r>
              <a:rPr lang="fr-FR" dirty="0"/>
              <a:t> d’un bâtiment constituent la </a:t>
            </a:r>
            <a:r>
              <a:rPr lang="fr-FR" b="1" dirty="0"/>
              <a:t>base structurelle </a:t>
            </a:r>
            <a:r>
              <a:rPr lang="fr-FR" dirty="0"/>
              <a:t>qui transmet et répartit les </a:t>
            </a:r>
            <a:r>
              <a:rPr lang="fr-FR" b="1" dirty="0"/>
              <a:t>charges de l’édifice au sol de manière sûre et stable</a:t>
            </a:r>
            <a:r>
              <a:rPr lang="fr-FR" dirty="0"/>
              <a:t>. Elles jouent un rôle crucial dans la durabilité et la sécurité de l'ouvrage.</a:t>
            </a:r>
          </a:p>
        </p:txBody>
      </p:sp>
      <p:sp>
        <p:nvSpPr>
          <p:cNvPr id="4" name="ZoneTexte 3">
            <a:extLst>
              <a:ext uri="{FF2B5EF4-FFF2-40B4-BE49-F238E27FC236}">
                <a16:creationId xmlns="" xmlns:a16="http://schemas.microsoft.com/office/drawing/2014/main" id="{3520F801-A60C-8D0B-1457-0609DB4113DA}"/>
              </a:ext>
            </a:extLst>
          </p:cNvPr>
          <p:cNvSpPr txBox="1"/>
          <p:nvPr/>
        </p:nvSpPr>
        <p:spPr>
          <a:xfrm>
            <a:off x="101041" y="3080836"/>
            <a:ext cx="5994959" cy="2308324"/>
          </a:xfrm>
          <a:prstGeom prst="rect">
            <a:avLst/>
          </a:prstGeom>
          <a:noFill/>
        </p:spPr>
        <p:txBody>
          <a:bodyPr wrap="square">
            <a:spAutoFit/>
          </a:bodyPr>
          <a:lstStyle/>
          <a:p>
            <a:r>
              <a:rPr lang="fr-FR" b="1" dirty="0"/>
              <a:t>2. Type de fondation </a:t>
            </a:r>
          </a:p>
          <a:p>
            <a:pPr marL="285750" indent="-285750">
              <a:buFont typeface="Arial" panose="020B0604020202020204" pitchFamily="34" charset="0"/>
              <a:buChar char="•"/>
            </a:pPr>
            <a:r>
              <a:rPr lang="fr-FR" b="1" dirty="0"/>
              <a:t>Fondations profondes: </a:t>
            </a:r>
            <a:r>
              <a:rPr lang="fr-FR" dirty="0"/>
              <a:t>Nécessaires lorsque le sol en surface est instable ou peu porteur. Elles transmettent les charges aux couches profondes.</a:t>
            </a:r>
          </a:p>
          <a:p>
            <a:pPr marL="742950" lvl="1" indent="-285750">
              <a:buFont typeface="Arial" panose="020B0604020202020204" pitchFamily="34" charset="0"/>
              <a:buChar char="•"/>
            </a:pPr>
            <a:r>
              <a:rPr lang="fr-FR" dirty="0">
                <a:solidFill>
                  <a:srgbClr val="FF0000"/>
                </a:solidFill>
              </a:rPr>
              <a:t>Pieux : Structures verticales enfoncées dans le sol (béton armée (e.g. </a:t>
            </a:r>
            <a:r>
              <a:rPr lang="fr-FR" dirty="0" err="1">
                <a:solidFill>
                  <a:srgbClr val="FF0000"/>
                </a:solidFill>
              </a:rPr>
              <a:t>FeE</a:t>
            </a:r>
            <a:r>
              <a:rPr lang="fr-FR" dirty="0">
                <a:solidFill>
                  <a:srgbClr val="FF0000"/>
                </a:solidFill>
              </a:rPr>
              <a:t> 500 ), acier  (S355) ou bois).</a:t>
            </a:r>
          </a:p>
          <a:p>
            <a:pPr marL="742950" lvl="1" indent="-285750">
              <a:buFont typeface="Arial" panose="020B0604020202020204" pitchFamily="34" charset="0"/>
              <a:buChar char="•"/>
            </a:pPr>
            <a:r>
              <a:rPr lang="fr-FR" dirty="0">
                <a:solidFill>
                  <a:srgbClr val="FF0000"/>
                </a:solidFill>
              </a:rPr>
              <a:t>Micropieux : Pieux de faible diamètre pour des contraintes spécifiques ou des renforcements.</a:t>
            </a:r>
          </a:p>
        </p:txBody>
      </p:sp>
      <p:sp>
        <p:nvSpPr>
          <p:cNvPr id="12" name="ZoneTexte 11">
            <a:extLst>
              <a:ext uri="{FF2B5EF4-FFF2-40B4-BE49-F238E27FC236}">
                <a16:creationId xmlns="" xmlns:a16="http://schemas.microsoft.com/office/drawing/2014/main" id="{AE068D9A-B08E-309D-225F-83FB82160D5E}"/>
              </a:ext>
            </a:extLst>
          </p:cNvPr>
          <p:cNvSpPr txBox="1"/>
          <p:nvPr/>
        </p:nvSpPr>
        <p:spPr>
          <a:xfrm>
            <a:off x="644303" y="5806509"/>
            <a:ext cx="6168188" cy="553998"/>
          </a:xfrm>
          <a:prstGeom prst="rect">
            <a:avLst/>
          </a:prstGeom>
          <a:noFill/>
        </p:spPr>
        <p:txBody>
          <a:bodyPr wrap="square">
            <a:spAutoFit/>
          </a:bodyPr>
          <a:lstStyle/>
          <a:p>
            <a:r>
              <a:rPr lang="fr-FR" sz="1100" dirty="0">
                <a:hlinkClick r:id="rId5"/>
              </a:rPr>
              <a:t>https://www.youtube.com/shorts/Put75ePGhKo</a:t>
            </a:r>
            <a:endParaRPr lang="fr-FR" sz="1100" dirty="0"/>
          </a:p>
          <a:p>
            <a:endParaRPr lang="fr-FR" dirty="0"/>
          </a:p>
        </p:txBody>
      </p:sp>
      <p:sp>
        <p:nvSpPr>
          <p:cNvPr id="14" name="ZoneTexte 13">
            <a:extLst>
              <a:ext uri="{FF2B5EF4-FFF2-40B4-BE49-F238E27FC236}">
                <a16:creationId xmlns="" xmlns:a16="http://schemas.microsoft.com/office/drawing/2014/main" id="{DD3DD629-A4F2-4C49-B358-803F8DB0835A}"/>
              </a:ext>
            </a:extLst>
          </p:cNvPr>
          <p:cNvSpPr txBox="1"/>
          <p:nvPr/>
        </p:nvSpPr>
        <p:spPr>
          <a:xfrm>
            <a:off x="603932" y="6083508"/>
            <a:ext cx="3206068" cy="430887"/>
          </a:xfrm>
          <a:prstGeom prst="rect">
            <a:avLst/>
          </a:prstGeom>
          <a:noFill/>
        </p:spPr>
        <p:txBody>
          <a:bodyPr wrap="square">
            <a:spAutoFit/>
          </a:bodyPr>
          <a:lstStyle/>
          <a:p>
            <a:r>
              <a:rPr lang="fr-FR" sz="1100" dirty="0">
                <a:hlinkClick r:id="rId6"/>
              </a:rPr>
              <a:t>https://www.youtube.com/watch?v=jtIi_Ra_1Xk</a:t>
            </a:r>
            <a:endParaRPr lang="fr-FR" sz="1100" dirty="0"/>
          </a:p>
          <a:p>
            <a:endParaRPr lang="fr-FR" sz="1100" dirty="0"/>
          </a:p>
        </p:txBody>
      </p:sp>
      <p:pic>
        <p:nvPicPr>
          <p:cNvPr id="13" name="Image 12">
            <a:extLst>
              <a:ext uri="{FF2B5EF4-FFF2-40B4-BE49-F238E27FC236}">
                <a16:creationId xmlns="" xmlns:a16="http://schemas.microsoft.com/office/drawing/2014/main" id="{792EB651-5869-9410-1994-19285D12A4D2}"/>
              </a:ext>
            </a:extLst>
          </p:cNvPr>
          <p:cNvPicPr>
            <a:picLocks noChangeAspect="1"/>
          </p:cNvPicPr>
          <p:nvPr/>
        </p:nvPicPr>
        <p:blipFill>
          <a:blip r:embed="rId7"/>
          <a:stretch>
            <a:fillRect/>
          </a:stretch>
        </p:blipFill>
        <p:spPr>
          <a:xfrm>
            <a:off x="6447127" y="2909661"/>
            <a:ext cx="5137446" cy="2650674"/>
          </a:xfrm>
          <a:prstGeom prst="rect">
            <a:avLst/>
          </a:prstGeom>
        </p:spPr>
      </p:pic>
    </p:spTree>
    <p:extLst>
      <p:ext uri="{BB962C8B-B14F-4D97-AF65-F5344CB8AC3E}">
        <p14:creationId xmlns:p14="http://schemas.microsoft.com/office/powerpoint/2010/main" val="92096898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 xmlns:a16="http://schemas.microsoft.com/office/drawing/2014/main" id="{DE2E7819-3174-2A90-EA7D-5A495390BCC9}"/>
            </a:ext>
          </a:extLst>
        </p:cNvPr>
        <p:cNvGrpSpPr/>
        <p:nvPr/>
      </p:nvGrpSpPr>
      <p:grpSpPr>
        <a:xfrm>
          <a:off x="0" y="0"/>
          <a:ext cx="0" cy="0"/>
          <a:chOff x="0" y="0"/>
          <a:chExt cx="0" cy="0"/>
        </a:xfrm>
      </p:grpSpPr>
      <p:sp>
        <p:nvSpPr>
          <p:cNvPr id="2" name="Espace réservé du numéro de diapositive 1">
            <a:extLst>
              <a:ext uri="{FF2B5EF4-FFF2-40B4-BE49-F238E27FC236}">
                <a16:creationId xmlns="" xmlns:a16="http://schemas.microsoft.com/office/drawing/2014/main" id="{6603BC37-1441-F873-036C-7F53703CD7E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36</a:t>
            </a:fld>
            <a:endParaRPr lang="fr-FR"/>
          </a:p>
        </p:txBody>
      </p:sp>
      <p:pic>
        <p:nvPicPr>
          <p:cNvPr id="5" name="Image 4">
            <a:extLst>
              <a:ext uri="{FF2B5EF4-FFF2-40B4-BE49-F238E27FC236}">
                <a16:creationId xmlns="" xmlns:a16="http://schemas.microsoft.com/office/drawing/2014/main" id="{9FDAF880-1D37-6F3E-9370-29DA7B589A4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39492" y="70223"/>
            <a:ext cx="1090163" cy="981979"/>
          </a:xfrm>
          <a:prstGeom prst="rect">
            <a:avLst/>
          </a:prstGeom>
          <a:noFill/>
          <a:ln>
            <a:noFill/>
          </a:ln>
        </p:spPr>
      </p:pic>
      <p:pic>
        <p:nvPicPr>
          <p:cNvPr id="6" name="officeArt object">
            <a:extLst>
              <a:ext uri="{FF2B5EF4-FFF2-40B4-BE49-F238E27FC236}">
                <a16:creationId xmlns="" xmlns:a16="http://schemas.microsoft.com/office/drawing/2014/main" id="{8BA814CE-6215-1060-A0AB-45B07C2F6BA6}"/>
              </a:ext>
            </a:extLst>
          </p:cNvPr>
          <p:cNvPicPr/>
          <p:nvPr/>
        </p:nvPicPr>
        <p:blipFill rotWithShape="1">
          <a:blip r:embed="rId4"/>
          <a:srcRect l="12854" r="8048"/>
          <a:stretch/>
        </p:blipFill>
        <p:spPr>
          <a:xfrm>
            <a:off x="9840279" y="0"/>
            <a:ext cx="1199213" cy="1506125"/>
          </a:xfrm>
          <a:prstGeom prst="rect">
            <a:avLst/>
          </a:prstGeom>
          <a:ln w="12700" cap="flat">
            <a:noFill/>
            <a:miter lim="400000"/>
          </a:ln>
          <a:effectLst/>
        </p:spPr>
      </p:pic>
      <p:sp>
        <p:nvSpPr>
          <p:cNvPr id="8" name="Espace réservé du pied de page 7">
            <a:extLst>
              <a:ext uri="{FF2B5EF4-FFF2-40B4-BE49-F238E27FC236}">
                <a16:creationId xmlns="" xmlns:a16="http://schemas.microsoft.com/office/drawing/2014/main" id="{DC38DD28-223A-238A-5890-BFC49D0A4709}"/>
              </a:ext>
            </a:extLst>
          </p:cNvPr>
          <p:cNvSpPr>
            <a:spLocks noGrp="1"/>
          </p:cNvSpPr>
          <p:nvPr>
            <p:ph type="ftr" idx="11"/>
          </p:nvPr>
        </p:nvSpPr>
        <p:spPr/>
        <p:txBody>
          <a:bodyPr/>
          <a:lstStyle/>
          <a:p>
            <a:r>
              <a:rPr lang="fr-FR" dirty="0"/>
              <a:t>Dr. Ibrahim Niang</a:t>
            </a:r>
          </a:p>
        </p:txBody>
      </p:sp>
      <p:sp>
        <p:nvSpPr>
          <p:cNvPr id="3" name="Rectangle 2">
            <a:extLst>
              <a:ext uri="{FF2B5EF4-FFF2-40B4-BE49-F238E27FC236}">
                <a16:creationId xmlns="" xmlns:a16="http://schemas.microsoft.com/office/drawing/2014/main" id="{3EB872BA-A73D-122A-8BDD-019F1DBDC687}"/>
              </a:ext>
            </a:extLst>
          </p:cNvPr>
          <p:cNvSpPr/>
          <p:nvPr/>
        </p:nvSpPr>
        <p:spPr>
          <a:xfrm>
            <a:off x="-63745" y="-107207"/>
            <a:ext cx="5199163" cy="1309654"/>
          </a:xfrm>
          <a:prstGeom prst="rect">
            <a:avLst/>
          </a:prstGeom>
        </p:spPr>
        <p:txBody>
          <a:bodyPr wrap="square">
            <a:spAutoFit/>
          </a:bodyPr>
          <a:lstStyle/>
          <a:p>
            <a:pPr marL="571500" indent="-571500">
              <a:lnSpc>
                <a:spcPct val="150000"/>
              </a:lnSpc>
              <a:buClr>
                <a:srgbClr val="1F3864"/>
              </a:buClr>
              <a:buSzPct val="65000"/>
              <a:buFont typeface="+mj-lt"/>
              <a:buAutoNum type="romanUcPeriod" startAt="2"/>
            </a:pPr>
            <a:r>
              <a:rPr lang="fr-FR" sz="3200" b="1" dirty="0">
                <a:solidFill>
                  <a:srgbClr val="1F3864"/>
                </a:solidFill>
                <a:latin typeface="Aptos" panose="020B0004020202020204" pitchFamily="34" charset="0"/>
                <a:ea typeface="Calibri"/>
                <a:cs typeface="Calibri"/>
                <a:sym typeface="Calibri"/>
              </a:rPr>
              <a:t>Gros œuvre </a:t>
            </a:r>
          </a:p>
          <a:p>
            <a:pPr>
              <a:lnSpc>
                <a:spcPct val="150000"/>
              </a:lnSpc>
            </a:pPr>
            <a:endParaRPr lang="fr-FR" sz="2400" dirty="0">
              <a:solidFill>
                <a:srgbClr val="1F3864"/>
              </a:solidFill>
              <a:latin typeface="Proxima Nova"/>
              <a:cs typeface="Calibri"/>
              <a:sym typeface="Calibri"/>
            </a:endParaRPr>
          </a:p>
        </p:txBody>
      </p:sp>
      <p:sp>
        <p:nvSpPr>
          <p:cNvPr id="10" name="ZoneTexte 9">
            <a:extLst>
              <a:ext uri="{FF2B5EF4-FFF2-40B4-BE49-F238E27FC236}">
                <a16:creationId xmlns="" xmlns:a16="http://schemas.microsoft.com/office/drawing/2014/main" id="{8ED2A87D-D19A-15AA-626E-E42F0C9AF8CF}"/>
              </a:ext>
            </a:extLst>
          </p:cNvPr>
          <p:cNvSpPr txBox="1"/>
          <p:nvPr/>
        </p:nvSpPr>
        <p:spPr>
          <a:xfrm>
            <a:off x="1949503" y="1051491"/>
            <a:ext cx="7461994" cy="523220"/>
          </a:xfrm>
          <a:prstGeom prst="rect">
            <a:avLst/>
          </a:prstGeom>
          <a:noFill/>
        </p:spPr>
        <p:txBody>
          <a:bodyPr wrap="square">
            <a:spAutoFit/>
          </a:bodyPr>
          <a:lstStyle/>
          <a:p>
            <a:pPr algn="ctr"/>
            <a:r>
              <a:rPr lang="fr-FR" sz="2800" dirty="0">
                <a:ln w="0"/>
                <a:solidFill>
                  <a:srgbClr val="1F3864"/>
                </a:solidFill>
                <a:latin typeface="Aptos" panose="020B0004020202020204" pitchFamily="34" charset="0"/>
              </a:rPr>
              <a:t>Dalle   </a:t>
            </a:r>
          </a:p>
        </p:txBody>
      </p:sp>
      <p:sp>
        <p:nvSpPr>
          <p:cNvPr id="11" name="ZoneTexte 10">
            <a:extLst>
              <a:ext uri="{FF2B5EF4-FFF2-40B4-BE49-F238E27FC236}">
                <a16:creationId xmlns="" xmlns:a16="http://schemas.microsoft.com/office/drawing/2014/main" id="{EDBC9242-6A5C-A05C-2DB9-2FA7ACB8C1C6}"/>
              </a:ext>
            </a:extLst>
          </p:cNvPr>
          <p:cNvSpPr txBox="1"/>
          <p:nvPr/>
        </p:nvSpPr>
        <p:spPr>
          <a:xfrm>
            <a:off x="1026695" y="1541477"/>
            <a:ext cx="9737254" cy="923330"/>
          </a:xfrm>
          <a:prstGeom prst="rect">
            <a:avLst/>
          </a:prstGeom>
          <a:noFill/>
        </p:spPr>
        <p:txBody>
          <a:bodyPr wrap="square">
            <a:spAutoFit/>
          </a:bodyPr>
          <a:lstStyle/>
          <a:p>
            <a:pPr algn="ctr"/>
            <a:r>
              <a:rPr lang="fr-FR" dirty="0"/>
              <a:t>Une </a:t>
            </a:r>
            <a:r>
              <a:rPr lang="fr-FR" b="1" dirty="0"/>
              <a:t>dalle</a:t>
            </a:r>
            <a:r>
              <a:rPr lang="fr-FR" dirty="0"/>
              <a:t> est un </a:t>
            </a:r>
            <a:r>
              <a:rPr lang="fr-FR" b="1" dirty="0"/>
              <a:t>élément structural horizontal en béton armé, béton précontraint, </a:t>
            </a:r>
            <a:r>
              <a:rPr lang="fr-FR" dirty="0"/>
              <a:t>ou parfois en acier ou bois, qui constitue la </a:t>
            </a:r>
            <a:r>
              <a:rPr lang="fr-FR" b="1" dirty="0"/>
              <a:t>surface plane supportant les charges verticales. </a:t>
            </a:r>
            <a:r>
              <a:rPr lang="fr-FR" dirty="0"/>
              <a:t>Elle est généralement située </a:t>
            </a:r>
            <a:r>
              <a:rPr lang="fr-FR" b="1" dirty="0"/>
              <a:t>au-dessus des fondations.</a:t>
            </a:r>
            <a:endParaRPr lang="fr-FR" dirty="0"/>
          </a:p>
        </p:txBody>
      </p:sp>
      <p:sp>
        <p:nvSpPr>
          <p:cNvPr id="16" name="ZoneTexte 15">
            <a:extLst>
              <a:ext uri="{FF2B5EF4-FFF2-40B4-BE49-F238E27FC236}">
                <a16:creationId xmlns="" xmlns:a16="http://schemas.microsoft.com/office/drawing/2014/main" id="{70BE306F-70CD-EB02-2EC5-2934DAD03169}"/>
              </a:ext>
            </a:extLst>
          </p:cNvPr>
          <p:cNvSpPr txBox="1"/>
          <p:nvPr/>
        </p:nvSpPr>
        <p:spPr>
          <a:xfrm>
            <a:off x="0" y="2803837"/>
            <a:ext cx="6753726" cy="3416320"/>
          </a:xfrm>
          <a:prstGeom prst="rect">
            <a:avLst/>
          </a:prstGeom>
          <a:noFill/>
        </p:spPr>
        <p:txBody>
          <a:bodyPr wrap="square">
            <a:spAutoFit/>
          </a:bodyPr>
          <a:lstStyle/>
          <a:p>
            <a:pPr marL="285750" indent="-285750">
              <a:buFont typeface="Arial" panose="020B0604020202020204" pitchFamily="34" charset="0"/>
              <a:buChar char="•"/>
            </a:pPr>
            <a:r>
              <a:rPr lang="fr-FR" b="1" dirty="0"/>
              <a:t>Répartition des charges : </a:t>
            </a:r>
            <a:r>
              <a:rPr lang="fr-FR" dirty="0"/>
              <a:t>La dalle distribue uniformément les charges provenant des murs, cloisons, mobilier et équipements, en les transmettant aux fondations à travers les poutres, poteaux ou murs porteurs.</a:t>
            </a:r>
          </a:p>
          <a:p>
            <a:pPr marL="285750" indent="-285750">
              <a:buFont typeface="Arial" panose="020B0604020202020204" pitchFamily="34" charset="0"/>
              <a:buChar char="•"/>
            </a:pPr>
            <a:r>
              <a:rPr lang="fr-FR" b="1" dirty="0"/>
              <a:t>Support des niveaux supérieurs : </a:t>
            </a:r>
            <a:r>
              <a:rPr lang="fr-FR" dirty="0"/>
              <a:t>Dans les bâtiments à plusieurs étages, elle sert de plancher pour le niveau supérieur tout en faisant office de plafond pour le niveau inférieur.</a:t>
            </a:r>
          </a:p>
          <a:p>
            <a:pPr marL="285750" indent="-285750">
              <a:buFont typeface="Arial" panose="020B0604020202020204" pitchFamily="34" charset="0"/>
              <a:buChar char="•"/>
            </a:pPr>
            <a:r>
              <a:rPr lang="fr-FR" b="1" dirty="0"/>
              <a:t>Rigidité de la structure : </a:t>
            </a:r>
            <a:r>
              <a:rPr lang="fr-FR" dirty="0"/>
              <a:t>Elle contribue à la stabilité générale de l’édifice en assurant une rigidité horizontale essentielle.</a:t>
            </a:r>
          </a:p>
          <a:p>
            <a:pPr marL="285750" indent="-285750">
              <a:buFont typeface="Arial" panose="020B0604020202020204" pitchFamily="34" charset="0"/>
              <a:buChar char="•"/>
            </a:pPr>
            <a:r>
              <a:rPr lang="fr-FR" b="1" dirty="0"/>
              <a:t>Protection et étanchéité : </a:t>
            </a:r>
            <a:r>
              <a:rPr lang="fr-FR" dirty="0"/>
              <a:t>Lorsqu’elle joue le rôle de toiture, elle offre une barrière contre les intempéries et protège l’intérieur du bâtiment.</a:t>
            </a:r>
          </a:p>
        </p:txBody>
      </p:sp>
      <p:pic>
        <p:nvPicPr>
          <p:cNvPr id="1032" name="Picture 8" descr="Dallage sur terre-plein">
            <a:extLst>
              <a:ext uri="{FF2B5EF4-FFF2-40B4-BE49-F238E27FC236}">
                <a16:creationId xmlns="" xmlns:a16="http://schemas.microsoft.com/office/drawing/2014/main" id="{09C489B5-1768-F0D3-EAAC-1D031E7E265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90285" y="3255316"/>
            <a:ext cx="4262860" cy="23247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631305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 xmlns:a16="http://schemas.microsoft.com/office/drawing/2014/main" id="{2DBD16C2-BFEA-CF3F-B392-9E866D81CF60}"/>
            </a:ext>
          </a:extLst>
        </p:cNvPr>
        <p:cNvGrpSpPr/>
        <p:nvPr/>
      </p:nvGrpSpPr>
      <p:grpSpPr>
        <a:xfrm>
          <a:off x="0" y="0"/>
          <a:ext cx="0" cy="0"/>
          <a:chOff x="0" y="0"/>
          <a:chExt cx="0" cy="0"/>
        </a:xfrm>
      </p:grpSpPr>
      <p:sp>
        <p:nvSpPr>
          <p:cNvPr id="2" name="Espace réservé du numéro de diapositive 1">
            <a:extLst>
              <a:ext uri="{FF2B5EF4-FFF2-40B4-BE49-F238E27FC236}">
                <a16:creationId xmlns="" xmlns:a16="http://schemas.microsoft.com/office/drawing/2014/main" id="{E31AF144-27BB-BC04-9FFF-DDC7D8766C7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37</a:t>
            </a:fld>
            <a:endParaRPr lang="fr-FR"/>
          </a:p>
        </p:txBody>
      </p:sp>
      <p:pic>
        <p:nvPicPr>
          <p:cNvPr id="5" name="Image 4">
            <a:extLst>
              <a:ext uri="{FF2B5EF4-FFF2-40B4-BE49-F238E27FC236}">
                <a16:creationId xmlns="" xmlns:a16="http://schemas.microsoft.com/office/drawing/2014/main" id="{0DD52EB7-97FA-B58B-0C68-36EFBBF9FB2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39492" y="70223"/>
            <a:ext cx="1090163" cy="981979"/>
          </a:xfrm>
          <a:prstGeom prst="rect">
            <a:avLst/>
          </a:prstGeom>
          <a:noFill/>
          <a:ln>
            <a:noFill/>
          </a:ln>
        </p:spPr>
      </p:pic>
      <p:pic>
        <p:nvPicPr>
          <p:cNvPr id="6" name="officeArt object">
            <a:extLst>
              <a:ext uri="{FF2B5EF4-FFF2-40B4-BE49-F238E27FC236}">
                <a16:creationId xmlns="" xmlns:a16="http://schemas.microsoft.com/office/drawing/2014/main" id="{D39A34C9-9540-FD7C-7EB6-6E96FB394577}"/>
              </a:ext>
            </a:extLst>
          </p:cNvPr>
          <p:cNvPicPr/>
          <p:nvPr/>
        </p:nvPicPr>
        <p:blipFill rotWithShape="1">
          <a:blip r:embed="rId4"/>
          <a:srcRect l="12854" r="8048"/>
          <a:stretch/>
        </p:blipFill>
        <p:spPr>
          <a:xfrm>
            <a:off x="9840279" y="0"/>
            <a:ext cx="1199213" cy="1506125"/>
          </a:xfrm>
          <a:prstGeom prst="rect">
            <a:avLst/>
          </a:prstGeom>
          <a:ln w="12700" cap="flat">
            <a:noFill/>
            <a:miter lim="400000"/>
          </a:ln>
          <a:effectLst/>
        </p:spPr>
      </p:pic>
      <p:sp>
        <p:nvSpPr>
          <p:cNvPr id="8" name="Espace réservé du pied de page 7">
            <a:extLst>
              <a:ext uri="{FF2B5EF4-FFF2-40B4-BE49-F238E27FC236}">
                <a16:creationId xmlns="" xmlns:a16="http://schemas.microsoft.com/office/drawing/2014/main" id="{5D9AC40D-95F3-0043-7CF6-E3E670D9D3B4}"/>
              </a:ext>
            </a:extLst>
          </p:cNvPr>
          <p:cNvSpPr>
            <a:spLocks noGrp="1"/>
          </p:cNvSpPr>
          <p:nvPr>
            <p:ph type="ftr" idx="11"/>
          </p:nvPr>
        </p:nvSpPr>
        <p:spPr/>
        <p:txBody>
          <a:bodyPr/>
          <a:lstStyle/>
          <a:p>
            <a:r>
              <a:rPr lang="fr-FR" dirty="0"/>
              <a:t>Dr. Ibrahim Niang</a:t>
            </a:r>
          </a:p>
        </p:txBody>
      </p:sp>
      <p:sp>
        <p:nvSpPr>
          <p:cNvPr id="3" name="Rectangle 2">
            <a:extLst>
              <a:ext uri="{FF2B5EF4-FFF2-40B4-BE49-F238E27FC236}">
                <a16:creationId xmlns="" xmlns:a16="http://schemas.microsoft.com/office/drawing/2014/main" id="{D379DF76-44D6-5C9B-491F-F417907DA18D}"/>
              </a:ext>
            </a:extLst>
          </p:cNvPr>
          <p:cNvSpPr/>
          <p:nvPr/>
        </p:nvSpPr>
        <p:spPr>
          <a:xfrm>
            <a:off x="-63745" y="-107207"/>
            <a:ext cx="5199163" cy="1309654"/>
          </a:xfrm>
          <a:prstGeom prst="rect">
            <a:avLst/>
          </a:prstGeom>
        </p:spPr>
        <p:txBody>
          <a:bodyPr wrap="square">
            <a:spAutoFit/>
          </a:bodyPr>
          <a:lstStyle/>
          <a:p>
            <a:pPr marL="571500" indent="-571500">
              <a:lnSpc>
                <a:spcPct val="150000"/>
              </a:lnSpc>
              <a:buClr>
                <a:srgbClr val="1F3864"/>
              </a:buClr>
              <a:buSzPct val="65000"/>
              <a:buFont typeface="+mj-lt"/>
              <a:buAutoNum type="romanUcPeriod" startAt="2"/>
            </a:pPr>
            <a:r>
              <a:rPr lang="fr-FR" sz="3200" b="1" dirty="0">
                <a:solidFill>
                  <a:srgbClr val="1F3864"/>
                </a:solidFill>
                <a:latin typeface="Aptos" panose="020B0004020202020204" pitchFamily="34" charset="0"/>
                <a:ea typeface="Calibri"/>
                <a:cs typeface="Calibri"/>
                <a:sym typeface="Calibri"/>
              </a:rPr>
              <a:t>Gros œuvre </a:t>
            </a:r>
          </a:p>
          <a:p>
            <a:pPr>
              <a:lnSpc>
                <a:spcPct val="150000"/>
              </a:lnSpc>
            </a:pPr>
            <a:endParaRPr lang="fr-FR" sz="2400" dirty="0">
              <a:solidFill>
                <a:srgbClr val="1F3864"/>
              </a:solidFill>
              <a:latin typeface="Proxima Nova"/>
              <a:cs typeface="Calibri"/>
              <a:sym typeface="Calibri"/>
            </a:endParaRPr>
          </a:p>
        </p:txBody>
      </p:sp>
      <p:sp>
        <p:nvSpPr>
          <p:cNvPr id="10" name="ZoneTexte 9">
            <a:extLst>
              <a:ext uri="{FF2B5EF4-FFF2-40B4-BE49-F238E27FC236}">
                <a16:creationId xmlns="" xmlns:a16="http://schemas.microsoft.com/office/drawing/2014/main" id="{6CFA6F19-01B6-5B4D-638A-7C5FA978CC5E}"/>
              </a:ext>
            </a:extLst>
          </p:cNvPr>
          <p:cNvSpPr txBox="1"/>
          <p:nvPr/>
        </p:nvSpPr>
        <p:spPr>
          <a:xfrm>
            <a:off x="1949503" y="1051491"/>
            <a:ext cx="7461994" cy="523220"/>
          </a:xfrm>
          <a:prstGeom prst="rect">
            <a:avLst/>
          </a:prstGeom>
          <a:noFill/>
        </p:spPr>
        <p:txBody>
          <a:bodyPr wrap="square">
            <a:spAutoFit/>
          </a:bodyPr>
          <a:lstStyle/>
          <a:p>
            <a:pPr algn="ctr"/>
            <a:r>
              <a:rPr lang="fr-FR" sz="2800" dirty="0">
                <a:ln w="0"/>
                <a:solidFill>
                  <a:srgbClr val="1F3864"/>
                </a:solidFill>
                <a:latin typeface="Aptos" panose="020B0004020202020204" pitchFamily="34" charset="0"/>
              </a:rPr>
              <a:t>Dalle   </a:t>
            </a:r>
          </a:p>
        </p:txBody>
      </p:sp>
      <p:sp>
        <p:nvSpPr>
          <p:cNvPr id="11" name="ZoneTexte 10">
            <a:extLst>
              <a:ext uri="{FF2B5EF4-FFF2-40B4-BE49-F238E27FC236}">
                <a16:creationId xmlns="" xmlns:a16="http://schemas.microsoft.com/office/drawing/2014/main" id="{932D4AC7-525D-E6FB-A083-2E9457751647}"/>
              </a:ext>
            </a:extLst>
          </p:cNvPr>
          <p:cNvSpPr txBox="1"/>
          <p:nvPr/>
        </p:nvSpPr>
        <p:spPr>
          <a:xfrm>
            <a:off x="1026695" y="1541477"/>
            <a:ext cx="9737254" cy="923330"/>
          </a:xfrm>
          <a:prstGeom prst="rect">
            <a:avLst/>
          </a:prstGeom>
          <a:noFill/>
        </p:spPr>
        <p:txBody>
          <a:bodyPr wrap="square">
            <a:spAutoFit/>
          </a:bodyPr>
          <a:lstStyle/>
          <a:p>
            <a:pPr algn="ctr"/>
            <a:r>
              <a:rPr lang="fr-FR" dirty="0"/>
              <a:t>Une </a:t>
            </a:r>
            <a:r>
              <a:rPr lang="fr-FR" b="1" dirty="0"/>
              <a:t>dalle</a:t>
            </a:r>
            <a:r>
              <a:rPr lang="fr-FR" dirty="0"/>
              <a:t> est un </a:t>
            </a:r>
            <a:r>
              <a:rPr lang="fr-FR" b="1" dirty="0"/>
              <a:t>élément structural horizontal en béton armé, béton précontraint, </a:t>
            </a:r>
            <a:r>
              <a:rPr lang="fr-FR" dirty="0"/>
              <a:t>ou parfois en acier ou bois, qui constitue la </a:t>
            </a:r>
            <a:r>
              <a:rPr lang="fr-FR" b="1" dirty="0"/>
              <a:t>surface plane supportant les charges verticales. </a:t>
            </a:r>
            <a:r>
              <a:rPr lang="fr-FR" dirty="0"/>
              <a:t>Elle est généralement située </a:t>
            </a:r>
            <a:r>
              <a:rPr lang="fr-FR" b="1" dirty="0"/>
              <a:t>au-dessus des fondations.</a:t>
            </a:r>
            <a:endParaRPr lang="fr-FR" dirty="0"/>
          </a:p>
        </p:txBody>
      </p:sp>
      <p:sp>
        <p:nvSpPr>
          <p:cNvPr id="7" name="ZoneTexte 6">
            <a:extLst>
              <a:ext uri="{FF2B5EF4-FFF2-40B4-BE49-F238E27FC236}">
                <a16:creationId xmlns="" xmlns:a16="http://schemas.microsoft.com/office/drawing/2014/main" id="{B191CA6D-795D-104D-3138-C4A05714B5E9}"/>
              </a:ext>
            </a:extLst>
          </p:cNvPr>
          <p:cNvSpPr txBox="1"/>
          <p:nvPr/>
        </p:nvSpPr>
        <p:spPr>
          <a:xfrm>
            <a:off x="148389" y="2840918"/>
            <a:ext cx="5947611" cy="3416320"/>
          </a:xfrm>
          <a:prstGeom prst="rect">
            <a:avLst/>
          </a:prstGeom>
          <a:noFill/>
        </p:spPr>
        <p:txBody>
          <a:bodyPr wrap="square">
            <a:spAutoFit/>
          </a:bodyPr>
          <a:lstStyle/>
          <a:p>
            <a:pPr marL="285750" indent="-285750">
              <a:buFont typeface="Arial" panose="020B0604020202020204" pitchFamily="34" charset="0"/>
              <a:buChar char="•"/>
            </a:pPr>
            <a:r>
              <a:rPr lang="fr-FR" b="1" dirty="0">
                <a:solidFill>
                  <a:srgbClr val="FF0000"/>
                </a:solidFill>
              </a:rPr>
              <a:t>Dalle pleine en béton armé : </a:t>
            </a:r>
            <a:r>
              <a:rPr lang="fr-FR" dirty="0">
                <a:solidFill>
                  <a:srgbClr val="FF0000"/>
                </a:solidFill>
              </a:rPr>
              <a:t>Solide et résistante, adaptée aux bâtiments résidentiels et commerciaux, mais consomme beaucoup de béton et de coffrage</a:t>
            </a:r>
            <a:r>
              <a:rPr lang="fr-FR" dirty="0"/>
              <a:t>.</a:t>
            </a:r>
          </a:p>
          <a:p>
            <a:pPr marL="285750" indent="-285750">
              <a:buFont typeface="Arial" panose="020B0604020202020204" pitchFamily="34" charset="0"/>
              <a:buChar char="•"/>
            </a:pPr>
            <a:r>
              <a:rPr lang="fr-FR" b="1" dirty="0"/>
              <a:t>Dalle en béton précontraint : </a:t>
            </a:r>
            <a:r>
              <a:rPr lang="fr-FR" dirty="0"/>
              <a:t>Permet des portées importantes avec moins d'épaisseur, idéale pour ponts et grands espaces, mais coûteuse et technique.</a:t>
            </a:r>
          </a:p>
          <a:p>
            <a:pPr marL="285750" indent="-285750">
              <a:buFont typeface="Arial" panose="020B0604020202020204" pitchFamily="34" charset="0"/>
              <a:buChar char="•"/>
            </a:pPr>
            <a:r>
              <a:rPr lang="fr-FR" b="1" dirty="0"/>
              <a:t>Dalle nervurée ou à caissons : </a:t>
            </a:r>
            <a:r>
              <a:rPr lang="fr-FR" dirty="0"/>
              <a:t>Légère et économique en béton, conçue pour les grands espaces, mais nécessite un coffrage complexe.</a:t>
            </a:r>
          </a:p>
          <a:p>
            <a:pPr marL="285750" indent="-285750">
              <a:buFont typeface="Arial" panose="020B0604020202020204" pitchFamily="34" charset="0"/>
              <a:buChar char="•"/>
            </a:pPr>
            <a:r>
              <a:rPr lang="fr-FR" b="1" dirty="0"/>
              <a:t>Dalle alvéolaire (préfabriquée) : </a:t>
            </a:r>
            <a:r>
              <a:rPr lang="fr-FR" dirty="0"/>
              <a:t>Préfabriquée en usine, rapide à installer, idéale pour bâtiments industriels, mais nécessite des équipements de levage.</a:t>
            </a:r>
          </a:p>
        </p:txBody>
      </p:sp>
      <p:pic>
        <p:nvPicPr>
          <p:cNvPr id="4098" name="Picture 2" descr="Le dallage sur terre-plein - Les éléments de structure - Gedimat.fr">
            <a:extLst>
              <a:ext uri="{FF2B5EF4-FFF2-40B4-BE49-F238E27FC236}">
                <a16:creationId xmlns="" xmlns:a16="http://schemas.microsoft.com/office/drawing/2014/main" id="{CDB16721-3318-5EF9-B13F-C90896467C9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47558" y="3314073"/>
            <a:ext cx="5867727" cy="3416321"/>
          </a:xfrm>
          <a:prstGeom prst="rect">
            <a:avLst/>
          </a:prstGeom>
          <a:noFill/>
          <a:extLst>
            <a:ext uri="{909E8E84-426E-40DD-AFC4-6F175D3DCCD1}">
              <a14:hiddenFill xmlns:a14="http://schemas.microsoft.com/office/drawing/2010/main">
                <a:solidFill>
                  <a:srgbClr val="FFFFFF"/>
                </a:solidFill>
              </a14:hiddenFill>
            </a:ext>
          </a:extLst>
        </p:spPr>
      </p:pic>
      <p:sp>
        <p:nvSpPr>
          <p:cNvPr id="12" name="ZoneTexte 11">
            <a:extLst>
              <a:ext uri="{FF2B5EF4-FFF2-40B4-BE49-F238E27FC236}">
                <a16:creationId xmlns="" xmlns:a16="http://schemas.microsoft.com/office/drawing/2014/main" id="{583C6703-8D57-C28C-076B-9EEE77ECC22B}"/>
              </a:ext>
            </a:extLst>
          </p:cNvPr>
          <p:cNvSpPr txBox="1"/>
          <p:nvPr/>
        </p:nvSpPr>
        <p:spPr>
          <a:xfrm>
            <a:off x="8153400" y="6341125"/>
            <a:ext cx="2085474" cy="276999"/>
          </a:xfrm>
          <a:prstGeom prst="rect">
            <a:avLst/>
          </a:prstGeom>
          <a:noFill/>
        </p:spPr>
        <p:txBody>
          <a:bodyPr wrap="square">
            <a:spAutoFit/>
          </a:bodyPr>
          <a:lstStyle/>
          <a:p>
            <a:pPr algn="ctr"/>
            <a:r>
              <a:rPr lang="fr-FR" sz="1200" i="1" dirty="0"/>
              <a:t>Dalle pleine en béton armé </a:t>
            </a:r>
          </a:p>
        </p:txBody>
      </p:sp>
      <p:pic>
        <p:nvPicPr>
          <p:cNvPr id="4100" name="Picture 4" descr="2. DALLES PLEINES">
            <a:extLst>
              <a:ext uri="{FF2B5EF4-FFF2-40B4-BE49-F238E27FC236}">
                <a16:creationId xmlns="" xmlns:a16="http://schemas.microsoft.com/office/drawing/2014/main" id="{B85390BB-6907-794C-5B3B-3801F65A080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238874" y="2197687"/>
            <a:ext cx="1776412" cy="937072"/>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Le DTU 13.3 expliqué pour vos travaux de dallages sur terre-plein">
            <a:extLst>
              <a:ext uri="{FF2B5EF4-FFF2-40B4-BE49-F238E27FC236}">
                <a16:creationId xmlns="" xmlns:a16="http://schemas.microsoft.com/office/drawing/2014/main" id="{9F8BE1FF-DAA1-799A-1982-4CFFEAEE734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14989" y="2310365"/>
            <a:ext cx="7867211" cy="2650300"/>
          </a:xfrm>
          <a:prstGeom prst="rect">
            <a:avLst/>
          </a:prstGeom>
          <a:noFill/>
          <a:extLst>
            <a:ext uri="{909E8E84-426E-40DD-AFC4-6F175D3DCCD1}">
              <a14:hiddenFill xmlns:a14="http://schemas.microsoft.com/office/drawing/2010/main">
                <a:solidFill>
                  <a:srgbClr val="FFFFFF"/>
                </a:solidFill>
              </a14:hiddenFill>
            </a:ext>
          </a:extLst>
        </p:spPr>
      </p:pic>
      <p:sp>
        <p:nvSpPr>
          <p:cNvPr id="14" name="ZoneTexte 13">
            <a:extLst>
              <a:ext uri="{FF2B5EF4-FFF2-40B4-BE49-F238E27FC236}">
                <a16:creationId xmlns="" xmlns:a16="http://schemas.microsoft.com/office/drawing/2014/main" id="{B4D916F9-1034-68EA-A552-EEFB6883811B}"/>
              </a:ext>
            </a:extLst>
          </p:cNvPr>
          <p:cNvSpPr txBox="1"/>
          <p:nvPr/>
        </p:nvSpPr>
        <p:spPr>
          <a:xfrm>
            <a:off x="1429012" y="6398309"/>
            <a:ext cx="3306925" cy="646331"/>
          </a:xfrm>
          <a:prstGeom prst="rect">
            <a:avLst/>
          </a:prstGeom>
          <a:noFill/>
        </p:spPr>
        <p:txBody>
          <a:bodyPr wrap="square">
            <a:spAutoFit/>
          </a:bodyPr>
          <a:lstStyle/>
          <a:p>
            <a:r>
              <a:rPr lang="fr-FR" sz="1200" dirty="0">
                <a:hlinkClick r:id="rId8"/>
              </a:rPr>
              <a:t>https://www.youtube.com/watch?v=Y2aBleb0oIA</a:t>
            </a:r>
            <a:endParaRPr lang="fr-FR" sz="1200" dirty="0"/>
          </a:p>
          <a:p>
            <a:endParaRPr lang="fr-FR" sz="1200" dirty="0"/>
          </a:p>
        </p:txBody>
      </p:sp>
    </p:spTree>
    <p:extLst>
      <p:ext uri="{BB962C8B-B14F-4D97-AF65-F5344CB8AC3E}">
        <p14:creationId xmlns:p14="http://schemas.microsoft.com/office/powerpoint/2010/main" val="37266201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 xmlns:a16="http://schemas.microsoft.com/office/drawing/2014/main" id="{D4F820B6-768E-DA51-1230-FE79923FFB2C}"/>
            </a:ext>
          </a:extLst>
        </p:cNvPr>
        <p:cNvGrpSpPr/>
        <p:nvPr/>
      </p:nvGrpSpPr>
      <p:grpSpPr>
        <a:xfrm>
          <a:off x="0" y="0"/>
          <a:ext cx="0" cy="0"/>
          <a:chOff x="0" y="0"/>
          <a:chExt cx="0" cy="0"/>
        </a:xfrm>
      </p:grpSpPr>
      <p:sp>
        <p:nvSpPr>
          <p:cNvPr id="2" name="Espace réservé du numéro de diapositive 1">
            <a:extLst>
              <a:ext uri="{FF2B5EF4-FFF2-40B4-BE49-F238E27FC236}">
                <a16:creationId xmlns="" xmlns:a16="http://schemas.microsoft.com/office/drawing/2014/main" id="{726DD817-D9C3-4113-41EB-0AD87ADDE07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38</a:t>
            </a:fld>
            <a:endParaRPr lang="fr-FR"/>
          </a:p>
        </p:txBody>
      </p:sp>
      <p:pic>
        <p:nvPicPr>
          <p:cNvPr id="5" name="Image 4">
            <a:extLst>
              <a:ext uri="{FF2B5EF4-FFF2-40B4-BE49-F238E27FC236}">
                <a16:creationId xmlns="" xmlns:a16="http://schemas.microsoft.com/office/drawing/2014/main" id="{A13A4166-D7DE-6BB2-B80B-B1E2C18F429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39492" y="70223"/>
            <a:ext cx="1090163" cy="981979"/>
          </a:xfrm>
          <a:prstGeom prst="rect">
            <a:avLst/>
          </a:prstGeom>
          <a:noFill/>
          <a:ln>
            <a:noFill/>
          </a:ln>
        </p:spPr>
      </p:pic>
      <p:pic>
        <p:nvPicPr>
          <p:cNvPr id="6" name="officeArt object">
            <a:extLst>
              <a:ext uri="{FF2B5EF4-FFF2-40B4-BE49-F238E27FC236}">
                <a16:creationId xmlns="" xmlns:a16="http://schemas.microsoft.com/office/drawing/2014/main" id="{4FD777A8-FC5A-9D08-2B71-4010E6F36548}"/>
              </a:ext>
            </a:extLst>
          </p:cNvPr>
          <p:cNvPicPr/>
          <p:nvPr/>
        </p:nvPicPr>
        <p:blipFill rotWithShape="1">
          <a:blip r:embed="rId4"/>
          <a:srcRect l="12854" r="8048"/>
          <a:stretch/>
        </p:blipFill>
        <p:spPr>
          <a:xfrm>
            <a:off x="9840279" y="0"/>
            <a:ext cx="1199213" cy="1506125"/>
          </a:xfrm>
          <a:prstGeom prst="rect">
            <a:avLst/>
          </a:prstGeom>
          <a:ln w="12700" cap="flat">
            <a:noFill/>
            <a:miter lim="400000"/>
          </a:ln>
          <a:effectLst/>
        </p:spPr>
      </p:pic>
      <p:sp>
        <p:nvSpPr>
          <p:cNvPr id="8" name="Espace réservé du pied de page 7">
            <a:extLst>
              <a:ext uri="{FF2B5EF4-FFF2-40B4-BE49-F238E27FC236}">
                <a16:creationId xmlns="" xmlns:a16="http://schemas.microsoft.com/office/drawing/2014/main" id="{D6866399-100A-8FA0-EB63-9720677F3748}"/>
              </a:ext>
            </a:extLst>
          </p:cNvPr>
          <p:cNvSpPr>
            <a:spLocks noGrp="1"/>
          </p:cNvSpPr>
          <p:nvPr>
            <p:ph type="ftr" idx="11"/>
          </p:nvPr>
        </p:nvSpPr>
        <p:spPr/>
        <p:txBody>
          <a:bodyPr/>
          <a:lstStyle/>
          <a:p>
            <a:r>
              <a:rPr lang="fr-FR" dirty="0"/>
              <a:t>Dr. Ibrahim Niang</a:t>
            </a:r>
          </a:p>
        </p:txBody>
      </p:sp>
      <p:sp>
        <p:nvSpPr>
          <p:cNvPr id="3" name="Rectangle 2">
            <a:extLst>
              <a:ext uri="{FF2B5EF4-FFF2-40B4-BE49-F238E27FC236}">
                <a16:creationId xmlns="" xmlns:a16="http://schemas.microsoft.com/office/drawing/2014/main" id="{B858D9C6-0C6D-E7BA-C5E3-AEA63F4CF170}"/>
              </a:ext>
            </a:extLst>
          </p:cNvPr>
          <p:cNvSpPr/>
          <p:nvPr/>
        </p:nvSpPr>
        <p:spPr>
          <a:xfrm>
            <a:off x="-63745" y="-107207"/>
            <a:ext cx="5199163" cy="1309654"/>
          </a:xfrm>
          <a:prstGeom prst="rect">
            <a:avLst/>
          </a:prstGeom>
        </p:spPr>
        <p:txBody>
          <a:bodyPr wrap="square">
            <a:spAutoFit/>
          </a:bodyPr>
          <a:lstStyle/>
          <a:p>
            <a:pPr marL="571500" indent="-571500">
              <a:lnSpc>
                <a:spcPct val="150000"/>
              </a:lnSpc>
              <a:buClr>
                <a:srgbClr val="1F3864"/>
              </a:buClr>
              <a:buSzPct val="65000"/>
              <a:buFont typeface="+mj-lt"/>
              <a:buAutoNum type="romanUcPeriod" startAt="2"/>
            </a:pPr>
            <a:r>
              <a:rPr lang="fr-FR" sz="3200" b="1" dirty="0">
                <a:solidFill>
                  <a:srgbClr val="1F3864"/>
                </a:solidFill>
                <a:latin typeface="Aptos" panose="020B0004020202020204" pitchFamily="34" charset="0"/>
                <a:ea typeface="Calibri"/>
                <a:cs typeface="Calibri"/>
                <a:sym typeface="Calibri"/>
              </a:rPr>
              <a:t>Gros œuvre </a:t>
            </a:r>
          </a:p>
          <a:p>
            <a:pPr>
              <a:lnSpc>
                <a:spcPct val="150000"/>
              </a:lnSpc>
            </a:pPr>
            <a:endParaRPr lang="fr-FR" sz="2400" dirty="0">
              <a:solidFill>
                <a:srgbClr val="1F3864"/>
              </a:solidFill>
              <a:latin typeface="Proxima Nova"/>
              <a:cs typeface="Calibri"/>
              <a:sym typeface="Calibri"/>
            </a:endParaRPr>
          </a:p>
        </p:txBody>
      </p:sp>
      <p:sp>
        <p:nvSpPr>
          <p:cNvPr id="12" name="ZoneTexte 11">
            <a:extLst>
              <a:ext uri="{FF2B5EF4-FFF2-40B4-BE49-F238E27FC236}">
                <a16:creationId xmlns="" xmlns:a16="http://schemas.microsoft.com/office/drawing/2014/main" id="{29ADFE27-D070-8B83-2CC5-7B86B18506F5}"/>
              </a:ext>
            </a:extLst>
          </p:cNvPr>
          <p:cNvSpPr txBox="1"/>
          <p:nvPr/>
        </p:nvSpPr>
        <p:spPr>
          <a:xfrm>
            <a:off x="8153400" y="6341125"/>
            <a:ext cx="2085474" cy="276999"/>
          </a:xfrm>
          <a:prstGeom prst="rect">
            <a:avLst/>
          </a:prstGeom>
          <a:noFill/>
        </p:spPr>
        <p:txBody>
          <a:bodyPr wrap="square">
            <a:spAutoFit/>
          </a:bodyPr>
          <a:lstStyle/>
          <a:p>
            <a:pPr algn="ctr"/>
            <a:r>
              <a:rPr lang="fr-FR" sz="1200" i="1" dirty="0"/>
              <a:t>Dalle pleine en béton armé </a:t>
            </a:r>
          </a:p>
        </p:txBody>
      </p:sp>
      <p:pic>
        <p:nvPicPr>
          <p:cNvPr id="4102" name="Picture 6" descr="Le DTU 13.3 expliqué pour vos travaux de dallages sur terre-plein">
            <a:extLst>
              <a:ext uri="{FF2B5EF4-FFF2-40B4-BE49-F238E27FC236}">
                <a16:creationId xmlns="" xmlns:a16="http://schemas.microsoft.com/office/drawing/2014/main" id="{0C4E49F1-FF70-879F-9B6D-269E50320BE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1041" y="1945240"/>
            <a:ext cx="10662759" cy="3592062"/>
          </a:xfrm>
          <a:prstGeom prst="rect">
            <a:avLst/>
          </a:prstGeom>
          <a:noFill/>
          <a:extLst>
            <a:ext uri="{909E8E84-426E-40DD-AFC4-6F175D3DCCD1}">
              <a14:hiddenFill xmlns:a14="http://schemas.microsoft.com/office/drawing/2010/main">
                <a:solidFill>
                  <a:srgbClr val="FFFFFF"/>
                </a:solidFill>
              </a14:hiddenFill>
            </a:ext>
          </a:extLst>
        </p:spPr>
      </p:pic>
      <p:sp>
        <p:nvSpPr>
          <p:cNvPr id="14" name="ZoneTexte 13">
            <a:extLst>
              <a:ext uri="{FF2B5EF4-FFF2-40B4-BE49-F238E27FC236}">
                <a16:creationId xmlns="" xmlns:a16="http://schemas.microsoft.com/office/drawing/2014/main" id="{CB0945D5-6B0C-9515-4EF7-1143F9A600C2}"/>
              </a:ext>
            </a:extLst>
          </p:cNvPr>
          <p:cNvSpPr txBox="1"/>
          <p:nvPr/>
        </p:nvSpPr>
        <p:spPr>
          <a:xfrm>
            <a:off x="1429012" y="6398309"/>
            <a:ext cx="3306925" cy="646331"/>
          </a:xfrm>
          <a:prstGeom prst="rect">
            <a:avLst/>
          </a:prstGeom>
          <a:noFill/>
        </p:spPr>
        <p:txBody>
          <a:bodyPr wrap="square">
            <a:spAutoFit/>
          </a:bodyPr>
          <a:lstStyle/>
          <a:p>
            <a:r>
              <a:rPr lang="fr-FR" sz="1200" dirty="0">
                <a:hlinkClick r:id="rId6"/>
              </a:rPr>
              <a:t>https://www.youtube.com/watch?v=Y2aBleb0oIA</a:t>
            </a:r>
            <a:endParaRPr lang="fr-FR" sz="1200" dirty="0"/>
          </a:p>
          <a:p>
            <a:endParaRPr lang="fr-FR" sz="1200" dirty="0"/>
          </a:p>
        </p:txBody>
      </p:sp>
    </p:spTree>
    <p:extLst>
      <p:ext uri="{BB962C8B-B14F-4D97-AF65-F5344CB8AC3E}">
        <p14:creationId xmlns:p14="http://schemas.microsoft.com/office/powerpoint/2010/main" val="12241261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 xmlns:a16="http://schemas.microsoft.com/office/drawing/2014/main" id="{CFEF3A5E-63FF-C77D-D190-CB2EE599B6BA}"/>
            </a:ext>
          </a:extLst>
        </p:cNvPr>
        <p:cNvGrpSpPr/>
        <p:nvPr/>
      </p:nvGrpSpPr>
      <p:grpSpPr>
        <a:xfrm>
          <a:off x="0" y="0"/>
          <a:ext cx="0" cy="0"/>
          <a:chOff x="0" y="0"/>
          <a:chExt cx="0" cy="0"/>
        </a:xfrm>
      </p:grpSpPr>
      <p:sp>
        <p:nvSpPr>
          <p:cNvPr id="2" name="Espace réservé du numéro de diapositive 1">
            <a:extLst>
              <a:ext uri="{FF2B5EF4-FFF2-40B4-BE49-F238E27FC236}">
                <a16:creationId xmlns="" xmlns:a16="http://schemas.microsoft.com/office/drawing/2014/main" id="{FCE930A3-6F0D-A7F1-C757-1BBC3DEBDF3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39</a:t>
            </a:fld>
            <a:endParaRPr lang="fr-FR"/>
          </a:p>
        </p:txBody>
      </p:sp>
      <p:pic>
        <p:nvPicPr>
          <p:cNvPr id="5" name="Image 4">
            <a:extLst>
              <a:ext uri="{FF2B5EF4-FFF2-40B4-BE49-F238E27FC236}">
                <a16:creationId xmlns="" xmlns:a16="http://schemas.microsoft.com/office/drawing/2014/main" id="{06F90EC9-757D-0C3F-7B28-6EA666B1F4D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39492" y="70223"/>
            <a:ext cx="1090163" cy="981979"/>
          </a:xfrm>
          <a:prstGeom prst="rect">
            <a:avLst/>
          </a:prstGeom>
          <a:noFill/>
          <a:ln>
            <a:noFill/>
          </a:ln>
        </p:spPr>
      </p:pic>
      <p:pic>
        <p:nvPicPr>
          <p:cNvPr id="6" name="officeArt object">
            <a:extLst>
              <a:ext uri="{FF2B5EF4-FFF2-40B4-BE49-F238E27FC236}">
                <a16:creationId xmlns="" xmlns:a16="http://schemas.microsoft.com/office/drawing/2014/main" id="{EEE913F8-1E4C-E4EC-7A79-D9BDBD358ECA}"/>
              </a:ext>
            </a:extLst>
          </p:cNvPr>
          <p:cNvPicPr/>
          <p:nvPr/>
        </p:nvPicPr>
        <p:blipFill rotWithShape="1">
          <a:blip r:embed="rId4"/>
          <a:srcRect l="12854" r="8048"/>
          <a:stretch/>
        </p:blipFill>
        <p:spPr>
          <a:xfrm>
            <a:off x="9840279" y="0"/>
            <a:ext cx="1199213" cy="1506125"/>
          </a:xfrm>
          <a:prstGeom prst="rect">
            <a:avLst/>
          </a:prstGeom>
          <a:ln w="12700" cap="flat">
            <a:noFill/>
            <a:miter lim="400000"/>
          </a:ln>
          <a:effectLst/>
        </p:spPr>
      </p:pic>
      <p:sp>
        <p:nvSpPr>
          <p:cNvPr id="8" name="Espace réservé du pied de page 7">
            <a:extLst>
              <a:ext uri="{FF2B5EF4-FFF2-40B4-BE49-F238E27FC236}">
                <a16:creationId xmlns="" xmlns:a16="http://schemas.microsoft.com/office/drawing/2014/main" id="{83C2FF22-031B-50F0-9BDC-52CD739D5BB8}"/>
              </a:ext>
            </a:extLst>
          </p:cNvPr>
          <p:cNvSpPr>
            <a:spLocks noGrp="1"/>
          </p:cNvSpPr>
          <p:nvPr>
            <p:ph type="ftr" idx="11"/>
          </p:nvPr>
        </p:nvSpPr>
        <p:spPr/>
        <p:txBody>
          <a:bodyPr/>
          <a:lstStyle/>
          <a:p>
            <a:r>
              <a:rPr lang="fr-FR" dirty="0"/>
              <a:t>Dr. Ibrahim Niang</a:t>
            </a:r>
          </a:p>
        </p:txBody>
      </p:sp>
      <p:sp>
        <p:nvSpPr>
          <p:cNvPr id="3" name="Rectangle 2">
            <a:extLst>
              <a:ext uri="{FF2B5EF4-FFF2-40B4-BE49-F238E27FC236}">
                <a16:creationId xmlns="" xmlns:a16="http://schemas.microsoft.com/office/drawing/2014/main" id="{C4611E33-FF91-C19B-AC2E-920C3284394F}"/>
              </a:ext>
            </a:extLst>
          </p:cNvPr>
          <p:cNvSpPr/>
          <p:nvPr/>
        </p:nvSpPr>
        <p:spPr>
          <a:xfrm>
            <a:off x="-63745" y="-107207"/>
            <a:ext cx="5199163" cy="1309654"/>
          </a:xfrm>
          <a:prstGeom prst="rect">
            <a:avLst/>
          </a:prstGeom>
        </p:spPr>
        <p:txBody>
          <a:bodyPr wrap="square">
            <a:spAutoFit/>
          </a:bodyPr>
          <a:lstStyle/>
          <a:p>
            <a:pPr marL="571500" indent="-571500">
              <a:lnSpc>
                <a:spcPct val="150000"/>
              </a:lnSpc>
              <a:buClr>
                <a:srgbClr val="1F3864"/>
              </a:buClr>
              <a:buSzPct val="65000"/>
              <a:buFont typeface="+mj-lt"/>
              <a:buAutoNum type="romanUcPeriod" startAt="2"/>
            </a:pPr>
            <a:r>
              <a:rPr lang="fr-FR" sz="3200" b="1" dirty="0">
                <a:solidFill>
                  <a:srgbClr val="1F3864"/>
                </a:solidFill>
                <a:latin typeface="Aptos" panose="020B0004020202020204" pitchFamily="34" charset="0"/>
                <a:ea typeface="Calibri"/>
                <a:cs typeface="Calibri"/>
                <a:sym typeface="Calibri"/>
              </a:rPr>
              <a:t>Gros œuvre </a:t>
            </a:r>
          </a:p>
          <a:p>
            <a:pPr>
              <a:lnSpc>
                <a:spcPct val="150000"/>
              </a:lnSpc>
            </a:pPr>
            <a:endParaRPr lang="fr-FR" sz="2400" dirty="0">
              <a:solidFill>
                <a:srgbClr val="1F3864"/>
              </a:solidFill>
              <a:latin typeface="Proxima Nova"/>
              <a:cs typeface="Calibri"/>
              <a:sym typeface="Calibri"/>
            </a:endParaRPr>
          </a:p>
        </p:txBody>
      </p:sp>
      <p:sp>
        <p:nvSpPr>
          <p:cNvPr id="10" name="ZoneTexte 9">
            <a:extLst>
              <a:ext uri="{FF2B5EF4-FFF2-40B4-BE49-F238E27FC236}">
                <a16:creationId xmlns="" xmlns:a16="http://schemas.microsoft.com/office/drawing/2014/main" id="{3E117EFC-AC59-A65A-E8A6-E850366E12A8}"/>
              </a:ext>
            </a:extLst>
          </p:cNvPr>
          <p:cNvSpPr txBox="1"/>
          <p:nvPr/>
        </p:nvSpPr>
        <p:spPr>
          <a:xfrm>
            <a:off x="1949503" y="1051491"/>
            <a:ext cx="7461994" cy="523220"/>
          </a:xfrm>
          <a:prstGeom prst="rect">
            <a:avLst/>
          </a:prstGeom>
          <a:noFill/>
        </p:spPr>
        <p:txBody>
          <a:bodyPr wrap="square">
            <a:spAutoFit/>
          </a:bodyPr>
          <a:lstStyle/>
          <a:p>
            <a:pPr algn="ctr"/>
            <a:r>
              <a:rPr lang="fr-FR" sz="2800" dirty="0">
                <a:ln w="0"/>
                <a:solidFill>
                  <a:srgbClr val="1F3864"/>
                </a:solidFill>
                <a:latin typeface="Aptos" panose="020B0004020202020204" pitchFamily="34" charset="0"/>
              </a:rPr>
              <a:t>Dalle   </a:t>
            </a:r>
          </a:p>
        </p:txBody>
      </p:sp>
      <p:sp>
        <p:nvSpPr>
          <p:cNvPr id="11" name="ZoneTexte 10">
            <a:extLst>
              <a:ext uri="{FF2B5EF4-FFF2-40B4-BE49-F238E27FC236}">
                <a16:creationId xmlns="" xmlns:a16="http://schemas.microsoft.com/office/drawing/2014/main" id="{AC8601BC-779E-C9D9-201C-C596D51FFD03}"/>
              </a:ext>
            </a:extLst>
          </p:cNvPr>
          <p:cNvSpPr txBox="1"/>
          <p:nvPr/>
        </p:nvSpPr>
        <p:spPr>
          <a:xfrm>
            <a:off x="1026695" y="1541477"/>
            <a:ext cx="9737254" cy="923330"/>
          </a:xfrm>
          <a:prstGeom prst="rect">
            <a:avLst/>
          </a:prstGeom>
          <a:noFill/>
        </p:spPr>
        <p:txBody>
          <a:bodyPr wrap="square">
            <a:spAutoFit/>
          </a:bodyPr>
          <a:lstStyle/>
          <a:p>
            <a:pPr algn="ctr"/>
            <a:r>
              <a:rPr lang="fr-FR" dirty="0"/>
              <a:t>Une </a:t>
            </a:r>
            <a:r>
              <a:rPr lang="fr-FR" b="1" dirty="0"/>
              <a:t>dalle</a:t>
            </a:r>
            <a:r>
              <a:rPr lang="fr-FR" dirty="0"/>
              <a:t> est un </a:t>
            </a:r>
            <a:r>
              <a:rPr lang="fr-FR" b="1" dirty="0"/>
              <a:t>élément structural horizontal en béton armé, béton précontraint, </a:t>
            </a:r>
            <a:r>
              <a:rPr lang="fr-FR" dirty="0"/>
              <a:t>ou parfois en acier ou bois, qui constitue la </a:t>
            </a:r>
            <a:r>
              <a:rPr lang="fr-FR" b="1" dirty="0"/>
              <a:t>surface plane supportant les charges verticales. </a:t>
            </a:r>
            <a:r>
              <a:rPr lang="fr-FR" dirty="0"/>
              <a:t>Elle est généralement située </a:t>
            </a:r>
            <a:r>
              <a:rPr lang="fr-FR" b="1" dirty="0"/>
              <a:t>au-dessus des fondations.</a:t>
            </a:r>
            <a:endParaRPr lang="fr-FR" dirty="0"/>
          </a:p>
        </p:txBody>
      </p:sp>
      <p:sp>
        <p:nvSpPr>
          <p:cNvPr id="13" name="ZoneTexte 12">
            <a:extLst>
              <a:ext uri="{FF2B5EF4-FFF2-40B4-BE49-F238E27FC236}">
                <a16:creationId xmlns="" xmlns:a16="http://schemas.microsoft.com/office/drawing/2014/main" id="{3F7BF38F-2AC0-C0E6-CDEC-D0FE133097A8}"/>
              </a:ext>
            </a:extLst>
          </p:cNvPr>
          <p:cNvSpPr txBox="1"/>
          <p:nvPr/>
        </p:nvSpPr>
        <p:spPr>
          <a:xfrm>
            <a:off x="160421" y="3117917"/>
            <a:ext cx="6168188" cy="2585323"/>
          </a:xfrm>
          <a:prstGeom prst="rect">
            <a:avLst/>
          </a:prstGeom>
          <a:noFill/>
        </p:spPr>
        <p:txBody>
          <a:bodyPr wrap="square">
            <a:spAutoFit/>
          </a:bodyPr>
          <a:lstStyle/>
          <a:p>
            <a:pPr marL="285750" indent="-285750">
              <a:buFont typeface="Arial" panose="020B0604020202020204" pitchFamily="34" charset="0"/>
              <a:buChar char="•"/>
            </a:pPr>
            <a:r>
              <a:rPr lang="fr-FR" b="1" dirty="0"/>
              <a:t>Dalle sur vide sanitaire : </a:t>
            </a:r>
            <a:r>
              <a:rPr lang="fr-FR" dirty="0"/>
              <a:t>Protège contre l’humidité, idéale pour maisons en zones humides, mais moins stable qu’une dalle sur terre-plein.</a:t>
            </a:r>
          </a:p>
          <a:p>
            <a:pPr marL="285750" indent="-285750">
              <a:buFont typeface="Arial" panose="020B0604020202020204" pitchFamily="34" charset="0"/>
              <a:buChar char="•"/>
            </a:pPr>
            <a:r>
              <a:rPr lang="fr-FR" b="1" dirty="0"/>
              <a:t>Dalle flottante (sur terre-plein) : </a:t>
            </a:r>
            <a:r>
              <a:rPr lang="fr-FR" dirty="0"/>
              <a:t>Simple et économique, posée directement sur le sol compacté, mais moins adaptée aux charges lourdes.</a:t>
            </a:r>
          </a:p>
          <a:p>
            <a:pPr marL="285750" indent="-285750">
              <a:buFont typeface="Arial" panose="020B0604020202020204" pitchFamily="34" charset="0"/>
              <a:buChar char="•"/>
            </a:pPr>
            <a:r>
              <a:rPr lang="fr-FR" b="1" dirty="0"/>
              <a:t>Dalle en terre stabilisée : </a:t>
            </a:r>
            <a:r>
              <a:rPr lang="fr-FR" dirty="0"/>
              <a:t>Écologique et économique, adaptée aux projets ruraux ou durables, mais moins durable dans les environnements humides.</a:t>
            </a:r>
          </a:p>
        </p:txBody>
      </p:sp>
      <p:pic>
        <p:nvPicPr>
          <p:cNvPr id="3074" name="Picture 2" descr="Le vide sanitaire">
            <a:extLst>
              <a:ext uri="{FF2B5EF4-FFF2-40B4-BE49-F238E27FC236}">
                <a16:creationId xmlns="" xmlns:a16="http://schemas.microsoft.com/office/drawing/2014/main" id="{8E5F093E-5784-B0A4-F308-B744EB0E3DCA}"/>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3804" t="10930" b="4933"/>
          <a:stretch/>
        </p:blipFill>
        <p:spPr bwMode="auto">
          <a:xfrm>
            <a:off x="811873" y="1015923"/>
            <a:ext cx="9737254" cy="4790586"/>
          </a:xfrm>
          <a:prstGeom prst="rect">
            <a:avLst/>
          </a:prstGeom>
          <a:noFill/>
          <a:extLst>
            <a:ext uri="{909E8E84-426E-40DD-AFC4-6F175D3DCCD1}">
              <a14:hiddenFill xmlns:a14="http://schemas.microsoft.com/office/drawing/2010/main">
                <a:solidFill>
                  <a:srgbClr val="FFFFFF"/>
                </a:solidFill>
              </a14:hiddenFill>
            </a:ext>
          </a:extLst>
        </p:spPr>
      </p:pic>
      <p:sp>
        <p:nvSpPr>
          <p:cNvPr id="15" name="ZoneTexte 14">
            <a:extLst>
              <a:ext uri="{FF2B5EF4-FFF2-40B4-BE49-F238E27FC236}">
                <a16:creationId xmlns="" xmlns:a16="http://schemas.microsoft.com/office/drawing/2014/main" id="{DBA64976-41E7-7FA0-E43E-B56182B01BBA}"/>
              </a:ext>
            </a:extLst>
          </p:cNvPr>
          <p:cNvSpPr txBox="1"/>
          <p:nvPr/>
        </p:nvSpPr>
        <p:spPr>
          <a:xfrm>
            <a:off x="7704222" y="5544899"/>
            <a:ext cx="4327357" cy="523220"/>
          </a:xfrm>
          <a:prstGeom prst="rect">
            <a:avLst/>
          </a:prstGeom>
          <a:noFill/>
        </p:spPr>
        <p:txBody>
          <a:bodyPr wrap="square">
            <a:spAutoFit/>
          </a:bodyPr>
          <a:lstStyle/>
          <a:p>
            <a:r>
              <a:rPr lang="fr-FR" sz="1400" dirty="0">
                <a:hlinkClick r:id="rId6"/>
              </a:rPr>
              <a:t>https://www.youtube.com/watch?v=R6HvYno5fxU</a:t>
            </a:r>
            <a:endParaRPr lang="fr-FR" sz="1400" dirty="0"/>
          </a:p>
          <a:p>
            <a:endParaRPr lang="fr-FR" sz="1400" dirty="0"/>
          </a:p>
        </p:txBody>
      </p:sp>
    </p:spTree>
    <p:extLst>
      <p:ext uri="{BB962C8B-B14F-4D97-AF65-F5344CB8AC3E}">
        <p14:creationId xmlns:p14="http://schemas.microsoft.com/office/powerpoint/2010/main" val="315091842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 xmlns:a16="http://schemas.microsoft.com/office/drawing/2014/main" id="{3E384119-4253-602E-20C1-9D06F250B041}"/>
            </a:ext>
          </a:extLst>
        </p:cNvPr>
        <p:cNvGrpSpPr/>
        <p:nvPr/>
      </p:nvGrpSpPr>
      <p:grpSpPr>
        <a:xfrm>
          <a:off x="0" y="0"/>
          <a:ext cx="0" cy="0"/>
          <a:chOff x="0" y="0"/>
          <a:chExt cx="0" cy="0"/>
        </a:xfrm>
      </p:grpSpPr>
      <p:sp>
        <p:nvSpPr>
          <p:cNvPr id="2" name="Espace réservé du numéro de diapositive 1">
            <a:extLst>
              <a:ext uri="{FF2B5EF4-FFF2-40B4-BE49-F238E27FC236}">
                <a16:creationId xmlns="" xmlns:a16="http://schemas.microsoft.com/office/drawing/2014/main" id="{F5B2B4A1-3CDD-053D-8845-FF8675F75B9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40</a:t>
            </a:fld>
            <a:endParaRPr lang="fr-FR"/>
          </a:p>
        </p:txBody>
      </p:sp>
      <p:pic>
        <p:nvPicPr>
          <p:cNvPr id="5" name="Image 4">
            <a:extLst>
              <a:ext uri="{FF2B5EF4-FFF2-40B4-BE49-F238E27FC236}">
                <a16:creationId xmlns="" xmlns:a16="http://schemas.microsoft.com/office/drawing/2014/main" id="{7E2304B8-149D-AC07-67D1-FC7DB0C02A0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39492" y="70223"/>
            <a:ext cx="1090163" cy="981979"/>
          </a:xfrm>
          <a:prstGeom prst="rect">
            <a:avLst/>
          </a:prstGeom>
          <a:noFill/>
          <a:ln>
            <a:noFill/>
          </a:ln>
        </p:spPr>
      </p:pic>
      <p:pic>
        <p:nvPicPr>
          <p:cNvPr id="6" name="officeArt object">
            <a:extLst>
              <a:ext uri="{FF2B5EF4-FFF2-40B4-BE49-F238E27FC236}">
                <a16:creationId xmlns="" xmlns:a16="http://schemas.microsoft.com/office/drawing/2014/main" id="{ACBF5250-9EC6-17C7-138E-B3C4ECB46A11}"/>
              </a:ext>
            </a:extLst>
          </p:cNvPr>
          <p:cNvPicPr/>
          <p:nvPr/>
        </p:nvPicPr>
        <p:blipFill rotWithShape="1">
          <a:blip r:embed="rId4"/>
          <a:srcRect l="12854" r="8048"/>
          <a:stretch/>
        </p:blipFill>
        <p:spPr>
          <a:xfrm>
            <a:off x="9840279" y="0"/>
            <a:ext cx="1199213" cy="1506125"/>
          </a:xfrm>
          <a:prstGeom prst="rect">
            <a:avLst/>
          </a:prstGeom>
          <a:ln w="12700" cap="flat">
            <a:noFill/>
            <a:miter lim="400000"/>
          </a:ln>
          <a:effectLst/>
        </p:spPr>
      </p:pic>
      <p:sp>
        <p:nvSpPr>
          <p:cNvPr id="8" name="Espace réservé du pied de page 7">
            <a:extLst>
              <a:ext uri="{FF2B5EF4-FFF2-40B4-BE49-F238E27FC236}">
                <a16:creationId xmlns="" xmlns:a16="http://schemas.microsoft.com/office/drawing/2014/main" id="{FAAD6C7E-B724-B3F3-B44E-C21C965394FF}"/>
              </a:ext>
            </a:extLst>
          </p:cNvPr>
          <p:cNvSpPr>
            <a:spLocks noGrp="1"/>
          </p:cNvSpPr>
          <p:nvPr>
            <p:ph type="ftr" idx="11"/>
          </p:nvPr>
        </p:nvSpPr>
        <p:spPr/>
        <p:txBody>
          <a:bodyPr/>
          <a:lstStyle/>
          <a:p>
            <a:r>
              <a:rPr lang="fr-FR" dirty="0"/>
              <a:t>Dr. Ibrahim Niang</a:t>
            </a:r>
          </a:p>
        </p:txBody>
      </p:sp>
      <p:sp>
        <p:nvSpPr>
          <p:cNvPr id="3" name="Rectangle 2">
            <a:extLst>
              <a:ext uri="{FF2B5EF4-FFF2-40B4-BE49-F238E27FC236}">
                <a16:creationId xmlns="" xmlns:a16="http://schemas.microsoft.com/office/drawing/2014/main" id="{15CF02F9-E6C6-A540-6500-262CD2862326}"/>
              </a:ext>
            </a:extLst>
          </p:cNvPr>
          <p:cNvSpPr/>
          <p:nvPr/>
        </p:nvSpPr>
        <p:spPr>
          <a:xfrm>
            <a:off x="-63745" y="-107207"/>
            <a:ext cx="5199163" cy="1309654"/>
          </a:xfrm>
          <a:prstGeom prst="rect">
            <a:avLst/>
          </a:prstGeom>
        </p:spPr>
        <p:txBody>
          <a:bodyPr wrap="square">
            <a:spAutoFit/>
          </a:bodyPr>
          <a:lstStyle/>
          <a:p>
            <a:pPr marL="571500" indent="-571500">
              <a:lnSpc>
                <a:spcPct val="150000"/>
              </a:lnSpc>
              <a:buClr>
                <a:srgbClr val="1F3864"/>
              </a:buClr>
              <a:buSzPct val="65000"/>
              <a:buFont typeface="+mj-lt"/>
              <a:buAutoNum type="romanUcPeriod" startAt="2"/>
            </a:pPr>
            <a:r>
              <a:rPr lang="fr-FR" sz="3200" b="1" dirty="0">
                <a:solidFill>
                  <a:srgbClr val="1F3864"/>
                </a:solidFill>
                <a:latin typeface="Aptos" panose="020B0004020202020204" pitchFamily="34" charset="0"/>
                <a:ea typeface="Calibri"/>
                <a:cs typeface="Calibri"/>
                <a:sym typeface="Calibri"/>
              </a:rPr>
              <a:t>Gros œuvre </a:t>
            </a:r>
          </a:p>
          <a:p>
            <a:pPr>
              <a:lnSpc>
                <a:spcPct val="150000"/>
              </a:lnSpc>
            </a:pPr>
            <a:endParaRPr lang="fr-FR" sz="2400" dirty="0">
              <a:solidFill>
                <a:srgbClr val="1F3864"/>
              </a:solidFill>
              <a:latin typeface="Proxima Nova"/>
              <a:cs typeface="Calibri"/>
              <a:sym typeface="Calibri"/>
            </a:endParaRPr>
          </a:p>
        </p:txBody>
      </p:sp>
      <p:sp>
        <p:nvSpPr>
          <p:cNvPr id="10" name="ZoneTexte 9">
            <a:extLst>
              <a:ext uri="{FF2B5EF4-FFF2-40B4-BE49-F238E27FC236}">
                <a16:creationId xmlns="" xmlns:a16="http://schemas.microsoft.com/office/drawing/2014/main" id="{3D39927C-BF11-4F0A-F31F-BB796F94526E}"/>
              </a:ext>
            </a:extLst>
          </p:cNvPr>
          <p:cNvSpPr txBox="1"/>
          <p:nvPr/>
        </p:nvSpPr>
        <p:spPr>
          <a:xfrm>
            <a:off x="1949503" y="1051491"/>
            <a:ext cx="7461994" cy="523220"/>
          </a:xfrm>
          <a:prstGeom prst="rect">
            <a:avLst/>
          </a:prstGeom>
          <a:noFill/>
        </p:spPr>
        <p:txBody>
          <a:bodyPr wrap="square">
            <a:spAutoFit/>
          </a:bodyPr>
          <a:lstStyle/>
          <a:p>
            <a:pPr algn="ctr"/>
            <a:r>
              <a:rPr lang="fr-FR" sz="2800" dirty="0">
                <a:ln w="0"/>
                <a:solidFill>
                  <a:srgbClr val="1F3864"/>
                </a:solidFill>
                <a:latin typeface="Aptos" panose="020B0004020202020204" pitchFamily="34" charset="0"/>
              </a:rPr>
              <a:t>Dalle   </a:t>
            </a:r>
          </a:p>
        </p:txBody>
      </p:sp>
      <p:sp>
        <p:nvSpPr>
          <p:cNvPr id="11" name="ZoneTexte 10">
            <a:extLst>
              <a:ext uri="{FF2B5EF4-FFF2-40B4-BE49-F238E27FC236}">
                <a16:creationId xmlns="" xmlns:a16="http://schemas.microsoft.com/office/drawing/2014/main" id="{2FA28DB2-78FC-4F7C-2BF1-B9A6E110D0F9}"/>
              </a:ext>
            </a:extLst>
          </p:cNvPr>
          <p:cNvSpPr txBox="1"/>
          <p:nvPr/>
        </p:nvSpPr>
        <p:spPr>
          <a:xfrm>
            <a:off x="1026695" y="1541477"/>
            <a:ext cx="9737254" cy="923330"/>
          </a:xfrm>
          <a:prstGeom prst="rect">
            <a:avLst/>
          </a:prstGeom>
          <a:noFill/>
        </p:spPr>
        <p:txBody>
          <a:bodyPr wrap="square">
            <a:spAutoFit/>
          </a:bodyPr>
          <a:lstStyle/>
          <a:p>
            <a:pPr algn="ctr"/>
            <a:r>
              <a:rPr lang="fr-FR" dirty="0"/>
              <a:t>Une </a:t>
            </a:r>
            <a:r>
              <a:rPr lang="fr-FR" b="1" dirty="0"/>
              <a:t>dalle</a:t>
            </a:r>
            <a:r>
              <a:rPr lang="fr-FR" dirty="0"/>
              <a:t> est un </a:t>
            </a:r>
            <a:r>
              <a:rPr lang="fr-FR" b="1" dirty="0"/>
              <a:t>élément structural horizontal en béton armé, béton précontraint, </a:t>
            </a:r>
            <a:r>
              <a:rPr lang="fr-FR" dirty="0"/>
              <a:t>ou parfois en acier ou bois, qui constitue la </a:t>
            </a:r>
            <a:r>
              <a:rPr lang="fr-FR" b="1" dirty="0"/>
              <a:t>surface plane supportant les charges verticales. </a:t>
            </a:r>
            <a:r>
              <a:rPr lang="fr-FR" dirty="0"/>
              <a:t>Elle est généralement située </a:t>
            </a:r>
            <a:r>
              <a:rPr lang="fr-FR" b="1" dirty="0"/>
              <a:t>au-dessus des fondations.</a:t>
            </a:r>
            <a:endParaRPr lang="fr-FR" dirty="0"/>
          </a:p>
        </p:txBody>
      </p:sp>
      <p:sp>
        <p:nvSpPr>
          <p:cNvPr id="13" name="ZoneTexte 12">
            <a:extLst>
              <a:ext uri="{FF2B5EF4-FFF2-40B4-BE49-F238E27FC236}">
                <a16:creationId xmlns="" xmlns:a16="http://schemas.microsoft.com/office/drawing/2014/main" id="{14308C6B-BBBE-39FE-0E43-9ABB76584F89}"/>
              </a:ext>
            </a:extLst>
          </p:cNvPr>
          <p:cNvSpPr txBox="1"/>
          <p:nvPr/>
        </p:nvSpPr>
        <p:spPr>
          <a:xfrm>
            <a:off x="160421" y="3117917"/>
            <a:ext cx="6168188" cy="2585323"/>
          </a:xfrm>
          <a:prstGeom prst="rect">
            <a:avLst/>
          </a:prstGeom>
          <a:noFill/>
        </p:spPr>
        <p:txBody>
          <a:bodyPr wrap="square">
            <a:spAutoFit/>
          </a:bodyPr>
          <a:lstStyle/>
          <a:p>
            <a:pPr marL="285750" indent="-285750">
              <a:buFont typeface="Arial" panose="020B0604020202020204" pitchFamily="34" charset="0"/>
              <a:buChar char="•"/>
            </a:pPr>
            <a:r>
              <a:rPr lang="fr-FR" b="1" dirty="0"/>
              <a:t>Dalle sur vide sanitaire : </a:t>
            </a:r>
            <a:r>
              <a:rPr lang="fr-FR" dirty="0"/>
              <a:t>Protège contre l’humidité, idéale pour maisons en zones humides, mais moins stable qu’une dalle sur terre-plein.</a:t>
            </a:r>
          </a:p>
          <a:p>
            <a:pPr marL="285750" indent="-285750">
              <a:buFont typeface="Arial" panose="020B0604020202020204" pitchFamily="34" charset="0"/>
              <a:buChar char="•"/>
            </a:pPr>
            <a:r>
              <a:rPr lang="fr-FR" b="1" dirty="0"/>
              <a:t>Dalle flottante (sur terre-plein) : </a:t>
            </a:r>
            <a:r>
              <a:rPr lang="fr-FR" dirty="0"/>
              <a:t>Simple et économique, posée directement sur le sol compacté, mais moins adaptée aux charges lourdes.</a:t>
            </a:r>
          </a:p>
          <a:p>
            <a:pPr marL="285750" indent="-285750">
              <a:buFont typeface="Arial" panose="020B0604020202020204" pitchFamily="34" charset="0"/>
              <a:buChar char="•"/>
            </a:pPr>
            <a:r>
              <a:rPr lang="fr-FR" b="1" dirty="0"/>
              <a:t>Dalle en terre stabilisée : </a:t>
            </a:r>
            <a:r>
              <a:rPr lang="fr-FR" dirty="0"/>
              <a:t>Écologique et économique, adaptée aux projets ruraux ou durables, mais moins durable dans les environnements humides.</a:t>
            </a:r>
          </a:p>
        </p:txBody>
      </p:sp>
      <p:sp>
        <p:nvSpPr>
          <p:cNvPr id="15" name="ZoneTexte 14">
            <a:extLst>
              <a:ext uri="{FF2B5EF4-FFF2-40B4-BE49-F238E27FC236}">
                <a16:creationId xmlns="" xmlns:a16="http://schemas.microsoft.com/office/drawing/2014/main" id="{61F6882B-F6C6-F7F2-8F62-C46E5F6EA8AA}"/>
              </a:ext>
            </a:extLst>
          </p:cNvPr>
          <p:cNvSpPr txBox="1"/>
          <p:nvPr/>
        </p:nvSpPr>
        <p:spPr>
          <a:xfrm>
            <a:off x="7704222" y="5544899"/>
            <a:ext cx="4327357" cy="523220"/>
          </a:xfrm>
          <a:prstGeom prst="rect">
            <a:avLst/>
          </a:prstGeom>
          <a:noFill/>
        </p:spPr>
        <p:txBody>
          <a:bodyPr wrap="square">
            <a:spAutoFit/>
          </a:bodyPr>
          <a:lstStyle/>
          <a:p>
            <a:r>
              <a:rPr lang="fr-FR" sz="1400" dirty="0">
                <a:hlinkClick r:id="rId5"/>
              </a:rPr>
              <a:t>https://www.youtube.com/watch?v=R6HvYno5fxU</a:t>
            </a:r>
            <a:endParaRPr lang="fr-FR" sz="1400" dirty="0"/>
          </a:p>
          <a:p>
            <a:endParaRPr lang="fr-FR" sz="1400" dirty="0"/>
          </a:p>
        </p:txBody>
      </p:sp>
      <p:pic>
        <p:nvPicPr>
          <p:cNvPr id="7" name="Image 6">
            <a:extLst>
              <a:ext uri="{FF2B5EF4-FFF2-40B4-BE49-F238E27FC236}">
                <a16:creationId xmlns="" xmlns:a16="http://schemas.microsoft.com/office/drawing/2014/main" id="{2790636C-F6CE-D3FC-C0E5-47F28C6AF0A8}"/>
              </a:ext>
            </a:extLst>
          </p:cNvPr>
          <p:cNvPicPr>
            <a:picLocks noChangeAspect="1"/>
          </p:cNvPicPr>
          <p:nvPr/>
        </p:nvPicPr>
        <p:blipFill>
          <a:blip r:embed="rId6"/>
          <a:stretch>
            <a:fillRect/>
          </a:stretch>
        </p:blipFill>
        <p:spPr>
          <a:xfrm>
            <a:off x="7290296" y="2689061"/>
            <a:ext cx="4242402" cy="2567607"/>
          </a:xfrm>
          <a:prstGeom prst="rect">
            <a:avLst/>
          </a:prstGeom>
        </p:spPr>
      </p:pic>
    </p:spTree>
    <p:extLst>
      <p:ext uri="{BB962C8B-B14F-4D97-AF65-F5344CB8AC3E}">
        <p14:creationId xmlns:p14="http://schemas.microsoft.com/office/powerpoint/2010/main" val="310550626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 xmlns:a16="http://schemas.microsoft.com/office/drawing/2014/main" id="{BBB780AC-61EA-E625-8222-1EF3F0342218}"/>
            </a:ext>
          </a:extLst>
        </p:cNvPr>
        <p:cNvGrpSpPr/>
        <p:nvPr/>
      </p:nvGrpSpPr>
      <p:grpSpPr>
        <a:xfrm>
          <a:off x="0" y="0"/>
          <a:ext cx="0" cy="0"/>
          <a:chOff x="0" y="0"/>
          <a:chExt cx="0" cy="0"/>
        </a:xfrm>
      </p:grpSpPr>
      <p:sp>
        <p:nvSpPr>
          <p:cNvPr id="2" name="Espace réservé du numéro de diapositive 1">
            <a:extLst>
              <a:ext uri="{FF2B5EF4-FFF2-40B4-BE49-F238E27FC236}">
                <a16:creationId xmlns="" xmlns:a16="http://schemas.microsoft.com/office/drawing/2014/main" id="{CDB504C0-1C75-F3FD-7F99-10FD7FF67FC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41</a:t>
            </a:fld>
            <a:endParaRPr lang="fr-FR"/>
          </a:p>
        </p:txBody>
      </p:sp>
      <p:pic>
        <p:nvPicPr>
          <p:cNvPr id="5" name="Image 4">
            <a:extLst>
              <a:ext uri="{FF2B5EF4-FFF2-40B4-BE49-F238E27FC236}">
                <a16:creationId xmlns="" xmlns:a16="http://schemas.microsoft.com/office/drawing/2014/main" id="{2B0814CC-50C5-FB84-82B4-430E8425342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39492" y="70223"/>
            <a:ext cx="1090163" cy="981979"/>
          </a:xfrm>
          <a:prstGeom prst="rect">
            <a:avLst/>
          </a:prstGeom>
          <a:noFill/>
          <a:ln>
            <a:noFill/>
          </a:ln>
        </p:spPr>
      </p:pic>
      <p:pic>
        <p:nvPicPr>
          <p:cNvPr id="6" name="officeArt object">
            <a:extLst>
              <a:ext uri="{FF2B5EF4-FFF2-40B4-BE49-F238E27FC236}">
                <a16:creationId xmlns="" xmlns:a16="http://schemas.microsoft.com/office/drawing/2014/main" id="{4FDB58A3-6382-DA95-87B5-57177C656A93}"/>
              </a:ext>
            </a:extLst>
          </p:cNvPr>
          <p:cNvPicPr/>
          <p:nvPr/>
        </p:nvPicPr>
        <p:blipFill rotWithShape="1">
          <a:blip r:embed="rId4"/>
          <a:srcRect l="12854" r="8048"/>
          <a:stretch/>
        </p:blipFill>
        <p:spPr>
          <a:xfrm>
            <a:off x="9840279" y="0"/>
            <a:ext cx="1199213" cy="1506125"/>
          </a:xfrm>
          <a:prstGeom prst="rect">
            <a:avLst/>
          </a:prstGeom>
          <a:ln w="12700" cap="flat">
            <a:noFill/>
            <a:miter lim="400000"/>
          </a:ln>
          <a:effectLst/>
        </p:spPr>
      </p:pic>
      <p:sp>
        <p:nvSpPr>
          <p:cNvPr id="8" name="Espace réservé du pied de page 7">
            <a:extLst>
              <a:ext uri="{FF2B5EF4-FFF2-40B4-BE49-F238E27FC236}">
                <a16:creationId xmlns="" xmlns:a16="http://schemas.microsoft.com/office/drawing/2014/main" id="{B88645FF-39AC-3FA9-87FF-B74DF5FF7C92}"/>
              </a:ext>
            </a:extLst>
          </p:cNvPr>
          <p:cNvSpPr>
            <a:spLocks noGrp="1"/>
          </p:cNvSpPr>
          <p:nvPr>
            <p:ph type="ftr" idx="11"/>
          </p:nvPr>
        </p:nvSpPr>
        <p:spPr/>
        <p:txBody>
          <a:bodyPr/>
          <a:lstStyle/>
          <a:p>
            <a:r>
              <a:rPr lang="fr-FR" dirty="0"/>
              <a:t>Dr. Ibrahim Niang</a:t>
            </a:r>
          </a:p>
        </p:txBody>
      </p:sp>
      <p:sp>
        <p:nvSpPr>
          <p:cNvPr id="3" name="Rectangle 2">
            <a:extLst>
              <a:ext uri="{FF2B5EF4-FFF2-40B4-BE49-F238E27FC236}">
                <a16:creationId xmlns="" xmlns:a16="http://schemas.microsoft.com/office/drawing/2014/main" id="{86BDE3A4-45FA-9356-CDC1-AE49D8DAB641}"/>
              </a:ext>
            </a:extLst>
          </p:cNvPr>
          <p:cNvSpPr/>
          <p:nvPr/>
        </p:nvSpPr>
        <p:spPr>
          <a:xfrm>
            <a:off x="-63745" y="-107207"/>
            <a:ext cx="5199163" cy="1309654"/>
          </a:xfrm>
          <a:prstGeom prst="rect">
            <a:avLst/>
          </a:prstGeom>
        </p:spPr>
        <p:txBody>
          <a:bodyPr wrap="square">
            <a:spAutoFit/>
          </a:bodyPr>
          <a:lstStyle/>
          <a:p>
            <a:pPr marL="571500" indent="-571500">
              <a:lnSpc>
                <a:spcPct val="150000"/>
              </a:lnSpc>
              <a:buClr>
                <a:srgbClr val="1F3864"/>
              </a:buClr>
              <a:buSzPct val="65000"/>
              <a:buFont typeface="+mj-lt"/>
              <a:buAutoNum type="romanUcPeriod" startAt="2"/>
            </a:pPr>
            <a:r>
              <a:rPr lang="fr-FR" sz="3200" b="1" dirty="0">
                <a:solidFill>
                  <a:srgbClr val="1F3864"/>
                </a:solidFill>
                <a:latin typeface="Aptos" panose="020B0004020202020204" pitchFamily="34" charset="0"/>
                <a:ea typeface="Calibri"/>
                <a:cs typeface="Calibri"/>
                <a:sym typeface="Calibri"/>
              </a:rPr>
              <a:t>Gros œuvre </a:t>
            </a:r>
          </a:p>
          <a:p>
            <a:pPr>
              <a:lnSpc>
                <a:spcPct val="150000"/>
              </a:lnSpc>
            </a:pPr>
            <a:endParaRPr lang="fr-FR" sz="2400" dirty="0">
              <a:solidFill>
                <a:srgbClr val="1F3864"/>
              </a:solidFill>
              <a:latin typeface="Proxima Nova"/>
              <a:cs typeface="Calibri"/>
              <a:sym typeface="Calibri"/>
            </a:endParaRPr>
          </a:p>
        </p:txBody>
      </p:sp>
      <p:sp>
        <p:nvSpPr>
          <p:cNvPr id="10" name="ZoneTexte 9">
            <a:extLst>
              <a:ext uri="{FF2B5EF4-FFF2-40B4-BE49-F238E27FC236}">
                <a16:creationId xmlns="" xmlns:a16="http://schemas.microsoft.com/office/drawing/2014/main" id="{A4AD64EB-4E8B-47E3-EA1D-6432CC88CAB8}"/>
              </a:ext>
            </a:extLst>
          </p:cNvPr>
          <p:cNvSpPr txBox="1"/>
          <p:nvPr/>
        </p:nvSpPr>
        <p:spPr>
          <a:xfrm>
            <a:off x="1949503" y="1051491"/>
            <a:ext cx="7461994" cy="523220"/>
          </a:xfrm>
          <a:prstGeom prst="rect">
            <a:avLst/>
          </a:prstGeom>
          <a:noFill/>
        </p:spPr>
        <p:txBody>
          <a:bodyPr wrap="square">
            <a:spAutoFit/>
          </a:bodyPr>
          <a:lstStyle/>
          <a:p>
            <a:pPr algn="ctr"/>
            <a:r>
              <a:rPr lang="fr-FR" sz="2800" dirty="0">
                <a:ln w="0"/>
                <a:solidFill>
                  <a:srgbClr val="1F3864"/>
                </a:solidFill>
                <a:latin typeface="Aptos" panose="020B0004020202020204" pitchFamily="34" charset="0"/>
              </a:rPr>
              <a:t>Dalle   </a:t>
            </a:r>
          </a:p>
        </p:txBody>
      </p:sp>
      <p:sp>
        <p:nvSpPr>
          <p:cNvPr id="11" name="ZoneTexte 10">
            <a:extLst>
              <a:ext uri="{FF2B5EF4-FFF2-40B4-BE49-F238E27FC236}">
                <a16:creationId xmlns="" xmlns:a16="http://schemas.microsoft.com/office/drawing/2014/main" id="{8D4E842E-8568-D02C-F50C-5B6997591BF3}"/>
              </a:ext>
            </a:extLst>
          </p:cNvPr>
          <p:cNvSpPr txBox="1"/>
          <p:nvPr/>
        </p:nvSpPr>
        <p:spPr>
          <a:xfrm>
            <a:off x="1026695" y="1541477"/>
            <a:ext cx="9737254" cy="923330"/>
          </a:xfrm>
          <a:prstGeom prst="rect">
            <a:avLst/>
          </a:prstGeom>
          <a:noFill/>
        </p:spPr>
        <p:txBody>
          <a:bodyPr wrap="square">
            <a:spAutoFit/>
          </a:bodyPr>
          <a:lstStyle/>
          <a:p>
            <a:pPr algn="ctr"/>
            <a:r>
              <a:rPr lang="fr-FR" dirty="0"/>
              <a:t>Une </a:t>
            </a:r>
            <a:r>
              <a:rPr lang="fr-FR" b="1" dirty="0"/>
              <a:t>dalle</a:t>
            </a:r>
            <a:r>
              <a:rPr lang="fr-FR" dirty="0"/>
              <a:t> est un </a:t>
            </a:r>
            <a:r>
              <a:rPr lang="fr-FR" b="1" dirty="0"/>
              <a:t>élément structural horizontal en béton armé, béton précontraint, </a:t>
            </a:r>
            <a:r>
              <a:rPr lang="fr-FR" dirty="0"/>
              <a:t>ou parfois en acier ou bois, qui constitue la </a:t>
            </a:r>
            <a:r>
              <a:rPr lang="fr-FR" b="1" dirty="0"/>
              <a:t>surface plane supportant les charges verticales. </a:t>
            </a:r>
            <a:r>
              <a:rPr lang="fr-FR" dirty="0"/>
              <a:t>Elle est généralement située </a:t>
            </a:r>
            <a:r>
              <a:rPr lang="fr-FR" b="1" dirty="0"/>
              <a:t>au-dessus des fondations.</a:t>
            </a:r>
            <a:endParaRPr lang="fr-FR" dirty="0"/>
          </a:p>
        </p:txBody>
      </p:sp>
      <p:sp>
        <p:nvSpPr>
          <p:cNvPr id="16" name="ZoneTexte 15">
            <a:extLst>
              <a:ext uri="{FF2B5EF4-FFF2-40B4-BE49-F238E27FC236}">
                <a16:creationId xmlns="" xmlns:a16="http://schemas.microsoft.com/office/drawing/2014/main" id="{C19964F7-D722-5C29-F520-D3AAE760F54C}"/>
              </a:ext>
            </a:extLst>
          </p:cNvPr>
          <p:cNvSpPr txBox="1"/>
          <p:nvPr/>
        </p:nvSpPr>
        <p:spPr>
          <a:xfrm>
            <a:off x="0" y="2803837"/>
            <a:ext cx="6753726" cy="3416320"/>
          </a:xfrm>
          <a:prstGeom prst="rect">
            <a:avLst/>
          </a:prstGeom>
          <a:noFill/>
        </p:spPr>
        <p:txBody>
          <a:bodyPr wrap="square">
            <a:spAutoFit/>
          </a:bodyPr>
          <a:lstStyle/>
          <a:p>
            <a:pPr marL="285750" indent="-285750">
              <a:buFont typeface="Arial" panose="020B0604020202020204" pitchFamily="34" charset="0"/>
              <a:buChar char="•"/>
            </a:pPr>
            <a:r>
              <a:rPr lang="fr-FR" b="1" dirty="0"/>
              <a:t>Répartition des charges : </a:t>
            </a:r>
            <a:r>
              <a:rPr lang="fr-FR" dirty="0"/>
              <a:t>La dalle distribue uniformément les charges provenant des murs, cloisons, mobilier et équipements, en les transmettant aux fondations à travers les poutres, poteaux ou murs porteurs.</a:t>
            </a:r>
          </a:p>
          <a:p>
            <a:pPr marL="285750" indent="-285750">
              <a:buFont typeface="Arial" panose="020B0604020202020204" pitchFamily="34" charset="0"/>
              <a:buChar char="•"/>
            </a:pPr>
            <a:r>
              <a:rPr lang="fr-FR" b="1" dirty="0"/>
              <a:t>Support des niveaux supérieurs : </a:t>
            </a:r>
            <a:r>
              <a:rPr lang="fr-FR" dirty="0"/>
              <a:t>Dans les bâtiments à plusieurs étages, elle sert de plancher pour le niveau supérieur tout en faisant office de plafond pour le niveau inférieur.</a:t>
            </a:r>
          </a:p>
          <a:p>
            <a:pPr marL="285750" indent="-285750">
              <a:buFont typeface="Arial" panose="020B0604020202020204" pitchFamily="34" charset="0"/>
              <a:buChar char="•"/>
            </a:pPr>
            <a:r>
              <a:rPr lang="fr-FR" b="1" dirty="0"/>
              <a:t>Rigidité de la structure : </a:t>
            </a:r>
            <a:r>
              <a:rPr lang="fr-FR" dirty="0"/>
              <a:t>Elle contribue à la stabilité générale de l’édifice en assurant une rigidité horizontale essentielle.</a:t>
            </a:r>
          </a:p>
          <a:p>
            <a:pPr marL="285750" indent="-285750">
              <a:buFont typeface="Arial" panose="020B0604020202020204" pitchFamily="34" charset="0"/>
              <a:buChar char="•"/>
            </a:pPr>
            <a:r>
              <a:rPr lang="fr-FR" b="1" dirty="0"/>
              <a:t>Protection et étanchéité : </a:t>
            </a:r>
            <a:r>
              <a:rPr lang="fr-FR" dirty="0"/>
              <a:t>Lorsqu’elle joue le rôle de toiture, elle offre une barrière contre les intempéries et protège l’intérieur du bâtiment.</a:t>
            </a:r>
          </a:p>
        </p:txBody>
      </p:sp>
      <p:pic>
        <p:nvPicPr>
          <p:cNvPr id="9" name="Image 8">
            <a:extLst>
              <a:ext uri="{FF2B5EF4-FFF2-40B4-BE49-F238E27FC236}">
                <a16:creationId xmlns="" xmlns:a16="http://schemas.microsoft.com/office/drawing/2014/main" id="{EF506CE7-B7E3-F540-99FE-A20FAEDD16A2}"/>
              </a:ext>
            </a:extLst>
          </p:cNvPr>
          <p:cNvPicPr>
            <a:picLocks noChangeAspect="1"/>
          </p:cNvPicPr>
          <p:nvPr/>
        </p:nvPicPr>
        <p:blipFill>
          <a:blip r:embed="rId5"/>
          <a:stretch>
            <a:fillRect/>
          </a:stretch>
        </p:blipFill>
        <p:spPr>
          <a:xfrm>
            <a:off x="7636901" y="2891902"/>
            <a:ext cx="4114800" cy="3328255"/>
          </a:xfrm>
          <a:prstGeom prst="rect">
            <a:avLst/>
          </a:prstGeom>
        </p:spPr>
      </p:pic>
    </p:spTree>
    <p:extLst>
      <p:ext uri="{BB962C8B-B14F-4D97-AF65-F5344CB8AC3E}">
        <p14:creationId xmlns:p14="http://schemas.microsoft.com/office/powerpoint/2010/main" val="141363142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 xmlns:a16="http://schemas.microsoft.com/office/drawing/2014/main" id="{19342EC9-BE3B-5892-07D9-0902E51634C3}"/>
            </a:ext>
          </a:extLst>
        </p:cNvPr>
        <p:cNvGrpSpPr/>
        <p:nvPr/>
      </p:nvGrpSpPr>
      <p:grpSpPr>
        <a:xfrm>
          <a:off x="0" y="0"/>
          <a:ext cx="0" cy="0"/>
          <a:chOff x="0" y="0"/>
          <a:chExt cx="0" cy="0"/>
        </a:xfrm>
      </p:grpSpPr>
      <p:pic>
        <p:nvPicPr>
          <p:cNvPr id="6148" name="Picture 4" descr="Mur porteur - Ingénieur en structure">
            <a:extLst>
              <a:ext uri="{FF2B5EF4-FFF2-40B4-BE49-F238E27FC236}">
                <a16:creationId xmlns="" xmlns:a16="http://schemas.microsoft.com/office/drawing/2014/main" id="{5531AB0B-7603-7DD1-A3DB-2E68ED38EB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07535" y="4036986"/>
            <a:ext cx="2880212" cy="2565567"/>
          </a:xfrm>
          <a:prstGeom prst="rect">
            <a:avLst/>
          </a:prstGeom>
          <a:noFill/>
          <a:extLst>
            <a:ext uri="{909E8E84-426E-40DD-AFC4-6F175D3DCCD1}">
              <a14:hiddenFill xmlns:a14="http://schemas.microsoft.com/office/drawing/2010/main">
                <a:solidFill>
                  <a:srgbClr val="FFFFFF"/>
                </a:solidFill>
              </a14:hiddenFill>
            </a:ext>
          </a:extLst>
        </p:spPr>
      </p:pic>
      <p:sp>
        <p:nvSpPr>
          <p:cNvPr id="2" name="Espace réservé du numéro de diapositive 1">
            <a:extLst>
              <a:ext uri="{FF2B5EF4-FFF2-40B4-BE49-F238E27FC236}">
                <a16:creationId xmlns="" xmlns:a16="http://schemas.microsoft.com/office/drawing/2014/main" id="{A6EB7AAE-A39A-F3FD-2F7C-9B6293551B4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42</a:t>
            </a:fld>
            <a:endParaRPr lang="fr-FR"/>
          </a:p>
        </p:txBody>
      </p:sp>
      <p:pic>
        <p:nvPicPr>
          <p:cNvPr id="5" name="Image 4">
            <a:extLst>
              <a:ext uri="{FF2B5EF4-FFF2-40B4-BE49-F238E27FC236}">
                <a16:creationId xmlns="" xmlns:a16="http://schemas.microsoft.com/office/drawing/2014/main" id="{E118BAB0-2946-2FAE-3DE7-47885F59EB97}"/>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1039492" y="70223"/>
            <a:ext cx="1090163" cy="981979"/>
          </a:xfrm>
          <a:prstGeom prst="rect">
            <a:avLst/>
          </a:prstGeom>
          <a:noFill/>
          <a:ln>
            <a:noFill/>
          </a:ln>
        </p:spPr>
      </p:pic>
      <p:pic>
        <p:nvPicPr>
          <p:cNvPr id="6" name="officeArt object">
            <a:extLst>
              <a:ext uri="{FF2B5EF4-FFF2-40B4-BE49-F238E27FC236}">
                <a16:creationId xmlns="" xmlns:a16="http://schemas.microsoft.com/office/drawing/2014/main" id="{F0A58410-3B58-4AA2-F28C-E5B9B6BF0DEC}"/>
              </a:ext>
            </a:extLst>
          </p:cNvPr>
          <p:cNvPicPr/>
          <p:nvPr/>
        </p:nvPicPr>
        <p:blipFill rotWithShape="1">
          <a:blip r:embed="rId5"/>
          <a:srcRect l="12854" r="8048"/>
          <a:stretch/>
        </p:blipFill>
        <p:spPr>
          <a:xfrm>
            <a:off x="9840279" y="0"/>
            <a:ext cx="1199213" cy="1506125"/>
          </a:xfrm>
          <a:prstGeom prst="rect">
            <a:avLst/>
          </a:prstGeom>
          <a:ln w="12700" cap="flat">
            <a:noFill/>
            <a:miter lim="400000"/>
          </a:ln>
          <a:effectLst/>
        </p:spPr>
      </p:pic>
      <p:sp>
        <p:nvSpPr>
          <p:cNvPr id="8" name="Espace réservé du pied de page 7">
            <a:extLst>
              <a:ext uri="{FF2B5EF4-FFF2-40B4-BE49-F238E27FC236}">
                <a16:creationId xmlns="" xmlns:a16="http://schemas.microsoft.com/office/drawing/2014/main" id="{BDD7A9E4-0D7E-E92E-B452-B9134DFA62F3}"/>
              </a:ext>
            </a:extLst>
          </p:cNvPr>
          <p:cNvSpPr>
            <a:spLocks noGrp="1"/>
          </p:cNvSpPr>
          <p:nvPr>
            <p:ph type="ftr" idx="11"/>
          </p:nvPr>
        </p:nvSpPr>
        <p:spPr/>
        <p:txBody>
          <a:bodyPr/>
          <a:lstStyle/>
          <a:p>
            <a:r>
              <a:rPr lang="fr-FR" dirty="0"/>
              <a:t>Dr. Ibrahim Niang</a:t>
            </a:r>
          </a:p>
        </p:txBody>
      </p:sp>
      <p:sp>
        <p:nvSpPr>
          <p:cNvPr id="3" name="Rectangle 2">
            <a:extLst>
              <a:ext uri="{FF2B5EF4-FFF2-40B4-BE49-F238E27FC236}">
                <a16:creationId xmlns="" xmlns:a16="http://schemas.microsoft.com/office/drawing/2014/main" id="{72CEF33B-3579-C949-8C02-B1AB8B1FD886}"/>
              </a:ext>
            </a:extLst>
          </p:cNvPr>
          <p:cNvSpPr/>
          <p:nvPr/>
        </p:nvSpPr>
        <p:spPr>
          <a:xfrm>
            <a:off x="-63745" y="-107207"/>
            <a:ext cx="5199163" cy="1309654"/>
          </a:xfrm>
          <a:prstGeom prst="rect">
            <a:avLst/>
          </a:prstGeom>
        </p:spPr>
        <p:txBody>
          <a:bodyPr wrap="square">
            <a:spAutoFit/>
          </a:bodyPr>
          <a:lstStyle/>
          <a:p>
            <a:pPr marL="571500" indent="-571500">
              <a:lnSpc>
                <a:spcPct val="150000"/>
              </a:lnSpc>
              <a:buClr>
                <a:srgbClr val="1F3864"/>
              </a:buClr>
              <a:buSzPct val="65000"/>
              <a:buFont typeface="+mj-lt"/>
              <a:buAutoNum type="romanUcPeriod" startAt="2"/>
            </a:pPr>
            <a:r>
              <a:rPr lang="fr-FR" sz="3200" b="1" dirty="0">
                <a:solidFill>
                  <a:srgbClr val="1F3864"/>
                </a:solidFill>
                <a:latin typeface="Aptos" panose="020B0004020202020204" pitchFamily="34" charset="0"/>
                <a:ea typeface="Calibri"/>
                <a:cs typeface="Calibri"/>
                <a:sym typeface="Calibri"/>
              </a:rPr>
              <a:t>Gros œuvre </a:t>
            </a:r>
          </a:p>
          <a:p>
            <a:pPr>
              <a:lnSpc>
                <a:spcPct val="150000"/>
              </a:lnSpc>
            </a:pPr>
            <a:endParaRPr lang="fr-FR" sz="2400" dirty="0">
              <a:solidFill>
                <a:srgbClr val="1F3864"/>
              </a:solidFill>
              <a:latin typeface="Proxima Nova"/>
              <a:cs typeface="Calibri"/>
              <a:sym typeface="Calibri"/>
            </a:endParaRPr>
          </a:p>
        </p:txBody>
      </p:sp>
      <p:sp>
        <p:nvSpPr>
          <p:cNvPr id="10" name="ZoneTexte 9">
            <a:extLst>
              <a:ext uri="{FF2B5EF4-FFF2-40B4-BE49-F238E27FC236}">
                <a16:creationId xmlns="" xmlns:a16="http://schemas.microsoft.com/office/drawing/2014/main" id="{2A1192CF-44DC-8F0C-DD8E-9876D4FE66E9}"/>
              </a:ext>
            </a:extLst>
          </p:cNvPr>
          <p:cNvSpPr txBox="1"/>
          <p:nvPr/>
        </p:nvSpPr>
        <p:spPr>
          <a:xfrm>
            <a:off x="1949503" y="1051491"/>
            <a:ext cx="7461994" cy="523220"/>
          </a:xfrm>
          <a:prstGeom prst="rect">
            <a:avLst/>
          </a:prstGeom>
          <a:noFill/>
        </p:spPr>
        <p:txBody>
          <a:bodyPr wrap="square">
            <a:spAutoFit/>
          </a:bodyPr>
          <a:lstStyle/>
          <a:p>
            <a:pPr algn="ctr"/>
            <a:r>
              <a:rPr lang="fr-FR" sz="2800" dirty="0">
                <a:ln w="0"/>
                <a:solidFill>
                  <a:srgbClr val="1F3864"/>
                </a:solidFill>
                <a:latin typeface="Aptos" panose="020B0004020202020204" pitchFamily="34" charset="0"/>
              </a:rPr>
              <a:t>Maçonnerie   </a:t>
            </a:r>
          </a:p>
        </p:txBody>
      </p:sp>
      <p:sp>
        <p:nvSpPr>
          <p:cNvPr id="7" name="ZoneTexte 6">
            <a:extLst>
              <a:ext uri="{FF2B5EF4-FFF2-40B4-BE49-F238E27FC236}">
                <a16:creationId xmlns="" xmlns:a16="http://schemas.microsoft.com/office/drawing/2014/main" id="{9F18C7D1-EDE3-C601-F121-38799F9438CF}"/>
              </a:ext>
            </a:extLst>
          </p:cNvPr>
          <p:cNvSpPr txBox="1"/>
          <p:nvPr/>
        </p:nvSpPr>
        <p:spPr>
          <a:xfrm>
            <a:off x="116306" y="1002630"/>
            <a:ext cx="6168188" cy="369332"/>
          </a:xfrm>
          <a:prstGeom prst="rect">
            <a:avLst/>
          </a:prstGeom>
          <a:noFill/>
        </p:spPr>
        <p:txBody>
          <a:bodyPr wrap="square">
            <a:spAutoFit/>
          </a:bodyPr>
          <a:lstStyle/>
          <a:p>
            <a:r>
              <a:rPr lang="fr-FR" dirty="0">
                <a:highlight>
                  <a:srgbClr val="FFFF00"/>
                </a:highlight>
              </a:rPr>
              <a:t>DTU 20</a:t>
            </a:r>
          </a:p>
        </p:txBody>
      </p:sp>
      <p:sp>
        <p:nvSpPr>
          <p:cNvPr id="13" name="ZoneTexte 12">
            <a:extLst>
              <a:ext uri="{FF2B5EF4-FFF2-40B4-BE49-F238E27FC236}">
                <a16:creationId xmlns="" xmlns:a16="http://schemas.microsoft.com/office/drawing/2014/main" id="{E659C518-005F-FD6A-25CD-A0073823E3E6}"/>
              </a:ext>
            </a:extLst>
          </p:cNvPr>
          <p:cNvSpPr txBox="1"/>
          <p:nvPr/>
        </p:nvSpPr>
        <p:spPr>
          <a:xfrm>
            <a:off x="631825" y="1506125"/>
            <a:ext cx="11159122" cy="923330"/>
          </a:xfrm>
          <a:prstGeom prst="rect">
            <a:avLst/>
          </a:prstGeom>
          <a:noFill/>
        </p:spPr>
        <p:txBody>
          <a:bodyPr wrap="square">
            <a:spAutoFit/>
          </a:bodyPr>
          <a:lstStyle/>
          <a:p>
            <a:pPr algn="ctr"/>
            <a:r>
              <a:rPr lang="fr-FR" dirty="0"/>
              <a:t>Un mur en maçonnerie est une </a:t>
            </a:r>
            <a:r>
              <a:rPr lang="fr-FR" b="1" dirty="0"/>
              <a:t>structure composée de matériaux </a:t>
            </a:r>
            <a:r>
              <a:rPr lang="fr-FR" dirty="0"/>
              <a:t>tels que des </a:t>
            </a:r>
            <a:r>
              <a:rPr lang="fr-FR" b="1" dirty="0"/>
              <a:t>briques, des blocs de béton, des pierres naturelles ou des parpaings</a:t>
            </a:r>
            <a:r>
              <a:rPr lang="fr-FR" dirty="0"/>
              <a:t>, </a:t>
            </a:r>
            <a:r>
              <a:rPr lang="fr-FR" b="1" dirty="0"/>
              <a:t>assemblés à l'aide de mortier</a:t>
            </a:r>
            <a:r>
              <a:rPr lang="fr-FR" dirty="0"/>
              <a:t>. Il est fréquemment utilisé dans la construction pour remplir des </a:t>
            </a:r>
            <a:r>
              <a:rPr lang="fr-FR" b="1" dirty="0"/>
              <a:t>rôles porteurs</a:t>
            </a:r>
            <a:r>
              <a:rPr lang="fr-FR" dirty="0"/>
              <a:t>, de </a:t>
            </a:r>
            <a:r>
              <a:rPr lang="fr-FR" b="1" dirty="0"/>
              <a:t>séparation des espaces ou de protection</a:t>
            </a:r>
            <a:r>
              <a:rPr lang="fr-FR" dirty="0"/>
              <a:t>.</a:t>
            </a:r>
          </a:p>
        </p:txBody>
      </p:sp>
      <p:sp>
        <p:nvSpPr>
          <p:cNvPr id="15" name="ZoneTexte 14">
            <a:extLst>
              <a:ext uri="{FF2B5EF4-FFF2-40B4-BE49-F238E27FC236}">
                <a16:creationId xmlns="" xmlns:a16="http://schemas.microsoft.com/office/drawing/2014/main" id="{325AD81B-F740-931D-DA97-84782532A01D}"/>
              </a:ext>
            </a:extLst>
          </p:cNvPr>
          <p:cNvSpPr txBox="1"/>
          <p:nvPr/>
        </p:nvSpPr>
        <p:spPr>
          <a:xfrm>
            <a:off x="105527" y="2481799"/>
            <a:ext cx="6105859" cy="4247317"/>
          </a:xfrm>
          <a:prstGeom prst="rect">
            <a:avLst/>
          </a:prstGeom>
          <a:noFill/>
        </p:spPr>
        <p:txBody>
          <a:bodyPr wrap="square">
            <a:spAutoFit/>
          </a:bodyPr>
          <a:lstStyle/>
          <a:p>
            <a:pPr marL="285750" indent="-285750">
              <a:buFont typeface="Arial" panose="020B0604020202020204" pitchFamily="34" charset="0"/>
              <a:buChar char="•"/>
            </a:pPr>
            <a:r>
              <a:rPr lang="fr-FR" b="1" dirty="0"/>
              <a:t>Murs porteurs :</a:t>
            </a:r>
            <a:r>
              <a:rPr lang="fr-FR" dirty="0"/>
              <a:t>Supportent les charges de la structure (planchers, toitures) et les transmettent aux fondations. Généralement plus épais pour résister aux contraintes mécaniques.</a:t>
            </a:r>
          </a:p>
          <a:p>
            <a:pPr marL="285750" indent="-285750">
              <a:buFont typeface="Arial" panose="020B0604020202020204" pitchFamily="34" charset="0"/>
              <a:buChar char="•"/>
            </a:pPr>
            <a:r>
              <a:rPr lang="fr-FR" b="1" dirty="0"/>
              <a:t>Murs de refend :</a:t>
            </a:r>
            <a:r>
              <a:rPr lang="fr-FR" dirty="0"/>
              <a:t>Murs intérieurs porteurs qui assurent la stabilité structurelle et répartissent les charges horizontales.</a:t>
            </a:r>
          </a:p>
          <a:p>
            <a:pPr marL="285750" indent="-285750">
              <a:buFont typeface="Arial" panose="020B0604020202020204" pitchFamily="34" charset="0"/>
              <a:buChar char="•"/>
            </a:pPr>
            <a:r>
              <a:rPr lang="fr-FR" b="1" dirty="0"/>
              <a:t>Murs de cloisonnement :</a:t>
            </a:r>
            <a:r>
              <a:rPr lang="fr-FR" dirty="0"/>
              <a:t>Murs non porteurs servant à séparer les espaces intérieurs.</a:t>
            </a:r>
          </a:p>
          <a:p>
            <a:pPr marL="285750" indent="-285750">
              <a:buFont typeface="Arial" panose="020B0604020202020204" pitchFamily="34" charset="0"/>
              <a:buChar char="•"/>
            </a:pPr>
            <a:r>
              <a:rPr lang="fr-FR" b="1" dirty="0"/>
              <a:t>Murs de façade </a:t>
            </a:r>
            <a:r>
              <a:rPr lang="fr-FR" dirty="0"/>
              <a:t>:Protègent contre les intempéries tout en assurant une fonction esthétique et, dans certains cas, portante.</a:t>
            </a:r>
          </a:p>
          <a:p>
            <a:pPr marL="285750" indent="-285750">
              <a:buFont typeface="Arial" panose="020B0604020202020204" pitchFamily="34" charset="0"/>
              <a:buChar char="•"/>
            </a:pPr>
            <a:r>
              <a:rPr lang="fr-FR" b="1" dirty="0"/>
              <a:t>Murs en maçonnerie armée :</a:t>
            </a:r>
            <a:r>
              <a:rPr lang="fr-FR" dirty="0"/>
              <a:t>Incorporent des armatures métalliques pour améliorer leur résistance à la traction et aux efforts horizontaux (sismiques ou de vent).</a:t>
            </a:r>
          </a:p>
        </p:txBody>
      </p:sp>
      <p:pic>
        <p:nvPicPr>
          <p:cNvPr id="6146" name="Picture 2" descr="Quelles précautions avant de casser un mur porteur ?">
            <a:extLst>
              <a:ext uri="{FF2B5EF4-FFF2-40B4-BE49-F238E27FC236}">
                <a16:creationId xmlns="" xmlns:a16="http://schemas.microsoft.com/office/drawing/2014/main" id="{124473E2-B773-91F5-AFE5-7A05000DC5B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572737" y="2354933"/>
            <a:ext cx="2607231" cy="26072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3707442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 xmlns:a16="http://schemas.microsoft.com/office/drawing/2014/main" id="{78B3CD24-0572-0DF4-7916-C74678F4C744}"/>
            </a:ext>
          </a:extLst>
        </p:cNvPr>
        <p:cNvGrpSpPr/>
        <p:nvPr/>
      </p:nvGrpSpPr>
      <p:grpSpPr>
        <a:xfrm>
          <a:off x="0" y="0"/>
          <a:ext cx="0" cy="0"/>
          <a:chOff x="0" y="0"/>
          <a:chExt cx="0" cy="0"/>
        </a:xfrm>
      </p:grpSpPr>
      <p:sp>
        <p:nvSpPr>
          <p:cNvPr id="2" name="Espace réservé du numéro de diapositive 1">
            <a:extLst>
              <a:ext uri="{FF2B5EF4-FFF2-40B4-BE49-F238E27FC236}">
                <a16:creationId xmlns="" xmlns:a16="http://schemas.microsoft.com/office/drawing/2014/main" id="{6A681617-9355-3903-B740-8A195533D11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43</a:t>
            </a:fld>
            <a:endParaRPr lang="fr-FR"/>
          </a:p>
        </p:txBody>
      </p:sp>
      <p:pic>
        <p:nvPicPr>
          <p:cNvPr id="5" name="Image 4">
            <a:extLst>
              <a:ext uri="{FF2B5EF4-FFF2-40B4-BE49-F238E27FC236}">
                <a16:creationId xmlns="" xmlns:a16="http://schemas.microsoft.com/office/drawing/2014/main" id="{13EA451D-0653-71CC-D805-A2E988414FF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39492" y="70223"/>
            <a:ext cx="1090163" cy="981979"/>
          </a:xfrm>
          <a:prstGeom prst="rect">
            <a:avLst/>
          </a:prstGeom>
          <a:noFill/>
          <a:ln>
            <a:noFill/>
          </a:ln>
        </p:spPr>
      </p:pic>
      <p:pic>
        <p:nvPicPr>
          <p:cNvPr id="6" name="officeArt object">
            <a:extLst>
              <a:ext uri="{FF2B5EF4-FFF2-40B4-BE49-F238E27FC236}">
                <a16:creationId xmlns="" xmlns:a16="http://schemas.microsoft.com/office/drawing/2014/main" id="{6E3A7D0C-6AE9-CC2A-BFE7-A8A14F75797E}"/>
              </a:ext>
            </a:extLst>
          </p:cNvPr>
          <p:cNvPicPr/>
          <p:nvPr/>
        </p:nvPicPr>
        <p:blipFill rotWithShape="1">
          <a:blip r:embed="rId4"/>
          <a:srcRect l="12854" r="8048"/>
          <a:stretch/>
        </p:blipFill>
        <p:spPr>
          <a:xfrm>
            <a:off x="9840279" y="0"/>
            <a:ext cx="1199213" cy="1506125"/>
          </a:xfrm>
          <a:prstGeom prst="rect">
            <a:avLst/>
          </a:prstGeom>
          <a:ln w="12700" cap="flat">
            <a:noFill/>
            <a:miter lim="400000"/>
          </a:ln>
          <a:effectLst/>
        </p:spPr>
      </p:pic>
      <p:sp>
        <p:nvSpPr>
          <p:cNvPr id="8" name="Espace réservé du pied de page 7">
            <a:extLst>
              <a:ext uri="{FF2B5EF4-FFF2-40B4-BE49-F238E27FC236}">
                <a16:creationId xmlns="" xmlns:a16="http://schemas.microsoft.com/office/drawing/2014/main" id="{BF2EE2C5-E0FA-6271-B73F-55A8D3DFDD51}"/>
              </a:ext>
            </a:extLst>
          </p:cNvPr>
          <p:cNvSpPr>
            <a:spLocks noGrp="1"/>
          </p:cNvSpPr>
          <p:nvPr>
            <p:ph type="ftr" idx="11"/>
          </p:nvPr>
        </p:nvSpPr>
        <p:spPr/>
        <p:txBody>
          <a:bodyPr/>
          <a:lstStyle/>
          <a:p>
            <a:r>
              <a:rPr lang="fr-FR" dirty="0"/>
              <a:t>Dr. Ibrahim Niang</a:t>
            </a:r>
          </a:p>
        </p:txBody>
      </p:sp>
      <p:sp>
        <p:nvSpPr>
          <p:cNvPr id="3" name="Rectangle 2">
            <a:extLst>
              <a:ext uri="{FF2B5EF4-FFF2-40B4-BE49-F238E27FC236}">
                <a16:creationId xmlns="" xmlns:a16="http://schemas.microsoft.com/office/drawing/2014/main" id="{DC585B84-4AD7-63C9-7ADA-136931F596B9}"/>
              </a:ext>
            </a:extLst>
          </p:cNvPr>
          <p:cNvSpPr/>
          <p:nvPr/>
        </p:nvSpPr>
        <p:spPr>
          <a:xfrm>
            <a:off x="-63745" y="-107207"/>
            <a:ext cx="5199163" cy="1309654"/>
          </a:xfrm>
          <a:prstGeom prst="rect">
            <a:avLst/>
          </a:prstGeom>
        </p:spPr>
        <p:txBody>
          <a:bodyPr wrap="square">
            <a:spAutoFit/>
          </a:bodyPr>
          <a:lstStyle/>
          <a:p>
            <a:pPr marL="571500" indent="-571500">
              <a:lnSpc>
                <a:spcPct val="150000"/>
              </a:lnSpc>
              <a:buClr>
                <a:srgbClr val="1F3864"/>
              </a:buClr>
              <a:buSzPct val="65000"/>
              <a:buFont typeface="+mj-lt"/>
              <a:buAutoNum type="romanUcPeriod" startAt="2"/>
            </a:pPr>
            <a:r>
              <a:rPr lang="fr-FR" sz="3200" b="1" dirty="0">
                <a:solidFill>
                  <a:srgbClr val="1F3864"/>
                </a:solidFill>
                <a:latin typeface="Aptos" panose="020B0004020202020204" pitchFamily="34" charset="0"/>
                <a:ea typeface="Calibri"/>
                <a:cs typeface="Calibri"/>
                <a:sym typeface="Calibri"/>
              </a:rPr>
              <a:t>Gros œuvre </a:t>
            </a:r>
          </a:p>
          <a:p>
            <a:pPr>
              <a:lnSpc>
                <a:spcPct val="150000"/>
              </a:lnSpc>
            </a:pPr>
            <a:endParaRPr lang="fr-FR" sz="2400" dirty="0">
              <a:solidFill>
                <a:srgbClr val="1F3864"/>
              </a:solidFill>
              <a:latin typeface="Proxima Nova"/>
              <a:cs typeface="Calibri"/>
              <a:sym typeface="Calibri"/>
            </a:endParaRPr>
          </a:p>
        </p:txBody>
      </p:sp>
      <p:sp>
        <p:nvSpPr>
          <p:cNvPr id="10" name="ZoneTexte 9">
            <a:extLst>
              <a:ext uri="{FF2B5EF4-FFF2-40B4-BE49-F238E27FC236}">
                <a16:creationId xmlns="" xmlns:a16="http://schemas.microsoft.com/office/drawing/2014/main" id="{4F731EA9-FD41-1005-67B0-A72D44561462}"/>
              </a:ext>
            </a:extLst>
          </p:cNvPr>
          <p:cNvSpPr txBox="1"/>
          <p:nvPr/>
        </p:nvSpPr>
        <p:spPr>
          <a:xfrm>
            <a:off x="1949503" y="1051491"/>
            <a:ext cx="7461994" cy="523220"/>
          </a:xfrm>
          <a:prstGeom prst="rect">
            <a:avLst/>
          </a:prstGeom>
          <a:noFill/>
        </p:spPr>
        <p:txBody>
          <a:bodyPr wrap="square">
            <a:spAutoFit/>
          </a:bodyPr>
          <a:lstStyle/>
          <a:p>
            <a:pPr algn="ctr"/>
            <a:r>
              <a:rPr lang="fr-FR" sz="2800" dirty="0">
                <a:ln w="0"/>
                <a:solidFill>
                  <a:srgbClr val="1F3864"/>
                </a:solidFill>
                <a:latin typeface="Aptos" panose="020B0004020202020204" pitchFamily="34" charset="0"/>
              </a:rPr>
              <a:t>Maçonnerie   </a:t>
            </a:r>
          </a:p>
        </p:txBody>
      </p:sp>
      <p:sp>
        <p:nvSpPr>
          <p:cNvPr id="7" name="ZoneTexte 6">
            <a:extLst>
              <a:ext uri="{FF2B5EF4-FFF2-40B4-BE49-F238E27FC236}">
                <a16:creationId xmlns="" xmlns:a16="http://schemas.microsoft.com/office/drawing/2014/main" id="{85A2505C-C12F-8D6F-8194-F1C51EE2C24B}"/>
              </a:ext>
            </a:extLst>
          </p:cNvPr>
          <p:cNvSpPr txBox="1"/>
          <p:nvPr/>
        </p:nvSpPr>
        <p:spPr>
          <a:xfrm>
            <a:off x="116306" y="1002630"/>
            <a:ext cx="6168188" cy="369332"/>
          </a:xfrm>
          <a:prstGeom prst="rect">
            <a:avLst/>
          </a:prstGeom>
          <a:noFill/>
        </p:spPr>
        <p:txBody>
          <a:bodyPr wrap="square">
            <a:spAutoFit/>
          </a:bodyPr>
          <a:lstStyle/>
          <a:p>
            <a:r>
              <a:rPr lang="fr-FR" dirty="0">
                <a:highlight>
                  <a:srgbClr val="FFFF00"/>
                </a:highlight>
              </a:rPr>
              <a:t>DTU 20</a:t>
            </a:r>
          </a:p>
        </p:txBody>
      </p:sp>
      <p:sp>
        <p:nvSpPr>
          <p:cNvPr id="13" name="ZoneTexte 12">
            <a:extLst>
              <a:ext uri="{FF2B5EF4-FFF2-40B4-BE49-F238E27FC236}">
                <a16:creationId xmlns="" xmlns:a16="http://schemas.microsoft.com/office/drawing/2014/main" id="{AAAC1F3E-14B7-0A39-72EC-FDE7B2A93DF1}"/>
              </a:ext>
            </a:extLst>
          </p:cNvPr>
          <p:cNvSpPr txBox="1"/>
          <p:nvPr/>
        </p:nvSpPr>
        <p:spPr>
          <a:xfrm>
            <a:off x="631825" y="1506125"/>
            <a:ext cx="11159122" cy="923330"/>
          </a:xfrm>
          <a:prstGeom prst="rect">
            <a:avLst/>
          </a:prstGeom>
          <a:noFill/>
        </p:spPr>
        <p:txBody>
          <a:bodyPr wrap="square">
            <a:spAutoFit/>
          </a:bodyPr>
          <a:lstStyle/>
          <a:p>
            <a:pPr algn="ctr"/>
            <a:r>
              <a:rPr lang="fr-FR" dirty="0"/>
              <a:t>Un mur en maçonnerie est une </a:t>
            </a:r>
            <a:r>
              <a:rPr lang="fr-FR" b="1" dirty="0"/>
              <a:t>structure composée de matériaux </a:t>
            </a:r>
            <a:r>
              <a:rPr lang="fr-FR" dirty="0"/>
              <a:t>tels que des </a:t>
            </a:r>
            <a:r>
              <a:rPr lang="fr-FR" b="1" dirty="0"/>
              <a:t>briques, des blocs de béton, des pierres naturelles ou des parpaings</a:t>
            </a:r>
            <a:r>
              <a:rPr lang="fr-FR" dirty="0"/>
              <a:t>, </a:t>
            </a:r>
            <a:r>
              <a:rPr lang="fr-FR" b="1" dirty="0"/>
              <a:t>assemblés à l'aide de mortier</a:t>
            </a:r>
            <a:r>
              <a:rPr lang="fr-FR" dirty="0"/>
              <a:t>. Il est fréquemment utilisé dans la construction pour remplir des </a:t>
            </a:r>
            <a:r>
              <a:rPr lang="fr-FR" b="1" dirty="0"/>
              <a:t>rôles porteurs</a:t>
            </a:r>
            <a:r>
              <a:rPr lang="fr-FR" dirty="0"/>
              <a:t>, de </a:t>
            </a:r>
            <a:r>
              <a:rPr lang="fr-FR" b="1" dirty="0"/>
              <a:t>séparation des espaces ou de protection</a:t>
            </a:r>
            <a:r>
              <a:rPr lang="fr-FR" dirty="0"/>
              <a:t>.</a:t>
            </a:r>
          </a:p>
        </p:txBody>
      </p:sp>
      <p:sp>
        <p:nvSpPr>
          <p:cNvPr id="9" name="ZoneTexte 8">
            <a:extLst>
              <a:ext uri="{FF2B5EF4-FFF2-40B4-BE49-F238E27FC236}">
                <a16:creationId xmlns="" xmlns:a16="http://schemas.microsoft.com/office/drawing/2014/main" id="{EAA1FD31-9BC4-FE68-8EC9-A8315B337BB2}"/>
              </a:ext>
            </a:extLst>
          </p:cNvPr>
          <p:cNvSpPr txBox="1"/>
          <p:nvPr/>
        </p:nvSpPr>
        <p:spPr>
          <a:xfrm>
            <a:off x="24451" y="2551837"/>
            <a:ext cx="5199164" cy="1754326"/>
          </a:xfrm>
          <a:prstGeom prst="rect">
            <a:avLst/>
          </a:prstGeom>
          <a:noFill/>
        </p:spPr>
        <p:txBody>
          <a:bodyPr wrap="square">
            <a:spAutoFit/>
          </a:bodyPr>
          <a:lstStyle/>
          <a:p>
            <a:pPr marL="342900" indent="-342900">
              <a:buFont typeface="+mj-lt"/>
              <a:buAutoNum type="arabicPeriod"/>
            </a:pPr>
            <a:r>
              <a:rPr lang="fr-FR" b="1" dirty="0"/>
              <a:t>Composition :</a:t>
            </a:r>
          </a:p>
          <a:p>
            <a:pPr marL="800100" lvl="1" indent="-342900">
              <a:buFont typeface="Arial" panose="020B0604020202020204" pitchFamily="34" charset="0"/>
              <a:buChar char="•"/>
            </a:pPr>
            <a:r>
              <a:rPr lang="fr-FR" dirty="0"/>
              <a:t>Réalisée avec des blocs de béton, briques ou éléments préfabriqués, liés par un mortier.</a:t>
            </a:r>
          </a:p>
          <a:p>
            <a:pPr marL="800100" lvl="1" indent="-342900">
              <a:buFont typeface="Arial" panose="020B0604020202020204" pitchFamily="34" charset="0"/>
              <a:buChar char="•"/>
            </a:pPr>
            <a:r>
              <a:rPr lang="fr-FR" dirty="0"/>
              <a:t>Armatures métalliques parfois intégrées pour augmenter la résistance à la traction.</a:t>
            </a:r>
          </a:p>
        </p:txBody>
      </p:sp>
      <p:sp>
        <p:nvSpPr>
          <p:cNvPr id="17" name="ZoneTexte 16">
            <a:extLst>
              <a:ext uri="{FF2B5EF4-FFF2-40B4-BE49-F238E27FC236}">
                <a16:creationId xmlns="" xmlns:a16="http://schemas.microsoft.com/office/drawing/2014/main" id="{4C3DEB53-FC31-6AD6-CA1D-82CEEEAF8632}"/>
              </a:ext>
            </a:extLst>
          </p:cNvPr>
          <p:cNvSpPr txBox="1"/>
          <p:nvPr/>
        </p:nvSpPr>
        <p:spPr>
          <a:xfrm>
            <a:off x="24450" y="4602024"/>
            <a:ext cx="5110968" cy="1754326"/>
          </a:xfrm>
          <a:prstGeom prst="rect">
            <a:avLst/>
          </a:prstGeom>
          <a:noFill/>
        </p:spPr>
        <p:txBody>
          <a:bodyPr wrap="square">
            <a:spAutoFit/>
          </a:bodyPr>
          <a:lstStyle/>
          <a:p>
            <a:pPr marL="342900" indent="-342900">
              <a:buFont typeface="+mj-lt"/>
              <a:buAutoNum type="arabicPeriod" startAt="2"/>
            </a:pPr>
            <a:r>
              <a:rPr lang="fr-FR" b="1" dirty="0"/>
              <a:t>Fonction :</a:t>
            </a:r>
          </a:p>
          <a:p>
            <a:pPr marL="800100" lvl="1" indent="-342900">
              <a:buFont typeface="Arial" panose="020B0604020202020204" pitchFamily="34" charset="0"/>
              <a:buChar char="•"/>
            </a:pPr>
            <a:r>
              <a:rPr lang="fr-FR" dirty="0"/>
              <a:t>Porteuse : Les voiles supportent les charges verticales (toiture, planchers, etc.) et horizontales (vent, séisme).</a:t>
            </a:r>
          </a:p>
          <a:p>
            <a:pPr marL="800100" lvl="1" indent="-342900">
              <a:buFont typeface="Arial" panose="020B0604020202020204" pitchFamily="34" charset="0"/>
              <a:buChar char="•"/>
            </a:pPr>
            <a:r>
              <a:rPr lang="fr-FR" dirty="0"/>
              <a:t>Contreventement : Ils assurent la stabilité de la structure face aux efforts latéraux.</a:t>
            </a:r>
          </a:p>
        </p:txBody>
      </p:sp>
      <p:sp>
        <p:nvSpPr>
          <p:cNvPr id="19" name="ZoneTexte 18">
            <a:extLst>
              <a:ext uri="{FF2B5EF4-FFF2-40B4-BE49-F238E27FC236}">
                <a16:creationId xmlns="" xmlns:a16="http://schemas.microsoft.com/office/drawing/2014/main" id="{76C65110-59F6-E6C3-81D0-AA97618D2D54}"/>
              </a:ext>
            </a:extLst>
          </p:cNvPr>
          <p:cNvSpPr txBox="1"/>
          <p:nvPr/>
        </p:nvSpPr>
        <p:spPr>
          <a:xfrm>
            <a:off x="5961467" y="2938452"/>
            <a:ext cx="6168188" cy="923330"/>
          </a:xfrm>
          <a:prstGeom prst="rect">
            <a:avLst/>
          </a:prstGeom>
          <a:noFill/>
        </p:spPr>
        <p:txBody>
          <a:bodyPr wrap="square">
            <a:spAutoFit/>
          </a:bodyPr>
          <a:lstStyle/>
          <a:p>
            <a:pPr marL="342900" indent="-342900">
              <a:buFont typeface="+mj-lt"/>
              <a:buAutoNum type="arabicPeriod" startAt="3"/>
            </a:pPr>
            <a:r>
              <a:rPr lang="fr-FR" b="1" dirty="0"/>
              <a:t>Épaisseur :</a:t>
            </a:r>
            <a:endParaRPr lang="fr-FR" dirty="0"/>
          </a:p>
          <a:p>
            <a:pPr marL="285750" indent="-285750">
              <a:buFont typeface="Arial" panose="020B0604020202020204" pitchFamily="34" charset="0"/>
              <a:buChar char="•"/>
            </a:pPr>
            <a:r>
              <a:rPr lang="fr-FR" dirty="0"/>
              <a:t>Dépend de la hauteur, de la nature des charges, et des sollicitations (généralement entre 15 et 30 cm).</a:t>
            </a:r>
          </a:p>
        </p:txBody>
      </p:sp>
      <p:sp>
        <p:nvSpPr>
          <p:cNvPr id="21" name="ZoneTexte 20">
            <a:extLst>
              <a:ext uri="{FF2B5EF4-FFF2-40B4-BE49-F238E27FC236}">
                <a16:creationId xmlns="" xmlns:a16="http://schemas.microsoft.com/office/drawing/2014/main" id="{375C1A24-A682-C014-FB33-2F072570EF75}"/>
              </a:ext>
            </a:extLst>
          </p:cNvPr>
          <p:cNvSpPr txBox="1"/>
          <p:nvPr/>
        </p:nvSpPr>
        <p:spPr>
          <a:xfrm>
            <a:off x="5961467" y="4738945"/>
            <a:ext cx="6168188" cy="1477328"/>
          </a:xfrm>
          <a:prstGeom prst="rect">
            <a:avLst/>
          </a:prstGeom>
          <a:noFill/>
        </p:spPr>
        <p:txBody>
          <a:bodyPr wrap="square">
            <a:spAutoFit/>
          </a:bodyPr>
          <a:lstStyle/>
          <a:p>
            <a:pPr marL="342900" indent="-342900">
              <a:buFont typeface="+mj-lt"/>
              <a:buAutoNum type="arabicPeriod" startAt="4"/>
            </a:pPr>
            <a:r>
              <a:rPr lang="fr-FR" b="1" dirty="0"/>
              <a:t>Procédé de mise en œuvre :</a:t>
            </a:r>
          </a:p>
          <a:p>
            <a:pPr marL="800100" lvl="1" indent="-342900">
              <a:buFont typeface="Arial" panose="020B0604020202020204" pitchFamily="34" charset="0"/>
              <a:buChar char="•"/>
            </a:pPr>
            <a:r>
              <a:rPr lang="fr-FR" dirty="0"/>
              <a:t>Construction en blocs maçonnés assemblés manuellement.</a:t>
            </a:r>
          </a:p>
          <a:p>
            <a:pPr marL="800100" lvl="1" indent="-342900">
              <a:buFont typeface="Arial" panose="020B0604020202020204" pitchFamily="34" charset="0"/>
              <a:buChar char="•"/>
            </a:pPr>
            <a:r>
              <a:rPr lang="fr-FR" dirty="0"/>
              <a:t>Coulage en béton armé sur site dans un coffrage pour un rendu monolithique.</a:t>
            </a:r>
          </a:p>
        </p:txBody>
      </p:sp>
    </p:spTree>
    <p:extLst>
      <p:ext uri="{BB962C8B-B14F-4D97-AF65-F5344CB8AC3E}">
        <p14:creationId xmlns:p14="http://schemas.microsoft.com/office/powerpoint/2010/main" val="346085556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 xmlns:a16="http://schemas.microsoft.com/office/drawing/2014/main" id="{21F27C00-35AC-E7A9-6378-2EF8283F4104}"/>
            </a:ext>
          </a:extLst>
        </p:cNvPr>
        <p:cNvGrpSpPr/>
        <p:nvPr/>
      </p:nvGrpSpPr>
      <p:grpSpPr>
        <a:xfrm>
          <a:off x="0" y="0"/>
          <a:ext cx="0" cy="0"/>
          <a:chOff x="0" y="0"/>
          <a:chExt cx="0" cy="0"/>
        </a:xfrm>
      </p:grpSpPr>
      <p:sp>
        <p:nvSpPr>
          <p:cNvPr id="2" name="Espace réservé du numéro de diapositive 1">
            <a:extLst>
              <a:ext uri="{FF2B5EF4-FFF2-40B4-BE49-F238E27FC236}">
                <a16:creationId xmlns="" xmlns:a16="http://schemas.microsoft.com/office/drawing/2014/main" id="{0043513B-7231-C730-6955-5A62185CD97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44</a:t>
            </a:fld>
            <a:endParaRPr lang="fr-FR"/>
          </a:p>
        </p:txBody>
      </p:sp>
      <p:pic>
        <p:nvPicPr>
          <p:cNvPr id="5" name="Image 4">
            <a:extLst>
              <a:ext uri="{FF2B5EF4-FFF2-40B4-BE49-F238E27FC236}">
                <a16:creationId xmlns="" xmlns:a16="http://schemas.microsoft.com/office/drawing/2014/main" id="{A40D83A3-75D1-CA31-F83D-9B0EEFE775B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39492" y="70223"/>
            <a:ext cx="1090163" cy="981979"/>
          </a:xfrm>
          <a:prstGeom prst="rect">
            <a:avLst/>
          </a:prstGeom>
          <a:noFill/>
          <a:ln>
            <a:noFill/>
          </a:ln>
        </p:spPr>
      </p:pic>
      <p:pic>
        <p:nvPicPr>
          <p:cNvPr id="6" name="officeArt object">
            <a:extLst>
              <a:ext uri="{FF2B5EF4-FFF2-40B4-BE49-F238E27FC236}">
                <a16:creationId xmlns="" xmlns:a16="http://schemas.microsoft.com/office/drawing/2014/main" id="{50B1A299-ABB9-3534-F2B7-21E9113707ED}"/>
              </a:ext>
            </a:extLst>
          </p:cNvPr>
          <p:cNvPicPr/>
          <p:nvPr/>
        </p:nvPicPr>
        <p:blipFill rotWithShape="1">
          <a:blip r:embed="rId4"/>
          <a:srcRect l="12854" r="8048"/>
          <a:stretch/>
        </p:blipFill>
        <p:spPr>
          <a:xfrm>
            <a:off x="9840279" y="0"/>
            <a:ext cx="1199213" cy="1506125"/>
          </a:xfrm>
          <a:prstGeom prst="rect">
            <a:avLst/>
          </a:prstGeom>
          <a:ln w="12700" cap="flat">
            <a:noFill/>
            <a:miter lim="400000"/>
          </a:ln>
          <a:effectLst/>
        </p:spPr>
      </p:pic>
      <p:sp>
        <p:nvSpPr>
          <p:cNvPr id="8" name="Espace réservé du pied de page 7">
            <a:extLst>
              <a:ext uri="{FF2B5EF4-FFF2-40B4-BE49-F238E27FC236}">
                <a16:creationId xmlns="" xmlns:a16="http://schemas.microsoft.com/office/drawing/2014/main" id="{01290D7D-7F1B-88F0-525F-17600BF4C3EA}"/>
              </a:ext>
            </a:extLst>
          </p:cNvPr>
          <p:cNvSpPr>
            <a:spLocks noGrp="1"/>
          </p:cNvSpPr>
          <p:nvPr>
            <p:ph type="ftr" idx="11"/>
          </p:nvPr>
        </p:nvSpPr>
        <p:spPr/>
        <p:txBody>
          <a:bodyPr/>
          <a:lstStyle/>
          <a:p>
            <a:r>
              <a:rPr lang="fr-FR" dirty="0"/>
              <a:t>Dr. Ibrahim Niang</a:t>
            </a:r>
          </a:p>
        </p:txBody>
      </p:sp>
      <p:sp>
        <p:nvSpPr>
          <p:cNvPr id="3" name="Rectangle 2">
            <a:extLst>
              <a:ext uri="{FF2B5EF4-FFF2-40B4-BE49-F238E27FC236}">
                <a16:creationId xmlns="" xmlns:a16="http://schemas.microsoft.com/office/drawing/2014/main" id="{2BEBD916-C91D-094E-482A-2CEE595D153C}"/>
              </a:ext>
            </a:extLst>
          </p:cNvPr>
          <p:cNvSpPr/>
          <p:nvPr/>
        </p:nvSpPr>
        <p:spPr>
          <a:xfrm>
            <a:off x="-63745" y="-107207"/>
            <a:ext cx="5199163" cy="1309654"/>
          </a:xfrm>
          <a:prstGeom prst="rect">
            <a:avLst/>
          </a:prstGeom>
        </p:spPr>
        <p:txBody>
          <a:bodyPr wrap="square">
            <a:spAutoFit/>
          </a:bodyPr>
          <a:lstStyle/>
          <a:p>
            <a:pPr marL="571500" indent="-571500">
              <a:lnSpc>
                <a:spcPct val="150000"/>
              </a:lnSpc>
              <a:buClr>
                <a:srgbClr val="1F3864"/>
              </a:buClr>
              <a:buSzPct val="65000"/>
              <a:buFont typeface="+mj-lt"/>
              <a:buAutoNum type="romanUcPeriod" startAt="2"/>
            </a:pPr>
            <a:r>
              <a:rPr lang="fr-FR" sz="3200" b="1" dirty="0">
                <a:solidFill>
                  <a:srgbClr val="1F3864"/>
                </a:solidFill>
                <a:latin typeface="Aptos" panose="020B0004020202020204" pitchFamily="34" charset="0"/>
                <a:ea typeface="Calibri"/>
                <a:cs typeface="Calibri"/>
                <a:sym typeface="Calibri"/>
              </a:rPr>
              <a:t>Gros œuvre </a:t>
            </a:r>
          </a:p>
          <a:p>
            <a:pPr>
              <a:lnSpc>
                <a:spcPct val="150000"/>
              </a:lnSpc>
            </a:pPr>
            <a:endParaRPr lang="fr-FR" sz="2400" dirty="0">
              <a:solidFill>
                <a:srgbClr val="1F3864"/>
              </a:solidFill>
              <a:latin typeface="Proxima Nova"/>
              <a:cs typeface="Calibri"/>
              <a:sym typeface="Calibri"/>
            </a:endParaRPr>
          </a:p>
        </p:txBody>
      </p:sp>
      <p:sp>
        <p:nvSpPr>
          <p:cNvPr id="10" name="ZoneTexte 9">
            <a:extLst>
              <a:ext uri="{FF2B5EF4-FFF2-40B4-BE49-F238E27FC236}">
                <a16:creationId xmlns="" xmlns:a16="http://schemas.microsoft.com/office/drawing/2014/main" id="{78B7A1B4-7FB1-575E-CB8E-DC599CB7EF45}"/>
              </a:ext>
            </a:extLst>
          </p:cNvPr>
          <p:cNvSpPr txBox="1"/>
          <p:nvPr/>
        </p:nvSpPr>
        <p:spPr>
          <a:xfrm>
            <a:off x="1949503" y="1051491"/>
            <a:ext cx="7461994" cy="523220"/>
          </a:xfrm>
          <a:prstGeom prst="rect">
            <a:avLst/>
          </a:prstGeom>
          <a:noFill/>
        </p:spPr>
        <p:txBody>
          <a:bodyPr wrap="square">
            <a:spAutoFit/>
          </a:bodyPr>
          <a:lstStyle/>
          <a:p>
            <a:pPr algn="ctr"/>
            <a:r>
              <a:rPr lang="fr-FR" sz="2800" dirty="0">
                <a:ln w="0"/>
                <a:solidFill>
                  <a:srgbClr val="1F3864"/>
                </a:solidFill>
                <a:latin typeface="Aptos" panose="020B0004020202020204" pitchFamily="34" charset="0"/>
              </a:rPr>
              <a:t>Maçonnerie   </a:t>
            </a:r>
          </a:p>
        </p:txBody>
      </p:sp>
      <p:sp>
        <p:nvSpPr>
          <p:cNvPr id="7" name="ZoneTexte 6">
            <a:extLst>
              <a:ext uri="{FF2B5EF4-FFF2-40B4-BE49-F238E27FC236}">
                <a16:creationId xmlns="" xmlns:a16="http://schemas.microsoft.com/office/drawing/2014/main" id="{DFF88A20-6BDE-18CD-7DCC-CF1A677BE0BA}"/>
              </a:ext>
            </a:extLst>
          </p:cNvPr>
          <p:cNvSpPr txBox="1"/>
          <p:nvPr/>
        </p:nvSpPr>
        <p:spPr>
          <a:xfrm>
            <a:off x="116306" y="1002630"/>
            <a:ext cx="6168188" cy="369332"/>
          </a:xfrm>
          <a:prstGeom prst="rect">
            <a:avLst/>
          </a:prstGeom>
          <a:noFill/>
        </p:spPr>
        <p:txBody>
          <a:bodyPr wrap="square">
            <a:spAutoFit/>
          </a:bodyPr>
          <a:lstStyle/>
          <a:p>
            <a:r>
              <a:rPr lang="fr-FR" dirty="0">
                <a:highlight>
                  <a:srgbClr val="FFFF00"/>
                </a:highlight>
              </a:rPr>
              <a:t>DTU 20</a:t>
            </a:r>
          </a:p>
        </p:txBody>
      </p:sp>
      <p:sp>
        <p:nvSpPr>
          <p:cNvPr id="13" name="ZoneTexte 12">
            <a:extLst>
              <a:ext uri="{FF2B5EF4-FFF2-40B4-BE49-F238E27FC236}">
                <a16:creationId xmlns="" xmlns:a16="http://schemas.microsoft.com/office/drawing/2014/main" id="{6E268A79-40C5-0BB7-B2A8-190DAB991E0E}"/>
              </a:ext>
            </a:extLst>
          </p:cNvPr>
          <p:cNvSpPr txBox="1"/>
          <p:nvPr/>
        </p:nvSpPr>
        <p:spPr>
          <a:xfrm>
            <a:off x="631825" y="1506125"/>
            <a:ext cx="11159122" cy="923330"/>
          </a:xfrm>
          <a:prstGeom prst="rect">
            <a:avLst/>
          </a:prstGeom>
          <a:noFill/>
        </p:spPr>
        <p:txBody>
          <a:bodyPr wrap="square">
            <a:spAutoFit/>
          </a:bodyPr>
          <a:lstStyle/>
          <a:p>
            <a:pPr algn="ctr"/>
            <a:r>
              <a:rPr lang="fr-FR" dirty="0"/>
              <a:t>Un mur en maçonnerie est une </a:t>
            </a:r>
            <a:r>
              <a:rPr lang="fr-FR" b="1" dirty="0"/>
              <a:t>structure composée de matériaux </a:t>
            </a:r>
            <a:r>
              <a:rPr lang="fr-FR" dirty="0"/>
              <a:t>tels que des </a:t>
            </a:r>
            <a:r>
              <a:rPr lang="fr-FR" b="1" dirty="0"/>
              <a:t>briques, des blocs de béton, des pierres naturelles ou des parpaings</a:t>
            </a:r>
            <a:r>
              <a:rPr lang="fr-FR" dirty="0"/>
              <a:t>, </a:t>
            </a:r>
            <a:r>
              <a:rPr lang="fr-FR" b="1" dirty="0"/>
              <a:t>assemblés à l'aide de mortier</a:t>
            </a:r>
            <a:r>
              <a:rPr lang="fr-FR" dirty="0"/>
              <a:t>. Il est fréquemment utilisé dans la construction pour remplir des </a:t>
            </a:r>
            <a:r>
              <a:rPr lang="fr-FR" b="1" dirty="0"/>
              <a:t>rôles porteurs</a:t>
            </a:r>
            <a:r>
              <a:rPr lang="fr-FR" dirty="0"/>
              <a:t>, de </a:t>
            </a:r>
            <a:r>
              <a:rPr lang="fr-FR" b="1" dirty="0"/>
              <a:t>séparation des espaces ou de protection</a:t>
            </a:r>
            <a:r>
              <a:rPr lang="fr-FR" dirty="0"/>
              <a:t>.</a:t>
            </a:r>
          </a:p>
        </p:txBody>
      </p:sp>
      <p:sp>
        <p:nvSpPr>
          <p:cNvPr id="15" name="ZoneTexte 14">
            <a:extLst>
              <a:ext uri="{FF2B5EF4-FFF2-40B4-BE49-F238E27FC236}">
                <a16:creationId xmlns="" xmlns:a16="http://schemas.microsoft.com/office/drawing/2014/main" id="{EDDDF41B-A98F-816D-A53E-FB6D3813C66F}"/>
              </a:ext>
            </a:extLst>
          </p:cNvPr>
          <p:cNvSpPr txBox="1"/>
          <p:nvPr/>
        </p:nvSpPr>
        <p:spPr>
          <a:xfrm>
            <a:off x="293327" y="3448066"/>
            <a:ext cx="6105859" cy="2031325"/>
          </a:xfrm>
          <a:prstGeom prst="rect">
            <a:avLst/>
          </a:prstGeom>
          <a:noFill/>
        </p:spPr>
        <p:txBody>
          <a:bodyPr wrap="square">
            <a:spAutoFit/>
          </a:bodyPr>
          <a:lstStyle/>
          <a:p>
            <a:pPr marL="285750" indent="-285750">
              <a:buFont typeface="Arial" panose="020B0604020202020204" pitchFamily="34" charset="0"/>
              <a:buChar char="•"/>
            </a:pPr>
            <a:r>
              <a:rPr lang="fr-FR" b="1" dirty="0"/>
              <a:t>Murs porteurs :</a:t>
            </a:r>
            <a:r>
              <a:rPr lang="fr-FR" dirty="0"/>
              <a:t>Supportent les charges de la structure (planchers, toitures) et les transmettent aux fondations. Généralement plus épais pour résister aux contraintes mécaniques.</a:t>
            </a:r>
          </a:p>
          <a:p>
            <a:pPr marL="285750" indent="-285750">
              <a:buFont typeface="Arial" panose="020B0604020202020204" pitchFamily="34" charset="0"/>
              <a:buChar char="•"/>
            </a:pPr>
            <a:r>
              <a:rPr lang="fr-FR" b="1" dirty="0"/>
              <a:t>Murs de refend :</a:t>
            </a:r>
            <a:r>
              <a:rPr lang="fr-FR" dirty="0"/>
              <a:t>Murs intérieurs porteurs qui assurent la stabilité structurelle et répartissent les charges horizontales.</a:t>
            </a:r>
          </a:p>
        </p:txBody>
      </p:sp>
      <p:pic>
        <p:nvPicPr>
          <p:cNvPr id="7170" name="Picture 2" descr="Comment identifier un mur porteur &amp; l'abattre sans risques ?|  MesDépanneurs.fr">
            <a:extLst>
              <a:ext uri="{FF2B5EF4-FFF2-40B4-BE49-F238E27FC236}">
                <a16:creationId xmlns="" xmlns:a16="http://schemas.microsoft.com/office/drawing/2014/main" id="{EB47F31B-A240-4886-9FB7-56FDEF8F9C7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39884" y="2563618"/>
            <a:ext cx="2943225" cy="1552575"/>
          </a:xfrm>
          <a:prstGeom prst="rect">
            <a:avLst/>
          </a:prstGeom>
          <a:noFill/>
          <a:extLst>
            <a:ext uri="{909E8E84-426E-40DD-AFC4-6F175D3DCCD1}">
              <a14:hiddenFill xmlns:a14="http://schemas.microsoft.com/office/drawing/2010/main">
                <a:solidFill>
                  <a:srgbClr val="FFFFFF"/>
                </a:solidFill>
              </a14:hiddenFill>
            </a:ext>
          </a:extLst>
        </p:spPr>
      </p:pic>
      <p:sp>
        <p:nvSpPr>
          <p:cNvPr id="9" name="ZoneTexte 8">
            <a:extLst>
              <a:ext uri="{FF2B5EF4-FFF2-40B4-BE49-F238E27FC236}">
                <a16:creationId xmlns="" xmlns:a16="http://schemas.microsoft.com/office/drawing/2014/main" id="{1C6C53C3-E40C-C353-6A75-82F5BB74CB1E}"/>
              </a:ext>
            </a:extLst>
          </p:cNvPr>
          <p:cNvSpPr txBox="1"/>
          <p:nvPr/>
        </p:nvSpPr>
        <p:spPr>
          <a:xfrm>
            <a:off x="8610600" y="4133389"/>
            <a:ext cx="2063582" cy="307777"/>
          </a:xfrm>
          <a:prstGeom prst="rect">
            <a:avLst/>
          </a:prstGeom>
          <a:noFill/>
        </p:spPr>
        <p:txBody>
          <a:bodyPr wrap="square">
            <a:spAutoFit/>
          </a:bodyPr>
          <a:lstStyle/>
          <a:p>
            <a:r>
              <a:rPr lang="fr-FR" sz="1400" dirty="0"/>
              <a:t>Murs porteurs </a:t>
            </a:r>
          </a:p>
        </p:txBody>
      </p:sp>
      <p:pic>
        <p:nvPicPr>
          <p:cNvPr id="7172" name="Picture 4" descr="Mur de refend - Lexique spécialisé des études collégiales en français-innu">
            <a:extLst>
              <a:ext uri="{FF2B5EF4-FFF2-40B4-BE49-F238E27FC236}">
                <a16:creationId xmlns="" xmlns:a16="http://schemas.microsoft.com/office/drawing/2014/main" id="{AD291BD2-B6B6-C8C9-2C24-54BF3DA97A1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01696" y="4441166"/>
            <a:ext cx="2209800" cy="2076450"/>
          </a:xfrm>
          <a:prstGeom prst="rect">
            <a:avLst/>
          </a:prstGeom>
          <a:noFill/>
          <a:extLst>
            <a:ext uri="{909E8E84-426E-40DD-AFC4-6F175D3DCCD1}">
              <a14:hiddenFill xmlns:a14="http://schemas.microsoft.com/office/drawing/2010/main">
                <a:solidFill>
                  <a:srgbClr val="FFFFFF"/>
                </a:solidFill>
              </a14:hiddenFill>
            </a:ext>
          </a:extLst>
        </p:spPr>
      </p:pic>
      <p:sp>
        <p:nvSpPr>
          <p:cNvPr id="11" name="ZoneTexte 10">
            <a:extLst>
              <a:ext uri="{FF2B5EF4-FFF2-40B4-BE49-F238E27FC236}">
                <a16:creationId xmlns="" xmlns:a16="http://schemas.microsoft.com/office/drawing/2014/main" id="{D16D6F3A-E431-CE72-C32C-1D632DA58C4A}"/>
              </a:ext>
            </a:extLst>
          </p:cNvPr>
          <p:cNvSpPr txBox="1"/>
          <p:nvPr/>
        </p:nvSpPr>
        <p:spPr>
          <a:xfrm>
            <a:off x="9112668" y="6405849"/>
            <a:ext cx="2063582" cy="307777"/>
          </a:xfrm>
          <a:prstGeom prst="rect">
            <a:avLst/>
          </a:prstGeom>
          <a:noFill/>
        </p:spPr>
        <p:txBody>
          <a:bodyPr wrap="square">
            <a:spAutoFit/>
          </a:bodyPr>
          <a:lstStyle/>
          <a:p>
            <a:r>
              <a:rPr lang="fr-FR" sz="1400" dirty="0"/>
              <a:t>Murs refend </a:t>
            </a:r>
          </a:p>
        </p:txBody>
      </p:sp>
      <p:pic>
        <p:nvPicPr>
          <p:cNvPr id="7174" name="Picture 6" descr="Mur de refend : qu'est-ce que c'est ? - monEquerre.fr">
            <a:extLst>
              <a:ext uri="{FF2B5EF4-FFF2-40B4-BE49-F238E27FC236}">
                <a16:creationId xmlns="" xmlns:a16="http://schemas.microsoft.com/office/drawing/2014/main" id="{8FA177B8-ED78-6390-1F21-A2FADB991EB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492735" y="4770806"/>
            <a:ext cx="1894300" cy="12605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2658934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 xmlns:a16="http://schemas.microsoft.com/office/drawing/2014/main" id="{D624D072-1CCD-9485-BB49-BA69F7C4D85C}"/>
            </a:ext>
          </a:extLst>
        </p:cNvPr>
        <p:cNvGrpSpPr/>
        <p:nvPr/>
      </p:nvGrpSpPr>
      <p:grpSpPr>
        <a:xfrm>
          <a:off x="0" y="0"/>
          <a:ext cx="0" cy="0"/>
          <a:chOff x="0" y="0"/>
          <a:chExt cx="0" cy="0"/>
        </a:xfrm>
      </p:grpSpPr>
      <p:sp>
        <p:nvSpPr>
          <p:cNvPr id="2" name="Espace réservé du numéro de diapositive 1">
            <a:extLst>
              <a:ext uri="{FF2B5EF4-FFF2-40B4-BE49-F238E27FC236}">
                <a16:creationId xmlns="" xmlns:a16="http://schemas.microsoft.com/office/drawing/2014/main" id="{76F33093-8F61-6A56-6E40-D28B3DF6E7F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45</a:t>
            </a:fld>
            <a:endParaRPr lang="fr-FR"/>
          </a:p>
        </p:txBody>
      </p:sp>
      <p:pic>
        <p:nvPicPr>
          <p:cNvPr id="5" name="Image 4">
            <a:extLst>
              <a:ext uri="{FF2B5EF4-FFF2-40B4-BE49-F238E27FC236}">
                <a16:creationId xmlns="" xmlns:a16="http://schemas.microsoft.com/office/drawing/2014/main" id="{685DF1DB-7599-644B-9914-0BC78094E19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39492" y="70223"/>
            <a:ext cx="1090163" cy="981979"/>
          </a:xfrm>
          <a:prstGeom prst="rect">
            <a:avLst/>
          </a:prstGeom>
          <a:noFill/>
          <a:ln>
            <a:noFill/>
          </a:ln>
        </p:spPr>
      </p:pic>
      <p:pic>
        <p:nvPicPr>
          <p:cNvPr id="6" name="officeArt object">
            <a:extLst>
              <a:ext uri="{FF2B5EF4-FFF2-40B4-BE49-F238E27FC236}">
                <a16:creationId xmlns="" xmlns:a16="http://schemas.microsoft.com/office/drawing/2014/main" id="{0E11FAD0-1AF6-4460-F7D5-119F4999CF93}"/>
              </a:ext>
            </a:extLst>
          </p:cNvPr>
          <p:cNvPicPr/>
          <p:nvPr/>
        </p:nvPicPr>
        <p:blipFill rotWithShape="1">
          <a:blip r:embed="rId4"/>
          <a:srcRect l="12854" r="8048"/>
          <a:stretch/>
        </p:blipFill>
        <p:spPr>
          <a:xfrm>
            <a:off x="9840279" y="0"/>
            <a:ext cx="1199213" cy="1506125"/>
          </a:xfrm>
          <a:prstGeom prst="rect">
            <a:avLst/>
          </a:prstGeom>
          <a:ln w="12700" cap="flat">
            <a:noFill/>
            <a:miter lim="400000"/>
          </a:ln>
          <a:effectLst/>
        </p:spPr>
      </p:pic>
      <p:sp>
        <p:nvSpPr>
          <p:cNvPr id="8" name="Espace réservé du pied de page 7">
            <a:extLst>
              <a:ext uri="{FF2B5EF4-FFF2-40B4-BE49-F238E27FC236}">
                <a16:creationId xmlns="" xmlns:a16="http://schemas.microsoft.com/office/drawing/2014/main" id="{C803C256-CA9D-E7B5-3668-CA903E4548AA}"/>
              </a:ext>
            </a:extLst>
          </p:cNvPr>
          <p:cNvSpPr>
            <a:spLocks noGrp="1"/>
          </p:cNvSpPr>
          <p:nvPr>
            <p:ph type="ftr" idx="11"/>
          </p:nvPr>
        </p:nvSpPr>
        <p:spPr/>
        <p:txBody>
          <a:bodyPr/>
          <a:lstStyle/>
          <a:p>
            <a:r>
              <a:rPr lang="fr-FR" dirty="0"/>
              <a:t>Dr. Ibrahim Niang</a:t>
            </a:r>
          </a:p>
        </p:txBody>
      </p:sp>
      <p:sp>
        <p:nvSpPr>
          <p:cNvPr id="3" name="Rectangle 2">
            <a:extLst>
              <a:ext uri="{FF2B5EF4-FFF2-40B4-BE49-F238E27FC236}">
                <a16:creationId xmlns="" xmlns:a16="http://schemas.microsoft.com/office/drawing/2014/main" id="{3A7E708B-F567-ADE4-8852-4B3F1E065E7E}"/>
              </a:ext>
            </a:extLst>
          </p:cNvPr>
          <p:cNvSpPr/>
          <p:nvPr/>
        </p:nvSpPr>
        <p:spPr>
          <a:xfrm>
            <a:off x="-63745" y="-107207"/>
            <a:ext cx="5199163" cy="1309654"/>
          </a:xfrm>
          <a:prstGeom prst="rect">
            <a:avLst/>
          </a:prstGeom>
        </p:spPr>
        <p:txBody>
          <a:bodyPr wrap="square">
            <a:spAutoFit/>
          </a:bodyPr>
          <a:lstStyle/>
          <a:p>
            <a:pPr marL="571500" indent="-571500">
              <a:lnSpc>
                <a:spcPct val="150000"/>
              </a:lnSpc>
              <a:buClr>
                <a:srgbClr val="1F3864"/>
              </a:buClr>
              <a:buSzPct val="65000"/>
              <a:buFont typeface="+mj-lt"/>
              <a:buAutoNum type="romanUcPeriod" startAt="2"/>
            </a:pPr>
            <a:r>
              <a:rPr lang="fr-FR" sz="3200" b="1" dirty="0">
                <a:solidFill>
                  <a:srgbClr val="1F3864"/>
                </a:solidFill>
                <a:latin typeface="Aptos" panose="020B0004020202020204" pitchFamily="34" charset="0"/>
                <a:ea typeface="Calibri"/>
                <a:cs typeface="Calibri"/>
                <a:sym typeface="Calibri"/>
              </a:rPr>
              <a:t>Gros œuvre </a:t>
            </a:r>
          </a:p>
          <a:p>
            <a:pPr>
              <a:lnSpc>
                <a:spcPct val="150000"/>
              </a:lnSpc>
            </a:pPr>
            <a:endParaRPr lang="fr-FR" sz="2400" dirty="0">
              <a:solidFill>
                <a:srgbClr val="1F3864"/>
              </a:solidFill>
              <a:latin typeface="Proxima Nova"/>
              <a:cs typeface="Calibri"/>
              <a:sym typeface="Calibri"/>
            </a:endParaRPr>
          </a:p>
        </p:txBody>
      </p:sp>
      <p:sp>
        <p:nvSpPr>
          <p:cNvPr id="10" name="ZoneTexte 9">
            <a:extLst>
              <a:ext uri="{FF2B5EF4-FFF2-40B4-BE49-F238E27FC236}">
                <a16:creationId xmlns="" xmlns:a16="http://schemas.microsoft.com/office/drawing/2014/main" id="{CADC9EA6-8B48-1D1A-A4A7-23D5AC7BB0E4}"/>
              </a:ext>
            </a:extLst>
          </p:cNvPr>
          <p:cNvSpPr txBox="1"/>
          <p:nvPr/>
        </p:nvSpPr>
        <p:spPr>
          <a:xfrm>
            <a:off x="1949503" y="1051491"/>
            <a:ext cx="7461994" cy="523220"/>
          </a:xfrm>
          <a:prstGeom prst="rect">
            <a:avLst/>
          </a:prstGeom>
          <a:noFill/>
        </p:spPr>
        <p:txBody>
          <a:bodyPr wrap="square">
            <a:spAutoFit/>
          </a:bodyPr>
          <a:lstStyle/>
          <a:p>
            <a:pPr algn="ctr"/>
            <a:r>
              <a:rPr lang="fr-FR" sz="2800" dirty="0">
                <a:ln w="0"/>
                <a:solidFill>
                  <a:srgbClr val="1F3864"/>
                </a:solidFill>
                <a:latin typeface="Aptos" panose="020B0004020202020204" pitchFamily="34" charset="0"/>
              </a:rPr>
              <a:t>Maçonnerie   </a:t>
            </a:r>
          </a:p>
        </p:txBody>
      </p:sp>
      <p:sp>
        <p:nvSpPr>
          <p:cNvPr id="7" name="ZoneTexte 6">
            <a:extLst>
              <a:ext uri="{FF2B5EF4-FFF2-40B4-BE49-F238E27FC236}">
                <a16:creationId xmlns="" xmlns:a16="http://schemas.microsoft.com/office/drawing/2014/main" id="{15950C35-4A46-6169-35AC-7AC9D5D98AEE}"/>
              </a:ext>
            </a:extLst>
          </p:cNvPr>
          <p:cNvSpPr txBox="1"/>
          <p:nvPr/>
        </p:nvSpPr>
        <p:spPr>
          <a:xfrm>
            <a:off x="116306" y="1002630"/>
            <a:ext cx="6168188" cy="369332"/>
          </a:xfrm>
          <a:prstGeom prst="rect">
            <a:avLst/>
          </a:prstGeom>
          <a:noFill/>
        </p:spPr>
        <p:txBody>
          <a:bodyPr wrap="square">
            <a:spAutoFit/>
          </a:bodyPr>
          <a:lstStyle/>
          <a:p>
            <a:r>
              <a:rPr lang="fr-FR" dirty="0">
                <a:highlight>
                  <a:srgbClr val="FFFF00"/>
                </a:highlight>
              </a:rPr>
              <a:t>DTU 20</a:t>
            </a:r>
          </a:p>
        </p:txBody>
      </p:sp>
      <p:sp>
        <p:nvSpPr>
          <p:cNvPr id="13" name="ZoneTexte 12">
            <a:extLst>
              <a:ext uri="{FF2B5EF4-FFF2-40B4-BE49-F238E27FC236}">
                <a16:creationId xmlns="" xmlns:a16="http://schemas.microsoft.com/office/drawing/2014/main" id="{832CCF52-96B4-6EB7-9402-324C09CD92CB}"/>
              </a:ext>
            </a:extLst>
          </p:cNvPr>
          <p:cNvSpPr txBox="1"/>
          <p:nvPr/>
        </p:nvSpPr>
        <p:spPr>
          <a:xfrm>
            <a:off x="631825" y="1506125"/>
            <a:ext cx="11159122" cy="923330"/>
          </a:xfrm>
          <a:prstGeom prst="rect">
            <a:avLst/>
          </a:prstGeom>
          <a:noFill/>
        </p:spPr>
        <p:txBody>
          <a:bodyPr wrap="square">
            <a:spAutoFit/>
          </a:bodyPr>
          <a:lstStyle/>
          <a:p>
            <a:pPr algn="ctr"/>
            <a:r>
              <a:rPr lang="fr-FR" dirty="0"/>
              <a:t>Un mur en maçonnerie est une </a:t>
            </a:r>
            <a:r>
              <a:rPr lang="fr-FR" b="1" dirty="0"/>
              <a:t>structure composée de matériaux </a:t>
            </a:r>
            <a:r>
              <a:rPr lang="fr-FR" dirty="0"/>
              <a:t>tels que des </a:t>
            </a:r>
            <a:r>
              <a:rPr lang="fr-FR" b="1" dirty="0"/>
              <a:t>briques, des blocs de béton, des pierres naturelles ou des parpaings</a:t>
            </a:r>
            <a:r>
              <a:rPr lang="fr-FR" dirty="0"/>
              <a:t>, </a:t>
            </a:r>
            <a:r>
              <a:rPr lang="fr-FR" b="1" dirty="0"/>
              <a:t>assemblés à l'aide de mortier</a:t>
            </a:r>
            <a:r>
              <a:rPr lang="fr-FR" dirty="0"/>
              <a:t>. Il est fréquemment utilisé dans la construction pour remplir des </a:t>
            </a:r>
            <a:r>
              <a:rPr lang="fr-FR" b="1" dirty="0"/>
              <a:t>rôles porteurs</a:t>
            </a:r>
            <a:r>
              <a:rPr lang="fr-FR" dirty="0"/>
              <a:t>, de </a:t>
            </a:r>
            <a:r>
              <a:rPr lang="fr-FR" b="1" dirty="0"/>
              <a:t>séparation des espaces ou de protection</a:t>
            </a:r>
            <a:r>
              <a:rPr lang="fr-FR" dirty="0"/>
              <a:t>.</a:t>
            </a:r>
          </a:p>
        </p:txBody>
      </p:sp>
      <p:sp>
        <p:nvSpPr>
          <p:cNvPr id="9" name="ZoneTexte 8">
            <a:extLst>
              <a:ext uri="{FF2B5EF4-FFF2-40B4-BE49-F238E27FC236}">
                <a16:creationId xmlns="" xmlns:a16="http://schemas.microsoft.com/office/drawing/2014/main" id="{567A9E33-BBA9-7A38-05CA-1B8E8B21174F}"/>
              </a:ext>
            </a:extLst>
          </p:cNvPr>
          <p:cNvSpPr txBox="1"/>
          <p:nvPr/>
        </p:nvSpPr>
        <p:spPr>
          <a:xfrm>
            <a:off x="8950409" y="4120769"/>
            <a:ext cx="2063582" cy="307777"/>
          </a:xfrm>
          <a:prstGeom prst="rect">
            <a:avLst/>
          </a:prstGeom>
          <a:noFill/>
        </p:spPr>
        <p:txBody>
          <a:bodyPr wrap="square">
            <a:spAutoFit/>
          </a:bodyPr>
          <a:lstStyle/>
          <a:p>
            <a:r>
              <a:rPr lang="fr-FR" sz="1400" dirty="0"/>
              <a:t>Murs cloison </a:t>
            </a:r>
          </a:p>
        </p:txBody>
      </p:sp>
      <p:sp>
        <p:nvSpPr>
          <p:cNvPr id="11" name="ZoneTexte 10">
            <a:extLst>
              <a:ext uri="{FF2B5EF4-FFF2-40B4-BE49-F238E27FC236}">
                <a16:creationId xmlns="" xmlns:a16="http://schemas.microsoft.com/office/drawing/2014/main" id="{6579A3B5-403F-241E-DE8B-94408AB99210}"/>
              </a:ext>
            </a:extLst>
          </p:cNvPr>
          <p:cNvSpPr txBox="1"/>
          <p:nvPr/>
        </p:nvSpPr>
        <p:spPr>
          <a:xfrm>
            <a:off x="8950409" y="6356350"/>
            <a:ext cx="2063582" cy="307777"/>
          </a:xfrm>
          <a:prstGeom prst="rect">
            <a:avLst/>
          </a:prstGeom>
          <a:noFill/>
        </p:spPr>
        <p:txBody>
          <a:bodyPr wrap="square">
            <a:spAutoFit/>
          </a:bodyPr>
          <a:lstStyle/>
          <a:p>
            <a:r>
              <a:rPr lang="fr-FR" sz="1400" dirty="0"/>
              <a:t>Murs de façade</a:t>
            </a:r>
          </a:p>
        </p:txBody>
      </p:sp>
      <p:sp>
        <p:nvSpPr>
          <p:cNvPr id="12" name="ZoneTexte 11">
            <a:extLst>
              <a:ext uri="{FF2B5EF4-FFF2-40B4-BE49-F238E27FC236}">
                <a16:creationId xmlns="" xmlns:a16="http://schemas.microsoft.com/office/drawing/2014/main" id="{DDFFA392-5BA1-7B06-72FA-E078CAF7F11F}"/>
              </a:ext>
            </a:extLst>
          </p:cNvPr>
          <p:cNvSpPr txBox="1"/>
          <p:nvPr/>
        </p:nvSpPr>
        <p:spPr>
          <a:xfrm>
            <a:off x="-72188" y="3287146"/>
            <a:ext cx="6168188" cy="2308324"/>
          </a:xfrm>
          <a:prstGeom prst="rect">
            <a:avLst/>
          </a:prstGeom>
          <a:noFill/>
        </p:spPr>
        <p:txBody>
          <a:bodyPr wrap="square">
            <a:spAutoFit/>
          </a:bodyPr>
          <a:lstStyle/>
          <a:p>
            <a:pPr marL="285750" indent="-285750">
              <a:buFont typeface="Arial" panose="020B0604020202020204" pitchFamily="34" charset="0"/>
              <a:buChar char="•"/>
            </a:pPr>
            <a:r>
              <a:rPr lang="fr-FR" b="1" dirty="0"/>
              <a:t>Murs de cloisonnement :</a:t>
            </a:r>
            <a:r>
              <a:rPr lang="fr-FR" dirty="0"/>
              <a:t>Murs non porteurs servant à séparer les espaces intérieurs.</a:t>
            </a:r>
          </a:p>
          <a:p>
            <a:pPr marL="285750" indent="-285750">
              <a:buFont typeface="Arial" panose="020B0604020202020204" pitchFamily="34" charset="0"/>
              <a:buChar char="•"/>
            </a:pPr>
            <a:r>
              <a:rPr lang="fr-FR" b="1" dirty="0"/>
              <a:t>Murs de façade </a:t>
            </a:r>
            <a:r>
              <a:rPr lang="fr-FR" dirty="0"/>
              <a:t>:Protègent contre les intempéries tout en assurant une fonction esthétique et, dans certains cas, portante.</a:t>
            </a:r>
          </a:p>
          <a:p>
            <a:pPr marL="285750" indent="-285750">
              <a:buFont typeface="Arial" panose="020B0604020202020204" pitchFamily="34" charset="0"/>
              <a:buChar char="•"/>
            </a:pPr>
            <a:r>
              <a:rPr lang="fr-FR" b="1" dirty="0"/>
              <a:t>Murs en maçonnerie armée :</a:t>
            </a:r>
            <a:r>
              <a:rPr lang="fr-FR" dirty="0"/>
              <a:t>Incorporent des armatures métalliques pour améliorer leur résistance à la traction et aux efforts horizontaux (sismiques ou de vent).</a:t>
            </a:r>
          </a:p>
        </p:txBody>
      </p:sp>
      <p:pic>
        <p:nvPicPr>
          <p:cNvPr id="8194" name="Picture 2" descr="Comment choisir sa cloison ? | Leroy Merlin">
            <a:extLst>
              <a:ext uri="{FF2B5EF4-FFF2-40B4-BE49-F238E27FC236}">
                <a16:creationId xmlns="" xmlns:a16="http://schemas.microsoft.com/office/drawing/2014/main" id="{D33C49E1-C14E-03F7-F71A-FF91BD3B0F3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610600" y="2629342"/>
            <a:ext cx="1921962" cy="1434079"/>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descr="Façades de maison - infomaison">
            <a:extLst>
              <a:ext uri="{FF2B5EF4-FFF2-40B4-BE49-F238E27FC236}">
                <a16:creationId xmlns="" xmlns:a16="http://schemas.microsoft.com/office/drawing/2014/main" id="{B36E3AED-5B6D-F9DF-3152-4B69DF695FE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61893" y="4555927"/>
            <a:ext cx="2619375" cy="1743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158293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 xmlns:a16="http://schemas.microsoft.com/office/drawing/2014/main" id="{2865FD5E-D8A2-6D36-FE31-FF126F33A663}"/>
            </a:ext>
          </a:extLst>
        </p:cNvPr>
        <p:cNvGrpSpPr/>
        <p:nvPr/>
      </p:nvGrpSpPr>
      <p:grpSpPr>
        <a:xfrm>
          <a:off x="0" y="0"/>
          <a:ext cx="0" cy="0"/>
          <a:chOff x="0" y="0"/>
          <a:chExt cx="0" cy="0"/>
        </a:xfrm>
      </p:grpSpPr>
      <p:sp>
        <p:nvSpPr>
          <p:cNvPr id="2" name="Espace réservé du numéro de diapositive 1">
            <a:extLst>
              <a:ext uri="{FF2B5EF4-FFF2-40B4-BE49-F238E27FC236}">
                <a16:creationId xmlns="" xmlns:a16="http://schemas.microsoft.com/office/drawing/2014/main" id="{42D795F0-59C9-441F-6D42-05FEAB14C46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46</a:t>
            </a:fld>
            <a:endParaRPr lang="fr-FR"/>
          </a:p>
        </p:txBody>
      </p:sp>
      <p:pic>
        <p:nvPicPr>
          <p:cNvPr id="5" name="Image 4">
            <a:extLst>
              <a:ext uri="{FF2B5EF4-FFF2-40B4-BE49-F238E27FC236}">
                <a16:creationId xmlns="" xmlns:a16="http://schemas.microsoft.com/office/drawing/2014/main" id="{724DD11C-4D7A-73B0-C01F-AA9B81789D4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39492" y="70223"/>
            <a:ext cx="1090163" cy="981979"/>
          </a:xfrm>
          <a:prstGeom prst="rect">
            <a:avLst/>
          </a:prstGeom>
          <a:noFill/>
          <a:ln>
            <a:noFill/>
          </a:ln>
        </p:spPr>
      </p:pic>
      <p:pic>
        <p:nvPicPr>
          <p:cNvPr id="6" name="officeArt object">
            <a:extLst>
              <a:ext uri="{FF2B5EF4-FFF2-40B4-BE49-F238E27FC236}">
                <a16:creationId xmlns="" xmlns:a16="http://schemas.microsoft.com/office/drawing/2014/main" id="{743A4279-6CF6-3C48-72BA-CAF48D5F9FDD}"/>
              </a:ext>
            </a:extLst>
          </p:cNvPr>
          <p:cNvPicPr/>
          <p:nvPr/>
        </p:nvPicPr>
        <p:blipFill rotWithShape="1">
          <a:blip r:embed="rId4"/>
          <a:srcRect l="12854" r="8048"/>
          <a:stretch/>
        </p:blipFill>
        <p:spPr>
          <a:xfrm>
            <a:off x="9840279" y="0"/>
            <a:ext cx="1199213" cy="1506125"/>
          </a:xfrm>
          <a:prstGeom prst="rect">
            <a:avLst/>
          </a:prstGeom>
          <a:ln w="12700" cap="flat">
            <a:noFill/>
            <a:miter lim="400000"/>
          </a:ln>
          <a:effectLst/>
        </p:spPr>
      </p:pic>
      <p:sp>
        <p:nvSpPr>
          <p:cNvPr id="8" name="Espace réservé du pied de page 7">
            <a:extLst>
              <a:ext uri="{FF2B5EF4-FFF2-40B4-BE49-F238E27FC236}">
                <a16:creationId xmlns="" xmlns:a16="http://schemas.microsoft.com/office/drawing/2014/main" id="{C7BF4030-21BC-CE4E-4A5A-D3C0DD8EC321}"/>
              </a:ext>
            </a:extLst>
          </p:cNvPr>
          <p:cNvSpPr>
            <a:spLocks noGrp="1"/>
          </p:cNvSpPr>
          <p:nvPr>
            <p:ph type="ftr" idx="11"/>
          </p:nvPr>
        </p:nvSpPr>
        <p:spPr/>
        <p:txBody>
          <a:bodyPr/>
          <a:lstStyle/>
          <a:p>
            <a:r>
              <a:rPr lang="fr-FR" dirty="0"/>
              <a:t>Dr. Ibrahim Niang</a:t>
            </a:r>
          </a:p>
        </p:txBody>
      </p:sp>
      <p:sp>
        <p:nvSpPr>
          <p:cNvPr id="3" name="Rectangle 2">
            <a:extLst>
              <a:ext uri="{FF2B5EF4-FFF2-40B4-BE49-F238E27FC236}">
                <a16:creationId xmlns="" xmlns:a16="http://schemas.microsoft.com/office/drawing/2014/main" id="{49AE2958-0275-60B9-4EB9-CAF6A263F7B0}"/>
              </a:ext>
            </a:extLst>
          </p:cNvPr>
          <p:cNvSpPr/>
          <p:nvPr/>
        </p:nvSpPr>
        <p:spPr>
          <a:xfrm>
            <a:off x="-63745" y="-107207"/>
            <a:ext cx="5199163" cy="1309654"/>
          </a:xfrm>
          <a:prstGeom prst="rect">
            <a:avLst/>
          </a:prstGeom>
        </p:spPr>
        <p:txBody>
          <a:bodyPr wrap="square">
            <a:spAutoFit/>
          </a:bodyPr>
          <a:lstStyle/>
          <a:p>
            <a:pPr marL="571500" indent="-571500">
              <a:lnSpc>
                <a:spcPct val="150000"/>
              </a:lnSpc>
              <a:buClr>
                <a:srgbClr val="1F3864"/>
              </a:buClr>
              <a:buSzPct val="65000"/>
              <a:buFont typeface="+mj-lt"/>
              <a:buAutoNum type="romanUcPeriod" startAt="2"/>
            </a:pPr>
            <a:r>
              <a:rPr lang="fr-FR" sz="3200" b="1" dirty="0">
                <a:solidFill>
                  <a:srgbClr val="1F3864"/>
                </a:solidFill>
                <a:latin typeface="Aptos" panose="020B0004020202020204" pitchFamily="34" charset="0"/>
                <a:ea typeface="Calibri"/>
                <a:cs typeface="Calibri"/>
                <a:sym typeface="Calibri"/>
              </a:rPr>
              <a:t>Gros œuvre </a:t>
            </a:r>
          </a:p>
          <a:p>
            <a:pPr>
              <a:lnSpc>
                <a:spcPct val="150000"/>
              </a:lnSpc>
            </a:pPr>
            <a:endParaRPr lang="fr-FR" sz="2400" dirty="0">
              <a:solidFill>
                <a:srgbClr val="1F3864"/>
              </a:solidFill>
              <a:latin typeface="Proxima Nova"/>
              <a:cs typeface="Calibri"/>
              <a:sym typeface="Calibri"/>
            </a:endParaRPr>
          </a:p>
        </p:txBody>
      </p:sp>
      <p:sp>
        <p:nvSpPr>
          <p:cNvPr id="10" name="ZoneTexte 9">
            <a:extLst>
              <a:ext uri="{FF2B5EF4-FFF2-40B4-BE49-F238E27FC236}">
                <a16:creationId xmlns="" xmlns:a16="http://schemas.microsoft.com/office/drawing/2014/main" id="{ECC95B96-7E46-7B0D-3B79-5AB7677C74CF}"/>
              </a:ext>
            </a:extLst>
          </p:cNvPr>
          <p:cNvSpPr txBox="1"/>
          <p:nvPr/>
        </p:nvSpPr>
        <p:spPr>
          <a:xfrm>
            <a:off x="1949503" y="1051491"/>
            <a:ext cx="7461994" cy="523220"/>
          </a:xfrm>
          <a:prstGeom prst="rect">
            <a:avLst/>
          </a:prstGeom>
          <a:noFill/>
        </p:spPr>
        <p:txBody>
          <a:bodyPr wrap="square">
            <a:spAutoFit/>
          </a:bodyPr>
          <a:lstStyle/>
          <a:p>
            <a:pPr algn="ctr"/>
            <a:r>
              <a:rPr lang="fr-FR" sz="2800" dirty="0">
                <a:ln w="0"/>
                <a:solidFill>
                  <a:srgbClr val="1F3864"/>
                </a:solidFill>
                <a:latin typeface="Aptos" panose="020B0004020202020204" pitchFamily="34" charset="0"/>
              </a:rPr>
              <a:t>Maçonnerie   </a:t>
            </a:r>
          </a:p>
        </p:txBody>
      </p:sp>
      <p:sp>
        <p:nvSpPr>
          <p:cNvPr id="7" name="ZoneTexte 6">
            <a:extLst>
              <a:ext uri="{FF2B5EF4-FFF2-40B4-BE49-F238E27FC236}">
                <a16:creationId xmlns="" xmlns:a16="http://schemas.microsoft.com/office/drawing/2014/main" id="{AF4B620F-DFBC-A1AE-85CE-996AA0BD4B80}"/>
              </a:ext>
            </a:extLst>
          </p:cNvPr>
          <p:cNvSpPr txBox="1"/>
          <p:nvPr/>
        </p:nvSpPr>
        <p:spPr>
          <a:xfrm>
            <a:off x="116306" y="1002630"/>
            <a:ext cx="6168188" cy="369332"/>
          </a:xfrm>
          <a:prstGeom prst="rect">
            <a:avLst/>
          </a:prstGeom>
          <a:noFill/>
        </p:spPr>
        <p:txBody>
          <a:bodyPr wrap="square">
            <a:spAutoFit/>
          </a:bodyPr>
          <a:lstStyle/>
          <a:p>
            <a:r>
              <a:rPr lang="fr-FR" dirty="0">
                <a:highlight>
                  <a:srgbClr val="FFFF00"/>
                </a:highlight>
              </a:rPr>
              <a:t>DTU 20</a:t>
            </a:r>
          </a:p>
        </p:txBody>
      </p:sp>
      <p:sp>
        <p:nvSpPr>
          <p:cNvPr id="13" name="ZoneTexte 12">
            <a:extLst>
              <a:ext uri="{FF2B5EF4-FFF2-40B4-BE49-F238E27FC236}">
                <a16:creationId xmlns="" xmlns:a16="http://schemas.microsoft.com/office/drawing/2014/main" id="{9AEE19F3-141C-BE24-5296-A623B9567F6B}"/>
              </a:ext>
            </a:extLst>
          </p:cNvPr>
          <p:cNvSpPr txBox="1"/>
          <p:nvPr/>
        </p:nvSpPr>
        <p:spPr>
          <a:xfrm>
            <a:off x="631825" y="1506125"/>
            <a:ext cx="11159122" cy="923330"/>
          </a:xfrm>
          <a:prstGeom prst="rect">
            <a:avLst/>
          </a:prstGeom>
          <a:noFill/>
        </p:spPr>
        <p:txBody>
          <a:bodyPr wrap="square">
            <a:spAutoFit/>
          </a:bodyPr>
          <a:lstStyle/>
          <a:p>
            <a:pPr algn="ctr"/>
            <a:r>
              <a:rPr lang="fr-FR" dirty="0"/>
              <a:t>Un mur en maçonnerie est une </a:t>
            </a:r>
            <a:r>
              <a:rPr lang="fr-FR" b="1" dirty="0"/>
              <a:t>structure composée de matériaux </a:t>
            </a:r>
            <a:r>
              <a:rPr lang="fr-FR" dirty="0"/>
              <a:t>tels que des </a:t>
            </a:r>
            <a:r>
              <a:rPr lang="fr-FR" b="1" dirty="0"/>
              <a:t>briques, des blocs de béton, des pierres naturelles ou des parpaings</a:t>
            </a:r>
            <a:r>
              <a:rPr lang="fr-FR" dirty="0"/>
              <a:t>, </a:t>
            </a:r>
            <a:r>
              <a:rPr lang="fr-FR" b="1" dirty="0"/>
              <a:t>assemblés à l'aide de mortier</a:t>
            </a:r>
            <a:r>
              <a:rPr lang="fr-FR" dirty="0"/>
              <a:t>. Il est fréquemment utilisé dans la construction pour remplir des </a:t>
            </a:r>
            <a:r>
              <a:rPr lang="fr-FR" b="1" dirty="0"/>
              <a:t>rôles porteurs</a:t>
            </a:r>
            <a:r>
              <a:rPr lang="fr-FR" dirty="0"/>
              <a:t>, de </a:t>
            </a:r>
            <a:r>
              <a:rPr lang="fr-FR" b="1" dirty="0"/>
              <a:t>séparation des espaces ou de protection</a:t>
            </a:r>
            <a:r>
              <a:rPr lang="fr-FR" dirty="0"/>
              <a:t>.</a:t>
            </a:r>
          </a:p>
        </p:txBody>
      </p:sp>
      <p:sp>
        <p:nvSpPr>
          <p:cNvPr id="11" name="ZoneTexte 10">
            <a:extLst>
              <a:ext uri="{FF2B5EF4-FFF2-40B4-BE49-F238E27FC236}">
                <a16:creationId xmlns="" xmlns:a16="http://schemas.microsoft.com/office/drawing/2014/main" id="{3C2F1787-4B53-A131-13C4-F7A579251F2D}"/>
              </a:ext>
            </a:extLst>
          </p:cNvPr>
          <p:cNvSpPr txBox="1"/>
          <p:nvPr/>
        </p:nvSpPr>
        <p:spPr>
          <a:xfrm>
            <a:off x="7598010" y="4159744"/>
            <a:ext cx="3025023" cy="307777"/>
          </a:xfrm>
          <a:prstGeom prst="rect">
            <a:avLst/>
          </a:prstGeom>
          <a:noFill/>
        </p:spPr>
        <p:txBody>
          <a:bodyPr wrap="square">
            <a:spAutoFit/>
          </a:bodyPr>
          <a:lstStyle/>
          <a:p>
            <a:r>
              <a:rPr lang="fr-FR" sz="1400" dirty="0"/>
              <a:t>Murs en maçonnerie armée</a:t>
            </a:r>
          </a:p>
        </p:txBody>
      </p:sp>
      <p:sp>
        <p:nvSpPr>
          <p:cNvPr id="12" name="ZoneTexte 11">
            <a:extLst>
              <a:ext uri="{FF2B5EF4-FFF2-40B4-BE49-F238E27FC236}">
                <a16:creationId xmlns="" xmlns:a16="http://schemas.microsoft.com/office/drawing/2014/main" id="{E8C06264-6A0F-73F3-3E47-3572970D3729}"/>
              </a:ext>
            </a:extLst>
          </p:cNvPr>
          <p:cNvSpPr txBox="1"/>
          <p:nvPr/>
        </p:nvSpPr>
        <p:spPr>
          <a:xfrm>
            <a:off x="-72188" y="3190410"/>
            <a:ext cx="6168188" cy="2031325"/>
          </a:xfrm>
          <a:prstGeom prst="rect">
            <a:avLst/>
          </a:prstGeom>
          <a:noFill/>
        </p:spPr>
        <p:txBody>
          <a:bodyPr wrap="square">
            <a:spAutoFit/>
          </a:bodyPr>
          <a:lstStyle/>
          <a:p>
            <a:pPr marL="285750" indent="-285750">
              <a:buFont typeface="Arial" panose="020B0604020202020204" pitchFamily="34" charset="0"/>
              <a:buChar char="•"/>
            </a:pPr>
            <a:endParaRPr lang="fr-FR" b="1" dirty="0"/>
          </a:p>
          <a:p>
            <a:pPr marL="285750" indent="-285750">
              <a:buFont typeface="Arial" panose="020B0604020202020204" pitchFamily="34" charset="0"/>
              <a:buChar char="•"/>
            </a:pPr>
            <a:r>
              <a:rPr lang="fr-FR" b="1" dirty="0"/>
              <a:t>Murs en maçonnerie armée :</a:t>
            </a:r>
            <a:r>
              <a:rPr lang="fr-FR" dirty="0"/>
              <a:t>Incorporent des armatures métalliques pour améliorer leur résistance à la traction et aux efforts horizontaux (sismiques ou de vent).</a:t>
            </a:r>
          </a:p>
          <a:p>
            <a:pPr marL="285750" indent="-285750">
              <a:buFont typeface="Arial" panose="020B0604020202020204" pitchFamily="34" charset="0"/>
              <a:buChar char="•"/>
            </a:pPr>
            <a:r>
              <a:rPr lang="fr-FR" b="1" dirty="0"/>
              <a:t>Murs en voile : </a:t>
            </a:r>
            <a:r>
              <a:rPr lang="fr-FR" dirty="0"/>
              <a:t> élément structurel vertical réalisé en béton armé coulé en place ou préfabriqué, formant une surface continue et monolithique. </a:t>
            </a:r>
          </a:p>
        </p:txBody>
      </p:sp>
      <p:pic>
        <p:nvPicPr>
          <p:cNvPr id="9218" name="Picture 2" descr="ETS Bertoncini - maçonnerie, mur de soutènement, terrassement">
            <a:extLst>
              <a:ext uri="{FF2B5EF4-FFF2-40B4-BE49-F238E27FC236}">
                <a16:creationId xmlns="" xmlns:a16="http://schemas.microsoft.com/office/drawing/2014/main" id="{8523C667-858D-C14F-B060-560688AA8B6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72275" y="2508273"/>
            <a:ext cx="1651471" cy="1651471"/>
          </a:xfrm>
          <a:prstGeom prst="rect">
            <a:avLst/>
          </a:prstGeom>
          <a:noFill/>
          <a:extLst>
            <a:ext uri="{909E8E84-426E-40DD-AFC4-6F175D3DCCD1}">
              <a14:hiddenFill xmlns:a14="http://schemas.microsoft.com/office/drawing/2010/main">
                <a:solidFill>
                  <a:srgbClr val="FFFFFF"/>
                </a:solidFill>
              </a14:hiddenFill>
            </a:ext>
          </a:extLst>
        </p:spPr>
      </p:pic>
      <p:pic>
        <p:nvPicPr>
          <p:cNvPr id="9220" name="Picture 4" descr="Travaux de maçonnerie, élévation d'un mur de béton armé - Groslée">
            <a:extLst>
              <a:ext uri="{FF2B5EF4-FFF2-40B4-BE49-F238E27FC236}">
                <a16:creationId xmlns="" xmlns:a16="http://schemas.microsoft.com/office/drawing/2014/main" id="{8D66B517-1B4F-08C3-0FF5-D94A429490F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938043" y="2564595"/>
            <a:ext cx="2101449" cy="1574058"/>
          </a:xfrm>
          <a:prstGeom prst="rect">
            <a:avLst/>
          </a:prstGeom>
          <a:noFill/>
          <a:extLst>
            <a:ext uri="{909E8E84-426E-40DD-AFC4-6F175D3DCCD1}">
              <a14:hiddenFill xmlns:a14="http://schemas.microsoft.com/office/drawing/2010/main">
                <a:solidFill>
                  <a:srgbClr val="FFFFFF"/>
                </a:solidFill>
              </a14:hiddenFill>
            </a:ext>
          </a:extLst>
        </p:spPr>
      </p:pic>
      <p:pic>
        <p:nvPicPr>
          <p:cNvPr id="9224" name="Picture 8" descr="Ferraillage d'un voile en béton armé - YouTube">
            <a:extLst>
              <a:ext uri="{FF2B5EF4-FFF2-40B4-BE49-F238E27FC236}">
                <a16:creationId xmlns="" xmlns:a16="http://schemas.microsoft.com/office/drawing/2014/main" id="{977B4874-FD97-8886-C35B-E310FCE31A1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72275" y="4854535"/>
            <a:ext cx="1973220" cy="1105003"/>
          </a:xfrm>
          <a:prstGeom prst="rect">
            <a:avLst/>
          </a:prstGeom>
          <a:noFill/>
          <a:extLst>
            <a:ext uri="{909E8E84-426E-40DD-AFC4-6F175D3DCCD1}">
              <a14:hiddenFill xmlns:a14="http://schemas.microsoft.com/office/drawing/2010/main">
                <a:solidFill>
                  <a:srgbClr val="FFFFFF"/>
                </a:solidFill>
              </a14:hiddenFill>
            </a:ext>
          </a:extLst>
        </p:spPr>
      </p:pic>
      <p:sp>
        <p:nvSpPr>
          <p:cNvPr id="14" name="ZoneTexte 13">
            <a:extLst>
              <a:ext uri="{FF2B5EF4-FFF2-40B4-BE49-F238E27FC236}">
                <a16:creationId xmlns="" xmlns:a16="http://schemas.microsoft.com/office/drawing/2014/main" id="{EB0A54B1-4D1A-F971-2DDC-44F8BA960733}"/>
              </a:ext>
            </a:extLst>
          </p:cNvPr>
          <p:cNvSpPr txBox="1"/>
          <p:nvPr/>
        </p:nvSpPr>
        <p:spPr>
          <a:xfrm>
            <a:off x="308810" y="5433020"/>
            <a:ext cx="6168188" cy="738664"/>
          </a:xfrm>
          <a:prstGeom prst="rect">
            <a:avLst/>
          </a:prstGeom>
          <a:noFill/>
        </p:spPr>
        <p:txBody>
          <a:bodyPr wrap="square">
            <a:spAutoFit/>
          </a:bodyPr>
          <a:lstStyle/>
          <a:p>
            <a:endParaRPr lang="fr-FR" sz="1400" dirty="0"/>
          </a:p>
          <a:p>
            <a:r>
              <a:rPr lang="fr-FR" sz="1400" dirty="0">
                <a:hlinkClick r:id="rId8"/>
              </a:rPr>
              <a:t>https://www.youtube.com/watch?v=z2ZJa0PFanE</a:t>
            </a:r>
            <a:endParaRPr lang="fr-FR" sz="1400" dirty="0"/>
          </a:p>
          <a:p>
            <a:endParaRPr lang="fr-FR" sz="1400" dirty="0"/>
          </a:p>
        </p:txBody>
      </p:sp>
      <p:pic>
        <p:nvPicPr>
          <p:cNvPr id="9226" name="Picture 10" descr="Mur et voile béton préfabriqué - LG INDUSTRIE">
            <a:extLst>
              <a:ext uri="{FF2B5EF4-FFF2-40B4-BE49-F238E27FC236}">
                <a16:creationId xmlns="" xmlns:a16="http://schemas.microsoft.com/office/drawing/2014/main" id="{28CBE129-AB4F-D86A-198F-9E9811A4500B}"/>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285945" y="4566712"/>
            <a:ext cx="1753547" cy="1361578"/>
          </a:xfrm>
          <a:prstGeom prst="rect">
            <a:avLst/>
          </a:prstGeom>
          <a:noFill/>
          <a:extLst>
            <a:ext uri="{909E8E84-426E-40DD-AFC4-6F175D3DCCD1}">
              <a14:hiddenFill xmlns:a14="http://schemas.microsoft.com/office/drawing/2010/main">
                <a:solidFill>
                  <a:srgbClr val="FFFFFF"/>
                </a:solidFill>
              </a14:hiddenFill>
            </a:ext>
          </a:extLst>
        </p:spPr>
      </p:pic>
      <p:sp>
        <p:nvSpPr>
          <p:cNvPr id="16" name="ZoneTexte 15">
            <a:extLst>
              <a:ext uri="{FF2B5EF4-FFF2-40B4-BE49-F238E27FC236}">
                <a16:creationId xmlns="" xmlns:a16="http://schemas.microsoft.com/office/drawing/2014/main" id="{6FA93127-C8C6-0F40-049F-F8E5967A91F3}"/>
              </a:ext>
            </a:extLst>
          </p:cNvPr>
          <p:cNvSpPr txBox="1"/>
          <p:nvPr/>
        </p:nvSpPr>
        <p:spPr>
          <a:xfrm>
            <a:off x="5972290" y="5982690"/>
            <a:ext cx="6168188" cy="307777"/>
          </a:xfrm>
          <a:prstGeom prst="rect">
            <a:avLst/>
          </a:prstGeom>
          <a:noFill/>
        </p:spPr>
        <p:txBody>
          <a:bodyPr wrap="square">
            <a:spAutoFit/>
          </a:bodyPr>
          <a:lstStyle/>
          <a:p>
            <a:pPr algn="ctr"/>
            <a:r>
              <a:rPr lang="fr-FR" sz="1400" dirty="0"/>
              <a:t>Murs en voile </a:t>
            </a:r>
          </a:p>
        </p:txBody>
      </p:sp>
    </p:spTree>
    <p:extLst>
      <p:ext uri="{BB962C8B-B14F-4D97-AF65-F5344CB8AC3E}">
        <p14:creationId xmlns:p14="http://schemas.microsoft.com/office/powerpoint/2010/main" val="151663224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 xmlns:a16="http://schemas.microsoft.com/office/drawing/2014/main" id="{61DA1E47-F450-7351-66DA-33FAB1D9CBDE}"/>
            </a:ext>
          </a:extLst>
        </p:cNvPr>
        <p:cNvGrpSpPr/>
        <p:nvPr/>
      </p:nvGrpSpPr>
      <p:grpSpPr>
        <a:xfrm>
          <a:off x="0" y="0"/>
          <a:ext cx="0" cy="0"/>
          <a:chOff x="0" y="0"/>
          <a:chExt cx="0" cy="0"/>
        </a:xfrm>
      </p:grpSpPr>
      <p:sp>
        <p:nvSpPr>
          <p:cNvPr id="2" name="Espace réservé du numéro de diapositive 1">
            <a:extLst>
              <a:ext uri="{FF2B5EF4-FFF2-40B4-BE49-F238E27FC236}">
                <a16:creationId xmlns="" xmlns:a16="http://schemas.microsoft.com/office/drawing/2014/main" id="{0656BE30-FA38-9875-5AA1-8F704F2821F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47</a:t>
            </a:fld>
            <a:endParaRPr lang="fr-FR"/>
          </a:p>
        </p:txBody>
      </p:sp>
      <p:pic>
        <p:nvPicPr>
          <p:cNvPr id="5" name="Image 4">
            <a:extLst>
              <a:ext uri="{FF2B5EF4-FFF2-40B4-BE49-F238E27FC236}">
                <a16:creationId xmlns="" xmlns:a16="http://schemas.microsoft.com/office/drawing/2014/main" id="{9845D6FC-A7EC-6099-E952-E5F17AB879B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39492" y="70223"/>
            <a:ext cx="1090163" cy="981979"/>
          </a:xfrm>
          <a:prstGeom prst="rect">
            <a:avLst/>
          </a:prstGeom>
          <a:noFill/>
          <a:ln>
            <a:noFill/>
          </a:ln>
        </p:spPr>
      </p:pic>
      <p:pic>
        <p:nvPicPr>
          <p:cNvPr id="6" name="officeArt object">
            <a:extLst>
              <a:ext uri="{FF2B5EF4-FFF2-40B4-BE49-F238E27FC236}">
                <a16:creationId xmlns="" xmlns:a16="http://schemas.microsoft.com/office/drawing/2014/main" id="{9CB3CA94-1831-9E90-285E-137A9FDA23D4}"/>
              </a:ext>
            </a:extLst>
          </p:cNvPr>
          <p:cNvPicPr/>
          <p:nvPr/>
        </p:nvPicPr>
        <p:blipFill rotWithShape="1">
          <a:blip r:embed="rId4"/>
          <a:srcRect l="12854" r="8048"/>
          <a:stretch/>
        </p:blipFill>
        <p:spPr>
          <a:xfrm>
            <a:off x="9840279" y="0"/>
            <a:ext cx="1199213" cy="1506125"/>
          </a:xfrm>
          <a:prstGeom prst="rect">
            <a:avLst/>
          </a:prstGeom>
          <a:ln w="12700" cap="flat">
            <a:noFill/>
            <a:miter lim="400000"/>
          </a:ln>
          <a:effectLst/>
        </p:spPr>
      </p:pic>
      <p:sp>
        <p:nvSpPr>
          <p:cNvPr id="8" name="Espace réservé du pied de page 7">
            <a:extLst>
              <a:ext uri="{FF2B5EF4-FFF2-40B4-BE49-F238E27FC236}">
                <a16:creationId xmlns="" xmlns:a16="http://schemas.microsoft.com/office/drawing/2014/main" id="{1FC6E7DB-03E8-0B02-95F4-DDD39A964784}"/>
              </a:ext>
            </a:extLst>
          </p:cNvPr>
          <p:cNvSpPr>
            <a:spLocks noGrp="1"/>
          </p:cNvSpPr>
          <p:nvPr>
            <p:ph type="ftr" idx="11"/>
          </p:nvPr>
        </p:nvSpPr>
        <p:spPr/>
        <p:txBody>
          <a:bodyPr/>
          <a:lstStyle/>
          <a:p>
            <a:r>
              <a:rPr lang="fr-FR" dirty="0"/>
              <a:t>Dr. Ibrahim Niang</a:t>
            </a:r>
          </a:p>
        </p:txBody>
      </p:sp>
      <p:sp>
        <p:nvSpPr>
          <p:cNvPr id="3" name="Rectangle 2">
            <a:extLst>
              <a:ext uri="{FF2B5EF4-FFF2-40B4-BE49-F238E27FC236}">
                <a16:creationId xmlns="" xmlns:a16="http://schemas.microsoft.com/office/drawing/2014/main" id="{2C71D2FF-013E-009B-43E6-5878EC59EF9A}"/>
              </a:ext>
            </a:extLst>
          </p:cNvPr>
          <p:cNvSpPr/>
          <p:nvPr/>
        </p:nvSpPr>
        <p:spPr>
          <a:xfrm>
            <a:off x="-63745" y="-107207"/>
            <a:ext cx="5199163" cy="1309654"/>
          </a:xfrm>
          <a:prstGeom prst="rect">
            <a:avLst/>
          </a:prstGeom>
        </p:spPr>
        <p:txBody>
          <a:bodyPr wrap="square">
            <a:spAutoFit/>
          </a:bodyPr>
          <a:lstStyle/>
          <a:p>
            <a:pPr marL="571500" indent="-571500">
              <a:lnSpc>
                <a:spcPct val="150000"/>
              </a:lnSpc>
              <a:buClr>
                <a:srgbClr val="1F3864"/>
              </a:buClr>
              <a:buSzPct val="65000"/>
              <a:buFont typeface="+mj-lt"/>
              <a:buAutoNum type="romanUcPeriod" startAt="2"/>
            </a:pPr>
            <a:r>
              <a:rPr lang="fr-FR" sz="3200" b="1" dirty="0">
                <a:solidFill>
                  <a:srgbClr val="1F3864"/>
                </a:solidFill>
                <a:latin typeface="Aptos" panose="020B0004020202020204" pitchFamily="34" charset="0"/>
                <a:ea typeface="Calibri"/>
                <a:cs typeface="Calibri"/>
                <a:sym typeface="Calibri"/>
              </a:rPr>
              <a:t>Gros œuvre </a:t>
            </a:r>
          </a:p>
          <a:p>
            <a:pPr>
              <a:lnSpc>
                <a:spcPct val="150000"/>
              </a:lnSpc>
            </a:pPr>
            <a:endParaRPr lang="fr-FR" sz="2400" dirty="0">
              <a:solidFill>
                <a:srgbClr val="1F3864"/>
              </a:solidFill>
              <a:latin typeface="Proxima Nova"/>
              <a:cs typeface="Calibri"/>
              <a:sym typeface="Calibri"/>
            </a:endParaRPr>
          </a:p>
        </p:txBody>
      </p:sp>
      <p:sp>
        <p:nvSpPr>
          <p:cNvPr id="10" name="ZoneTexte 9">
            <a:extLst>
              <a:ext uri="{FF2B5EF4-FFF2-40B4-BE49-F238E27FC236}">
                <a16:creationId xmlns="" xmlns:a16="http://schemas.microsoft.com/office/drawing/2014/main" id="{8393D266-FB98-6C66-6ACE-36AFF08A11CD}"/>
              </a:ext>
            </a:extLst>
          </p:cNvPr>
          <p:cNvSpPr txBox="1"/>
          <p:nvPr/>
        </p:nvSpPr>
        <p:spPr>
          <a:xfrm>
            <a:off x="1949503" y="1051491"/>
            <a:ext cx="7461994" cy="523220"/>
          </a:xfrm>
          <a:prstGeom prst="rect">
            <a:avLst/>
          </a:prstGeom>
          <a:noFill/>
        </p:spPr>
        <p:txBody>
          <a:bodyPr wrap="square">
            <a:spAutoFit/>
          </a:bodyPr>
          <a:lstStyle/>
          <a:p>
            <a:pPr algn="ctr"/>
            <a:r>
              <a:rPr lang="fr-FR" sz="2800" dirty="0">
                <a:ln w="0"/>
                <a:solidFill>
                  <a:srgbClr val="1F3864"/>
                </a:solidFill>
                <a:latin typeface="Aptos" panose="020B0004020202020204" pitchFamily="34" charset="0"/>
              </a:rPr>
              <a:t>Maçonnerie   </a:t>
            </a:r>
          </a:p>
        </p:txBody>
      </p:sp>
      <p:sp>
        <p:nvSpPr>
          <p:cNvPr id="7" name="ZoneTexte 6">
            <a:extLst>
              <a:ext uri="{FF2B5EF4-FFF2-40B4-BE49-F238E27FC236}">
                <a16:creationId xmlns="" xmlns:a16="http://schemas.microsoft.com/office/drawing/2014/main" id="{33FFF055-3702-3217-E860-EC4428A62B17}"/>
              </a:ext>
            </a:extLst>
          </p:cNvPr>
          <p:cNvSpPr txBox="1"/>
          <p:nvPr/>
        </p:nvSpPr>
        <p:spPr>
          <a:xfrm>
            <a:off x="116306" y="1002630"/>
            <a:ext cx="6168188" cy="369332"/>
          </a:xfrm>
          <a:prstGeom prst="rect">
            <a:avLst/>
          </a:prstGeom>
          <a:noFill/>
        </p:spPr>
        <p:txBody>
          <a:bodyPr wrap="square">
            <a:spAutoFit/>
          </a:bodyPr>
          <a:lstStyle/>
          <a:p>
            <a:r>
              <a:rPr lang="fr-FR" dirty="0">
                <a:highlight>
                  <a:srgbClr val="FFFF00"/>
                </a:highlight>
              </a:rPr>
              <a:t>DTU 20</a:t>
            </a:r>
          </a:p>
        </p:txBody>
      </p:sp>
      <p:sp>
        <p:nvSpPr>
          <p:cNvPr id="13" name="ZoneTexte 12">
            <a:extLst>
              <a:ext uri="{FF2B5EF4-FFF2-40B4-BE49-F238E27FC236}">
                <a16:creationId xmlns="" xmlns:a16="http://schemas.microsoft.com/office/drawing/2014/main" id="{1C1AD2DB-AA3A-2C76-0E38-F1BA44867519}"/>
              </a:ext>
            </a:extLst>
          </p:cNvPr>
          <p:cNvSpPr txBox="1"/>
          <p:nvPr/>
        </p:nvSpPr>
        <p:spPr>
          <a:xfrm>
            <a:off x="631825" y="1506125"/>
            <a:ext cx="11159122" cy="923330"/>
          </a:xfrm>
          <a:prstGeom prst="rect">
            <a:avLst/>
          </a:prstGeom>
          <a:noFill/>
        </p:spPr>
        <p:txBody>
          <a:bodyPr wrap="square">
            <a:spAutoFit/>
          </a:bodyPr>
          <a:lstStyle/>
          <a:p>
            <a:pPr algn="ctr"/>
            <a:r>
              <a:rPr lang="fr-FR" dirty="0"/>
              <a:t>Un mur en maçonnerie est une </a:t>
            </a:r>
            <a:r>
              <a:rPr lang="fr-FR" b="1" dirty="0"/>
              <a:t>structure composée de matériaux </a:t>
            </a:r>
            <a:r>
              <a:rPr lang="fr-FR" dirty="0"/>
              <a:t>tels que des </a:t>
            </a:r>
            <a:r>
              <a:rPr lang="fr-FR" b="1" dirty="0"/>
              <a:t>briques, des blocs de béton, des pierres naturelles ou des parpaings</a:t>
            </a:r>
            <a:r>
              <a:rPr lang="fr-FR" dirty="0"/>
              <a:t>, </a:t>
            </a:r>
            <a:r>
              <a:rPr lang="fr-FR" b="1" dirty="0"/>
              <a:t>assemblés à l'aide de mortier</a:t>
            </a:r>
            <a:r>
              <a:rPr lang="fr-FR" dirty="0"/>
              <a:t>. Il est fréquemment utilisé dans la construction pour remplir des </a:t>
            </a:r>
            <a:r>
              <a:rPr lang="fr-FR" b="1" dirty="0"/>
              <a:t>rôles porteurs</a:t>
            </a:r>
            <a:r>
              <a:rPr lang="fr-FR" dirty="0"/>
              <a:t>, de </a:t>
            </a:r>
            <a:r>
              <a:rPr lang="fr-FR" b="1" dirty="0"/>
              <a:t>séparation des espaces ou de protection</a:t>
            </a:r>
            <a:r>
              <a:rPr lang="fr-FR" dirty="0"/>
              <a:t>.</a:t>
            </a:r>
          </a:p>
        </p:txBody>
      </p:sp>
      <p:pic>
        <p:nvPicPr>
          <p:cNvPr id="10244" name="Picture 4" descr="Les classes de parpaings et leurs prix">
            <a:extLst>
              <a:ext uri="{FF2B5EF4-FFF2-40B4-BE49-F238E27FC236}">
                <a16:creationId xmlns="" xmlns:a16="http://schemas.microsoft.com/office/drawing/2014/main" id="{1200D42F-DB85-E12A-DF7E-9E83EA9A2D2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73461" y="4978400"/>
            <a:ext cx="2619375" cy="1743075"/>
          </a:xfrm>
          <a:prstGeom prst="rect">
            <a:avLst/>
          </a:prstGeom>
          <a:noFill/>
          <a:extLst>
            <a:ext uri="{909E8E84-426E-40DD-AFC4-6F175D3DCCD1}">
              <a14:hiddenFill xmlns:a14="http://schemas.microsoft.com/office/drawing/2010/main">
                <a:solidFill>
                  <a:srgbClr val="FFFFFF"/>
                </a:solidFill>
              </a14:hiddenFill>
            </a:ext>
          </a:extLst>
        </p:spPr>
      </p:pic>
      <p:pic>
        <p:nvPicPr>
          <p:cNvPr id="10246" name="Picture 6" descr="Bloc creux - Fabemi">
            <a:extLst>
              <a:ext uri="{FF2B5EF4-FFF2-40B4-BE49-F238E27FC236}">
                <a16:creationId xmlns="" xmlns:a16="http://schemas.microsoft.com/office/drawing/2014/main" id="{E6D9A21F-8596-A726-0015-F06CD2C3DA7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20192" y="2412475"/>
            <a:ext cx="4653731" cy="2716867"/>
          </a:xfrm>
          <a:prstGeom prst="rect">
            <a:avLst/>
          </a:prstGeom>
          <a:noFill/>
          <a:extLst>
            <a:ext uri="{909E8E84-426E-40DD-AFC4-6F175D3DCCD1}">
              <a14:hiddenFill xmlns:a14="http://schemas.microsoft.com/office/drawing/2010/main">
                <a:solidFill>
                  <a:srgbClr val="FFFFFF"/>
                </a:solidFill>
              </a14:hiddenFill>
            </a:ext>
          </a:extLst>
        </p:spPr>
      </p:pic>
      <p:pic>
        <p:nvPicPr>
          <p:cNvPr id="10250" name="Picture 10" descr="13 idées de Parpaing | parpaing, projets de jardins, mobilier de salon">
            <a:extLst>
              <a:ext uri="{FF2B5EF4-FFF2-40B4-BE49-F238E27FC236}">
                <a16:creationId xmlns="" xmlns:a16="http://schemas.microsoft.com/office/drawing/2014/main" id="{4B8D3A68-58E9-F365-FD18-034D1504C33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073900" y="2937304"/>
            <a:ext cx="3073400" cy="3429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414883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 xmlns:a16="http://schemas.microsoft.com/office/drawing/2014/main" id="{502AEAEE-B64B-D5CF-0419-D179DA9BEBC1}"/>
            </a:ext>
          </a:extLst>
        </p:cNvPr>
        <p:cNvGrpSpPr/>
        <p:nvPr/>
      </p:nvGrpSpPr>
      <p:grpSpPr>
        <a:xfrm>
          <a:off x="0" y="0"/>
          <a:ext cx="0" cy="0"/>
          <a:chOff x="0" y="0"/>
          <a:chExt cx="0" cy="0"/>
        </a:xfrm>
      </p:grpSpPr>
      <p:sp>
        <p:nvSpPr>
          <p:cNvPr id="2" name="Espace réservé du numéro de diapositive 1">
            <a:extLst>
              <a:ext uri="{FF2B5EF4-FFF2-40B4-BE49-F238E27FC236}">
                <a16:creationId xmlns="" xmlns:a16="http://schemas.microsoft.com/office/drawing/2014/main" id="{38646A63-9CCF-B808-969A-DF98E93A47A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48</a:t>
            </a:fld>
            <a:endParaRPr lang="fr-FR"/>
          </a:p>
        </p:txBody>
      </p:sp>
      <p:pic>
        <p:nvPicPr>
          <p:cNvPr id="5" name="Image 4">
            <a:extLst>
              <a:ext uri="{FF2B5EF4-FFF2-40B4-BE49-F238E27FC236}">
                <a16:creationId xmlns="" xmlns:a16="http://schemas.microsoft.com/office/drawing/2014/main" id="{79E737D0-44A6-3739-48F3-A573419D40B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39492" y="70223"/>
            <a:ext cx="1090163" cy="981979"/>
          </a:xfrm>
          <a:prstGeom prst="rect">
            <a:avLst/>
          </a:prstGeom>
          <a:noFill/>
          <a:ln>
            <a:noFill/>
          </a:ln>
        </p:spPr>
      </p:pic>
      <p:pic>
        <p:nvPicPr>
          <p:cNvPr id="6" name="officeArt object">
            <a:extLst>
              <a:ext uri="{FF2B5EF4-FFF2-40B4-BE49-F238E27FC236}">
                <a16:creationId xmlns="" xmlns:a16="http://schemas.microsoft.com/office/drawing/2014/main" id="{0F48847F-72B1-2DA1-1F99-2965F3265496}"/>
              </a:ext>
            </a:extLst>
          </p:cNvPr>
          <p:cNvPicPr/>
          <p:nvPr/>
        </p:nvPicPr>
        <p:blipFill rotWithShape="1">
          <a:blip r:embed="rId4"/>
          <a:srcRect l="12854" r="8048"/>
          <a:stretch/>
        </p:blipFill>
        <p:spPr>
          <a:xfrm>
            <a:off x="9840279" y="0"/>
            <a:ext cx="1199213" cy="1506125"/>
          </a:xfrm>
          <a:prstGeom prst="rect">
            <a:avLst/>
          </a:prstGeom>
          <a:ln w="12700" cap="flat">
            <a:noFill/>
            <a:miter lim="400000"/>
          </a:ln>
          <a:effectLst/>
        </p:spPr>
      </p:pic>
      <p:sp>
        <p:nvSpPr>
          <p:cNvPr id="8" name="Espace réservé du pied de page 7">
            <a:extLst>
              <a:ext uri="{FF2B5EF4-FFF2-40B4-BE49-F238E27FC236}">
                <a16:creationId xmlns="" xmlns:a16="http://schemas.microsoft.com/office/drawing/2014/main" id="{7C35FD8E-F592-E83A-2B3D-56438D08B4D8}"/>
              </a:ext>
            </a:extLst>
          </p:cNvPr>
          <p:cNvSpPr>
            <a:spLocks noGrp="1"/>
          </p:cNvSpPr>
          <p:nvPr>
            <p:ph type="ftr" idx="11"/>
          </p:nvPr>
        </p:nvSpPr>
        <p:spPr/>
        <p:txBody>
          <a:bodyPr/>
          <a:lstStyle/>
          <a:p>
            <a:r>
              <a:rPr lang="fr-FR" dirty="0"/>
              <a:t>Dr. Ibrahim Niang</a:t>
            </a:r>
          </a:p>
        </p:txBody>
      </p:sp>
      <p:sp>
        <p:nvSpPr>
          <p:cNvPr id="3" name="Rectangle 2">
            <a:extLst>
              <a:ext uri="{FF2B5EF4-FFF2-40B4-BE49-F238E27FC236}">
                <a16:creationId xmlns="" xmlns:a16="http://schemas.microsoft.com/office/drawing/2014/main" id="{A9D6B876-9D22-1DEA-0D58-F2DE2F82E0D9}"/>
              </a:ext>
            </a:extLst>
          </p:cNvPr>
          <p:cNvSpPr/>
          <p:nvPr/>
        </p:nvSpPr>
        <p:spPr>
          <a:xfrm>
            <a:off x="-63745" y="-107207"/>
            <a:ext cx="5199163" cy="1309654"/>
          </a:xfrm>
          <a:prstGeom prst="rect">
            <a:avLst/>
          </a:prstGeom>
        </p:spPr>
        <p:txBody>
          <a:bodyPr wrap="square">
            <a:spAutoFit/>
          </a:bodyPr>
          <a:lstStyle/>
          <a:p>
            <a:pPr marL="571500" indent="-571500">
              <a:lnSpc>
                <a:spcPct val="150000"/>
              </a:lnSpc>
              <a:buClr>
                <a:srgbClr val="1F3864"/>
              </a:buClr>
              <a:buSzPct val="65000"/>
              <a:buFont typeface="+mj-lt"/>
              <a:buAutoNum type="romanUcPeriod" startAt="2"/>
            </a:pPr>
            <a:r>
              <a:rPr lang="fr-FR" sz="3200" b="1" dirty="0">
                <a:solidFill>
                  <a:srgbClr val="1F3864"/>
                </a:solidFill>
                <a:latin typeface="Aptos" panose="020B0004020202020204" pitchFamily="34" charset="0"/>
                <a:ea typeface="Calibri"/>
                <a:cs typeface="Calibri"/>
                <a:sym typeface="Calibri"/>
              </a:rPr>
              <a:t>Gros œuvre </a:t>
            </a:r>
          </a:p>
          <a:p>
            <a:pPr>
              <a:lnSpc>
                <a:spcPct val="150000"/>
              </a:lnSpc>
            </a:pPr>
            <a:endParaRPr lang="fr-FR" sz="2400" dirty="0">
              <a:solidFill>
                <a:srgbClr val="1F3864"/>
              </a:solidFill>
              <a:latin typeface="Proxima Nova"/>
              <a:cs typeface="Calibri"/>
              <a:sym typeface="Calibri"/>
            </a:endParaRPr>
          </a:p>
        </p:txBody>
      </p:sp>
      <p:sp>
        <p:nvSpPr>
          <p:cNvPr id="10" name="ZoneTexte 9">
            <a:extLst>
              <a:ext uri="{FF2B5EF4-FFF2-40B4-BE49-F238E27FC236}">
                <a16:creationId xmlns="" xmlns:a16="http://schemas.microsoft.com/office/drawing/2014/main" id="{8643FFBA-52F6-C80B-203F-1BF7B0B0E240}"/>
              </a:ext>
            </a:extLst>
          </p:cNvPr>
          <p:cNvSpPr txBox="1"/>
          <p:nvPr/>
        </p:nvSpPr>
        <p:spPr>
          <a:xfrm>
            <a:off x="1949503" y="1051491"/>
            <a:ext cx="7461994" cy="523220"/>
          </a:xfrm>
          <a:prstGeom prst="rect">
            <a:avLst/>
          </a:prstGeom>
          <a:noFill/>
        </p:spPr>
        <p:txBody>
          <a:bodyPr wrap="square">
            <a:spAutoFit/>
          </a:bodyPr>
          <a:lstStyle/>
          <a:p>
            <a:pPr algn="ctr"/>
            <a:r>
              <a:rPr lang="fr-FR" sz="2800" dirty="0">
                <a:ln w="0"/>
                <a:solidFill>
                  <a:srgbClr val="1F3864"/>
                </a:solidFill>
                <a:latin typeface="Aptos" panose="020B0004020202020204" pitchFamily="34" charset="0"/>
              </a:rPr>
              <a:t>Maçonnerie   </a:t>
            </a:r>
          </a:p>
        </p:txBody>
      </p:sp>
      <p:sp>
        <p:nvSpPr>
          <p:cNvPr id="7" name="ZoneTexte 6">
            <a:extLst>
              <a:ext uri="{FF2B5EF4-FFF2-40B4-BE49-F238E27FC236}">
                <a16:creationId xmlns="" xmlns:a16="http://schemas.microsoft.com/office/drawing/2014/main" id="{DDD42906-D045-0F17-2A67-E48C8DA197A9}"/>
              </a:ext>
            </a:extLst>
          </p:cNvPr>
          <p:cNvSpPr txBox="1"/>
          <p:nvPr/>
        </p:nvSpPr>
        <p:spPr>
          <a:xfrm>
            <a:off x="116306" y="1002630"/>
            <a:ext cx="6168188" cy="369332"/>
          </a:xfrm>
          <a:prstGeom prst="rect">
            <a:avLst/>
          </a:prstGeom>
          <a:noFill/>
        </p:spPr>
        <p:txBody>
          <a:bodyPr wrap="square">
            <a:spAutoFit/>
          </a:bodyPr>
          <a:lstStyle/>
          <a:p>
            <a:r>
              <a:rPr lang="fr-FR" dirty="0">
                <a:highlight>
                  <a:srgbClr val="FFFF00"/>
                </a:highlight>
              </a:rPr>
              <a:t>DTU 20</a:t>
            </a:r>
          </a:p>
        </p:txBody>
      </p:sp>
      <p:sp>
        <p:nvSpPr>
          <p:cNvPr id="13" name="ZoneTexte 12">
            <a:extLst>
              <a:ext uri="{FF2B5EF4-FFF2-40B4-BE49-F238E27FC236}">
                <a16:creationId xmlns="" xmlns:a16="http://schemas.microsoft.com/office/drawing/2014/main" id="{96026E2D-3611-628D-7123-DF99F3918AD1}"/>
              </a:ext>
            </a:extLst>
          </p:cNvPr>
          <p:cNvSpPr txBox="1"/>
          <p:nvPr/>
        </p:nvSpPr>
        <p:spPr>
          <a:xfrm>
            <a:off x="631825" y="1506125"/>
            <a:ext cx="11159122" cy="923330"/>
          </a:xfrm>
          <a:prstGeom prst="rect">
            <a:avLst/>
          </a:prstGeom>
          <a:noFill/>
        </p:spPr>
        <p:txBody>
          <a:bodyPr wrap="square">
            <a:spAutoFit/>
          </a:bodyPr>
          <a:lstStyle/>
          <a:p>
            <a:pPr algn="ctr"/>
            <a:r>
              <a:rPr lang="fr-FR" dirty="0"/>
              <a:t>Un mur en maçonnerie est une </a:t>
            </a:r>
            <a:r>
              <a:rPr lang="fr-FR" b="1" dirty="0"/>
              <a:t>structure composée de matériaux </a:t>
            </a:r>
            <a:r>
              <a:rPr lang="fr-FR" dirty="0"/>
              <a:t>tels que des </a:t>
            </a:r>
            <a:r>
              <a:rPr lang="fr-FR" b="1" dirty="0"/>
              <a:t>briques, des blocs de béton, des pierres naturelles ou des parpaings</a:t>
            </a:r>
            <a:r>
              <a:rPr lang="fr-FR" dirty="0"/>
              <a:t>, </a:t>
            </a:r>
            <a:r>
              <a:rPr lang="fr-FR" b="1" dirty="0"/>
              <a:t>assemblés à l'aide de mortier</a:t>
            </a:r>
            <a:r>
              <a:rPr lang="fr-FR" dirty="0"/>
              <a:t>. Il est fréquemment utilisé dans la construction pour remplir des </a:t>
            </a:r>
            <a:r>
              <a:rPr lang="fr-FR" b="1" dirty="0"/>
              <a:t>rôles porteurs</a:t>
            </a:r>
            <a:r>
              <a:rPr lang="fr-FR" dirty="0"/>
              <a:t>, de </a:t>
            </a:r>
            <a:r>
              <a:rPr lang="fr-FR" b="1" dirty="0"/>
              <a:t>séparation des espaces ou de protection</a:t>
            </a:r>
            <a:r>
              <a:rPr lang="fr-FR" dirty="0"/>
              <a:t>.</a:t>
            </a:r>
          </a:p>
        </p:txBody>
      </p:sp>
      <p:sp>
        <p:nvSpPr>
          <p:cNvPr id="9" name="ZoneTexte 8">
            <a:extLst>
              <a:ext uri="{FF2B5EF4-FFF2-40B4-BE49-F238E27FC236}">
                <a16:creationId xmlns="" xmlns:a16="http://schemas.microsoft.com/office/drawing/2014/main" id="{15EDB874-AAF0-E187-9FB9-95584DFFCC1A}"/>
              </a:ext>
            </a:extLst>
          </p:cNvPr>
          <p:cNvSpPr txBox="1"/>
          <p:nvPr/>
        </p:nvSpPr>
        <p:spPr>
          <a:xfrm>
            <a:off x="372979" y="2720386"/>
            <a:ext cx="6168188" cy="1754326"/>
          </a:xfrm>
          <a:prstGeom prst="rect">
            <a:avLst/>
          </a:prstGeom>
          <a:noFill/>
        </p:spPr>
        <p:txBody>
          <a:bodyPr wrap="square">
            <a:spAutoFit/>
          </a:bodyPr>
          <a:lstStyle/>
          <a:p>
            <a:pPr marL="342900" indent="-342900">
              <a:buFont typeface="+mj-lt"/>
              <a:buAutoNum type="arabicPeriod"/>
            </a:pPr>
            <a:r>
              <a:rPr lang="fr-FR" b="1" dirty="0"/>
              <a:t>Préparation du chantier : </a:t>
            </a:r>
            <a:r>
              <a:rPr lang="fr-FR" dirty="0"/>
              <a:t>Tracer l'emplacement du mur, vérifier les fondations et préparer les outils nécessaires.</a:t>
            </a:r>
          </a:p>
          <a:p>
            <a:pPr marL="342900" indent="-342900">
              <a:buFont typeface="+mj-lt"/>
              <a:buAutoNum type="arabicPeriod"/>
            </a:pPr>
            <a:r>
              <a:rPr lang="fr-FR" b="1" dirty="0"/>
              <a:t>Préparation des matériaux : </a:t>
            </a:r>
            <a:r>
              <a:rPr lang="fr-FR" dirty="0"/>
              <a:t>Mélanger le mortier, sélectionner les briques ou blocs, et mouiller les éléments si nécessaire pour améliorer l'adhérence.</a:t>
            </a:r>
          </a:p>
          <a:p>
            <a:endParaRPr lang="fr-FR" b="1" dirty="0"/>
          </a:p>
        </p:txBody>
      </p:sp>
      <p:pic>
        <p:nvPicPr>
          <p:cNvPr id="11266" name="Picture 2" descr="Muret de soubassement Pour construire soi-même une (...)">
            <a:extLst>
              <a:ext uri="{FF2B5EF4-FFF2-40B4-BE49-F238E27FC236}">
                <a16:creationId xmlns="" xmlns:a16="http://schemas.microsoft.com/office/drawing/2014/main" id="{549F2382-7250-3900-AB49-BA9F1E34A63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503072" y="4885464"/>
            <a:ext cx="2626583" cy="1470886"/>
          </a:xfrm>
          <a:prstGeom prst="rect">
            <a:avLst/>
          </a:prstGeom>
          <a:noFill/>
          <a:extLst>
            <a:ext uri="{909E8E84-426E-40DD-AFC4-6F175D3DCCD1}">
              <a14:hiddenFill xmlns:a14="http://schemas.microsoft.com/office/drawing/2010/main">
                <a:solidFill>
                  <a:srgbClr val="FFFFFF"/>
                </a:solidFill>
              </a14:hiddenFill>
            </a:ext>
          </a:extLst>
        </p:spPr>
      </p:pic>
      <p:sp>
        <p:nvSpPr>
          <p:cNvPr id="12" name="ZoneTexte 11">
            <a:extLst>
              <a:ext uri="{FF2B5EF4-FFF2-40B4-BE49-F238E27FC236}">
                <a16:creationId xmlns="" xmlns:a16="http://schemas.microsoft.com/office/drawing/2014/main" id="{352F63FD-CF82-2F0B-63F1-BC4FAFE569EB}"/>
              </a:ext>
            </a:extLst>
          </p:cNvPr>
          <p:cNvSpPr txBox="1"/>
          <p:nvPr/>
        </p:nvSpPr>
        <p:spPr>
          <a:xfrm>
            <a:off x="7699003" y="6333959"/>
            <a:ext cx="3424988" cy="338554"/>
          </a:xfrm>
          <a:prstGeom prst="rect">
            <a:avLst/>
          </a:prstGeom>
          <a:noFill/>
        </p:spPr>
        <p:txBody>
          <a:bodyPr wrap="square">
            <a:spAutoFit/>
          </a:bodyPr>
          <a:lstStyle/>
          <a:p>
            <a:pPr algn="ctr"/>
            <a:r>
              <a:rPr lang="fr-FR" sz="1600" dirty="0"/>
              <a:t>Traçage de l'emplacement du mur</a:t>
            </a:r>
          </a:p>
        </p:txBody>
      </p:sp>
      <p:pic>
        <p:nvPicPr>
          <p:cNvPr id="11268" name="Picture 4" descr="L'implantation, traçage ABC-MACONNERIE">
            <a:extLst>
              <a:ext uri="{FF2B5EF4-FFF2-40B4-BE49-F238E27FC236}">
                <a16:creationId xmlns="" xmlns:a16="http://schemas.microsoft.com/office/drawing/2014/main" id="{D81D08C6-4849-992D-411D-CC2C1C539B6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531617" y="2528545"/>
            <a:ext cx="3633685" cy="2106305"/>
          </a:xfrm>
          <a:prstGeom prst="rect">
            <a:avLst/>
          </a:prstGeom>
          <a:noFill/>
          <a:extLst>
            <a:ext uri="{909E8E84-426E-40DD-AFC4-6F175D3DCCD1}">
              <a14:hiddenFill xmlns:a14="http://schemas.microsoft.com/office/drawing/2010/main">
                <a:solidFill>
                  <a:srgbClr val="FFFFFF"/>
                </a:solidFill>
              </a14:hiddenFill>
            </a:ext>
          </a:extLst>
        </p:spPr>
      </p:pic>
      <p:pic>
        <p:nvPicPr>
          <p:cNvPr id="11274" name="Picture 10" descr="Mortier: Dosage, Types, Méthodes de préparation - PaveBéton">
            <a:extLst>
              <a:ext uri="{FF2B5EF4-FFF2-40B4-BE49-F238E27FC236}">
                <a16:creationId xmlns="" xmlns:a16="http://schemas.microsoft.com/office/drawing/2014/main" id="{C0E3791E-0F7D-5C2A-2AB6-6228D93A8A7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2979" y="4580349"/>
            <a:ext cx="2962275" cy="1543050"/>
          </a:xfrm>
          <a:prstGeom prst="rect">
            <a:avLst/>
          </a:prstGeom>
          <a:noFill/>
          <a:extLst>
            <a:ext uri="{909E8E84-426E-40DD-AFC4-6F175D3DCCD1}">
              <a14:hiddenFill xmlns:a14="http://schemas.microsoft.com/office/drawing/2010/main">
                <a:solidFill>
                  <a:srgbClr val="FFFFFF"/>
                </a:solidFill>
              </a14:hiddenFill>
            </a:ext>
          </a:extLst>
        </p:spPr>
      </p:pic>
      <p:pic>
        <p:nvPicPr>
          <p:cNvPr id="11276" name="Picture 12" descr="1 LES MORTIERS">
            <a:extLst>
              <a:ext uri="{FF2B5EF4-FFF2-40B4-BE49-F238E27FC236}">
                <a16:creationId xmlns="" xmlns:a16="http://schemas.microsoft.com/office/drawing/2014/main" id="{88983FF7-5FB1-B360-0B5E-E7059AC0686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54753" y="4555907"/>
            <a:ext cx="3067050" cy="1485900"/>
          </a:xfrm>
          <a:prstGeom prst="rect">
            <a:avLst/>
          </a:prstGeom>
          <a:noFill/>
          <a:extLst>
            <a:ext uri="{909E8E84-426E-40DD-AFC4-6F175D3DCCD1}">
              <a14:hiddenFill xmlns:a14="http://schemas.microsoft.com/office/drawing/2010/main">
                <a:solidFill>
                  <a:srgbClr val="FFFFFF"/>
                </a:solidFill>
              </a14:hiddenFill>
            </a:ext>
          </a:extLst>
        </p:spPr>
      </p:pic>
      <p:sp>
        <p:nvSpPr>
          <p:cNvPr id="15" name="ZoneTexte 14">
            <a:extLst>
              <a:ext uri="{FF2B5EF4-FFF2-40B4-BE49-F238E27FC236}">
                <a16:creationId xmlns="" xmlns:a16="http://schemas.microsoft.com/office/drawing/2014/main" id="{BB8B17D5-2E61-C193-0C13-50597C7E0EBF}"/>
              </a:ext>
            </a:extLst>
          </p:cNvPr>
          <p:cNvSpPr txBox="1"/>
          <p:nvPr/>
        </p:nvSpPr>
        <p:spPr>
          <a:xfrm>
            <a:off x="978414" y="6333959"/>
            <a:ext cx="4157004" cy="523220"/>
          </a:xfrm>
          <a:prstGeom prst="rect">
            <a:avLst/>
          </a:prstGeom>
          <a:noFill/>
        </p:spPr>
        <p:txBody>
          <a:bodyPr wrap="square">
            <a:spAutoFit/>
          </a:bodyPr>
          <a:lstStyle/>
          <a:p>
            <a:r>
              <a:rPr lang="fr-FR" sz="1400" dirty="0">
                <a:hlinkClick r:id="rId9"/>
              </a:rPr>
              <a:t>https://www.youtube.com/watch?v=rXutKC8Pm4g</a:t>
            </a:r>
            <a:endParaRPr lang="fr-FR" sz="1400" dirty="0"/>
          </a:p>
          <a:p>
            <a:endParaRPr lang="fr-FR" sz="1400" dirty="0"/>
          </a:p>
        </p:txBody>
      </p:sp>
      <p:pic>
        <p:nvPicPr>
          <p:cNvPr id="11278" name="Picture 14" descr="Comment réussir les tracés de base en bricolage">
            <a:extLst>
              <a:ext uri="{FF2B5EF4-FFF2-40B4-BE49-F238E27FC236}">
                <a16:creationId xmlns="" xmlns:a16="http://schemas.microsoft.com/office/drawing/2014/main" id="{DD2AB4CE-0C20-9AD4-A33B-BCF41D51FA6E}"/>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128606" y="4926415"/>
            <a:ext cx="2219853" cy="13442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798546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 xmlns:a16="http://schemas.microsoft.com/office/drawing/2014/main" id="{4D4F0965-EFFA-6BDC-1265-074E3E7D9540}"/>
            </a:ext>
          </a:extLst>
        </p:cNvPr>
        <p:cNvGrpSpPr/>
        <p:nvPr/>
      </p:nvGrpSpPr>
      <p:grpSpPr>
        <a:xfrm>
          <a:off x="0" y="0"/>
          <a:ext cx="0" cy="0"/>
          <a:chOff x="0" y="0"/>
          <a:chExt cx="0" cy="0"/>
        </a:xfrm>
      </p:grpSpPr>
      <p:sp>
        <p:nvSpPr>
          <p:cNvPr id="2" name="Espace réservé du numéro de diapositive 1">
            <a:extLst>
              <a:ext uri="{FF2B5EF4-FFF2-40B4-BE49-F238E27FC236}">
                <a16:creationId xmlns="" xmlns:a16="http://schemas.microsoft.com/office/drawing/2014/main" id="{D6D57CE2-0927-C6EE-021E-B95C89A42D1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49</a:t>
            </a:fld>
            <a:endParaRPr lang="fr-FR"/>
          </a:p>
        </p:txBody>
      </p:sp>
      <p:pic>
        <p:nvPicPr>
          <p:cNvPr id="5" name="Image 4">
            <a:extLst>
              <a:ext uri="{FF2B5EF4-FFF2-40B4-BE49-F238E27FC236}">
                <a16:creationId xmlns="" xmlns:a16="http://schemas.microsoft.com/office/drawing/2014/main" id="{EB7B1D67-E854-8B60-4EB9-27B32FD8F27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39492" y="70223"/>
            <a:ext cx="1090163" cy="981979"/>
          </a:xfrm>
          <a:prstGeom prst="rect">
            <a:avLst/>
          </a:prstGeom>
          <a:noFill/>
          <a:ln>
            <a:noFill/>
          </a:ln>
        </p:spPr>
      </p:pic>
      <p:pic>
        <p:nvPicPr>
          <p:cNvPr id="6" name="officeArt object">
            <a:extLst>
              <a:ext uri="{FF2B5EF4-FFF2-40B4-BE49-F238E27FC236}">
                <a16:creationId xmlns="" xmlns:a16="http://schemas.microsoft.com/office/drawing/2014/main" id="{33950595-380A-88D0-D1E9-CCEED5D75E84}"/>
              </a:ext>
            </a:extLst>
          </p:cNvPr>
          <p:cNvPicPr/>
          <p:nvPr/>
        </p:nvPicPr>
        <p:blipFill rotWithShape="1">
          <a:blip r:embed="rId4"/>
          <a:srcRect l="12854" r="8048"/>
          <a:stretch/>
        </p:blipFill>
        <p:spPr>
          <a:xfrm>
            <a:off x="9840279" y="0"/>
            <a:ext cx="1199213" cy="1506125"/>
          </a:xfrm>
          <a:prstGeom prst="rect">
            <a:avLst/>
          </a:prstGeom>
          <a:ln w="12700" cap="flat">
            <a:noFill/>
            <a:miter lim="400000"/>
          </a:ln>
          <a:effectLst/>
        </p:spPr>
      </p:pic>
      <p:sp>
        <p:nvSpPr>
          <p:cNvPr id="8" name="Espace réservé du pied de page 7">
            <a:extLst>
              <a:ext uri="{FF2B5EF4-FFF2-40B4-BE49-F238E27FC236}">
                <a16:creationId xmlns="" xmlns:a16="http://schemas.microsoft.com/office/drawing/2014/main" id="{474CE83D-7A0B-0FBE-BFAA-7289F3E90A10}"/>
              </a:ext>
            </a:extLst>
          </p:cNvPr>
          <p:cNvSpPr>
            <a:spLocks noGrp="1"/>
          </p:cNvSpPr>
          <p:nvPr>
            <p:ph type="ftr" idx="11"/>
          </p:nvPr>
        </p:nvSpPr>
        <p:spPr/>
        <p:txBody>
          <a:bodyPr/>
          <a:lstStyle/>
          <a:p>
            <a:r>
              <a:rPr lang="fr-FR" dirty="0"/>
              <a:t>Dr. Ibrahim Niang</a:t>
            </a:r>
          </a:p>
        </p:txBody>
      </p:sp>
      <p:sp>
        <p:nvSpPr>
          <p:cNvPr id="3" name="Rectangle 2">
            <a:extLst>
              <a:ext uri="{FF2B5EF4-FFF2-40B4-BE49-F238E27FC236}">
                <a16:creationId xmlns="" xmlns:a16="http://schemas.microsoft.com/office/drawing/2014/main" id="{615FA397-F7BA-80A2-E5ED-2562BC900A87}"/>
              </a:ext>
            </a:extLst>
          </p:cNvPr>
          <p:cNvSpPr/>
          <p:nvPr/>
        </p:nvSpPr>
        <p:spPr>
          <a:xfrm>
            <a:off x="-63745" y="-107207"/>
            <a:ext cx="5199163" cy="1309654"/>
          </a:xfrm>
          <a:prstGeom prst="rect">
            <a:avLst/>
          </a:prstGeom>
        </p:spPr>
        <p:txBody>
          <a:bodyPr wrap="square">
            <a:spAutoFit/>
          </a:bodyPr>
          <a:lstStyle/>
          <a:p>
            <a:pPr marL="571500" indent="-571500">
              <a:lnSpc>
                <a:spcPct val="150000"/>
              </a:lnSpc>
              <a:buClr>
                <a:srgbClr val="1F3864"/>
              </a:buClr>
              <a:buSzPct val="65000"/>
              <a:buFont typeface="+mj-lt"/>
              <a:buAutoNum type="romanUcPeriod" startAt="2"/>
            </a:pPr>
            <a:r>
              <a:rPr lang="fr-FR" sz="3200" b="1" dirty="0">
                <a:solidFill>
                  <a:srgbClr val="1F3864"/>
                </a:solidFill>
                <a:latin typeface="Aptos" panose="020B0004020202020204" pitchFamily="34" charset="0"/>
                <a:ea typeface="Calibri"/>
                <a:cs typeface="Calibri"/>
                <a:sym typeface="Calibri"/>
              </a:rPr>
              <a:t>Gros œuvre </a:t>
            </a:r>
          </a:p>
          <a:p>
            <a:pPr>
              <a:lnSpc>
                <a:spcPct val="150000"/>
              </a:lnSpc>
            </a:pPr>
            <a:endParaRPr lang="fr-FR" sz="2400" dirty="0">
              <a:solidFill>
                <a:srgbClr val="1F3864"/>
              </a:solidFill>
              <a:latin typeface="Proxima Nova"/>
              <a:cs typeface="Calibri"/>
              <a:sym typeface="Calibri"/>
            </a:endParaRPr>
          </a:p>
        </p:txBody>
      </p:sp>
      <p:sp>
        <p:nvSpPr>
          <p:cNvPr id="10" name="ZoneTexte 9">
            <a:extLst>
              <a:ext uri="{FF2B5EF4-FFF2-40B4-BE49-F238E27FC236}">
                <a16:creationId xmlns="" xmlns:a16="http://schemas.microsoft.com/office/drawing/2014/main" id="{FB011DC8-39CF-0907-B35B-EB432402F047}"/>
              </a:ext>
            </a:extLst>
          </p:cNvPr>
          <p:cNvSpPr txBox="1"/>
          <p:nvPr/>
        </p:nvSpPr>
        <p:spPr>
          <a:xfrm>
            <a:off x="1949503" y="1051491"/>
            <a:ext cx="7461994" cy="523220"/>
          </a:xfrm>
          <a:prstGeom prst="rect">
            <a:avLst/>
          </a:prstGeom>
          <a:noFill/>
        </p:spPr>
        <p:txBody>
          <a:bodyPr wrap="square">
            <a:spAutoFit/>
          </a:bodyPr>
          <a:lstStyle/>
          <a:p>
            <a:pPr algn="ctr"/>
            <a:r>
              <a:rPr lang="fr-FR" sz="2800" dirty="0">
                <a:ln w="0"/>
                <a:solidFill>
                  <a:srgbClr val="1F3864"/>
                </a:solidFill>
                <a:latin typeface="Aptos" panose="020B0004020202020204" pitchFamily="34" charset="0"/>
              </a:rPr>
              <a:t>Maçonnerie   </a:t>
            </a:r>
          </a:p>
        </p:txBody>
      </p:sp>
      <p:sp>
        <p:nvSpPr>
          <p:cNvPr id="7" name="ZoneTexte 6">
            <a:extLst>
              <a:ext uri="{FF2B5EF4-FFF2-40B4-BE49-F238E27FC236}">
                <a16:creationId xmlns="" xmlns:a16="http://schemas.microsoft.com/office/drawing/2014/main" id="{5318C762-0228-AF28-7C1E-EEE6380E2753}"/>
              </a:ext>
            </a:extLst>
          </p:cNvPr>
          <p:cNvSpPr txBox="1"/>
          <p:nvPr/>
        </p:nvSpPr>
        <p:spPr>
          <a:xfrm>
            <a:off x="116306" y="1002630"/>
            <a:ext cx="6168188" cy="369332"/>
          </a:xfrm>
          <a:prstGeom prst="rect">
            <a:avLst/>
          </a:prstGeom>
          <a:noFill/>
        </p:spPr>
        <p:txBody>
          <a:bodyPr wrap="square">
            <a:spAutoFit/>
          </a:bodyPr>
          <a:lstStyle/>
          <a:p>
            <a:r>
              <a:rPr lang="fr-FR" dirty="0">
                <a:highlight>
                  <a:srgbClr val="FFFF00"/>
                </a:highlight>
              </a:rPr>
              <a:t>DTU 20</a:t>
            </a:r>
          </a:p>
        </p:txBody>
      </p:sp>
      <p:sp>
        <p:nvSpPr>
          <p:cNvPr id="13" name="ZoneTexte 12">
            <a:extLst>
              <a:ext uri="{FF2B5EF4-FFF2-40B4-BE49-F238E27FC236}">
                <a16:creationId xmlns="" xmlns:a16="http://schemas.microsoft.com/office/drawing/2014/main" id="{1814228C-3C25-8FBB-D0EA-E0C934A14F97}"/>
              </a:ext>
            </a:extLst>
          </p:cNvPr>
          <p:cNvSpPr txBox="1"/>
          <p:nvPr/>
        </p:nvSpPr>
        <p:spPr>
          <a:xfrm>
            <a:off x="631825" y="1506125"/>
            <a:ext cx="11159122" cy="923330"/>
          </a:xfrm>
          <a:prstGeom prst="rect">
            <a:avLst/>
          </a:prstGeom>
          <a:noFill/>
        </p:spPr>
        <p:txBody>
          <a:bodyPr wrap="square">
            <a:spAutoFit/>
          </a:bodyPr>
          <a:lstStyle/>
          <a:p>
            <a:pPr algn="ctr"/>
            <a:r>
              <a:rPr lang="fr-FR" dirty="0"/>
              <a:t>Un mur en maçonnerie est une </a:t>
            </a:r>
            <a:r>
              <a:rPr lang="fr-FR" b="1" dirty="0"/>
              <a:t>structure composée de matériaux </a:t>
            </a:r>
            <a:r>
              <a:rPr lang="fr-FR" dirty="0"/>
              <a:t>tels que des </a:t>
            </a:r>
            <a:r>
              <a:rPr lang="fr-FR" b="1" dirty="0"/>
              <a:t>briques, des blocs de béton, des pierres naturelles ou des parpaings</a:t>
            </a:r>
            <a:r>
              <a:rPr lang="fr-FR" dirty="0"/>
              <a:t>, </a:t>
            </a:r>
            <a:r>
              <a:rPr lang="fr-FR" b="1" dirty="0"/>
              <a:t>assemblés à l'aide de mortier</a:t>
            </a:r>
            <a:r>
              <a:rPr lang="fr-FR" dirty="0"/>
              <a:t>. Il est fréquemment utilisé dans la construction pour remplir des </a:t>
            </a:r>
            <a:r>
              <a:rPr lang="fr-FR" b="1" dirty="0"/>
              <a:t>rôles porteurs</a:t>
            </a:r>
            <a:r>
              <a:rPr lang="fr-FR" dirty="0"/>
              <a:t>, de </a:t>
            </a:r>
            <a:r>
              <a:rPr lang="fr-FR" b="1" dirty="0"/>
              <a:t>séparation des espaces ou de protection</a:t>
            </a:r>
            <a:r>
              <a:rPr lang="fr-FR" dirty="0"/>
              <a:t>.</a:t>
            </a:r>
          </a:p>
        </p:txBody>
      </p:sp>
      <p:sp>
        <p:nvSpPr>
          <p:cNvPr id="9" name="ZoneTexte 8">
            <a:extLst>
              <a:ext uri="{FF2B5EF4-FFF2-40B4-BE49-F238E27FC236}">
                <a16:creationId xmlns="" xmlns:a16="http://schemas.microsoft.com/office/drawing/2014/main" id="{C4086A3E-1E6F-5A34-955C-79A29AC17064}"/>
              </a:ext>
            </a:extLst>
          </p:cNvPr>
          <p:cNvSpPr txBox="1"/>
          <p:nvPr/>
        </p:nvSpPr>
        <p:spPr>
          <a:xfrm>
            <a:off x="104274" y="2667527"/>
            <a:ext cx="5453892" cy="1200329"/>
          </a:xfrm>
          <a:prstGeom prst="rect">
            <a:avLst/>
          </a:prstGeom>
          <a:noFill/>
        </p:spPr>
        <p:txBody>
          <a:bodyPr wrap="square">
            <a:spAutoFit/>
          </a:bodyPr>
          <a:lstStyle/>
          <a:p>
            <a:pPr marL="342900" indent="-342900">
              <a:buFont typeface="+mj-lt"/>
              <a:buAutoNum type="arabicPeriod"/>
            </a:pPr>
            <a:r>
              <a:rPr lang="fr-FR" b="1" dirty="0"/>
              <a:t>Pose des rangées : </a:t>
            </a:r>
            <a:r>
              <a:rPr lang="fr-FR" dirty="0"/>
              <a:t>Commencer par la première rangée sur un lit de mortier, aligner avec un cordeau, poser les éléments en quinconce et remplir les joints.</a:t>
            </a:r>
          </a:p>
        </p:txBody>
      </p:sp>
      <p:pic>
        <p:nvPicPr>
          <p:cNvPr id="12290" name="Picture 2" descr="Réaliser un mur en parpaing – Tout sur le béton">
            <a:extLst>
              <a:ext uri="{FF2B5EF4-FFF2-40B4-BE49-F238E27FC236}">
                <a16:creationId xmlns="" xmlns:a16="http://schemas.microsoft.com/office/drawing/2014/main" id="{20E6063C-FE53-8744-C28A-69696F417A1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4458" y="4063205"/>
            <a:ext cx="3274142" cy="2411868"/>
          </a:xfrm>
          <a:prstGeom prst="rect">
            <a:avLst/>
          </a:prstGeom>
          <a:noFill/>
          <a:extLst>
            <a:ext uri="{909E8E84-426E-40DD-AFC4-6F175D3DCCD1}">
              <a14:hiddenFill xmlns:a14="http://schemas.microsoft.com/office/drawing/2010/main">
                <a:solidFill>
                  <a:srgbClr val="FFFFFF"/>
                </a:solidFill>
              </a14:hiddenFill>
            </a:ext>
          </a:extLst>
        </p:spPr>
      </p:pic>
      <p:pic>
        <p:nvPicPr>
          <p:cNvPr id="13314" name="Picture 2" descr="Les appareillages Le guide de la Maçonnerie">
            <a:extLst>
              <a:ext uri="{FF2B5EF4-FFF2-40B4-BE49-F238E27FC236}">
                <a16:creationId xmlns="" xmlns:a16="http://schemas.microsoft.com/office/drawing/2014/main" id="{004AC114-372B-1A09-5961-57CCCCE78FC5}"/>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9557" t="18480" r="2659"/>
          <a:stretch/>
        </p:blipFill>
        <p:spPr bwMode="auto">
          <a:xfrm>
            <a:off x="4193729" y="3690941"/>
            <a:ext cx="4880214" cy="1640189"/>
          </a:xfrm>
          <a:prstGeom prst="rect">
            <a:avLst/>
          </a:prstGeom>
          <a:noFill/>
          <a:extLst>
            <a:ext uri="{909E8E84-426E-40DD-AFC4-6F175D3DCCD1}">
              <a14:hiddenFill xmlns:a14="http://schemas.microsoft.com/office/drawing/2010/main">
                <a:solidFill>
                  <a:srgbClr val="FFFFFF"/>
                </a:solidFill>
              </a14:hiddenFill>
            </a:ext>
          </a:extLst>
        </p:spPr>
      </p:pic>
      <p:sp>
        <p:nvSpPr>
          <p:cNvPr id="4" name="ZoneTexte 3">
            <a:extLst>
              <a:ext uri="{FF2B5EF4-FFF2-40B4-BE49-F238E27FC236}">
                <a16:creationId xmlns="" xmlns:a16="http://schemas.microsoft.com/office/drawing/2014/main" id="{40F2FC03-2623-12B7-4755-A98C6674C28B}"/>
              </a:ext>
            </a:extLst>
          </p:cNvPr>
          <p:cNvSpPr txBox="1"/>
          <p:nvPr/>
        </p:nvSpPr>
        <p:spPr>
          <a:xfrm>
            <a:off x="7614504" y="6399034"/>
            <a:ext cx="3424988" cy="338554"/>
          </a:xfrm>
          <a:prstGeom prst="rect">
            <a:avLst/>
          </a:prstGeom>
          <a:noFill/>
        </p:spPr>
        <p:txBody>
          <a:bodyPr wrap="square">
            <a:spAutoFit/>
          </a:bodyPr>
          <a:lstStyle/>
          <a:p>
            <a:pPr algn="ctr"/>
            <a:r>
              <a:rPr lang="fr-FR" sz="1600" dirty="0"/>
              <a:t>Appareillage</a:t>
            </a:r>
          </a:p>
        </p:txBody>
      </p:sp>
      <p:pic>
        <p:nvPicPr>
          <p:cNvPr id="13318" name="Picture 6" descr="Les briques et le briquetage">
            <a:extLst>
              <a:ext uri="{FF2B5EF4-FFF2-40B4-BE49-F238E27FC236}">
                <a16:creationId xmlns="" xmlns:a16="http://schemas.microsoft.com/office/drawing/2014/main" id="{462943BA-E0D9-12BF-E740-FC8E9FE99267}"/>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9411497" y="2714046"/>
            <a:ext cx="2743199" cy="34289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8095692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 xmlns:a16="http://schemas.microsoft.com/office/drawing/2014/main" id="{74113543-96F5-6905-0D41-A1DD76989DA9}"/>
            </a:ext>
          </a:extLst>
        </p:cNvPr>
        <p:cNvGrpSpPr/>
        <p:nvPr/>
      </p:nvGrpSpPr>
      <p:grpSpPr>
        <a:xfrm>
          <a:off x="0" y="0"/>
          <a:ext cx="0" cy="0"/>
          <a:chOff x="0" y="0"/>
          <a:chExt cx="0" cy="0"/>
        </a:xfrm>
      </p:grpSpPr>
      <p:sp>
        <p:nvSpPr>
          <p:cNvPr id="2" name="Espace réservé du numéro de diapositive 1">
            <a:extLst>
              <a:ext uri="{FF2B5EF4-FFF2-40B4-BE49-F238E27FC236}">
                <a16:creationId xmlns="" xmlns:a16="http://schemas.microsoft.com/office/drawing/2014/main" id="{F18DC60F-BB74-4370-C7B4-9E052C8BF41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50</a:t>
            </a:fld>
            <a:endParaRPr lang="fr-FR"/>
          </a:p>
        </p:txBody>
      </p:sp>
      <p:pic>
        <p:nvPicPr>
          <p:cNvPr id="5" name="Image 4">
            <a:extLst>
              <a:ext uri="{FF2B5EF4-FFF2-40B4-BE49-F238E27FC236}">
                <a16:creationId xmlns="" xmlns:a16="http://schemas.microsoft.com/office/drawing/2014/main" id="{C606DA6E-91BE-BF13-3859-F1DB455E1F8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39492" y="70223"/>
            <a:ext cx="1090163" cy="981979"/>
          </a:xfrm>
          <a:prstGeom prst="rect">
            <a:avLst/>
          </a:prstGeom>
          <a:noFill/>
          <a:ln>
            <a:noFill/>
          </a:ln>
        </p:spPr>
      </p:pic>
      <p:pic>
        <p:nvPicPr>
          <p:cNvPr id="6" name="officeArt object">
            <a:extLst>
              <a:ext uri="{FF2B5EF4-FFF2-40B4-BE49-F238E27FC236}">
                <a16:creationId xmlns="" xmlns:a16="http://schemas.microsoft.com/office/drawing/2014/main" id="{C446EF90-B77E-82C2-189B-2EB9B67DD2C7}"/>
              </a:ext>
            </a:extLst>
          </p:cNvPr>
          <p:cNvPicPr/>
          <p:nvPr/>
        </p:nvPicPr>
        <p:blipFill rotWithShape="1">
          <a:blip r:embed="rId4"/>
          <a:srcRect l="12854" r="8048"/>
          <a:stretch/>
        </p:blipFill>
        <p:spPr>
          <a:xfrm>
            <a:off x="9840279" y="0"/>
            <a:ext cx="1199213" cy="1506125"/>
          </a:xfrm>
          <a:prstGeom prst="rect">
            <a:avLst/>
          </a:prstGeom>
          <a:ln w="12700" cap="flat">
            <a:noFill/>
            <a:miter lim="400000"/>
          </a:ln>
          <a:effectLst/>
        </p:spPr>
      </p:pic>
      <p:sp>
        <p:nvSpPr>
          <p:cNvPr id="8" name="Espace réservé du pied de page 7">
            <a:extLst>
              <a:ext uri="{FF2B5EF4-FFF2-40B4-BE49-F238E27FC236}">
                <a16:creationId xmlns="" xmlns:a16="http://schemas.microsoft.com/office/drawing/2014/main" id="{FDA49AAC-7B0E-0007-8FDE-5CE5F7E60DD8}"/>
              </a:ext>
            </a:extLst>
          </p:cNvPr>
          <p:cNvSpPr>
            <a:spLocks noGrp="1"/>
          </p:cNvSpPr>
          <p:nvPr>
            <p:ph type="ftr" idx="11"/>
          </p:nvPr>
        </p:nvSpPr>
        <p:spPr/>
        <p:txBody>
          <a:bodyPr/>
          <a:lstStyle/>
          <a:p>
            <a:r>
              <a:rPr lang="fr-FR" dirty="0"/>
              <a:t>Dr. Ibrahim Niang</a:t>
            </a:r>
          </a:p>
        </p:txBody>
      </p:sp>
      <p:sp>
        <p:nvSpPr>
          <p:cNvPr id="3" name="Rectangle 2">
            <a:extLst>
              <a:ext uri="{FF2B5EF4-FFF2-40B4-BE49-F238E27FC236}">
                <a16:creationId xmlns="" xmlns:a16="http://schemas.microsoft.com/office/drawing/2014/main" id="{5E97A80A-4615-EF84-5370-1AD9D1EC7C5D}"/>
              </a:ext>
            </a:extLst>
          </p:cNvPr>
          <p:cNvSpPr/>
          <p:nvPr/>
        </p:nvSpPr>
        <p:spPr>
          <a:xfrm>
            <a:off x="-63745" y="-107207"/>
            <a:ext cx="5199163" cy="1309654"/>
          </a:xfrm>
          <a:prstGeom prst="rect">
            <a:avLst/>
          </a:prstGeom>
        </p:spPr>
        <p:txBody>
          <a:bodyPr wrap="square">
            <a:spAutoFit/>
          </a:bodyPr>
          <a:lstStyle/>
          <a:p>
            <a:pPr marL="571500" indent="-571500">
              <a:lnSpc>
                <a:spcPct val="150000"/>
              </a:lnSpc>
              <a:buClr>
                <a:srgbClr val="1F3864"/>
              </a:buClr>
              <a:buSzPct val="65000"/>
              <a:buFont typeface="+mj-lt"/>
              <a:buAutoNum type="romanUcPeriod" startAt="2"/>
            </a:pPr>
            <a:r>
              <a:rPr lang="fr-FR" sz="3200" b="1" dirty="0">
                <a:solidFill>
                  <a:srgbClr val="1F3864"/>
                </a:solidFill>
                <a:latin typeface="Aptos" panose="020B0004020202020204" pitchFamily="34" charset="0"/>
                <a:ea typeface="Calibri"/>
                <a:cs typeface="Calibri"/>
                <a:sym typeface="Calibri"/>
              </a:rPr>
              <a:t>Gros œuvre </a:t>
            </a:r>
          </a:p>
          <a:p>
            <a:pPr>
              <a:lnSpc>
                <a:spcPct val="150000"/>
              </a:lnSpc>
            </a:pPr>
            <a:endParaRPr lang="fr-FR" sz="2400" dirty="0">
              <a:solidFill>
                <a:srgbClr val="1F3864"/>
              </a:solidFill>
              <a:latin typeface="Proxima Nova"/>
              <a:cs typeface="Calibri"/>
              <a:sym typeface="Calibri"/>
            </a:endParaRPr>
          </a:p>
        </p:txBody>
      </p:sp>
      <p:sp>
        <p:nvSpPr>
          <p:cNvPr id="10" name="ZoneTexte 9">
            <a:extLst>
              <a:ext uri="{FF2B5EF4-FFF2-40B4-BE49-F238E27FC236}">
                <a16:creationId xmlns="" xmlns:a16="http://schemas.microsoft.com/office/drawing/2014/main" id="{7119BB62-6BD6-E06F-E88A-E31A58A820D4}"/>
              </a:ext>
            </a:extLst>
          </p:cNvPr>
          <p:cNvSpPr txBox="1"/>
          <p:nvPr/>
        </p:nvSpPr>
        <p:spPr>
          <a:xfrm>
            <a:off x="1949503" y="1051491"/>
            <a:ext cx="7461994" cy="523220"/>
          </a:xfrm>
          <a:prstGeom prst="rect">
            <a:avLst/>
          </a:prstGeom>
          <a:noFill/>
        </p:spPr>
        <p:txBody>
          <a:bodyPr wrap="square">
            <a:spAutoFit/>
          </a:bodyPr>
          <a:lstStyle/>
          <a:p>
            <a:pPr algn="ctr"/>
            <a:r>
              <a:rPr lang="fr-FR" sz="2800" dirty="0">
                <a:ln w="0"/>
                <a:solidFill>
                  <a:srgbClr val="1F3864"/>
                </a:solidFill>
                <a:latin typeface="Aptos" panose="020B0004020202020204" pitchFamily="34" charset="0"/>
              </a:rPr>
              <a:t>Maçonnerie   </a:t>
            </a:r>
          </a:p>
        </p:txBody>
      </p:sp>
      <p:sp>
        <p:nvSpPr>
          <p:cNvPr id="7" name="ZoneTexte 6">
            <a:extLst>
              <a:ext uri="{FF2B5EF4-FFF2-40B4-BE49-F238E27FC236}">
                <a16:creationId xmlns="" xmlns:a16="http://schemas.microsoft.com/office/drawing/2014/main" id="{0D62DC5D-F7F5-5018-3350-6BA11911F633}"/>
              </a:ext>
            </a:extLst>
          </p:cNvPr>
          <p:cNvSpPr txBox="1"/>
          <p:nvPr/>
        </p:nvSpPr>
        <p:spPr>
          <a:xfrm>
            <a:off x="116306" y="1002630"/>
            <a:ext cx="6168188" cy="369332"/>
          </a:xfrm>
          <a:prstGeom prst="rect">
            <a:avLst/>
          </a:prstGeom>
          <a:noFill/>
        </p:spPr>
        <p:txBody>
          <a:bodyPr wrap="square">
            <a:spAutoFit/>
          </a:bodyPr>
          <a:lstStyle/>
          <a:p>
            <a:r>
              <a:rPr lang="fr-FR" dirty="0">
                <a:highlight>
                  <a:srgbClr val="FFFF00"/>
                </a:highlight>
              </a:rPr>
              <a:t>DTU 20</a:t>
            </a:r>
          </a:p>
        </p:txBody>
      </p:sp>
      <p:sp>
        <p:nvSpPr>
          <p:cNvPr id="13" name="ZoneTexte 12">
            <a:extLst>
              <a:ext uri="{FF2B5EF4-FFF2-40B4-BE49-F238E27FC236}">
                <a16:creationId xmlns="" xmlns:a16="http://schemas.microsoft.com/office/drawing/2014/main" id="{DDDB3035-FE60-A92B-B585-8A2F30B79691}"/>
              </a:ext>
            </a:extLst>
          </p:cNvPr>
          <p:cNvSpPr txBox="1"/>
          <p:nvPr/>
        </p:nvSpPr>
        <p:spPr>
          <a:xfrm>
            <a:off x="631825" y="1506125"/>
            <a:ext cx="11159122" cy="923330"/>
          </a:xfrm>
          <a:prstGeom prst="rect">
            <a:avLst/>
          </a:prstGeom>
          <a:noFill/>
        </p:spPr>
        <p:txBody>
          <a:bodyPr wrap="square">
            <a:spAutoFit/>
          </a:bodyPr>
          <a:lstStyle/>
          <a:p>
            <a:pPr algn="ctr"/>
            <a:r>
              <a:rPr lang="fr-FR" dirty="0"/>
              <a:t>Un mur en maçonnerie est une </a:t>
            </a:r>
            <a:r>
              <a:rPr lang="fr-FR" b="1" dirty="0"/>
              <a:t>structure composée de matériaux </a:t>
            </a:r>
            <a:r>
              <a:rPr lang="fr-FR" dirty="0"/>
              <a:t>tels que des </a:t>
            </a:r>
            <a:r>
              <a:rPr lang="fr-FR" b="1" dirty="0"/>
              <a:t>briques, des blocs de béton, des pierres naturelles ou des parpaings</a:t>
            </a:r>
            <a:r>
              <a:rPr lang="fr-FR" dirty="0"/>
              <a:t>, </a:t>
            </a:r>
            <a:r>
              <a:rPr lang="fr-FR" b="1" dirty="0"/>
              <a:t>assemblés à l'aide de mortier</a:t>
            </a:r>
            <a:r>
              <a:rPr lang="fr-FR" dirty="0"/>
              <a:t>. Il est fréquemment utilisé dans la construction pour remplir des </a:t>
            </a:r>
            <a:r>
              <a:rPr lang="fr-FR" b="1" dirty="0"/>
              <a:t>rôles porteurs</a:t>
            </a:r>
            <a:r>
              <a:rPr lang="fr-FR" dirty="0"/>
              <a:t>, de </a:t>
            </a:r>
            <a:r>
              <a:rPr lang="fr-FR" b="1" dirty="0"/>
              <a:t>séparation des espaces ou de protection</a:t>
            </a:r>
            <a:r>
              <a:rPr lang="fr-FR" dirty="0"/>
              <a:t>.</a:t>
            </a:r>
          </a:p>
        </p:txBody>
      </p:sp>
      <p:sp>
        <p:nvSpPr>
          <p:cNvPr id="9" name="ZoneTexte 8">
            <a:extLst>
              <a:ext uri="{FF2B5EF4-FFF2-40B4-BE49-F238E27FC236}">
                <a16:creationId xmlns="" xmlns:a16="http://schemas.microsoft.com/office/drawing/2014/main" id="{CDB53D78-62FC-C0DA-299C-974E45B3DA9B}"/>
              </a:ext>
            </a:extLst>
          </p:cNvPr>
          <p:cNvSpPr txBox="1"/>
          <p:nvPr/>
        </p:nvSpPr>
        <p:spPr>
          <a:xfrm>
            <a:off x="104274" y="2667527"/>
            <a:ext cx="5453892" cy="1200329"/>
          </a:xfrm>
          <a:prstGeom prst="rect">
            <a:avLst/>
          </a:prstGeom>
          <a:noFill/>
        </p:spPr>
        <p:txBody>
          <a:bodyPr wrap="square">
            <a:spAutoFit/>
          </a:bodyPr>
          <a:lstStyle/>
          <a:p>
            <a:pPr marL="342900" indent="-342900">
              <a:buFont typeface="+mj-lt"/>
              <a:buAutoNum type="arabicPeriod"/>
            </a:pPr>
            <a:r>
              <a:rPr lang="fr-FR" b="1" dirty="0"/>
              <a:t>Pose des rangées : </a:t>
            </a:r>
            <a:r>
              <a:rPr lang="fr-FR" dirty="0"/>
              <a:t>Commencer par la première rangée sur un lit de mortier, aligner avec un cordeau, poser les éléments en quinconce et remplir les joints.</a:t>
            </a:r>
          </a:p>
        </p:txBody>
      </p:sp>
      <p:pic>
        <p:nvPicPr>
          <p:cNvPr id="12290" name="Picture 2" descr="Réaliser un mur en parpaing – Tout sur le béton">
            <a:extLst>
              <a:ext uri="{FF2B5EF4-FFF2-40B4-BE49-F238E27FC236}">
                <a16:creationId xmlns="" xmlns:a16="http://schemas.microsoft.com/office/drawing/2014/main" id="{0D3D39BD-D47F-340C-987B-9ADDFA976D1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4458" y="4063205"/>
            <a:ext cx="3274142" cy="2411868"/>
          </a:xfrm>
          <a:prstGeom prst="rect">
            <a:avLst/>
          </a:prstGeom>
          <a:noFill/>
          <a:extLst>
            <a:ext uri="{909E8E84-426E-40DD-AFC4-6F175D3DCCD1}">
              <a14:hiddenFill xmlns:a14="http://schemas.microsoft.com/office/drawing/2010/main">
                <a:solidFill>
                  <a:srgbClr val="FFFFFF"/>
                </a:solidFill>
              </a14:hiddenFill>
            </a:ext>
          </a:extLst>
        </p:spPr>
      </p:pic>
      <p:sp>
        <p:nvSpPr>
          <p:cNvPr id="4" name="ZoneTexte 3">
            <a:extLst>
              <a:ext uri="{FF2B5EF4-FFF2-40B4-BE49-F238E27FC236}">
                <a16:creationId xmlns="" xmlns:a16="http://schemas.microsoft.com/office/drawing/2014/main" id="{C18D91BD-D94A-6EC2-53DC-2BAA2D10FC57}"/>
              </a:ext>
            </a:extLst>
          </p:cNvPr>
          <p:cNvSpPr txBox="1"/>
          <p:nvPr/>
        </p:nvSpPr>
        <p:spPr>
          <a:xfrm>
            <a:off x="7614504" y="6399034"/>
            <a:ext cx="3424988" cy="338554"/>
          </a:xfrm>
          <a:prstGeom prst="rect">
            <a:avLst/>
          </a:prstGeom>
          <a:noFill/>
        </p:spPr>
        <p:txBody>
          <a:bodyPr wrap="square">
            <a:spAutoFit/>
          </a:bodyPr>
          <a:lstStyle/>
          <a:p>
            <a:pPr algn="ctr"/>
            <a:r>
              <a:rPr lang="fr-FR" sz="1600" dirty="0"/>
              <a:t>Appareillage</a:t>
            </a:r>
          </a:p>
        </p:txBody>
      </p:sp>
      <p:pic>
        <p:nvPicPr>
          <p:cNvPr id="12" name="Image 11">
            <a:extLst>
              <a:ext uri="{FF2B5EF4-FFF2-40B4-BE49-F238E27FC236}">
                <a16:creationId xmlns="" xmlns:a16="http://schemas.microsoft.com/office/drawing/2014/main" id="{049AB011-DD2A-C406-51B9-6DD04203DFE4}"/>
              </a:ext>
            </a:extLst>
          </p:cNvPr>
          <p:cNvPicPr>
            <a:picLocks noChangeAspect="1"/>
          </p:cNvPicPr>
          <p:nvPr/>
        </p:nvPicPr>
        <p:blipFill>
          <a:blip r:embed="rId6"/>
          <a:stretch>
            <a:fillRect/>
          </a:stretch>
        </p:blipFill>
        <p:spPr>
          <a:xfrm>
            <a:off x="6659492" y="3080836"/>
            <a:ext cx="4159779" cy="2739366"/>
          </a:xfrm>
          <a:prstGeom prst="rect">
            <a:avLst/>
          </a:prstGeom>
        </p:spPr>
      </p:pic>
      <p:pic>
        <p:nvPicPr>
          <p:cNvPr id="1026" name="Picture 2" descr="Quels sont les différents types de brique ?">
            <a:extLst>
              <a:ext uri="{FF2B5EF4-FFF2-40B4-BE49-F238E27FC236}">
                <a16:creationId xmlns="" xmlns:a16="http://schemas.microsoft.com/office/drawing/2014/main" id="{02B7A9C0-A4FF-2830-05D6-6648892CCDA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866778" y="2696312"/>
            <a:ext cx="3879449" cy="27393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0931901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 xmlns:a16="http://schemas.microsoft.com/office/drawing/2014/main" id="{2766D105-96C6-1FC3-9738-375B0929AE55}"/>
            </a:ext>
          </a:extLst>
        </p:cNvPr>
        <p:cNvGrpSpPr/>
        <p:nvPr/>
      </p:nvGrpSpPr>
      <p:grpSpPr>
        <a:xfrm>
          <a:off x="0" y="0"/>
          <a:ext cx="0" cy="0"/>
          <a:chOff x="0" y="0"/>
          <a:chExt cx="0" cy="0"/>
        </a:xfrm>
      </p:grpSpPr>
      <p:sp>
        <p:nvSpPr>
          <p:cNvPr id="2" name="Espace réservé du numéro de diapositive 1">
            <a:extLst>
              <a:ext uri="{FF2B5EF4-FFF2-40B4-BE49-F238E27FC236}">
                <a16:creationId xmlns="" xmlns:a16="http://schemas.microsoft.com/office/drawing/2014/main" id="{B91FC9A9-4ACF-D526-5EA9-675A0B5BBEA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51</a:t>
            </a:fld>
            <a:endParaRPr lang="fr-FR"/>
          </a:p>
        </p:txBody>
      </p:sp>
      <p:pic>
        <p:nvPicPr>
          <p:cNvPr id="5" name="Image 4">
            <a:extLst>
              <a:ext uri="{FF2B5EF4-FFF2-40B4-BE49-F238E27FC236}">
                <a16:creationId xmlns="" xmlns:a16="http://schemas.microsoft.com/office/drawing/2014/main" id="{3528B0BC-345A-C58C-0D46-C377FA0A49A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39492" y="70223"/>
            <a:ext cx="1090163" cy="981979"/>
          </a:xfrm>
          <a:prstGeom prst="rect">
            <a:avLst/>
          </a:prstGeom>
          <a:noFill/>
          <a:ln>
            <a:noFill/>
          </a:ln>
        </p:spPr>
      </p:pic>
      <p:pic>
        <p:nvPicPr>
          <p:cNvPr id="6" name="officeArt object">
            <a:extLst>
              <a:ext uri="{FF2B5EF4-FFF2-40B4-BE49-F238E27FC236}">
                <a16:creationId xmlns="" xmlns:a16="http://schemas.microsoft.com/office/drawing/2014/main" id="{1D2E37B4-6618-F43D-F5D8-7675A407AE3E}"/>
              </a:ext>
            </a:extLst>
          </p:cNvPr>
          <p:cNvPicPr/>
          <p:nvPr/>
        </p:nvPicPr>
        <p:blipFill rotWithShape="1">
          <a:blip r:embed="rId4"/>
          <a:srcRect l="12854" r="8048"/>
          <a:stretch/>
        </p:blipFill>
        <p:spPr>
          <a:xfrm>
            <a:off x="9840279" y="0"/>
            <a:ext cx="1199213" cy="1506125"/>
          </a:xfrm>
          <a:prstGeom prst="rect">
            <a:avLst/>
          </a:prstGeom>
          <a:ln w="12700" cap="flat">
            <a:noFill/>
            <a:miter lim="400000"/>
          </a:ln>
          <a:effectLst/>
        </p:spPr>
      </p:pic>
      <p:sp>
        <p:nvSpPr>
          <p:cNvPr id="8" name="Espace réservé du pied de page 7">
            <a:extLst>
              <a:ext uri="{FF2B5EF4-FFF2-40B4-BE49-F238E27FC236}">
                <a16:creationId xmlns="" xmlns:a16="http://schemas.microsoft.com/office/drawing/2014/main" id="{E8786665-5861-7DEE-47BA-D68FCF73215C}"/>
              </a:ext>
            </a:extLst>
          </p:cNvPr>
          <p:cNvSpPr>
            <a:spLocks noGrp="1"/>
          </p:cNvSpPr>
          <p:nvPr>
            <p:ph type="ftr" idx="11"/>
          </p:nvPr>
        </p:nvSpPr>
        <p:spPr/>
        <p:txBody>
          <a:bodyPr/>
          <a:lstStyle/>
          <a:p>
            <a:r>
              <a:rPr lang="fr-FR" dirty="0"/>
              <a:t>Dr. Ibrahim Niang</a:t>
            </a:r>
          </a:p>
        </p:txBody>
      </p:sp>
      <p:sp>
        <p:nvSpPr>
          <p:cNvPr id="3" name="Rectangle 2">
            <a:extLst>
              <a:ext uri="{FF2B5EF4-FFF2-40B4-BE49-F238E27FC236}">
                <a16:creationId xmlns="" xmlns:a16="http://schemas.microsoft.com/office/drawing/2014/main" id="{AC00480F-E5DB-7A28-E8E9-99B9D66B0870}"/>
              </a:ext>
            </a:extLst>
          </p:cNvPr>
          <p:cNvSpPr/>
          <p:nvPr/>
        </p:nvSpPr>
        <p:spPr>
          <a:xfrm>
            <a:off x="-63745" y="-107207"/>
            <a:ext cx="5199163" cy="1309654"/>
          </a:xfrm>
          <a:prstGeom prst="rect">
            <a:avLst/>
          </a:prstGeom>
        </p:spPr>
        <p:txBody>
          <a:bodyPr wrap="square">
            <a:spAutoFit/>
          </a:bodyPr>
          <a:lstStyle/>
          <a:p>
            <a:pPr marL="571500" indent="-571500">
              <a:lnSpc>
                <a:spcPct val="150000"/>
              </a:lnSpc>
              <a:buClr>
                <a:srgbClr val="1F3864"/>
              </a:buClr>
              <a:buSzPct val="65000"/>
              <a:buFont typeface="+mj-lt"/>
              <a:buAutoNum type="romanUcPeriod" startAt="2"/>
            </a:pPr>
            <a:r>
              <a:rPr lang="fr-FR" sz="3200" b="1" dirty="0">
                <a:solidFill>
                  <a:srgbClr val="1F3864"/>
                </a:solidFill>
                <a:latin typeface="Aptos" panose="020B0004020202020204" pitchFamily="34" charset="0"/>
                <a:ea typeface="Calibri"/>
                <a:cs typeface="Calibri"/>
                <a:sym typeface="Calibri"/>
              </a:rPr>
              <a:t>Gros œuvre </a:t>
            </a:r>
          </a:p>
          <a:p>
            <a:pPr>
              <a:lnSpc>
                <a:spcPct val="150000"/>
              </a:lnSpc>
            </a:pPr>
            <a:endParaRPr lang="fr-FR" sz="2400" dirty="0">
              <a:solidFill>
                <a:srgbClr val="1F3864"/>
              </a:solidFill>
              <a:latin typeface="Proxima Nova"/>
              <a:cs typeface="Calibri"/>
              <a:sym typeface="Calibri"/>
            </a:endParaRPr>
          </a:p>
        </p:txBody>
      </p:sp>
      <p:sp>
        <p:nvSpPr>
          <p:cNvPr id="10" name="ZoneTexte 9">
            <a:extLst>
              <a:ext uri="{FF2B5EF4-FFF2-40B4-BE49-F238E27FC236}">
                <a16:creationId xmlns="" xmlns:a16="http://schemas.microsoft.com/office/drawing/2014/main" id="{0597D076-3E42-DC61-120F-ABFCF96CF7A9}"/>
              </a:ext>
            </a:extLst>
          </p:cNvPr>
          <p:cNvSpPr txBox="1"/>
          <p:nvPr/>
        </p:nvSpPr>
        <p:spPr>
          <a:xfrm>
            <a:off x="1949503" y="1051491"/>
            <a:ext cx="7461994" cy="523220"/>
          </a:xfrm>
          <a:prstGeom prst="rect">
            <a:avLst/>
          </a:prstGeom>
          <a:noFill/>
        </p:spPr>
        <p:txBody>
          <a:bodyPr wrap="square">
            <a:spAutoFit/>
          </a:bodyPr>
          <a:lstStyle/>
          <a:p>
            <a:pPr algn="ctr"/>
            <a:r>
              <a:rPr lang="fr-FR" sz="2800" dirty="0">
                <a:ln w="0"/>
                <a:solidFill>
                  <a:srgbClr val="1F3864"/>
                </a:solidFill>
                <a:latin typeface="Aptos" panose="020B0004020202020204" pitchFamily="34" charset="0"/>
              </a:rPr>
              <a:t>Maçonnerie   </a:t>
            </a:r>
          </a:p>
        </p:txBody>
      </p:sp>
      <p:sp>
        <p:nvSpPr>
          <p:cNvPr id="7" name="ZoneTexte 6">
            <a:extLst>
              <a:ext uri="{FF2B5EF4-FFF2-40B4-BE49-F238E27FC236}">
                <a16:creationId xmlns="" xmlns:a16="http://schemas.microsoft.com/office/drawing/2014/main" id="{AB7EE1A8-3CF3-FD60-B94F-6F1AAE9B9578}"/>
              </a:ext>
            </a:extLst>
          </p:cNvPr>
          <p:cNvSpPr txBox="1"/>
          <p:nvPr/>
        </p:nvSpPr>
        <p:spPr>
          <a:xfrm>
            <a:off x="116306" y="1002630"/>
            <a:ext cx="6168188" cy="369332"/>
          </a:xfrm>
          <a:prstGeom prst="rect">
            <a:avLst/>
          </a:prstGeom>
          <a:noFill/>
        </p:spPr>
        <p:txBody>
          <a:bodyPr wrap="square">
            <a:spAutoFit/>
          </a:bodyPr>
          <a:lstStyle/>
          <a:p>
            <a:r>
              <a:rPr lang="fr-FR" dirty="0">
                <a:highlight>
                  <a:srgbClr val="FFFF00"/>
                </a:highlight>
              </a:rPr>
              <a:t>DTU 20</a:t>
            </a:r>
          </a:p>
        </p:txBody>
      </p:sp>
      <p:sp>
        <p:nvSpPr>
          <p:cNvPr id="13" name="ZoneTexte 12">
            <a:extLst>
              <a:ext uri="{FF2B5EF4-FFF2-40B4-BE49-F238E27FC236}">
                <a16:creationId xmlns="" xmlns:a16="http://schemas.microsoft.com/office/drawing/2014/main" id="{5338970B-BC4A-67AB-D0FD-906E713E756A}"/>
              </a:ext>
            </a:extLst>
          </p:cNvPr>
          <p:cNvSpPr txBox="1"/>
          <p:nvPr/>
        </p:nvSpPr>
        <p:spPr>
          <a:xfrm>
            <a:off x="631825" y="1506125"/>
            <a:ext cx="11159122" cy="923330"/>
          </a:xfrm>
          <a:prstGeom prst="rect">
            <a:avLst/>
          </a:prstGeom>
          <a:noFill/>
        </p:spPr>
        <p:txBody>
          <a:bodyPr wrap="square">
            <a:spAutoFit/>
          </a:bodyPr>
          <a:lstStyle/>
          <a:p>
            <a:pPr algn="ctr"/>
            <a:r>
              <a:rPr lang="fr-FR" dirty="0"/>
              <a:t>Un mur en maçonnerie est une </a:t>
            </a:r>
            <a:r>
              <a:rPr lang="fr-FR" b="1" dirty="0"/>
              <a:t>structure composée de matériaux </a:t>
            </a:r>
            <a:r>
              <a:rPr lang="fr-FR" dirty="0"/>
              <a:t>tels que des </a:t>
            </a:r>
            <a:r>
              <a:rPr lang="fr-FR" b="1" dirty="0"/>
              <a:t>briques, des blocs de béton, des pierres naturelles ou des parpaings</a:t>
            </a:r>
            <a:r>
              <a:rPr lang="fr-FR" dirty="0"/>
              <a:t>, </a:t>
            </a:r>
            <a:r>
              <a:rPr lang="fr-FR" b="1" dirty="0"/>
              <a:t>assemblés à l'aide de mortier</a:t>
            </a:r>
            <a:r>
              <a:rPr lang="fr-FR" dirty="0"/>
              <a:t>. Il est fréquemment utilisé dans la construction pour remplir des </a:t>
            </a:r>
            <a:r>
              <a:rPr lang="fr-FR" b="1" dirty="0"/>
              <a:t>rôles porteurs</a:t>
            </a:r>
            <a:r>
              <a:rPr lang="fr-FR" dirty="0"/>
              <a:t>, de </a:t>
            </a:r>
            <a:r>
              <a:rPr lang="fr-FR" b="1" dirty="0"/>
              <a:t>séparation des espaces ou de protection</a:t>
            </a:r>
            <a:r>
              <a:rPr lang="fr-FR" dirty="0"/>
              <a:t>.</a:t>
            </a:r>
          </a:p>
        </p:txBody>
      </p:sp>
      <p:sp>
        <p:nvSpPr>
          <p:cNvPr id="9" name="ZoneTexte 8">
            <a:extLst>
              <a:ext uri="{FF2B5EF4-FFF2-40B4-BE49-F238E27FC236}">
                <a16:creationId xmlns="" xmlns:a16="http://schemas.microsoft.com/office/drawing/2014/main" id="{163ABD23-BC98-7571-0B81-8BDEC2F65B64}"/>
              </a:ext>
            </a:extLst>
          </p:cNvPr>
          <p:cNvSpPr txBox="1"/>
          <p:nvPr/>
        </p:nvSpPr>
        <p:spPr>
          <a:xfrm>
            <a:off x="104274" y="2667527"/>
            <a:ext cx="5453892" cy="1200329"/>
          </a:xfrm>
          <a:prstGeom prst="rect">
            <a:avLst/>
          </a:prstGeom>
          <a:noFill/>
        </p:spPr>
        <p:txBody>
          <a:bodyPr wrap="square">
            <a:spAutoFit/>
          </a:bodyPr>
          <a:lstStyle/>
          <a:p>
            <a:pPr marL="342900" indent="-342900">
              <a:buFont typeface="+mj-lt"/>
              <a:buAutoNum type="arabicPeriod"/>
            </a:pPr>
            <a:r>
              <a:rPr lang="fr-FR" b="1" dirty="0"/>
              <a:t>Pose des rangées : </a:t>
            </a:r>
            <a:r>
              <a:rPr lang="fr-FR" dirty="0"/>
              <a:t>Commencer par la première rangée sur un lit de mortier, aligner avec un cordeau, poser les éléments en quinconce et remplir les joints.</a:t>
            </a:r>
          </a:p>
        </p:txBody>
      </p:sp>
      <p:pic>
        <p:nvPicPr>
          <p:cNvPr id="12290" name="Picture 2" descr="Réaliser un mur en parpaing – Tout sur le béton">
            <a:extLst>
              <a:ext uri="{FF2B5EF4-FFF2-40B4-BE49-F238E27FC236}">
                <a16:creationId xmlns="" xmlns:a16="http://schemas.microsoft.com/office/drawing/2014/main" id="{CB1E1400-02CF-2EEF-D752-88E98C0F325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4458" y="4063205"/>
            <a:ext cx="3274142" cy="2411868"/>
          </a:xfrm>
          <a:prstGeom prst="rect">
            <a:avLst/>
          </a:prstGeom>
          <a:noFill/>
          <a:extLst>
            <a:ext uri="{909E8E84-426E-40DD-AFC4-6F175D3DCCD1}">
              <a14:hiddenFill xmlns:a14="http://schemas.microsoft.com/office/drawing/2010/main">
                <a:solidFill>
                  <a:srgbClr val="FFFFFF"/>
                </a:solidFill>
              </a14:hiddenFill>
            </a:ext>
          </a:extLst>
        </p:spPr>
      </p:pic>
      <p:pic>
        <p:nvPicPr>
          <p:cNvPr id="13316" name="Picture 4" descr="Appareils | Steenfabriek De Rijswaard">
            <a:extLst>
              <a:ext uri="{FF2B5EF4-FFF2-40B4-BE49-F238E27FC236}">
                <a16:creationId xmlns="" xmlns:a16="http://schemas.microsoft.com/office/drawing/2014/main" id="{FECB47F9-6347-AC15-3B4E-0C5CC0958F5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86207" y="2455349"/>
            <a:ext cx="3395535" cy="3798023"/>
          </a:xfrm>
          <a:prstGeom prst="rect">
            <a:avLst/>
          </a:prstGeom>
          <a:noFill/>
          <a:extLst>
            <a:ext uri="{909E8E84-426E-40DD-AFC4-6F175D3DCCD1}">
              <a14:hiddenFill xmlns:a14="http://schemas.microsoft.com/office/drawing/2010/main">
                <a:solidFill>
                  <a:srgbClr val="FFFFFF"/>
                </a:solidFill>
              </a14:hiddenFill>
            </a:ext>
          </a:extLst>
        </p:spPr>
      </p:pic>
      <p:sp>
        <p:nvSpPr>
          <p:cNvPr id="4" name="ZoneTexte 3">
            <a:extLst>
              <a:ext uri="{FF2B5EF4-FFF2-40B4-BE49-F238E27FC236}">
                <a16:creationId xmlns="" xmlns:a16="http://schemas.microsoft.com/office/drawing/2014/main" id="{90B961B0-0EB1-2701-5B2C-E70B3A9C3128}"/>
              </a:ext>
            </a:extLst>
          </p:cNvPr>
          <p:cNvSpPr txBox="1"/>
          <p:nvPr/>
        </p:nvSpPr>
        <p:spPr>
          <a:xfrm>
            <a:off x="7128417" y="6158084"/>
            <a:ext cx="3424988" cy="338554"/>
          </a:xfrm>
          <a:prstGeom prst="rect">
            <a:avLst/>
          </a:prstGeom>
          <a:noFill/>
        </p:spPr>
        <p:txBody>
          <a:bodyPr wrap="square">
            <a:spAutoFit/>
          </a:bodyPr>
          <a:lstStyle/>
          <a:p>
            <a:pPr algn="ctr"/>
            <a:r>
              <a:rPr lang="fr-FR" sz="1600" dirty="0"/>
              <a:t>Appareillage</a:t>
            </a:r>
          </a:p>
        </p:txBody>
      </p:sp>
    </p:spTree>
    <p:extLst>
      <p:ext uri="{BB962C8B-B14F-4D97-AF65-F5344CB8AC3E}">
        <p14:creationId xmlns:p14="http://schemas.microsoft.com/office/powerpoint/2010/main" val="350459071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 xmlns:a16="http://schemas.microsoft.com/office/drawing/2014/main" id="{F6986561-23AF-97A3-EB0F-BD81387A6CB5}"/>
            </a:ext>
          </a:extLst>
        </p:cNvPr>
        <p:cNvGrpSpPr/>
        <p:nvPr/>
      </p:nvGrpSpPr>
      <p:grpSpPr>
        <a:xfrm>
          <a:off x="0" y="0"/>
          <a:ext cx="0" cy="0"/>
          <a:chOff x="0" y="0"/>
          <a:chExt cx="0" cy="0"/>
        </a:xfrm>
      </p:grpSpPr>
      <p:sp>
        <p:nvSpPr>
          <p:cNvPr id="2" name="Espace réservé du numéro de diapositive 1">
            <a:extLst>
              <a:ext uri="{FF2B5EF4-FFF2-40B4-BE49-F238E27FC236}">
                <a16:creationId xmlns="" xmlns:a16="http://schemas.microsoft.com/office/drawing/2014/main" id="{459058CD-9B8D-A02D-6D42-BFA3BCF67A2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52</a:t>
            </a:fld>
            <a:endParaRPr lang="fr-FR"/>
          </a:p>
        </p:txBody>
      </p:sp>
      <p:pic>
        <p:nvPicPr>
          <p:cNvPr id="5" name="Image 4">
            <a:extLst>
              <a:ext uri="{FF2B5EF4-FFF2-40B4-BE49-F238E27FC236}">
                <a16:creationId xmlns="" xmlns:a16="http://schemas.microsoft.com/office/drawing/2014/main" id="{97C8E963-8C79-793C-4714-85452A1D1B8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39492" y="70223"/>
            <a:ext cx="1090163" cy="981979"/>
          </a:xfrm>
          <a:prstGeom prst="rect">
            <a:avLst/>
          </a:prstGeom>
          <a:noFill/>
          <a:ln>
            <a:noFill/>
          </a:ln>
        </p:spPr>
      </p:pic>
      <p:pic>
        <p:nvPicPr>
          <p:cNvPr id="6" name="officeArt object">
            <a:extLst>
              <a:ext uri="{FF2B5EF4-FFF2-40B4-BE49-F238E27FC236}">
                <a16:creationId xmlns="" xmlns:a16="http://schemas.microsoft.com/office/drawing/2014/main" id="{98C8EA2D-4B92-77C2-17CD-FB1DB755D84B}"/>
              </a:ext>
            </a:extLst>
          </p:cNvPr>
          <p:cNvPicPr/>
          <p:nvPr/>
        </p:nvPicPr>
        <p:blipFill rotWithShape="1">
          <a:blip r:embed="rId4"/>
          <a:srcRect l="12854" r="8048"/>
          <a:stretch/>
        </p:blipFill>
        <p:spPr>
          <a:xfrm>
            <a:off x="9840279" y="0"/>
            <a:ext cx="1199213" cy="1506125"/>
          </a:xfrm>
          <a:prstGeom prst="rect">
            <a:avLst/>
          </a:prstGeom>
          <a:ln w="12700" cap="flat">
            <a:noFill/>
            <a:miter lim="400000"/>
          </a:ln>
          <a:effectLst/>
        </p:spPr>
      </p:pic>
      <p:sp>
        <p:nvSpPr>
          <p:cNvPr id="8" name="Espace réservé du pied de page 7">
            <a:extLst>
              <a:ext uri="{FF2B5EF4-FFF2-40B4-BE49-F238E27FC236}">
                <a16:creationId xmlns="" xmlns:a16="http://schemas.microsoft.com/office/drawing/2014/main" id="{E556E962-105A-47B0-22E1-D7D1C5F121BD}"/>
              </a:ext>
            </a:extLst>
          </p:cNvPr>
          <p:cNvSpPr>
            <a:spLocks noGrp="1"/>
          </p:cNvSpPr>
          <p:nvPr>
            <p:ph type="ftr" idx="11"/>
          </p:nvPr>
        </p:nvSpPr>
        <p:spPr/>
        <p:txBody>
          <a:bodyPr/>
          <a:lstStyle/>
          <a:p>
            <a:r>
              <a:rPr lang="fr-FR" dirty="0"/>
              <a:t>Dr. Ibrahim Niang</a:t>
            </a:r>
          </a:p>
        </p:txBody>
      </p:sp>
      <p:sp>
        <p:nvSpPr>
          <p:cNvPr id="3" name="Rectangle 2">
            <a:extLst>
              <a:ext uri="{FF2B5EF4-FFF2-40B4-BE49-F238E27FC236}">
                <a16:creationId xmlns="" xmlns:a16="http://schemas.microsoft.com/office/drawing/2014/main" id="{578033EB-43A3-9CA5-A414-979C12DA5882}"/>
              </a:ext>
            </a:extLst>
          </p:cNvPr>
          <p:cNvSpPr/>
          <p:nvPr/>
        </p:nvSpPr>
        <p:spPr>
          <a:xfrm>
            <a:off x="-63745" y="-107207"/>
            <a:ext cx="5199163" cy="1309654"/>
          </a:xfrm>
          <a:prstGeom prst="rect">
            <a:avLst/>
          </a:prstGeom>
        </p:spPr>
        <p:txBody>
          <a:bodyPr wrap="square">
            <a:spAutoFit/>
          </a:bodyPr>
          <a:lstStyle/>
          <a:p>
            <a:pPr marL="571500" indent="-571500">
              <a:lnSpc>
                <a:spcPct val="150000"/>
              </a:lnSpc>
              <a:buClr>
                <a:srgbClr val="1F3864"/>
              </a:buClr>
              <a:buSzPct val="65000"/>
              <a:buFont typeface="+mj-lt"/>
              <a:buAutoNum type="romanUcPeriod" startAt="2"/>
            </a:pPr>
            <a:r>
              <a:rPr lang="fr-FR" sz="3200" b="1" dirty="0">
                <a:solidFill>
                  <a:srgbClr val="1F3864"/>
                </a:solidFill>
                <a:latin typeface="Aptos" panose="020B0004020202020204" pitchFamily="34" charset="0"/>
                <a:ea typeface="Calibri"/>
                <a:cs typeface="Calibri"/>
                <a:sym typeface="Calibri"/>
              </a:rPr>
              <a:t>Gros œuvre </a:t>
            </a:r>
          </a:p>
          <a:p>
            <a:pPr>
              <a:lnSpc>
                <a:spcPct val="150000"/>
              </a:lnSpc>
            </a:pPr>
            <a:endParaRPr lang="fr-FR" sz="2400" dirty="0">
              <a:solidFill>
                <a:srgbClr val="1F3864"/>
              </a:solidFill>
              <a:latin typeface="Proxima Nova"/>
              <a:cs typeface="Calibri"/>
              <a:sym typeface="Calibri"/>
            </a:endParaRPr>
          </a:p>
        </p:txBody>
      </p:sp>
      <p:sp>
        <p:nvSpPr>
          <p:cNvPr id="10" name="ZoneTexte 9">
            <a:extLst>
              <a:ext uri="{FF2B5EF4-FFF2-40B4-BE49-F238E27FC236}">
                <a16:creationId xmlns="" xmlns:a16="http://schemas.microsoft.com/office/drawing/2014/main" id="{B40E451F-32BB-8EB3-2DF0-F6FCF95A8DEF}"/>
              </a:ext>
            </a:extLst>
          </p:cNvPr>
          <p:cNvSpPr txBox="1"/>
          <p:nvPr/>
        </p:nvSpPr>
        <p:spPr>
          <a:xfrm>
            <a:off x="1949503" y="1051491"/>
            <a:ext cx="7461994" cy="523220"/>
          </a:xfrm>
          <a:prstGeom prst="rect">
            <a:avLst/>
          </a:prstGeom>
          <a:noFill/>
        </p:spPr>
        <p:txBody>
          <a:bodyPr wrap="square">
            <a:spAutoFit/>
          </a:bodyPr>
          <a:lstStyle/>
          <a:p>
            <a:pPr algn="ctr"/>
            <a:r>
              <a:rPr lang="fr-FR" sz="2800" dirty="0">
                <a:ln w="0"/>
                <a:solidFill>
                  <a:srgbClr val="1F3864"/>
                </a:solidFill>
                <a:latin typeface="Aptos" panose="020B0004020202020204" pitchFamily="34" charset="0"/>
              </a:rPr>
              <a:t>Maçonnerie   </a:t>
            </a:r>
          </a:p>
        </p:txBody>
      </p:sp>
      <p:sp>
        <p:nvSpPr>
          <p:cNvPr id="7" name="ZoneTexte 6">
            <a:extLst>
              <a:ext uri="{FF2B5EF4-FFF2-40B4-BE49-F238E27FC236}">
                <a16:creationId xmlns="" xmlns:a16="http://schemas.microsoft.com/office/drawing/2014/main" id="{0742BDDB-63E5-9A68-1637-37F8D64A2D44}"/>
              </a:ext>
            </a:extLst>
          </p:cNvPr>
          <p:cNvSpPr txBox="1"/>
          <p:nvPr/>
        </p:nvSpPr>
        <p:spPr>
          <a:xfrm>
            <a:off x="116306" y="1002630"/>
            <a:ext cx="6168188" cy="369332"/>
          </a:xfrm>
          <a:prstGeom prst="rect">
            <a:avLst/>
          </a:prstGeom>
          <a:noFill/>
        </p:spPr>
        <p:txBody>
          <a:bodyPr wrap="square">
            <a:spAutoFit/>
          </a:bodyPr>
          <a:lstStyle/>
          <a:p>
            <a:r>
              <a:rPr lang="fr-FR" dirty="0">
                <a:highlight>
                  <a:srgbClr val="FFFF00"/>
                </a:highlight>
              </a:rPr>
              <a:t>DTU 20</a:t>
            </a:r>
          </a:p>
        </p:txBody>
      </p:sp>
      <p:sp>
        <p:nvSpPr>
          <p:cNvPr id="13" name="ZoneTexte 12">
            <a:extLst>
              <a:ext uri="{FF2B5EF4-FFF2-40B4-BE49-F238E27FC236}">
                <a16:creationId xmlns="" xmlns:a16="http://schemas.microsoft.com/office/drawing/2014/main" id="{58C32A71-D019-1818-A115-90BD438F9AE8}"/>
              </a:ext>
            </a:extLst>
          </p:cNvPr>
          <p:cNvSpPr txBox="1"/>
          <p:nvPr/>
        </p:nvSpPr>
        <p:spPr>
          <a:xfrm>
            <a:off x="631825" y="1506125"/>
            <a:ext cx="11159122" cy="923330"/>
          </a:xfrm>
          <a:prstGeom prst="rect">
            <a:avLst/>
          </a:prstGeom>
          <a:noFill/>
        </p:spPr>
        <p:txBody>
          <a:bodyPr wrap="square">
            <a:spAutoFit/>
          </a:bodyPr>
          <a:lstStyle/>
          <a:p>
            <a:pPr algn="ctr"/>
            <a:r>
              <a:rPr lang="fr-FR" dirty="0"/>
              <a:t>Un mur en maçonnerie est une </a:t>
            </a:r>
            <a:r>
              <a:rPr lang="fr-FR" b="1" dirty="0"/>
              <a:t>structure composée de matériaux </a:t>
            </a:r>
            <a:r>
              <a:rPr lang="fr-FR" dirty="0"/>
              <a:t>tels que des </a:t>
            </a:r>
            <a:r>
              <a:rPr lang="fr-FR" b="1" dirty="0"/>
              <a:t>briques, des blocs de béton, des pierres naturelles ou des parpaings</a:t>
            </a:r>
            <a:r>
              <a:rPr lang="fr-FR" dirty="0"/>
              <a:t>, </a:t>
            </a:r>
            <a:r>
              <a:rPr lang="fr-FR" b="1" dirty="0"/>
              <a:t>assemblés à l'aide de mortier</a:t>
            </a:r>
            <a:r>
              <a:rPr lang="fr-FR" dirty="0"/>
              <a:t>. Il est fréquemment utilisé dans la construction pour remplir des </a:t>
            </a:r>
            <a:r>
              <a:rPr lang="fr-FR" b="1" dirty="0"/>
              <a:t>rôles porteurs</a:t>
            </a:r>
            <a:r>
              <a:rPr lang="fr-FR" dirty="0"/>
              <a:t>, de </a:t>
            </a:r>
            <a:r>
              <a:rPr lang="fr-FR" b="1" dirty="0"/>
              <a:t>séparation des espaces ou de protection</a:t>
            </a:r>
            <a:r>
              <a:rPr lang="fr-FR" dirty="0"/>
              <a:t>.</a:t>
            </a:r>
          </a:p>
        </p:txBody>
      </p:sp>
      <p:sp>
        <p:nvSpPr>
          <p:cNvPr id="9" name="ZoneTexte 8">
            <a:extLst>
              <a:ext uri="{FF2B5EF4-FFF2-40B4-BE49-F238E27FC236}">
                <a16:creationId xmlns="" xmlns:a16="http://schemas.microsoft.com/office/drawing/2014/main" id="{B7A28A98-52FE-F78A-FA30-21E10AE15EEE}"/>
              </a:ext>
            </a:extLst>
          </p:cNvPr>
          <p:cNvSpPr txBox="1"/>
          <p:nvPr/>
        </p:nvSpPr>
        <p:spPr>
          <a:xfrm>
            <a:off x="372979" y="2720386"/>
            <a:ext cx="6168188" cy="1477328"/>
          </a:xfrm>
          <a:prstGeom prst="rect">
            <a:avLst/>
          </a:prstGeom>
          <a:noFill/>
        </p:spPr>
        <p:txBody>
          <a:bodyPr wrap="square">
            <a:spAutoFit/>
          </a:bodyPr>
          <a:lstStyle/>
          <a:p>
            <a:pPr marL="342900" indent="-342900">
              <a:buFont typeface="+mj-lt"/>
              <a:buAutoNum type="arabicPeriod" startAt="3"/>
            </a:pPr>
            <a:r>
              <a:rPr lang="fr-FR" b="1" dirty="0"/>
              <a:t>Vérifications régulières </a:t>
            </a:r>
            <a:r>
              <a:rPr lang="fr-FR" dirty="0"/>
              <a:t>: Contrôler l'alignement avec un cordeau, l’horizontalité avec un niveau, et l’épaisseur uniforme des joints.</a:t>
            </a:r>
          </a:p>
          <a:p>
            <a:pPr marL="342900" indent="-342900">
              <a:buFont typeface="+mj-lt"/>
              <a:buAutoNum type="arabicPeriod" startAt="3"/>
            </a:pPr>
            <a:r>
              <a:rPr lang="fr-FR" b="1" dirty="0"/>
              <a:t>Finitions : </a:t>
            </a:r>
            <a:r>
              <a:rPr lang="fr-FR" dirty="0"/>
              <a:t>Nettoyer les excès de mortier, lisser les joints et appliquer des traitements ou enduits si requis.</a:t>
            </a:r>
          </a:p>
        </p:txBody>
      </p:sp>
      <p:pic>
        <p:nvPicPr>
          <p:cNvPr id="12290" name="Picture 2" descr="Réaliser un mur en parpaing – Tout sur le béton">
            <a:extLst>
              <a:ext uri="{FF2B5EF4-FFF2-40B4-BE49-F238E27FC236}">
                <a16:creationId xmlns="" xmlns:a16="http://schemas.microsoft.com/office/drawing/2014/main" id="{D44531E3-7E34-356D-CE57-B7B3ECF7417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27117" y="2476370"/>
            <a:ext cx="3075470" cy="2265518"/>
          </a:xfrm>
          <a:prstGeom prst="rect">
            <a:avLst/>
          </a:prstGeom>
          <a:noFill/>
          <a:extLst>
            <a:ext uri="{909E8E84-426E-40DD-AFC4-6F175D3DCCD1}">
              <a14:hiddenFill xmlns:a14="http://schemas.microsoft.com/office/drawing/2010/main">
                <a:solidFill>
                  <a:srgbClr val="FFFFFF"/>
                </a:solidFill>
              </a14:hiddenFill>
            </a:ext>
          </a:extLst>
        </p:spPr>
      </p:pic>
      <p:pic>
        <p:nvPicPr>
          <p:cNvPr id="11" name="Image 10">
            <a:extLst>
              <a:ext uri="{FF2B5EF4-FFF2-40B4-BE49-F238E27FC236}">
                <a16:creationId xmlns="" xmlns:a16="http://schemas.microsoft.com/office/drawing/2014/main" id="{8C67304F-AFA2-6B48-2CCD-8822117C942D}"/>
              </a:ext>
            </a:extLst>
          </p:cNvPr>
          <p:cNvPicPr>
            <a:picLocks noChangeAspect="1"/>
          </p:cNvPicPr>
          <p:nvPr/>
        </p:nvPicPr>
        <p:blipFill>
          <a:blip r:embed="rId6"/>
          <a:stretch>
            <a:fillRect/>
          </a:stretch>
        </p:blipFill>
        <p:spPr>
          <a:xfrm>
            <a:off x="7693252" y="4900584"/>
            <a:ext cx="2743200" cy="1545830"/>
          </a:xfrm>
          <a:prstGeom prst="rect">
            <a:avLst/>
          </a:prstGeom>
        </p:spPr>
      </p:pic>
      <p:sp>
        <p:nvSpPr>
          <p:cNvPr id="14" name="ZoneTexte 13">
            <a:extLst>
              <a:ext uri="{FF2B5EF4-FFF2-40B4-BE49-F238E27FC236}">
                <a16:creationId xmlns="" xmlns:a16="http://schemas.microsoft.com/office/drawing/2014/main" id="{3372F56B-2052-D3EB-3D8E-740648EA5F08}"/>
              </a:ext>
            </a:extLst>
          </p:cNvPr>
          <p:cNvSpPr txBox="1"/>
          <p:nvPr/>
        </p:nvSpPr>
        <p:spPr>
          <a:xfrm>
            <a:off x="6898106" y="6390140"/>
            <a:ext cx="6168188" cy="523220"/>
          </a:xfrm>
          <a:prstGeom prst="rect">
            <a:avLst/>
          </a:prstGeom>
          <a:noFill/>
        </p:spPr>
        <p:txBody>
          <a:bodyPr wrap="square">
            <a:spAutoFit/>
          </a:bodyPr>
          <a:lstStyle/>
          <a:p>
            <a:r>
              <a:rPr lang="fr-FR" sz="1400" dirty="0">
                <a:hlinkClick r:id="rId7"/>
              </a:rPr>
              <a:t>https://www.youtube.com/watch?v=6kUV1vHm-YU</a:t>
            </a:r>
            <a:endParaRPr lang="fr-FR" sz="1400" dirty="0"/>
          </a:p>
          <a:p>
            <a:endParaRPr lang="fr-FR" sz="1400" dirty="0"/>
          </a:p>
        </p:txBody>
      </p:sp>
      <p:pic>
        <p:nvPicPr>
          <p:cNvPr id="15" name="Picture 4" descr="enduire un mur">
            <a:extLst>
              <a:ext uri="{FF2B5EF4-FFF2-40B4-BE49-F238E27FC236}">
                <a16:creationId xmlns="" xmlns:a16="http://schemas.microsoft.com/office/drawing/2014/main" id="{F1A81030-424A-06D1-B2E4-20E8532F53CE}"/>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543761" y="5157052"/>
            <a:ext cx="2345489" cy="1564423"/>
          </a:xfrm>
          <a:prstGeom prst="rect">
            <a:avLst/>
          </a:prstGeom>
          <a:noFill/>
          <a:extLst>
            <a:ext uri="{909E8E84-426E-40DD-AFC4-6F175D3DCCD1}">
              <a14:hiddenFill xmlns:a14="http://schemas.microsoft.com/office/drawing/2010/main">
                <a:solidFill>
                  <a:srgbClr val="FFFFFF"/>
                </a:solidFill>
              </a14:hiddenFill>
            </a:ext>
          </a:extLst>
        </p:spPr>
      </p:pic>
      <p:pic>
        <p:nvPicPr>
          <p:cNvPr id="12294" name="Picture 6" descr="Peindre un mur - Côté Maison">
            <a:extLst>
              <a:ext uri="{FF2B5EF4-FFF2-40B4-BE49-F238E27FC236}">
                <a16:creationId xmlns="" xmlns:a16="http://schemas.microsoft.com/office/drawing/2014/main" id="{295E45D1-6698-CE6E-A7CE-34C7F966B7E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346450" y="4588091"/>
            <a:ext cx="2743200" cy="1543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476073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 xmlns:a16="http://schemas.microsoft.com/office/drawing/2014/main" id="{85207348-0A44-430B-0BE9-E4A6743291B6}"/>
            </a:ext>
          </a:extLst>
        </p:cNvPr>
        <p:cNvGrpSpPr/>
        <p:nvPr/>
      </p:nvGrpSpPr>
      <p:grpSpPr>
        <a:xfrm>
          <a:off x="0" y="0"/>
          <a:ext cx="0" cy="0"/>
          <a:chOff x="0" y="0"/>
          <a:chExt cx="0" cy="0"/>
        </a:xfrm>
      </p:grpSpPr>
      <p:sp>
        <p:nvSpPr>
          <p:cNvPr id="2" name="Espace réservé du numéro de diapositive 1">
            <a:extLst>
              <a:ext uri="{FF2B5EF4-FFF2-40B4-BE49-F238E27FC236}">
                <a16:creationId xmlns="" xmlns:a16="http://schemas.microsoft.com/office/drawing/2014/main" id="{6F7AF023-9526-D329-71D5-A746959E18B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53</a:t>
            </a:fld>
            <a:endParaRPr lang="fr-FR"/>
          </a:p>
        </p:txBody>
      </p:sp>
      <p:pic>
        <p:nvPicPr>
          <p:cNvPr id="5" name="Image 4">
            <a:extLst>
              <a:ext uri="{FF2B5EF4-FFF2-40B4-BE49-F238E27FC236}">
                <a16:creationId xmlns="" xmlns:a16="http://schemas.microsoft.com/office/drawing/2014/main" id="{AF56E68E-6917-3B83-DBC5-9475EEEA4B2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39492" y="70223"/>
            <a:ext cx="1090163" cy="981979"/>
          </a:xfrm>
          <a:prstGeom prst="rect">
            <a:avLst/>
          </a:prstGeom>
          <a:noFill/>
          <a:ln>
            <a:noFill/>
          </a:ln>
        </p:spPr>
      </p:pic>
      <p:pic>
        <p:nvPicPr>
          <p:cNvPr id="6" name="officeArt object">
            <a:extLst>
              <a:ext uri="{FF2B5EF4-FFF2-40B4-BE49-F238E27FC236}">
                <a16:creationId xmlns="" xmlns:a16="http://schemas.microsoft.com/office/drawing/2014/main" id="{FDAED68E-2BEF-C52B-66AF-1BEA77A04892}"/>
              </a:ext>
            </a:extLst>
          </p:cNvPr>
          <p:cNvPicPr/>
          <p:nvPr/>
        </p:nvPicPr>
        <p:blipFill rotWithShape="1">
          <a:blip r:embed="rId4"/>
          <a:srcRect l="12854" r="8048"/>
          <a:stretch/>
        </p:blipFill>
        <p:spPr>
          <a:xfrm>
            <a:off x="9840279" y="0"/>
            <a:ext cx="1199213" cy="1506125"/>
          </a:xfrm>
          <a:prstGeom prst="rect">
            <a:avLst/>
          </a:prstGeom>
          <a:ln w="12700" cap="flat">
            <a:noFill/>
            <a:miter lim="400000"/>
          </a:ln>
          <a:effectLst/>
        </p:spPr>
      </p:pic>
      <p:sp>
        <p:nvSpPr>
          <p:cNvPr id="8" name="Espace réservé du pied de page 7">
            <a:extLst>
              <a:ext uri="{FF2B5EF4-FFF2-40B4-BE49-F238E27FC236}">
                <a16:creationId xmlns="" xmlns:a16="http://schemas.microsoft.com/office/drawing/2014/main" id="{91DF7B4A-DED8-3276-CB56-24177A47E414}"/>
              </a:ext>
            </a:extLst>
          </p:cNvPr>
          <p:cNvSpPr>
            <a:spLocks noGrp="1"/>
          </p:cNvSpPr>
          <p:nvPr>
            <p:ph type="ftr" idx="11"/>
          </p:nvPr>
        </p:nvSpPr>
        <p:spPr/>
        <p:txBody>
          <a:bodyPr/>
          <a:lstStyle/>
          <a:p>
            <a:r>
              <a:rPr lang="fr-FR" dirty="0"/>
              <a:t>Dr. Ibrahim Niang</a:t>
            </a:r>
          </a:p>
        </p:txBody>
      </p:sp>
      <p:sp>
        <p:nvSpPr>
          <p:cNvPr id="3" name="Rectangle 2">
            <a:extLst>
              <a:ext uri="{FF2B5EF4-FFF2-40B4-BE49-F238E27FC236}">
                <a16:creationId xmlns="" xmlns:a16="http://schemas.microsoft.com/office/drawing/2014/main" id="{E859DB71-6E03-1DC5-8850-6E45F98921CD}"/>
              </a:ext>
            </a:extLst>
          </p:cNvPr>
          <p:cNvSpPr/>
          <p:nvPr/>
        </p:nvSpPr>
        <p:spPr>
          <a:xfrm>
            <a:off x="-63745" y="-107207"/>
            <a:ext cx="5199163" cy="1309654"/>
          </a:xfrm>
          <a:prstGeom prst="rect">
            <a:avLst/>
          </a:prstGeom>
        </p:spPr>
        <p:txBody>
          <a:bodyPr wrap="square">
            <a:spAutoFit/>
          </a:bodyPr>
          <a:lstStyle/>
          <a:p>
            <a:pPr marL="571500" indent="-571500">
              <a:lnSpc>
                <a:spcPct val="150000"/>
              </a:lnSpc>
              <a:buClr>
                <a:srgbClr val="1F3864"/>
              </a:buClr>
              <a:buSzPct val="65000"/>
              <a:buFont typeface="+mj-lt"/>
              <a:buAutoNum type="romanUcPeriod" startAt="2"/>
            </a:pPr>
            <a:r>
              <a:rPr lang="fr-FR" sz="3200" b="1" dirty="0">
                <a:solidFill>
                  <a:srgbClr val="1F3864"/>
                </a:solidFill>
                <a:latin typeface="Aptos" panose="020B0004020202020204" pitchFamily="34" charset="0"/>
                <a:ea typeface="Calibri"/>
                <a:cs typeface="Calibri"/>
                <a:sym typeface="Calibri"/>
              </a:rPr>
              <a:t>Gros œuvre </a:t>
            </a:r>
          </a:p>
          <a:p>
            <a:pPr>
              <a:lnSpc>
                <a:spcPct val="150000"/>
              </a:lnSpc>
            </a:pPr>
            <a:endParaRPr lang="fr-FR" sz="2400" dirty="0">
              <a:solidFill>
                <a:srgbClr val="1F3864"/>
              </a:solidFill>
              <a:latin typeface="Proxima Nova"/>
              <a:cs typeface="Calibri"/>
              <a:sym typeface="Calibri"/>
            </a:endParaRPr>
          </a:p>
        </p:txBody>
      </p:sp>
      <p:sp>
        <p:nvSpPr>
          <p:cNvPr id="10" name="ZoneTexte 9">
            <a:extLst>
              <a:ext uri="{FF2B5EF4-FFF2-40B4-BE49-F238E27FC236}">
                <a16:creationId xmlns="" xmlns:a16="http://schemas.microsoft.com/office/drawing/2014/main" id="{09716C2A-E6A8-8EC8-B401-4711D32F1BDA}"/>
              </a:ext>
            </a:extLst>
          </p:cNvPr>
          <p:cNvSpPr txBox="1"/>
          <p:nvPr/>
        </p:nvSpPr>
        <p:spPr>
          <a:xfrm>
            <a:off x="1949503" y="1051491"/>
            <a:ext cx="7461994" cy="523220"/>
          </a:xfrm>
          <a:prstGeom prst="rect">
            <a:avLst/>
          </a:prstGeom>
          <a:noFill/>
        </p:spPr>
        <p:txBody>
          <a:bodyPr wrap="square">
            <a:spAutoFit/>
          </a:bodyPr>
          <a:lstStyle/>
          <a:p>
            <a:pPr algn="ctr"/>
            <a:r>
              <a:rPr lang="fr-FR" sz="2800" dirty="0">
                <a:ln w="0"/>
                <a:solidFill>
                  <a:srgbClr val="1F3864"/>
                </a:solidFill>
                <a:latin typeface="Aptos" panose="020B0004020202020204" pitchFamily="34" charset="0"/>
              </a:rPr>
              <a:t>Maçonnerie   </a:t>
            </a:r>
          </a:p>
        </p:txBody>
      </p:sp>
      <p:sp>
        <p:nvSpPr>
          <p:cNvPr id="7" name="ZoneTexte 6">
            <a:extLst>
              <a:ext uri="{FF2B5EF4-FFF2-40B4-BE49-F238E27FC236}">
                <a16:creationId xmlns="" xmlns:a16="http://schemas.microsoft.com/office/drawing/2014/main" id="{1F364A6A-4E84-6782-7CA5-61D246BA2170}"/>
              </a:ext>
            </a:extLst>
          </p:cNvPr>
          <p:cNvSpPr txBox="1"/>
          <p:nvPr/>
        </p:nvSpPr>
        <p:spPr>
          <a:xfrm>
            <a:off x="116306" y="1002630"/>
            <a:ext cx="6168188" cy="369332"/>
          </a:xfrm>
          <a:prstGeom prst="rect">
            <a:avLst/>
          </a:prstGeom>
          <a:noFill/>
        </p:spPr>
        <p:txBody>
          <a:bodyPr wrap="square">
            <a:spAutoFit/>
          </a:bodyPr>
          <a:lstStyle/>
          <a:p>
            <a:r>
              <a:rPr lang="fr-FR" dirty="0">
                <a:highlight>
                  <a:srgbClr val="FFFF00"/>
                </a:highlight>
              </a:rPr>
              <a:t>DTU 20</a:t>
            </a:r>
          </a:p>
        </p:txBody>
      </p:sp>
      <p:sp>
        <p:nvSpPr>
          <p:cNvPr id="12" name="ZoneTexte 11">
            <a:extLst>
              <a:ext uri="{FF2B5EF4-FFF2-40B4-BE49-F238E27FC236}">
                <a16:creationId xmlns="" xmlns:a16="http://schemas.microsoft.com/office/drawing/2014/main" id="{6C2B484D-1173-E5EA-6A47-B0D5DEA50EA0}"/>
              </a:ext>
            </a:extLst>
          </p:cNvPr>
          <p:cNvSpPr txBox="1"/>
          <p:nvPr/>
        </p:nvSpPr>
        <p:spPr>
          <a:xfrm>
            <a:off x="1217938" y="1623572"/>
            <a:ext cx="9756124" cy="1200329"/>
          </a:xfrm>
          <a:prstGeom prst="rect">
            <a:avLst/>
          </a:prstGeom>
          <a:noFill/>
        </p:spPr>
        <p:txBody>
          <a:bodyPr wrap="square">
            <a:spAutoFit/>
          </a:bodyPr>
          <a:lstStyle/>
          <a:p>
            <a:pPr algn="ctr"/>
            <a:r>
              <a:rPr lang="fr-FR" dirty="0"/>
              <a:t>Le chaînage d’un mur est un </a:t>
            </a:r>
            <a:r>
              <a:rPr lang="fr-FR" b="1" dirty="0"/>
              <a:t>élément structurel en béton armé </a:t>
            </a:r>
            <a:r>
              <a:rPr lang="fr-FR" dirty="0"/>
              <a:t>intégré dans la maçonnerie pour assurer la </a:t>
            </a:r>
            <a:r>
              <a:rPr lang="fr-FR" b="1" dirty="0"/>
              <a:t>cohésion et la stabilité de l'ensemble de l'ouvrage</a:t>
            </a:r>
            <a:r>
              <a:rPr lang="fr-FR" dirty="0"/>
              <a:t>. Il s’agit d’une </a:t>
            </a:r>
            <a:r>
              <a:rPr lang="fr-FR" b="1" dirty="0"/>
              <a:t>ceinture</a:t>
            </a:r>
            <a:r>
              <a:rPr lang="fr-FR" dirty="0"/>
              <a:t> ou d'une armature longitudinale réalisée horizontalement </a:t>
            </a:r>
            <a:r>
              <a:rPr lang="fr-FR" b="1" dirty="0"/>
              <a:t>(chaînage horizontal) </a:t>
            </a:r>
            <a:r>
              <a:rPr lang="fr-FR" dirty="0"/>
              <a:t>ou verticalement </a:t>
            </a:r>
            <a:r>
              <a:rPr lang="fr-FR" b="1" dirty="0"/>
              <a:t>(chaînage vertical), </a:t>
            </a:r>
            <a:r>
              <a:rPr lang="fr-FR" dirty="0"/>
              <a:t>destinée à relier les différents éléments de la construction.</a:t>
            </a:r>
          </a:p>
        </p:txBody>
      </p:sp>
      <p:sp>
        <p:nvSpPr>
          <p:cNvPr id="17" name="ZoneTexte 16">
            <a:extLst>
              <a:ext uri="{FF2B5EF4-FFF2-40B4-BE49-F238E27FC236}">
                <a16:creationId xmlns="" xmlns:a16="http://schemas.microsoft.com/office/drawing/2014/main" id="{50895BE6-B343-A868-2E6A-64A6C86ED560}"/>
              </a:ext>
            </a:extLst>
          </p:cNvPr>
          <p:cNvSpPr txBox="1"/>
          <p:nvPr/>
        </p:nvSpPr>
        <p:spPr>
          <a:xfrm>
            <a:off x="116306" y="3026736"/>
            <a:ext cx="5145505" cy="3416320"/>
          </a:xfrm>
          <a:prstGeom prst="rect">
            <a:avLst/>
          </a:prstGeom>
          <a:noFill/>
        </p:spPr>
        <p:txBody>
          <a:bodyPr wrap="square">
            <a:spAutoFit/>
          </a:bodyPr>
          <a:lstStyle/>
          <a:p>
            <a:pPr marL="285750" indent="-285750">
              <a:buFont typeface="Arial" panose="020B0604020202020204" pitchFamily="34" charset="0"/>
              <a:buChar char="•"/>
            </a:pPr>
            <a:r>
              <a:rPr lang="fr-FR" b="1" dirty="0"/>
              <a:t>Cohésion : </a:t>
            </a:r>
            <a:r>
              <a:rPr lang="fr-FR" dirty="0"/>
              <a:t>Relie les murs, assure la solidarité de la structure et prévient les fissures dues aux mouvements du sol ou à la dilatation.</a:t>
            </a:r>
          </a:p>
          <a:p>
            <a:pPr marL="285750" indent="-285750">
              <a:buFont typeface="Arial" panose="020B0604020202020204" pitchFamily="34" charset="0"/>
              <a:buChar char="•"/>
            </a:pPr>
            <a:r>
              <a:rPr lang="fr-FR" b="1" dirty="0"/>
              <a:t>Stabilité : </a:t>
            </a:r>
            <a:r>
              <a:rPr lang="fr-FR" dirty="0"/>
              <a:t>Résiste aux efforts horizontaux (vents, séismes, pression des terres).</a:t>
            </a:r>
          </a:p>
          <a:p>
            <a:pPr marL="285750" indent="-285750">
              <a:buFont typeface="Arial" panose="020B0604020202020204" pitchFamily="34" charset="0"/>
              <a:buChar char="•"/>
            </a:pPr>
            <a:r>
              <a:rPr lang="fr-FR" b="1" dirty="0"/>
              <a:t>Répartition des charges : </a:t>
            </a:r>
            <a:r>
              <a:rPr lang="fr-FR" dirty="0"/>
              <a:t>Uniformise la distribution des charges verticales.</a:t>
            </a:r>
          </a:p>
          <a:p>
            <a:pPr marL="285750" indent="-285750">
              <a:buFont typeface="Arial" panose="020B0604020202020204" pitchFamily="34" charset="0"/>
              <a:buChar char="•"/>
            </a:pPr>
            <a:r>
              <a:rPr lang="fr-FR" b="1" dirty="0"/>
              <a:t>Prévention des déformations : </a:t>
            </a:r>
            <a:r>
              <a:rPr lang="fr-FR" dirty="0"/>
              <a:t>Évite la déformation ou les fissures des murs.</a:t>
            </a:r>
          </a:p>
          <a:p>
            <a:pPr marL="285750" indent="-285750">
              <a:buFont typeface="Arial" panose="020B0604020202020204" pitchFamily="34" charset="0"/>
              <a:buChar char="•"/>
            </a:pPr>
            <a:r>
              <a:rPr lang="fr-FR" b="1" dirty="0"/>
              <a:t>Sécurité : </a:t>
            </a:r>
            <a:r>
              <a:rPr lang="fr-FR" dirty="0"/>
              <a:t>Limite les désordres liés à la discontinuité ou à l’affaissement des fondations.</a:t>
            </a:r>
          </a:p>
        </p:txBody>
      </p:sp>
      <p:pic>
        <p:nvPicPr>
          <p:cNvPr id="1026" name="Picture 2" descr="Maçonnerie portante Le guide de la Maçonnerie">
            <a:extLst>
              <a:ext uri="{FF2B5EF4-FFF2-40B4-BE49-F238E27FC236}">
                <a16:creationId xmlns="" xmlns:a16="http://schemas.microsoft.com/office/drawing/2014/main" id="{ADF8BF01-A210-1C1D-7573-39C2FB6CF7A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84557" y="2830028"/>
            <a:ext cx="4940058" cy="282764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Prix en France de m de Chaînage horizontal de blocs &quot;U&quot; en béton, pour mur  de blocs à bancher. Générateur de prix de la construction. CYPE Ingenieros,  S.A.">
            <a:extLst>
              <a:ext uri="{FF2B5EF4-FFF2-40B4-BE49-F238E27FC236}">
                <a16:creationId xmlns="" xmlns:a16="http://schemas.microsoft.com/office/drawing/2014/main" id="{D17FB0D9-01AA-4180-E506-D2D59FA4EAE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920555" y="4815471"/>
            <a:ext cx="1757165" cy="1316178"/>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Chaînages et linteaux pour monter un mur - [THEMATIQUE]">
            <a:extLst>
              <a:ext uri="{FF2B5EF4-FFF2-40B4-BE49-F238E27FC236}">
                <a16:creationId xmlns="" xmlns:a16="http://schemas.microsoft.com/office/drawing/2014/main" id="{13017F34-2160-8968-FCB2-3198140D8B62}"/>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680111" y="5657670"/>
            <a:ext cx="1860977" cy="12003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7656453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 xmlns:a16="http://schemas.microsoft.com/office/drawing/2014/main" id="{FBF2C2F8-60A3-8E1D-5DAD-82D033BCB40C}"/>
            </a:ext>
          </a:extLst>
        </p:cNvPr>
        <p:cNvGrpSpPr/>
        <p:nvPr/>
      </p:nvGrpSpPr>
      <p:grpSpPr>
        <a:xfrm>
          <a:off x="0" y="0"/>
          <a:ext cx="0" cy="0"/>
          <a:chOff x="0" y="0"/>
          <a:chExt cx="0" cy="0"/>
        </a:xfrm>
      </p:grpSpPr>
      <p:pic>
        <p:nvPicPr>
          <p:cNvPr id="15" name="Picture 8" descr="Technique de construction mur de cloture 1.80m haut 25m long - 7 ...">
            <a:extLst>
              <a:ext uri="{FF2B5EF4-FFF2-40B4-BE49-F238E27FC236}">
                <a16:creationId xmlns="" xmlns:a16="http://schemas.microsoft.com/office/drawing/2014/main" id="{3D75D573-613A-56AB-428B-0A3E8CB060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96365" y="3534567"/>
            <a:ext cx="3971670" cy="2139737"/>
          </a:xfrm>
          <a:prstGeom prst="rect">
            <a:avLst/>
          </a:prstGeom>
          <a:noFill/>
          <a:extLst>
            <a:ext uri="{909E8E84-426E-40DD-AFC4-6F175D3DCCD1}">
              <a14:hiddenFill xmlns:a14="http://schemas.microsoft.com/office/drawing/2010/main">
                <a:solidFill>
                  <a:srgbClr val="FFFFFF"/>
                </a:solidFill>
              </a14:hiddenFill>
            </a:ext>
          </a:extLst>
        </p:spPr>
      </p:pic>
      <p:sp>
        <p:nvSpPr>
          <p:cNvPr id="2" name="Espace réservé du numéro de diapositive 1">
            <a:extLst>
              <a:ext uri="{FF2B5EF4-FFF2-40B4-BE49-F238E27FC236}">
                <a16:creationId xmlns="" xmlns:a16="http://schemas.microsoft.com/office/drawing/2014/main" id="{C971F5BA-280B-2BDF-6190-56B38C2EBE0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54</a:t>
            </a:fld>
            <a:endParaRPr lang="fr-FR"/>
          </a:p>
        </p:txBody>
      </p:sp>
      <p:pic>
        <p:nvPicPr>
          <p:cNvPr id="5" name="Image 4">
            <a:extLst>
              <a:ext uri="{FF2B5EF4-FFF2-40B4-BE49-F238E27FC236}">
                <a16:creationId xmlns="" xmlns:a16="http://schemas.microsoft.com/office/drawing/2014/main" id="{0F642305-5EDE-4CE4-23EF-BB22D447041C}"/>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1039492" y="70223"/>
            <a:ext cx="1090163" cy="981979"/>
          </a:xfrm>
          <a:prstGeom prst="rect">
            <a:avLst/>
          </a:prstGeom>
          <a:noFill/>
          <a:ln>
            <a:noFill/>
          </a:ln>
        </p:spPr>
      </p:pic>
      <p:pic>
        <p:nvPicPr>
          <p:cNvPr id="6" name="officeArt object">
            <a:extLst>
              <a:ext uri="{FF2B5EF4-FFF2-40B4-BE49-F238E27FC236}">
                <a16:creationId xmlns="" xmlns:a16="http://schemas.microsoft.com/office/drawing/2014/main" id="{97521EB8-8B8C-146F-E39B-F0260954E8B4}"/>
              </a:ext>
            </a:extLst>
          </p:cNvPr>
          <p:cNvPicPr/>
          <p:nvPr/>
        </p:nvPicPr>
        <p:blipFill rotWithShape="1">
          <a:blip r:embed="rId5"/>
          <a:srcRect l="12854" r="8048"/>
          <a:stretch/>
        </p:blipFill>
        <p:spPr>
          <a:xfrm>
            <a:off x="9840279" y="0"/>
            <a:ext cx="1199213" cy="1506125"/>
          </a:xfrm>
          <a:prstGeom prst="rect">
            <a:avLst/>
          </a:prstGeom>
          <a:ln w="12700" cap="flat">
            <a:noFill/>
            <a:miter lim="400000"/>
          </a:ln>
          <a:effectLst/>
        </p:spPr>
      </p:pic>
      <p:sp>
        <p:nvSpPr>
          <p:cNvPr id="8" name="Espace réservé du pied de page 7">
            <a:extLst>
              <a:ext uri="{FF2B5EF4-FFF2-40B4-BE49-F238E27FC236}">
                <a16:creationId xmlns="" xmlns:a16="http://schemas.microsoft.com/office/drawing/2014/main" id="{14CEB6A4-0529-AA1B-F201-5F163E0F255F}"/>
              </a:ext>
            </a:extLst>
          </p:cNvPr>
          <p:cNvSpPr>
            <a:spLocks noGrp="1"/>
          </p:cNvSpPr>
          <p:nvPr>
            <p:ph type="ftr" idx="11"/>
          </p:nvPr>
        </p:nvSpPr>
        <p:spPr/>
        <p:txBody>
          <a:bodyPr/>
          <a:lstStyle/>
          <a:p>
            <a:r>
              <a:rPr lang="fr-FR" dirty="0"/>
              <a:t>Dr. Ibrahim Niang</a:t>
            </a:r>
          </a:p>
        </p:txBody>
      </p:sp>
      <p:sp>
        <p:nvSpPr>
          <p:cNvPr id="3" name="Rectangle 2">
            <a:extLst>
              <a:ext uri="{FF2B5EF4-FFF2-40B4-BE49-F238E27FC236}">
                <a16:creationId xmlns="" xmlns:a16="http://schemas.microsoft.com/office/drawing/2014/main" id="{3FA3F340-DA46-0691-E782-33C1FBFB523F}"/>
              </a:ext>
            </a:extLst>
          </p:cNvPr>
          <p:cNvSpPr/>
          <p:nvPr/>
        </p:nvSpPr>
        <p:spPr>
          <a:xfrm>
            <a:off x="-63745" y="-107207"/>
            <a:ext cx="5199163" cy="1309654"/>
          </a:xfrm>
          <a:prstGeom prst="rect">
            <a:avLst/>
          </a:prstGeom>
        </p:spPr>
        <p:txBody>
          <a:bodyPr wrap="square">
            <a:spAutoFit/>
          </a:bodyPr>
          <a:lstStyle/>
          <a:p>
            <a:pPr marL="571500" indent="-571500">
              <a:lnSpc>
                <a:spcPct val="150000"/>
              </a:lnSpc>
              <a:buClr>
                <a:srgbClr val="1F3864"/>
              </a:buClr>
              <a:buSzPct val="65000"/>
              <a:buFont typeface="+mj-lt"/>
              <a:buAutoNum type="romanUcPeriod" startAt="2"/>
            </a:pPr>
            <a:r>
              <a:rPr lang="fr-FR" sz="3200" b="1" dirty="0">
                <a:solidFill>
                  <a:srgbClr val="1F3864"/>
                </a:solidFill>
                <a:latin typeface="Aptos" panose="020B0004020202020204" pitchFamily="34" charset="0"/>
                <a:ea typeface="Calibri"/>
                <a:cs typeface="Calibri"/>
                <a:sym typeface="Calibri"/>
              </a:rPr>
              <a:t>Gros œuvre </a:t>
            </a:r>
          </a:p>
          <a:p>
            <a:pPr>
              <a:lnSpc>
                <a:spcPct val="150000"/>
              </a:lnSpc>
            </a:pPr>
            <a:endParaRPr lang="fr-FR" sz="2400" dirty="0">
              <a:solidFill>
                <a:srgbClr val="1F3864"/>
              </a:solidFill>
              <a:latin typeface="Proxima Nova"/>
              <a:cs typeface="Calibri"/>
              <a:sym typeface="Calibri"/>
            </a:endParaRPr>
          </a:p>
        </p:txBody>
      </p:sp>
      <p:sp>
        <p:nvSpPr>
          <p:cNvPr id="10" name="ZoneTexte 9">
            <a:extLst>
              <a:ext uri="{FF2B5EF4-FFF2-40B4-BE49-F238E27FC236}">
                <a16:creationId xmlns="" xmlns:a16="http://schemas.microsoft.com/office/drawing/2014/main" id="{25AC4A3F-5169-BB63-BAB4-60925124E310}"/>
              </a:ext>
            </a:extLst>
          </p:cNvPr>
          <p:cNvSpPr txBox="1"/>
          <p:nvPr/>
        </p:nvSpPr>
        <p:spPr>
          <a:xfrm>
            <a:off x="1949503" y="1051491"/>
            <a:ext cx="7461994" cy="523220"/>
          </a:xfrm>
          <a:prstGeom prst="rect">
            <a:avLst/>
          </a:prstGeom>
          <a:noFill/>
        </p:spPr>
        <p:txBody>
          <a:bodyPr wrap="square">
            <a:spAutoFit/>
          </a:bodyPr>
          <a:lstStyle/>
          <a:p>
            <a:pPr algn="ctr"/>
            <a:r>
              <a:rPr lang="fr-FR" sz="2800" dirty="0">
                <a:ln w="0"/>
                <a:solidFill>
                  <a:srgbClr val="1F3864"/>
                </a:solidFill>
                <a:latin typeface="Aptos" panose="020B0004020202020204" pitchFamily="34" charset="0"/>
              </a:rPr>
              <a:t>Maçonnerie   </a:t>
            </a:r>
          </a:p>
        </p:txBody>
      </p:sp>
      <p:sp>
        <p:nvSpPr>
          <p:cNvPr id="7" name="ZoneTexte 6">
            <a:extLst>
              <a:ext uri="{FF2B5EF4-FFF2-40B4-BE49-F238E27FC236}">
                <a16:creationId xmlns="" xmlns:a16="http://schemas.microsoft.com/office/drawing/2014/main" id="{F931CC72-71EB-9C96-3FB6-965946D57AA0}"/>
              </a:ext>
            </a:extLst>
          </p:cNvPr>
          <p:cNvSpPr txBox="1"/>
          <p:nvPr/>
        </p:nvSpPr>
        <p:spPr>
          <a:xfrm>
            <a:off x="116306" y="1002630"/>
            <a:ext cx="6168188" cy="369332"/>
          </a:xfrm>
          <a:prstGeom prst="rect">
            <a:avLst/>
          </a:prstGeom>
          <a:noFill/>
        </p:spPr>
        <p:txBody>
          <a:bodyPr wrap="square">
            <a:spAutoFit/>
          </a:bodyPr>
          <a:lstStyle/>
          <a:p>
            <a:r>
              <a:rPr lang="fr-FR" dirty="0">
                <a:highlight>
                  <a:srgbClr val="FFFF00"/>
                </a:highlight>
              </a:rPr>
              <a:t>DTU 20</a:t>
            </a:r>
          </a:p>
        </p:txBody>
      </p:sp>
      <p:sp>
        <p:nvSpPr>
          <p:cNvPr id="12" name="ZoneTexte 11">
            <a:extLst>
              <a:ext uri="{FF2B5EF4-FFF2-40B4-BE49-F238E27FC236}">
                <a16:creationId xmlns="" xmlns:a16="http://schemas.microsoft.com/office/drawing/2014/main" id="{BB4413B0-425F-A34E-4B20-445730C0E81C}"/>
              </a:ext>
            </a:extLst>
          </p:cNvPr>
          <p:cNvSpPr txBox="1"/>
          <p:nvPr/>
        </p:nvSpPr>
        <p:spPr>
          <a:xfrm>
            <a:off x="1217938" y="1623572"/>
            <a:ext cx="9756124" cy="1200329"/>
          </a:xfrm>
          <a:prstGeom prst="rect">
            <a:avLst/>
          </a:prstGeom>
          <a:noFill/>
        </p:spPr>
        <p:txBody>
          <a:bodyPr wrap="square">
            <a:spAutoFit/>
          </a:bodyPr>
          <a:lstStyle/>
          <a:p>
            <a:pPr algn="ctr"/>
            <a:r>
              <a:rPr lang="fr-FR" dirty="0"/>
              <a:t>Le chaînage d’un mur est un </a:t>
            </a:r>
            <a:r>
              <a:rPr lang="fr-FR" b="1" dirty="0"/>
              <a:t>élément structurel en béton armé </a:t>
            </a:r>
            <a:r>
              <a:rPr lang="fr-FR" dirty="0"/>
              <a:t>intégré dans la maçonnerie pour assurer la </a:t>
            </a:r>
            <a:r>
              <a:rPr lang="fr-FR" b="1" dirty="0"/>
              <a:t>cohésion et la stabilité de l'ensemble de l'ouvrage</a:t>
            </a:r>
            <a:r>
              <a:rPr lang="fr-FR" dirty="0"/>
              <a:t>. Il s’agit d’une </a:t>
            </a:r>
            <a:r>
              <a:rPr lang="fr-FR" b="1" dirty="0"/>
              <a:t>ceinture</a:t>
            </a:r>
            <a:r>
              <a:rPr lang="fr-FR" dirty="0"/>
              <a:t> ou d'une armature longitudinale réalisée horizontalement </a:t>
            </a:r>
            <a:r>
              <a:rPr lang="fr-FR" b="1" dirty="0"/>
              <a:t>(chaînage horizontal) </a:t>
            </a:r>
            <a:r>
              <a:rPr lang="fr-FR" dirty="0"/>
              <a:t>ou verticalement </a:t>
            </a:r>
            <a:r>
              <a:rPr lang="fr-FR" b="1" dirty="0"/>
              <a:t>(chaînage vertical), </a:t>
            </a:r>
            <a:r>
              <a:rPr lang="fr-FR" dirty="0"/>
              <a:t>destinée à relier les différents éléments de la construction.</a:t>
            </a:r>
          </a:p>
        </p:txBody>
      </p:sp>
      <p:sp>
        <p:nvSpPr>
          <p:cNvPr id="17" name="ZoneTexte 16">
            <a:extLst>
              <a:ext uri="{FF2B5EF4-FFF2-40B4-BE49-F238E27FC236}">
                <a16:creationId xmlns="" xmlns:a16="http://schemas.microsoft.com/office/drawing/2014/main" id="{E379561D-C5F0-F59D-44AE-D500D953026C}"/>
              </a:ext>
            </a:extLst>
          </p:cNvPr>
          <p:cNvSpPr txBox="1"/>
          <p:nvPr/>
        </p:nvSpPr>
        <p:spPr>
          <a:xfrm>
            <a:off x="116306" y="3026736"/>
            <a:ext cx="5145505" cy="3416320"/>
          </a:xfrm>
          <a:prstGeom prst="rect">
            <a:avLst/>
          </a:prstGeom>
          <a:noFill/>
        </p:spPr>
        <p:txBody>
          <a:bodyPr wrap="square">
            <a:spAutoFit/>
          </a:bodyPr>
          <a:lstStyle/>
          <a:p>
            <a:pPr marL="285750" indent="-285750">
              <a:buFont typeface="Arial" panose="020B0604020202020204" pitchFamily="34" charset="0"/>
              <a:buChar char="•"/>
            </a:pPr>
            <a:r>
              <a:rPr lang="fr-FR" b="1" dirty="0"/>
              <a:t>Cohésion : </a:t>
            </a:r>
            <a:r>
              <a:rPr lang="fr-FR" dirty="0"/>
              <a:t>Relie les murs, assure la solidarité de la structure et prévient les fissures dues aux mouvements du sol ou à la dilatation.</a:t>
            </a:r>
          </a:p>
          <a:p>
            <a:pPr marL="285750" indent="-285750">
              <a:buFont typeface="Arial" panose="020B0604020202020204" pitchFamily="34" charset="0"/>
              <a:buChar char="•"/>
            </a:pPr>
            <a:r>
              <a:rPr lang="fr-FR" b="1" dirty="0"/>
              <a:t>Stabilité : </a:t>
            </a:r>
            <a:r>
              <a:rPr lang="fr-FR" dirty="0"/>
              <a:t>Résiste aux efforts horizontaux (vents, séismes, pression des terres).</a:t>
            </a:r>
          </a:p>
          <a:p>
            <a:pPr marL="285750" indent="-285750">
              <a:buFont typeface="Arial" panose="020B0604020202020204" pitchFamily="34" charset="0"/>
              <a:buChar char="•"/>
            </a:pPr>
            <a:r>
              <a:rPr lang="fr-FR" b="1" dirty="0"/>
              <a:t>Répartition des charges : </a:t>
            </a:r>
            <a:r>
              <a:rPr lang="fr-FR" dirty="0"/>
              <a:t>Uniformise la distribution des charges verticales.</a:t>
            </a:r>
          </a:p>
          <a:p>
            <a:pPr marL="285750" indent="-285750">
              <a:buFont typeface="Arial" panose="020B0604020202020204" pitchFamily="34" charset="0"/>
              <a:buChar char="•"/>
            </a:pPr>
            <a:r>
              <a:rPr lang="fr-FR" b="1" dirty="0"/>
              <a:t>Prévention des déformations : </a:t>
            </a:r>
            <a:r>
              <a:rPr lang="fr-FR" dirty="0"/>
              <a:t>Évite la déformation ou les fissures des murs.</a:t>
            </a:r>
          </a:p>
          <a:p>
            <a:pPr marL="285750" indent="-285750">
              <a:buFont typeface="Arial" panose="020B0604020202020204" pitchFamily="34" charset="0"/>
              <a:buChar char="•"/>
            </a:pPr>
            <a:r>
              <a:rPr lang="fr-FR" b="1" dirty="0"/>
              <a:t>Sécurité : </a:t>
            </a:r>
            <a:r>
              <a:rPr lang="fr-FR" dirty="0"/>
              <a:t>Limite les désordres liés à la discontinuité ou à l’affaissement des fondations.</a:t>
            </a:r>
          </a:p>
        </p:txBody>
      </p:sp>
      <p:sp>
        <p:nvSpPr>
          <p:cNvPr id="9" name="ZoneTexte 8">
            <a:extLst>
              <a:ext uri="{FF2B5EF4-FFF2-40B4-BE49-F238E27FC236}">
                <a16:creationId xmlns="" xmlns:a16="http://schemas.microsoft.com/office/drawing/2014/main" id="{AA3B900A-FB12-B713-9714-DBF6CA573561}"/>
              </a:ext>
            </a:extLst>
          </p:cNvPr>
          <p:cNvSpPr txBox="1"/>
          <p:nvPr/>
        </p:nvSpPr>
        <p:spPr>
          <a:xfrm>
            <a:off x="6023812" y="6112168"/>
            <a:ext cx="6168188" cy="584775"/>
          </a:xfrm>
          <a:prstGeom prst="rect">
            <a:avLst/>
          </a:prstGeom>
          <a:noFill/>
        </p:spPr>
        <p:txBody>
          <a:bodyPr wrap="square">
            <a:spAutoFit/>
          </a:bodyPr>
          <a:lstStyle/>
          <a:p>
            <a:r>
              <a:rPr lang="fr-FR" sz="1600" dirty="0">
                <a:hlinkClick r:id="rId6"/>
              </a:rPr>
              <a:t>https://www.youtube.com/shorts/M7iZA16O5WA</a:t>
            </a:r>
            <a:endParaRPr lang="fr-FR" sz="1600" dirty="0"/>
          </a:p>
          <a:p>
            <a:endParaRPr lang="fr-FR" sz="1600" dirty="0"/>
          </a:p>
        </p:txBody>
      </p:sp>
      <p:sp>
        <p:nvSpPr>
          <p:cNvPr id="13" name="ZoneTexte 12">
            <a:extLst>
              <a:ext uri="{FF2B5EF4-FFF2-40B4-BE49-F238E27FC236}">
                <a16:creationId xmlns="" xmlns:a16="http://schemas.microsoft.com/office/drawing/2014/main" id="{49683F1B-95B9-05CD-7ECC-4EF6CDE4C175}"/>
              </a:ext>
            </a:extLst>
          </p:cNvPr>
          <p:cNvSpPr txBox="1"/>
          <p:nvPr/>
        </p:nvSpPr>
        <p:spPr>
          <a:xfrm>
            <a:off x="5680500" y="5698836"/>
            <a:ext cx="6168188" cy="584775"/>
          </a:xfrm>
          <a:prstGeom prst="rect">
            <a:avLst/>
          </a:prstGeom>
          <a:noFill/>
        </p:spPr>
        <p:txBody>
          <a:bodyPr wrap="square">
            <a:spAutoFit/>
          </a:bodyPr>
          <a:lstStyle/>
          <a:p>
            <a:r>
              <a:rPr lang="fr-FR" sz="1600" dirty="0">
                <a:hlinkClick r:id="rId7"/>
              </a:rPr>
              <a:t>https://youtube.com/shorts/MBj-gognboU?si=_p1SLqMnxePOECkD</a:t>
            </a:r>
            <a:endParaRPr lang="fr-FR" sz="1600" dirty="0"/>
          </a:p>
          <a:p>
            <a:endParaRPr lang="fr-FR" sz="1600" dirty="0"/>
          </a:p>
        </p:txBody>
      </p:sp>
      <p:pic>
        <p:nvPicPr>
          <p:cNvPr id="14" name="Picture 6" descr="Ferraillage mur parpaing">
            <a:extLst>
              <a:ext uri="{FF2B5EF4-FFF2-40B4-BE49-F238E27FC236}">
                <a16:creationId xmlns="" xmlns:a16="http://schemas.microsoft.com/office/drawing/2014/main" id="{0896E90F-C4E8-09B6-2BBC-55FD435F2C2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509256" y="3252759"/>
            <a:ext cx="2841869" cy="16915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6153280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 xmlns:a16="http://schemas.microsoft.com/office/drawing/2014/main" id="{F756FB6E-A0CE-E871-90B5-474CC206D06C}"/>
            </a:ext>
          </a:extLst>
        </p:cNvPr>
        <p:cNvGrpSpPr/>
        <p:nvPr/>
      </p:nvGrpSpPr>
      <p:grpSpPr>
        <a:xfrm>
          <a:off x="0" y="0"/>
          <a:ext cx="0" cy="0"/>
          <a:chOff x="0" y="0"/>
          <a:chExt cx="0" cy="0"/>
        </a:xfrm>
      </p:grpSpPr>
      <p:sp>
        <p:nvSpPr>
          <p:cNvPr id="2" name="Espace réservé du numéro de diapositive 1">
            <a:extLst>
              <a:ext uri="{FF2B5EF4-FFF2-40B4-BE49-F238E27FC236}">
                <a16:creationId xmlns="" xmlns:a16="http://schemas.microsoft.com/office/drawing/2014/main" id="{A9136408-0F21-21BE-BC10-2D83E0498D0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55</a:t>
            </a:fld>
            <a:endParaRPr lang="fr-FR"/>
          </a:p>
        </p:txBody>
      </p:sp>
      <p:pic>
        <p:nvPicPr>
          <p:cNvPr id="5" name="Image 4">
            <a:extLst>
              <a:ext uri="{FF2B5EF4-FFF2-40B4-BE49-F238E27FC236}">
                <a16:creationId xmlns="" xmlns:a16="http://schemas.microsoft.com/office/drawing/2014/main" id="{3E5D4FFA-546D-7F3D-13B0-043116D8267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39492" y="70223"/>
            <a:ext cx="1090163" cy="981979"/>
          </a:xfrm>
          <a:prstGeom prst="rect">
            <a:avLst/>
          </a:prstGeom>
          <a:noFill/>
          <a:ln>
            <a:noFill/>
          </a:ln>
        </p:spPr>
      </p:pic>
      <p:pic>
        <p:nvPicPr>
          <p:cNvPr id="6" name="officeArt object">
            <a:extLst>
              <a:ext uri="{FF2B5EF4-FFF2-40B4-BE49-F238E27FC236}">
                <a16:creationId xmlns="" xmlns:a16="http://schemas.microsoft.com/office/drawing/2014/main" id="{3463CC7F-3FF9-8826-1739-EF5D7A668689}"/>
              </a:ext>
            </a:extLst>
          </p:cNvPr>
          <p:cNvPicPr/>
          <p:nvPr/>
        </p:nvPicPr>
        <p:blipFill rotWithShape="1">
          <a:blip r:embed="rId4"/>
          <a:srcRect l="12854" r="8048"/>
          <a:stretch/>
        </p:blipFill>
        <p:spPr>
          <a:xfrm>
            <a:off x="9840279" y="0"/>
            <a:ext cx="1199213" cy="1506125"/>
          </a:xfrm>
          <a:prstGeom prst="rect">
            <a:avLst/>
          </a:prstGeom>
          <a:ln w="12700" cap="flat">
            <a:noFill/>
            <a:miter lim="400000"/>
          </a:ln>
          <a:effectLst/>
        </p:spPr>
      </p:pic>
      <p:sp>
        <p:nvSpPr>
          <p:cNvPr id="8" name="Espace réservé du pied de page 7">
            <a:extLst>
              <a:ext uri="{FF2B5EF4-FFF2-40B4-BE49-F238E27FC236}">
                <a16:creationId xmlns="" xmlns:a16="http://schemas.microsoft.com/office/drawing/2014/main" id="{2E161AA7-A4D7-6027-9029-2F057A0A8EC0}"/>
              </a:ext>
            </a:extLst>
          </p:cNvPr>
          <p:cNvSpPr>
            <a:spLocks noGrp="1"/>
          </p:cNvSpPr>
          <p:nvPr>
            <p:ph type="ftr" idx="11"/>
          </p:nvPr>
        </p:nvSpPr>
        <p:spPr/>
        <p:txBody>
          <a:bodyPr/>
          <a:lstStyle/>
          <a:p>
            <a:r>
              <a:rPr lang="fr-FR" dirty="0"/>
              <a:t>Dr. Ibrahim Niang</a:t>
            </a:r>
          </a:p>
        </p:txBody>
      </p:sp>
      <p:sp>
        <p:nvSpPr>
          <p:cNvPr id="3" name="Rectangle 2">
            <a:extLst>
              <a:ext uri="{FF2B5EF4-FFF2-40B4-BE49-F238E27FC236}">
                <a16:creationId xmlns="" xmlns:a16="http://schemas.microsoft.com/office/drawing/2014/main" id="{877EF848-AEC6-708E-D91B-E60C35D478B5}"/>
              </a:ext>
            </a:extLst>
          </p:cNvPr>
          <p:cNvSpPr/>
          <p:nvPr/>
        </p:nvSpPr>
        <p:spPr>
          <a:xfrm>
            <a:off x="-63745" y="-107207"/>
            <a:ext cx="5199163" cy="1309654"/>
          </a:xfrm>
          <a:prstGeom prst="rect">
            <a:avLst/>
          </a:prstGeom>
        </p:spPr>
        <p:txBody>
          <a:bodyPr wrap="square">
            <a:spAutoFit/>
          </a:bodyPr>
          <a:lstStyle/>
          <a:p>
            <a:pPr marL="571500" indent="-571500">
              <a:lnSpc>
                <a:spcPct val="150000"/>
              </a:lnSpc>
              <a:buClr>
                <a:srgbClr val="1F3864"/>
              </a:buClr>
              <a:buSzPct val="65000"/>
              <a:buFont typeface="+mj-lt"/>
              <a:buAutoNum type="romanUcPeriod" startAt="2"/>
            </a:pPr>
            <a:r>
              <a:rPr lang="fr-FR" sz="3200" b="1" dirty="0">
                <a:solidFill>
                  <a:srgbClr val="1F3864"/>
                </a:solidFill>
                <a:latin typeface="Aptos" panose="020B0004020202020204" pitchFamily="34" charset="0"/>
                <a:ea typeface="Calibri"/>
                <a:cs typeface="Calibri"/>
                <a:sym typeface="Calibri"/>
              </a:rPr>
              <a:t>Gros œuvre </a:t>
            </a:r>
          </a:p>
          <a:p>
            <a:pPr>
              <a:lnSpc>
                <a:spcPct val="150000"/>
              </a:lnSpc>
            </a:pPr>
            <a:endParaRPr lang="fr-FR" sz="2400" dirty="0">
              <a:solidFill>
                <a:srgbClr val="1F3864"/>
              </a:solidFill>
              <a:latin typeface="Proxima Nova"/>
              <a:cs typeface="Calibri"/>
              <a:sym typeface="Calibri"/>
            </a:endParaRPr>
          </a:p>
        </p:txBody>
      </p:sp>
      <p:sp>
        <p:nvSpPr>
          <p:cNvPr id="10" name="ZoneTexte 9">
            <a:extLst>
              <a:ext uri="{FF2B5EF4-FFF2-40B4-BE49-F238E27FC236}">
                <a16:creationId xmlns="" xmlns:a16="http://schemas.microsoft.com/office/drawing/2014/main" id="{7278659E-DEC0-63AC-FDCA-681B7D4FD93C}"/>
              </a:ext>
            </a:extLst>
          </p:cNvPr>
          <p:cNvSpPr txBox="1"/>
          <p:nvPr/>
        </p:nvSpPr>
        <p:spPr>
          <a:xfrm>
            <a:off x="1949503" y="1051491"/>
            <a:ext cx="7461994" cy="523220"/>
          </a:xfrm>
          <a:prstGeom prst="rect">
            <a:avLst/>
          </a:prstGeom>
          <a:noFill/>
        </p:spPr>
        <p:txBody>
          <a:bodyPr wrap="square">
            <a:spAutoFit/>
          </a:bodyPr>
          <a:lstStyle/>
          <a:p>
            <a:pPr algn="ctr"/>
            <a:r>
              <a:rPr lang="fr-FR" sz="2800" dirty="0">
                <a:ln w="0"/>
                <a:solidFill>
                  <a:srgbClr val="1F3864"/>
                </a:solidFill>
                <a:latin typeface="Aptos" panose="020B0004020202020204" pitchFamily="34" charset="0"/>
              </a:rPr>
              <a:t>Maçonnerie   </a:t>
            </a:r>
          </a:p>
        </p:txBody>
      </p:sp>
      <p:sp>
        <p:nvSpPr>
          <p:cNvPr id="7" name="ZoneTexte 6">
            <a:extLst>
              <a:ext uri="{FF2B5EF4-FFF2-40B4-BE49-F238E27FC236}">
                <a16:creationId xmlns="" xmlns:a16="http://schemas.microsoft.com/office/drawing/2014/main" id="{8A643887-FFC1-2C5C-7F47-99171CF1A942}"/>
              </a:ext>
            </a:extLst>
          </p:cNvPr>
          <p:cNvSpPr txBox="1"/>
          <p:nvPr/>
        </p:nvSpPr>
        <p:spPr>
          <a:xfrm>
            <a:off x="116306" y="1002630"/>
            <a:ext cx="6168188" cy="369332"/>
          </a:xfrm>
          <a:prstGeom prst="rect">
            <a:avLst/>
          </a:prstGeom>
          <a:noFill/>
        </p:spPr>
        <p:txBody>
          <a:bodyPr wrap="square">
            <a:spAutoFit/>
          </a:bodyPr>
          <a:lstStyle/>
          <a:p>
            <a:r>
              <a:rPr lang="fr-FR" dirty="0">
                <a:highlight>
                  <a:srgbClr val="FFFF00"/>
                </a:highlight>
              </a:rPr>
              <a:t>DTU 20</a:t>
            </a:r>
          </a:p>
        </p:txBody>
      </p:sp>
      <p:sp>
        <p:nvSpPr>
          <p:cNvPr id="12" name="ZoneTexte 11">
            <a:extLst>
              <a:ext uri="{FF2B5EF4-FFF2-40B4-BE49-F238E27FC236}">
                <a16:creationId xmlns="" xmlns:a16="http://schemas.microsoft.com/office/drawing/2014/main" id="{A4F9BB85-29F1-81F6-22BE-1F51C997B46C}"/>
              </a:ext>
            </a:extLst>
          </p:cNvPr>
          <p:cNvSpPr txBox="1"/>
          <p:nvPr/>
        </p:nvSpPr>
        <p:spPr>
          <a:xfrm>
            <a:off x="116307" y="1623572"/>
            <a:ext cx="11851728" cy="1200329"/>
          </a:xfrm>
          <a:prstGeom prst="rect">
            <a:avLst/>
          </a:prstGeom>
          <a:noFill/>
        </p:spPr>
        <p:txBody>
          <a:bodyPr wrap="square">
            <a:spAutoFit/>
          </a:bodyPr>
          <a:lstStyle/>
          <a:p>
            <a:pPr algn="ctr"/>
            <a:r>
              <a:rPr lang="fr-FR" dirty="0"/>
              <a:t>Le chaînage d’un mur est un </a:t>
            </a:r>
            <a:r>
              <a:rPr lang="fr-FR" b="1" dirty="0"/>
              <a:t>élément structurel en béton armé </a:t>
            </a:r>
            <a:r>
              <a:rPr lang="fr-FR" dirty="0"/>
              <a:t>intégré dans la maçonnerie pour assurer la </a:t>
            </a:r>
            <a:r>
              <a:rPr lang="fr-FR" b="1" dirty="0"/>
              <a:t>cohésion et la stabilité de l'ensemble de l'ouvrage</a:t>
            </a:r>
            <a:r>
              <a:rPr lang="fr-FR" dirty="0"/>
              <a:t>. Il s’agit d’une </a:t>
            </a:r>
            <a:r>
              <a:rPr lang="fr-FR" b="1" dirty="0"/>
              <a:t>ceinture</a:t>
            </a:r>
            <a:r>
              <a:rPr lang="fr-FR" dirty="0"/>
              <a:t> ou d'une armature longitudinale réalisée horizontalement </a:t>
            </a:r>
            <a:r>
              <a:rPr lang="fr-FR" b="1" dirty="0"/>
              <a:t>(chaînage horizontal) </a:t>
            </a:r>
            <a:r>
              <a:rPr lang="fr-FR" dirty="0"/>
              <a:t>ou verticalement </a:t>
            </a:r>
            <a:r>
              <a:rPr lang="fr-FR" b="1" dirty="0"/>
              <a:t>(chaînage vertical), </a:t>
            </a:r>
            <a:r>
              <a:rPr lang="fr-FR" dirty="0"/>
              <a:t>destinée à relier les différents éléments de la construction.</a:t>
            </a:r>
          </a:p>
        </p:txBody>
      </p:sp>
      <p:sp>
        <p:nvSpPr>
          <p:cNvPr id="21" name="ZoneTexte 20">
            <a:extLst>
              <a:ext uri="{FF2B5EF4-FFF2-40B4-BE49-F238E27FC236}">
                <a16:creationId xmlns="" xmlns:a16="http://schemas.microsoft.com/office/drawing/2014/main" id="{C187ADD5-9371-1429-8C46-FB254E3DBA4B}"/>
              </a:ext>
            </a:extLst>
          </p:cNvPr>
          <p:cNvSpPr txBox="1"/>
          <p:nvPr/>
        </p:nvSpPr>
        <p:spPr>
          <a:xfrm>
            <a:off x="28074" y="3221186"/>
            <a:ext cx="5305925" cy="2585323"/>
          </a:xfrm>
          <a:prstGeom prst="rect">
            <a:avLst/>
          </a:prstGeom>
          <a:noFill/>
        </p:spPr>
        <p:txBody>
          <a:bodyPr wrap="square">
            <a:spAutoFit/>
          </a:bodyPr>
          <a:lstStyle/>
          <a:p>
            <a:pPr marL="285750" indent="-285750">
              <a:buFont typeface="Arial" panose="020B0604020202020204" pitchFamily="34" charset="0"/>
              <a:buChar char="•"/>
            </a:pPr>
            <a:r>
              <a:rPr lang="fr-FR" b="1" dirty="0"/>
              <a:t>Matériaux : </a:t>
            </a:r>
            <a:r>
              <a:rPr lang="fr-FR" dirty="0"/>
              <a:t>Béton armé (ciment, sable, gravier, armature métallique).</a:t>
            </a:r>
          </a:p>
          <a:p>
            <a:pPr marL="285750" indent="-285750">
              <a:buFont typeface="Arial" panose="020B0604020202020204" pitchFamily="34" charset="0"/>
              <a:buChar char="•"/>
            </a:pPr>
            <a:r>
              <a:rPr lang="fr-FR" b="1" dirty="0"/>
              <a:t>Dimensions : </a:t>
            </a:r>
            <a:r>
              <a:rPr lang="fr-FR" dirty="0"/>
              <a:t>Largeur du chaînage horizontal = celle du mur (15-20 cm). Section du chaînage vertical : 15 x 15 cm minimum. </a:t>
            </a:r>
          </a:p>
          <a:p>
            <a:pPr marL="285750" indent="-285750">
              <a:buFont typeface="Arial" panose="020B0604020202020204" pitchFamily="34" charset="0"/>
              <a:buChar char="•"/>
            </a:pPr>
            <a:r>
              <a:rPr lang="fr-FR" b="1" dirty="0"/>
              <a:t>Armatures </a:t>
            </a:r>
            <a:r>
              <a:rPr lang="fr-FR" dirty="0"/>
              <a:t>: barres d’acier (8-12 mm).Armatures : Barres longitudinales avec étriers réguliers, ancrées dans les fondations ou reliées aux éléments porteurs.</a:t>
            </a:r>
          </a:p>
        </p:txBody>
      </p:sp>
      <p:pic>
        <p:nvPicPr>
          <p:cNvPr id="2051" name="Picture 3" descr="Bloc Chaînage Vertical 20x20x50">
            <a:extLst>
              <a:ext uri="{FF2B5EF4-FFF2-40B4-BE49-F238E27FC236}">
                <a16:creationId xmlns="" xmlns:a16="http://schemas.microsoft.com/office/drawing/2014/main" id="{D743893E-F0FD-5EF1-8D62-2AFE42BD736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57474" y="2854602"/>
            <a:ext cx="1732547" cy="1732547"/>
          </a:xfrm>
          <a:prstGeom prst="rect">
            <a:avLst/>
          </a:prstGeom>
          <a:noFill/>
          <a:extLst>
            <a:ext uri="{909E8E84-426E-40DD-AFC4-6F175D3DCCD1}">
              <a14:hiddenFill xmlns:a14="http://schemas.microsoft.com/office/drawing/2010/main">
                <a:solidFill>
                  <a:srgbClr val="FFFFFF"/>
                </a:solidFill>
              </a14:hiddenFill>
            </a:ext>
          </a:extLst>
        </p:spPr>
      </p:pic>
      <p:pic>
        <p:nvPicPr>
          <p:cNvPr id="2053" name="Picture 5" descr="Bloc chaînage vertical 500x150x200 - Gosset Matériaux">
            <a:extLst>
              <a:ext uri="{FF2B5EF4-FFF2-40B4-BE49-F238E27FC236}">
                <a16:creationId xmlns="" xmlns:a16="http://schemas.microsoft.com/office/drawing/2014/main" id="{7328D028-70C8-C987-6FE0-3FC4A07A480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553393" y="2854602"/>
            <a:ext cx="1800407" cy="1760750"/>
          </a:xfrm>
          <a:prstGeom prst="rect">
            <a:avLst/>
          </a:prstGeom>
          <a:noFill/>
          <a:extLst>
            <a:ext uri="{909E8E84-426E-40DD-AFC4-6F175D3DCCD1}">
              <a14:hiddenFill xmlns:a14="http://schemas.microsoft.com/office/drawing/2010/main">
                <a:solidFill>
                  <a:srgbClr val="FFFFFF"/>
                </a:solidFill>
              </a14:hiddenFill>
            </a:ext>
          </a:extLst>
        </p:spPr>
      </p:pic>
      <p:pic>
        <p:nvPicPr>
          <p:cNvPr id="2055" name="Picture 7" descr="Le chaînage vertical d'un mur en parpaings - Travaux béton">
            <a:extLst>
              <a:ext uri="{FF2B5EF4-FFF2-40B4-BE49-F238E27FC236}">
                <a16:creationId xmlns="" xmlns:a16="http://schemas.microsoft.com/office/drawing/2014/main" id="{B5AC35C8-4B1F-A394-2731-B156DD19F25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972425" y="4646053"/>
            <a:ext cx="2278866" cy="1510988"/>
          </a:xfrm>
          <a:prstGeom prst="rect">
            <a:avLst/>
          </a:prstGeom>
          <a:noFill/>
          <a:extLst>
            <a:ext uri="{909E8E84-426E-40DD-AFC4-6F175D3DCCD1}">
              <a14:hiddenFill xmlns:a14="http://schemas.microsoft.com/office/drawing/2010/main">
                <a:solidFill>
                  <a:srgbClr val="FFFFFF"/>
                </a:solidFill>
              </a14:hiddenFill>
            </a:ext>
          </a:extLst>
        </p:spPr>
      </p:pic>
      <p:sp>
        <p:nvSpPr>
          <p:cNvPr id="22" name="ZoneTexte 21">
            <a:extLst>
              <a:ext uri="{FF2B5EF4-FFF2-40B4-BE49-F238E27FC236}">
                <a16:creationId xmlns="" xmlns:a16="http://schemas.microsoft.com/office/drawing/2014/main" id="{7275EE32-4577-9723-AE59-BDDCFA6A52A2}"/>
              </a:ext>
            </a:extLst>
          </p:cNvPr>
          <p:cNvSpPr txBox="1"/>
          <p:nvPr/>
        </p:nvSpPr>
        <p:spPr>
          <a:xfrm>
            <a:off x="7614504" y="6331823"/>
            <a:ext cx="3424988" cy="338554"/>
          </a:xfrm>
          <a:prstGeom prst="rect">
            <a:avLst/>
          </a:prstGeom>
          <a:noFill/>
        </p:spPr>
        <p:txBody>
          <a:bodyPr wrap="square">
            <a:spAutoFit/>
          </a:bodyPr>
          <a:lstStyle/>
          <a:p>
            <a:pPr algn="ctr"/>
            <a:r>
              <a:rPr lang="fr-FR" sz="1600" dirty="0"/>
              <a:t>Chainage verticale</a:t>
            </a:r>
          </a:p>
        </p:txBody>
      </p:sp>
    </p:spTree>
    <p:extLst>
      <p:ext uri="{BB962C8B-B14F-4D97-AF65-F5344CB8AC3E}">
        <p14:creationId xmlns:p14="http://schemas.microsoft.com/office/powerpoint/2010/main" val="9197565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 xmlns:a16="http://schemas.microsoft.com/office/drawing/2014/main" id="{06E2C169-E4EB-0092-0B2E-45CA84E6BF2E}"/>
            </a:ext>
          </a:extLst>
        </p:cNvPr>
        <p:cNvGrpSpPr/>
        <p:nvPr/>
      </p:nvGrpSpPr>
      <p:grpSpPr>
        <a:xfrm>
          <a:off x="0" y="0"/>
          <a:ext cx="0" cy="0"/>
          <a:chOff x="0" y="0"/>
          <a:chExt cx="0" cy="0"/>
        </a:xfrm>
      </p:grpSpPr>
      <p:sp>
        <p:nvSpPr>
          <p:cNvPr id="2" name="Espace réservé du numéro de diapositive 1">
            <a:extLst>
              <a:ext uri="{FF2B5EF4-FFF2-40B4-BE49-F238E27FC236}">
                <a16:creationId xmlns="" xmlns:a16="http://schemas.microsoft.com/office/drawing/2014/main" id="{C9F82705-33C7-5DF9-1878-1DB2952A2CA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56</a:t>
            </a:fld>
            <a:endParaRPr lang="fr-FR"/>
          </a:p>
        </p:txBody>
      </p:sp>
      <p:pic>
        <p:nvPicPr>
          <p:cNvPr id="5" name="Image 4">
            <a:extLst>
              <a:ext uri="{FF2B5EF4-FFF2-40B4-BE49-F238E27FC236}">
                <a16:creationId xmlns="" xmlns:a16="http://schemas.microsoft.com/office/drawing/2014/main" id="{FC49678E-ED14-1D2D-0C05-493E0E3B760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39492" y="70223"/>
            <a:ext cx="1090163" cy="981979"/>
          </a:xfrm>
          <a:prstGeom prst="rect">
            <a:avLst/>
          </a:prstGeom>
          <a:noFill/>
          <a:ln>
            <a:noFill/>
          </a:ln>
        </p:spPr>
      </p:pic>
      <p:pic>
        <p:nvPicPr>
          <p:cNvPr id="6" name="officeArt object">
            <a:extLst>
              <a:ext uri="{FF2B5EF4-FFF2-40B4-BE49-F238E27FC236}">
                <a16:creationId xmlns="" xmlns:a16="http://schemas.microsoft.com/office/drawing/2014/main" id="{FBCBC482-D1D5-9FFC-E535-87F8604F3CAD}"/>
              </a:ext>
            </a:extLst>
          </p:cNvPr>
          <p:cNvPicPr/>
          <p:nvPr/>
        </p:nvPicPr>
        <p:blipFill rotWithShape="1">
          <a:blip r:embed="rId4"/>
          <a:srcRect l="12854" r="8048"/>
          <a:stretch/>
        </p:blipFill>
        <p:spPr>
          <a:xfrm>
            <a:off x="9840279" y="0"/>
            <a:ext cx="1199213" cy="1506125"/>
          </a:xfrm>
          <a:prstGeom prst="rect">
            <a:avLst/>
          </a:prstGeom>
          <a:ln w="12700" cap="flat">
            <a:noFill/>
            <a:miter lim="400000"/>
          </a:ln>
          <a:effectLst/>
        </p:spPr>
      </p:pic>
      <p:sp>
        <p:nvSpPr>
          <p:cNvPr id="8" name="Espace réservé du pied de page 7">
            <a:extLst>
              <a:ext uri="{FF2B5EF4-FFF2-40B4-BE49-F238E27FC236}">
                <a16:creationId xmlns="" xmlns:a16="http://schemas.microsoft.com/office/drawing/2014/main" id="{9DEAAB8E-D51B-765A-C9A6-771546145236}"/>
              </a:ext>
            </a:extLst>
          </p:cNvPr>
          <p:cNvSpPr>
            <a:spLocks noGrp="1"/>
          </p:cNvSpPr>
          <p:nvPr>
            <p:ph type="ftr" idx="11"/>
          </p:nvPr>
        </p:nvSpPr>
        <p:spPr/>
        <p:txBody>
          <a:bodyPr/>
          <a:lstStyle/>
          <a:p>
            <a:r>
              <a:rPr lang="fr-FR" dirty="0"/>
              <a:t>Dr. Ibrahim Niang</a:t>
            </a:r>
          </a:p>
        </p:txBody>
      </p:sp>
      <p:sp>
        <p:nvSpPr>
          <p:cNvPr id="3" name="Rectangle 2">
            <a:extLst>
              <a:ext uri="{FF2B5EF4-FFF2-40B4-BE49-F238E27FC236}">
                <a16:creationId xmlns="" xmlns:a16="http://schemas.microsoft.com/office/drawing/2014/main" id="{5500DF33-3848-113A-1542-02119B884BBA}"/>
              </a:ext>
            </a:extLst>
          </p:cNvPr>
          <p:cNvSpPr/>
          <p:nvPr/>
        </p:nvSpPr>
        <p:spPr>
          <a:xfrm>
            <a:off x="-63745" y="-107207"/>
            <a:ext cx="5199163" cy="1309654"/>
          </a:xfrm>
          <a:prstGeom prst="rect">
            <a:avLst/>
          </a:prstGeom>
        </p:spPr>
        <p:txBody>
          <a:bodyPr wrap="square">
            <a:spAutoFit/>
          </a:bodyPr>
          <a:lstStyle/>
          <a:p>
            <a:pPr marL="571500" indent="-571500">
              <a:lnSpc>
                <a:spcPct val="150000"/>
              </a:lnSpc>
              <a:buClr>
                <a:srgbClr val="1F3864"/>
              </a:buClr>
              <a:buSzPct val="65000"/>
              <a:buFont typeface="+mj-lt"/>
              <a:buAutoNum type="romanUcPeriod" startAt="2"/>
            </a:pPr>
            <a:r>
              <a:rPr lang="fr-FR" sz="3200" b="1" dirty="0">
                <a:solidFill>
                  <a:srgbClr val="1F3864"/>
                </a:solidFill>
                <a:latin typeface="Aptos" panose="020B0004020202020204" pitchFamily="34" charset="0"/>
                <a:ea typeface="Calibri"/>
                <a:cs typeface="Calibri"/>
                <a:sym typeface="Calibri"/>
              </a:rPr>
              <a:t>Gros œuvre </a:t>
            </a:r>
          </a:p>
          <a:p>
            <a:pPr>
              <a:lnSpc>
                <a:spcPct val="150000"/>
              </a:lnSpc>
            </a:pPr>
            <a:endParaRPr lang="fr-FR" sz="2400" dirty="0">
              <a:solidFill>
                <a:srgbClr val="1F3864"/>
              </a:solidFill>
              <a:latin typeface="Proxima Nova"/>
              <a:cs typeface="Calibri"/>
              <a:sym typeface="Calibri"/>
            </a:endParaRPr>
          </a:p>
        </p:txBody>
      </p:sp>
      <p:sp>
        <p:nvSpPr>
          <p:cNvPr id="10" name="ZoneTexte 9">
            <a:extLst>
              <a:ext uri="{FF2B5EF4-FFF2-40B4-BE49-F238E27FC236}">
                <a16:creationId xmlns="" xmlns:a16="http://schemas.microsoft.com/office/drawing/2014/main" id="{56419283-38F8-EB17-8623-6947B89F41A4}"/>
              </a:ext>
            </a:extLst>
          </p:cNvPr>
          <p:cNvSpPr txBox="1"/>
          <p:nvPr/>
        </p:nvSpPr>
        <p:spPr>
          <a:xfrm>
            <a:off x="1949503" y="1051491"/>
            <a:ext cx="7461994" cy="523220"/>
          </a:xfrm>
          <a:prstGeom prst="rect">
            <a:avLst/>
          </a:prstGeom>
          <a:noFill/>
        </p:spPr>
        <p:txBody>
          <a:bodyPr wrap="square">
            <a:spAutoFit/>
          </a:bodyPr>
          <a:lstStyle/>
          <a:p>
            <a:pPr algn="ctr"/>
            <a:r>
              <a:rPr lang="fr-FR" sz="2800" dirty="0">
                <a:ln w="0"/>
                <a:solidFill>
                  <a:srgbClr val="1F3864"/>
                </a:solidFill>
                <a:latin typeface="Aptos" panose="020B0004020202020204" pitchFamily="34" charset="0"/>
              </a:rPr>
              <a:t>Maçonnerie   </a:t>
            </a:r>
          </a:p>
        </p:txBody>
      </p:sp>
      <p:sp>
        <p:nvSpPr>
          <p:cNvPr id="7" name="ZoneTexte 6">
            <a:extLst>
              <a:ext uri="{FF2B5EF4-FFF2-40B4-BE49-F238E27FC236}">
                <a16:creationId xmlns="" xmlns:a16="http://schemas.microsoft.com/office/drawing/2014/main" id="{7295C6FE-94A9-2937-4D90-3D438C263808}"/>
              </a:ext>
            </a:extLst>
          </p:cNvPr>
          <p:cNvSpPr txBox="1"/>
          <p:nvPr/>
        </p:nvSpPr>
        <p:spPr>
          <a:xfrm>
            <a:off x="116306" y="1002630"/>
            <a:ext cx="6168188" cy="369332"/>
          </a:xfrm>
          <a:prstGeom prst="rect">
            <a:avLst/>
          </a:prstGeom>
          <a:noFill/>
        </p:spPr>
        <p:txBody>
          <a:bodyPr wrap="square">
            <a:spAutoFit/>
          </a:bodyPr>
          <a:lstStyle/>
          <a:p>
            <a:r>
              <a:rPr lang="fr-FR" dirty="0">
                <a:highlight>
                  <a:srgbClr val="FFFF00"/>
                </a:highlight>
              </a:rPr>
              <a:t>DTU 20</a:t>
            </a:r>
          </a:p>
        </p:txBody>
      </p:sp>
      <p:sp>
        <p:nvSpPr>
          <p:cNvPr id="12" name="ZoneTexte 11">
            <a:extLst>
              <a:ext uri="{FF2B5EF4-FFF2-40B4-BE49-F238E27FC236}">
                <a16:creationId xmlns="" xmlns:a16="http://schemas.microsoft.com/office/drawing/2014/main" id="{DE79770C-5CB5-D45B-80E9-CECCA47FE35A}"/>
              </a:ext>
            </a:extLst>
          </p:cNvPr>
          <p:cNvSpPr txBox="1"/>
          <p:nvPr/>
        </p:nvSpPr>
        <p:spPr>
          <a:xfrm>
            <a:off x="116307" y="1623572"/>
            <a:ext cx="11851728" cy="1200329"/>
          </a:xfrm>
          <a:prstGeom prst="rect">
            <a:avLst/>
          </a:prstGeom>
          <a:noFill/>
        </p:spPr>
        <p:txBody>
          <a:bodyPr wrap="square">
            <a:spAutoFit/>
          </a:bodyPr>
          <a:lstStyle/>
          <a:p>
            <a:pPr algn="ctr"/>
            <a:r>
              <a:rPr lang="fr-FR" dirty="0"/>
              <a:t>Le chaînage d’un mur est un </a:t>
            </a:r>
            <a:r>
              <a:rPr lang="fr-FR" b="1" dirty="0"/>
              <a:t>élément structurel en béton armé </a:t>
            </a:r>
            <a:r>
              <a:rPr lang="fr-FR" dirty="0"/>
              <a:t>intégré dans la maçonnerie pour assurer la </a:t>
            </a:r>
            <a:r>
              <a:rPr lang="fr-FR" b="1" dirty="0"/>
              <a:t>cohésion et la stabilité de l'ensemble de l'ouvrage</a:t>
            </a:r>
            <a:r>
              <a:rPr lang="fr-FR" dirty="0"/>
              <a:t>. Il s’agit d’une </a:t>
            </a:r>
            <a:r>
              <a:rPr lang="fr-FR" b="1" dirty="0"/>
              <a:t>ceinture</a:t>
            </a:r>
            <a:r>
              <a:rPr lang="fr-FR" dirty="0"/>
              <a:t> ou d'une armature longitudinale réalisée horizontalement </a:t>
            </a:r>
            <a:r>
              <a:rPr lang="fr-FR" b="1" dirty="0"/>
              <a:t>(chaînage horizontal) </a:t>
            </a:r>
            <a:r>
              <a:rPr lang="fr-FR" dirty="0"/>
              <a:t>ou verticalement </a:t>
            </a:r>
            <a:r>
              <a:rPr lang="fr-FR" b="1" dirty="0"/>
              <a:t>(chaînage vertical), </a:t>
            </a:r>
            <a:r>
              <a:rPr lang="fr-FR" dirty="0"/>
              <a:t>destinée à relier les différents éléments de la construction.</a:t>
            </a:r>
          </a:p>
        </p:txBody>
      </p:sp>
      <p:sp>
        <p:nvSpPr>
          <p:cNvPr id="21" name="ZoneTexte 20">
            <a:extLst>
              <a:ext uri="{FF2B5EF4-FFF2-40B4-BE49-F238E27FC236}">
                <a16:creationId xmlns="" xmlns:a16="http://schemas.microsoft.com/office/drawing/2014/main" id="{D4C589D3-CEE5-F82F-E080-26CB2BF1DD0D}"/>
              </a:ext>
            </a:extLst>
          </p:cNvPr>
          <p:cNvSpPr txBox="1"/>
          <p:nvPr/>
        </p:nvSpPr>
        <p:spPr>
          <a:xfrm>
            <a:off x="28074" y="3221186"/>
            <a:ext cx="5305925" cy="2585323"/>
          </a:xfrm>
          <a:prstGeom prst="rect">
            <a:avLst/>
          </a:prstGeom>
          <a:noFill/>
        </p:spPr>
        <p:txBody>
          <a:bodyPr wrap="square">
            <a:spAutoFit/>
          </a:bodyPr>
          <a:lstStyle/>
          <a:p>
            <a:pPr marL="285750" indent="-285750">
              <a:buFont typeface="Arial" panose="020B0604020202020204" pitchFamily="34" charset="0"/>
              <a:buChar char="•"/>
            </a:pPr>
            <a:r>
              <a:rPr lang="fr-FR" b="1" dirty="0"/>
              <a:t>Matériaux : </a:t>
            </a:r>
            <a:r>
              <a:rPr lang="fr-FR" dirty="0"/>
              <a:t>Béton armé (ciment, sable, gravier, armature métallique).</a:t>
            </a:r>
          </a:p>
          <a:p>
            <a:pPr marL="285750" indent="-285750">
              <a:buFont typeface="Arial" panose="020B0604020202020204" pitchFamily="34" charset="0"/>
              <a:buChar char="•"/>
            </a:pPr>
            <a:r>
              <a:rPr lang="fr-FR" b="1" dirty="0"/>
              <a:t>Dimensions : </a:t>
            </a:r>
            <a:r>
              <a:rPr lang="fr-FR" dirty="0"/>
              <a:t>Largeur du chaînage horizontal = celle du mur (15-20 cm). Section du chaînage vertical : 15 x 15 cm minimum. </a:t>
            </a:r>
          </a:p>
          <a:p>
            <a:pPr marL="285750" indent="-285750">
              <a:buFont typeface="Arial" panose="020B0604020202020204" pitchFamily="34" charset="0"/>
              <a:buChar char="•"/>
            </a:pPr>
            <a:r>
              <a:rPr lang="fr-FR" b="1" dirty="0"/>
              <a:t>Armatures </a:t>
            </a:r>
            <a:r>
              <a:rPr lang="fr-FR" dirty="0"/>
              <a:t>: barres d’acier (8-12 mm).Armatures : Barres longitudinales avec étriers réguliers, ancrées dans les fondations ou reliées aux éléments porteurs.</a:t>
            </a:r>
          </a:p>
        </p:txBody>
      </p:sp>
      <p:sp>
        <p:nvSpPr>
          <p:cNvPr id="22" name="ZoneTexte 21">
            <a:extLst>
              <a:ext uri="{FF2B5EF4-FFF2-40B4-BE49-F238E27FC236}">
                <a16:creationId xmlns="" xmlns:a16="http://schemas.microsoft.com/office/drawing/2014/main" id="{5F670434-D2A0-C323-BC2B-86D43C15F95A}"/>
              </a:ext>
            </a:extLst>
          </p:cNvPr>
          <p:cNvSpPr txBox="1"/>
          <p:nvPr/>
        </p:nvSpPr>
        <p:spPr>
          <a:xfrm>
            <a:off x="7614504" y="6331823"/>
            <a:ext cx="3424988" cy="338554"/>
          </a:xfrm>
          <a:prstGeom prst="rect">
            <a:avLst/>
          </a:prstGeom>
          <a:noFill/>
        </p:spPr>
        <p:txBody>
          <a:bodyPr wrap="square">
            <a:spAutoFit/>
          </a:bodyPr>
          <a:lstStyle/>
          <a:p>
            <a:pPr algn="ctr"/>
            <a:r>
              <a:rPr lang="fr-FR" sz="1600" dirty="0"/>
              <a:t>Chainage verticale</a:t>
            </a:r>
          </a:p>
        </p:txBody>
      </p:sp>
      <p:pic>
        <p:nvPicPr>
          <p:cNvPr id="5122" name="Picture 2">
            <a:extLst>
              <a:ext uri="{FF2B5EF4-FFF2-40B4-BE49-F238E27FC236}">
                <a16:creationId xmlns="" xmlns:a16="http://schemas.microsoft.com/office/drawing/2014/main" id="{BC03E8F5-5306-CBF7-65C2-ED8CC46A3B97}"/>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4620" b="53030"/>
          <a:stretch/>
        </p:blipFill>
        <p:spPr bwMode="auto">
          <a:xfrm>
            <a:off x="7383731" y="5107160"/>
            <a:ext cx="3970069" cy="1284313"/>
          </a:xfrm>
          <a:prstGeom prst="rect">
            <a:avLst/>
          </a:prstGeom>
          <a:noFill/>
          <a:extLst>
            <a:ext uri="{909E8E84-426E-40DD-AFC4-6F175D3DCCD1}">
              <a14:hiddenFill xmlns:a14="http://schemas.microsoft.com/office/drawing/2010/main">
                <a:solidFill>
                  <a:srgbClr val="FFFFFF"/>
                </a:solidFill>
              </a14:hiddenFill>
            </a:ext>
          </a:extLst>
        </p:spPr>
      </p:pic>
      <p:pic>
        <p:nvPicPr>
          <p:cNvPr id="9" name="Image 8">
            <a:extLst>
              <a:ext uri="{FF2B5EF4-FFF2-40B4-BE49-F238E27FC236}">
                <a16:creationId xmlns="" xmlns:a16="http://schemas.microsoft.com/office/drawing/2014/main" id="{925FAC89-F0FF-AFED-8289-5708B7C41487}"/>
              </a:ext>
            </a:extLst>
          </p:cNvPr>
          <p:cNvPicPr>
            <a:picLocks noChangeAspect="1"/>
          </p:cNvPicPr>
          <p:nvPr/>
        </p:nvPicPr>
        <p:blipFill>
          <a:blip r:embed="rId6"/>
          <a:stretch>
            <a:fillRect/>
          </a:stretch>
        </p:blipFill>
        <p:spPr>
          <a:xfrm>
            <a:off x="7819650" y="2872762"/>
            <a:ext cx="2620235" cy="2128941"/>
          </a:xfrm>
          <a:prstGeom prst="rect">
            <a:avLst/>
          </a:prstGeom>
        </p:spPr>
      </p:pic>
    </p:spTree>
    <p:extLst>
      <p:ext uri="{BB962C8B-B14F-4D97-AF65-F5344CB8AC3E}">
        <p14:creationId xmlns:p14="http://schemas.microsoft.com/office/powerpoint/2010/main" val="166813139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 xmlns:a16="http://schemas.microsoft.com/office/drawing/2014/main" id="{2CCFA70C-F381-F71A-C346-66BF88364132}"/>
            </a:ext>
          </a:extLst>
        </p:cNvPr>
        <p:cNvGrpSpPr/>
        <p:nvPr/>
      </p:nvGrpSpPr>
      <p:grpSpPr>
        <a:xfrm>
          <a:off x="0" y="0"/>
          <a:ext cx="0" cy="0"/>
          <a:chOff x="0" y="0"/>
          <a:chExt cx="0" cy="0"/>
        </a:xfrm>
      </p:grpSpPr>
      <p:sp>
        <p:nvSpPr>
          <p:cNvPr id="2" name="Espace réservé du numéro de diapositive 1">
            <a:extLst>
              <a:ext uri="{FF2B5EF4-FFF2-40B4-BE49-F238E27FC236}">
                <a16:creationId xmlns="" xmlns:a16="http://schemas.microsoft.com/office/drawing/2014/main" id="{596E4A56-EF2C-3307-63F4-69CA879646A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57</a:t>
            </a:fld>
            <a:endParaRPr lang="fr-FR"/>
          </a:p>
        </p:txBody>
      </p:sp>
      <p:pic>
        <p:nvPicPr>
          <p:cNvPr id="5" name="Image 4">
            <a:extLst>
              <a:ext uri="{FF2B5EF4-FFF2-40B4-BE49-F238E27FC236}">
                <a16:creationId xmlns="" xmlns:a16="http://schemas.microsoft.com/office/drawing/2014/main" id="{BB2E6FA8-9BAD-DC87-A75C-F6546282E5B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39492" y="70223"/>
            <a:ext cx="1090163" cy="981979"/>
          </a:xfrm>
          <a:prstGeom prst="rect">
            <a:avLst/>
          </a:prstGeom>
          <a:noFill/>
          <a:ln>
            <a:noFill/>
          </a:ln>
        </p:spPr>
      </p:pic>
      <p:pic>
        <p:nvPicPr>
          <p:cNvPr id="6" name="officeArt object">
            <a:extLst>
              <a:ext uri="{FF2B5EF4-FFF2-40B4-BE49-F238E27FC236}">
                <a16:creationId xmlns="" xmlns:a16="http://schemas.microsoft.com/office/drawing/2014/main" id="{93105A0F-4DF0-FCF9-B1CB-C8EAD8391064}"/>
              </a:ext>
            </a:extLst>
          </p:cNvPr>
          <p:cNvPicPr/>
          <p:nvPr/>
        </p:nvPicPr>
        <p:blipFill rotWithShape="1">
          <a:blip r:embed="rId4"/>
          <a:srcRect l="12854" r="8048"/>
          <a:stretch/>
        </p:blipFill>
        <p:spPr>
          <a:xfrm>
            <a:off x="9840279" y="0"/>
            <a:ext cx="1199213" cy="1506125"/>
          </a:xfrm>
          <a:prstGeom prst="rect">
            <a:avLst/>
          </a:prstGeom>
          <a:ln w="12700" cap="flat">
            <a:noFill/>
            <a:miter lim="400000"/>
          </a:ln>
          <a:effectLst/>
        </p:spPr>
      </p:pic>
      <p:sp>
        <p:nvSpPr>
          <p:cNvPr id="8" name="Espace réservé du pied de page 7">
            <a:extLst>
              <a:ext uri="{FF2B5EF4-FFF2-40B4-BE49-F238E27FC236}">
                <a16:creationId xmlns="" xmlns:a16="http://schemas.microsoft.com/office/drawing/2014/main" id="{8CB911C9-6AEF-9CF5-3932-79CBA7E5F62E}"/>
              </a:ext>
            </a:extLst>
          </p:cNvPr>
          <p:cNvSpPr>
            <a:spLocks noGrp="1"/>
          </p:cNvSpPr>
          <p:nvPr>
            <p:ph type="ftr" idx="11"/>
          </p:nvPr>
        </p:nvSpPr>
        <p:spPr/>
        <p:txBody>
          <a:bodyPr/>
          <a:lstStyle/>
          <a:p>
            <a:r>
              <a:rPr lang="fr-FR" dirty="0"/>
              <a:t>Dr. Ibrahim Niang</a:t>
            </a:r>
          </a:p>
        </p:txBody>
      </p:sp>
      <p:sp>
        <p:nvSpPr>
          <p:cNvPr id="3" name="Rectangle 2">
            <a:extLst>
              <a:ext uri="{FF2B5EF4-FFF2-40B4-BE49-F238E27FC236}">
                <a16:creationId xmlns="" xmlns:a16="http://schemas.microsoft.com/office/drawing/2014/main" id="{DD4AD483-0C4C-3C4C-B89A-F490B646162E}"/>
              </a:ext>
            </a:extLst>
          </p:cNvPr>
          <p:cNvSpPr/>
          <p:nvPr/>
        </p:nvSpPr>
        <p:spPr>
          <a:xfrm>
            <a:off x="-63745" y="-107207"/>
            <a:ext cx="5199163" cy="1309654"/>
          </a:xfrm>
          <a:prstGeom prst="rect">
            <a:avLst/>
          </a:prstGeom>
        </p:spPr>
        <p:txBody>
          <a:bodyPr wrap="square">
            <a:spAutoFit/>
          </a:bodyPr>
          <a:lstStyle/>
          <a:p>
            <a:pPr marL="571500" indent="-571500">
              <a:lnSpc>
                <a:spcPct val="150000"/>
              </a:lnSpc>
              <a:buClr>
                <a:srgbClr val="1F3864"/>
              </a:buClr>
              <a:buSzPct val="65000"/>
              <a:buFont typeface="+mj-lt"/>
              <a:buAutoNum type="romanUcPeriod" startAt="2"/>
            </a:pPr>
            <a:r>
              <a:rPr lang="fr-FR" sz="3200" b="1" dirty="0">
                <a:solidFill>
                  <a:srgbClr val="1F3864"/>
                </a:solidFill>
                <a:latin typeface="Aptos" panose="020B0004020202020204" pitchFamily="34" charset="0"/>
                <a:ea typeface="Calibri"/>
                <a:cs typeface="Calibri"/>
                <a:sym typeface="Calibri"/>
              </a:rPr>
              <a:t>Gros œuvre </a:t>
            </a:r>
          </a:p>
          <a:p>
            <a:pPr>
              <a:lnSpc>
                <a:spcPct val="150000"/>
              </a:lnSpc>
            </a:pPr>
            <a:endParaRPr lang="fr-FR" sz="2400" dirty="0">
              <a:solidFill>
                <a:srgbClr val="1F3864"/>
              </a:solidFill>
              <a:latin typeface="Proxima Nova"/>
              <a:cs typeface="Calibri"/>
              <a:sym typeface="Calibri"/>
            </a:endParaRPr>
          </a:p>
        </p:txBody>
      </p:sp>
      <p:sp>
        <p:nvSpPr>
          <p:cNvPr id="10" name="ZoneTexte 9">
            <a:extLst>
              <a:ext uri="{FF2B5EF4-FFF2-40B4-BE49-F238E27FC236}">
                <a16:creationId xmlns="" xmlns:a16="http://schemas.microsoft.com/office/drawing/2014/main" id="{CE4BDED8-3DB7-A9C5-0CFC-11CC373DDA1C}"/>
              </a:ext>
            </a:extLst>
          </p:cNvPr>
          <p:cNvSpPr txBox="1"/>
          <p:nvPr/>
        </p:nvSpPr>
        <p:spPr>
          <a:xfrm>
            <a:off x="1949503" y="1051491"/>
            <a:ext cx="7461994" cy="523220"/>
          </a:xfrm>
          <a:prstGeom prst="rect">
            <a:avLst/>
          </a:prstGeom>
          <a:noFill/>
        </p:spPr>
        <p:txBody>
          <a:bodyPr wrap="square">
            <a:spAutoFit/>
          </a:bodyPr>
          <a:lstStyle/>
          <a:p>
            <a:pPr algn="ctr"/>
            <a:r>
              <a:rPr lang="fr-FR" sz="2800" dirty="0">
                <a:ln w="0"/>
                <a:solidFill>
                  <a:srgbClr val="1F3864"/>
                </a:solidFill>
                <a:latin typeface="Aptos" panose="020B0004020202020204" pitchFamily="34" charset="0"/>
              </a:rPr>
              <a:t>Poteau </a:t>
            </a:r>
          </a:p>
        </p:txBody>
      </p:sp>
      <p:sp>
        <p:nvSpPr>
          <p:cNvPr id="22" name="ZoneTexte 21">
            <a:extLst>
              <a:ext uri="{FF2B5EF4-FFF2-40B4-BE49-F238E27FC236}">
                <a16:creationId xmlns="" xmlns:a16="http://schemas.microsoft.com/office/drawing/2014/main" id="{7AAA81EF-1B4A-1869-ED1D-D170C9C4F699}"/>
              </a:ext>
            </a:extLst>
          </p:cNvPr>
          <p:cNvSpPr txBox="1"/>
          <p:nvPr/>
        </p:nvSpPr>
        <p:spPr>
          <a:xfrm>
            <a:off x="7614504" y="6331823"/>
            <a:ext cx="3424988" cy="338554"/>
          </a:xfrm>
          <a:prstGeom prst="rect">
            <a:avLst/>
          </a:prstGeom>
          <a:noFill/>
        </p:spPr>
        <p:txBody>
          <a:bodyPr wrap="square">
            <a:spAutoFit/>
          </a:bodyPr>
          <a:lstStyle/>
          <a:p>
            <a:pPr algn="ctr"/>
            <a:r>
              <a:rPr lang="fr-FR" sz="1600" dirty="0"/>
              <a:t>Chainage verticale</a:t>
            </a:r>
          </a:p>
        </p:txBody>
      </p:sp>
      <p:sp>
        <p:nvSpPr>
          <p:cNvPr id="4" name="ZoneTexte 3">
            <a:extLst>
              <a:ext uri="{FF2B5EF4-FFF2-40B4-BE49-F238E27FC236}">
                <a16:creationId xmlns="" xmlns:a16="http://schemas.microsoft.com/office/drawing/2014/main" id="{AB9EB814-44F4-9531-8BF5-F7492B2F1C3F}"/>
              </a:ext>
            </a:extLst>
          </p:cNvPr>
          <p:cNvSpPr txBox="1"/>
          <p:nvPr/>
        </p:nvSpPr>
        <p:spPr>
          <a:xfrm>
            <a:off x="1499550" y="1416123"/>
            <a:ext cx="8742947" cy="1200329"/>
          </a:xfrm>
          <a:prstGeom prst="rect">
            <a:avLst/>
          </a:prstGeom>
          <a:noFill/>
        </p:spPr>
        <p:txBody>
          <a:bodyPr wrap="square">
            <a:spAutoFit/>
          </a:bodyPr>
          <a:lstStyle/>
          <a:p>
            <a:pPr algn="ctr"/>
            <a:r>
              <a:rPr lang="fr-FR" dirty="0"/>
              <a:t>Un </a:t>
            </a:r>
            <a:r>
              <a:rPr lang="fr-FR" b="1" dirty="0"/>
              <a:t>poteau</a:t>
            </a:r>
            <a:r>
              <a:rPr lang="fr-FR" dirty="0"/>
              <a:t> est un </a:t>
            </a:r>
            <a:r>
              <a:rPr lang="fr-FR" b="1" dirty="0"/>
              <a:t>élément structurel vertical </a:t>
            </a:r>
            <a:r>
              <a:rPr lang="fr-FR" dirty="0"/>
              <a:t>conçu</a:t>
            </a:r>
            <a:r>
              <a:rPr lang="fr-FR" b="1" dirty="0"/>
              <a:t> </a:t>
            </a:r>
            <a:r>
              <a:rPr lang="fr-FR" dirty="0"/>
              <a:t>pour </a:t>
            </a:r>
            <a:r>
              <a:rPr lang="fr-FR" b="1" dirty="0"/>
              <a:t>supporter les charges de la construction et les transmettre aux fondations. </a:t>
            </a:r>
            <a:r>
              <a:rPr lang="fr-FR" dirty="0"/>
              <a:t>Généralement en béton armé, métal, ou bois, il est essentiel dans les structures porteuses telles que les bâtiments, les ponts, ou les hangars.</a:t>
            </a:r>
          </a:p>
        </p:txBody>
      </p:sp>
      <p:sp>
        <p:nvSpPr>
          <p:cNvPr id="13" name="ZoneTexte 12">
            <a:extLst>
              <a:ext uri="{FF2B5EF4-FFF2-40B4-BE49-F238E27FC236}">
                <a16:creationId xmlns="" xmlns:a16="http://schemas.microsoft.com/office/drawing/2014/main" id="{EF1A958D-1BF7-4A57-6469-95B851E18966}"/>
              </a:ext>
            </a:extLst>
          </p:cNvPr>
          <p:cNvSpPr txBox="1"/>
          <p:nvPr/>
        </p:nvSpPr>
        <p:spPr>
          <a:xfrm>
            <a:off x="160421" y="2638504"/>
            <a:ext cx="5199163" cy="3693319"/>
          </a:xfrm>
          <a:prstGeom prst="rect">
            <a:avLst/>
          </a:prstGeom>
          <a:noFill/>
        </p:spPr>
        <p:txBody>
          <a:bodyPr wrap="square">
            <a:spAutoFit/>
          </a:bodyPr>
          <a:lstStyle/>
          <a:p>
            <a:r>
              <a:rPr lang="fr-FR" b="1" dirty="0"/>
              <a:t>Dimensions :</a:t>
            </a:r>
            <a:r>
              <a:rPr lang="fr-FR" dirty="0"/>
              <a:t>Dépendent des charges à supporter, de la hauteur de la structure et des normes locales (ex. section minimale : 20x20 cm pour un poteau en béton).</a:t>
            </a:r>
          </a:p>
          <a:p>
            <a:r>
              <a:rPr lang="fr-FR" b="1" dirty="0"/>
              <a:t>Matériaux :</a:t>
            </a:r>
            <a:r>
              <a:rPr lang="fr-FR" dirty="0"/>
              <a:t>Béton armé (le plus courant), acier, bois ou matériaux mixtes selon les besoins du projet.</a:t>
            </a:r>
          </a:p>
          <a:p>
            <a:r>
              <a:rPr lang="fr-FR" b="1" dirty="0"/>
              <a:t>Armatures :</a:t>
            </a:r>
            <a:r>
              <a:rPr lang="fr-FR" dirty="0"/>
              <a:t>Composées de barres longitudinales et de cadres (ou étriers) pour assurer la résistance à la compression, la traction, et au flambement.</a:t>
            </a:r>
          </a:p>
          <a:p>
            <a:r>
              <a:rPr lang="fr-FR" b="1" dirty="0"/>
              <a:t>Position :</a:t>
            </a:r>
            <a:r>
              <a:rPr lang="fr-FR" dirty="0"/>
              <a:t>Placés aux points stratégiques (coins, intersections des murs, sous les poutres principales).</a:t>
            </a:r>
          </a:p>
        </p:txBody>
      </p:sp>
      <p:pic>
        <p:nvPicPr>
          <p:cNvPr id="6146" name="Picture 2" descr="Poteau - Socramat">
            <a:extLst>
              <a:ext uri="{FF2B5EF4-FFF2-40B4-BE49-F238E27FC236}">
                <a16:creationId xmlns="" xmlns:a16="http://schemas.microsoft.com/office/drawing/2014/main" id="{3222E1A9-5851-5C4C-3B63-933C92ED0A6B}"/>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680500" y="2739416"/>
            <a:ext cx="2484521" cy="3312695"/>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descr="Aucune description de photo disponible.">
            <a:extLst>
              <a:ext uri="{FF2B5EF4-FFF2-40B4-BE49-F238E27FC236}">
                <a16:creationId xmlns="" xmlns:a16="http://schemas.microsoft.com/office/drawing/2014/main" id="{496BE731-5F3F-F675-54FC-BA1FD89FBAF4}"/>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455050" y="3264188"/>
            <a:ext cx="3552055" cy="24444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4784607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 xmlns:a16="http://schemas.microsoft.com/office/drawing/2014/main" id="{FD8BC70B-96C5-43B2-631E-CA6CC69DE455}"/>
            </a:ext>
          </a:extLst>
        </p:cNvPr>
        <p:cNvGrpSpPr/>
        <p:nvPr/>
      </p:nvGrpSpPr>
      <p:grpSpPr>
        <a:xfrm>
          <a:off x="0" y="0"/>
          <a:ext cx="0" cy="0"/>
          <a:chOff x="0" y="0"/>
          <a:chExt cx="0" cy="0"/>
        </a:xfrm>
      </p:grpSpPr>
      <p:sp>
        <p:nvSpPr>
          <p:cNvPr id="2" name="Espace réservé du numéro de diapositive 1">
            <a:extLst>
              <a:ext uri="{FF2B5EF4-FFF2-40B4-BE49-F238E27FC236}">
                <a16:creationId xmlns="" xmlns:a16="http://schemas.microsoft.com/office/drawing/2014/main" id="{0A03327C-614D-8589-72AB-60684DE8B93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58</a:t>
            </a:fld>
            <a:endParaRPr lang="fr-FR"/>
          </a:p>
        </p:txBody>
      </p:sp>
      <p:pic>
        <p:nvPicPr>
          <p:cNvPr id="5" name="Image 4">
            <a:extLst>
              <a:ext uri="{FF2B5EF4-FFF2-40B4-BE49-F238E27FC236}">
                <a16:creationId xmlns="" xmlns:a16="http://schemas.microsoft.com/office/drawing/2014/main" id="{B36452B2-9887-1107-ED8D-226C277DAA8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39492" y="70223"/>
            <a:ext cx="1090163" cy="981979"/>
          </a:xfrm>
          <a:prstGeom prst="rect">
            <a:avLst/>
          </a:prstGeom>
          <a:noFill/>
          <a:ln>
            <a:noFill/>
          </a:ln>
        </p:spPr>
      </p:pic>
      <p:pic>
        <p:nvPicPr>
          <p:cNvPr id="6" name="officeArt object">
            <a:extLst>
              <a:ext uri="{FF2B5EF4-FFF2-40B4-BE49-F238E27FC236}">
                <a16:creationId xmlns="" xmlns:a16="http://schemas.microsoft.com/office/drawing/2014/main" id="{FC30AB3D-3378-68F3-C119-B2A905C79C5D}"/>
              </a:ext>
            </a:extLst>
          </p:cNvPr>
          <p:cNvPicPr/>
          <p:nvPr/>
        </p:nvPicPr>
        <p:blipFill rotWithShape="1">
          <a:blip r:embed="rId4"/>
          <a:srcRect l="12854" r="8048"/>
          <a:stretch/>
        </p:blipFill>
        <p:spPr>
          <a:xfrm>
            <a:off x="9840279" y="0"/>
            <a:ext cx="1199213" cy="1506125"/>
          </a:xfrm>
          <a:prstGeom prst="rect">
            <a:avLst/>
          </a:prstGeom>
          <a:ln w="12700" cap="flat">
            <a:noFill/>
            <a:miter lim="400000"/>
          </a:ln>
          <a:effectLst/>
        </p:spPr>
      </p:pic>
      <p:sp>
        <p:nvSpPr>
          <p:cNvPr id="8" name="Espace réservé du pied de page 7">
            <a:extLst>
              <a:ext uri="{FF2B5EF4-FFF2-40B4-BE49-F238E27FC236}">
                <a16:creationId xmlns="" xmlns:a16="http://schemas.microsoft.com/office/drawing/2014/main" id="{51A66C02-1133-F346-C4F8-2D6AB9756EA1}"/>
              </a:ext>
            </a:extLst>
          </p:cNvPr>
          <p:cNvSpPr>
            <a:spLocks noGrp="1"/>
          </p:cNvSpPr>
          <p:nvPr>
            <p:ph type="ftr" idx="11"/>
          </p:nvPr>
        </p:nvSpPr>
        <p:spPr/>
        <p:txBody>
          <a:bodyPr/>
          <a:lstStyle/>
          <a:p>
            <a:r>
              <a:rPr lang="fr-FR" dirty="0"/>
              <a:t>Dr. Ibrahim Niang</a:t>
            </a:r>
          </a:p>
        </p:txBody>
      </p:sp>
      <p:sp>
        <p:nvSpPr>
          <p:cNvPr id="3" name="Rectangle 2">
            <a:extLst>
              <a:ext uri="{FF2B5EF4-FFF2-40B4-BE49-F238E27FC236}">
                <a16:creationId xmlns="" xmlns:a16="http://schemas.microsoft.com/office/drawing/2014/main" id="{A2A2FBA5-4D74-D852-8322-F7F61F1BDB98}"/>
              </a:ext>
            </a:extLst>
          </p:cNvPr>
          <p:cNvSpPr/>
          <p:nvPr/>
        </p:nvSpPr>
        <p:spPr>
          <a:xfrm>
            <a:off x="-63745" y="-107207"/>
            <a:ext cx="5199163" cy="1309654"/>
          </a:xfrm>
          <a:prstGeom prst="rect">
            <a:avLst/>
          </a:prstGeom>
        </p:spPr>
        <p:txBody>
          <a:bodyPr wrap="square">
            <a:spAutoFit/>
          </a:bodyPr>
          <a:lstStyle/>
          <a:p>
            <a:pPr marL="571500" indent="-571500">
              <a:lnSpc>
                <a:spcPct val="150000"/>
              </a:lnSpc>
              <a:buClr>
                <a:srgbClr val="1F3864"/>
              </a:buClr>
              <a:buSzPct val="65000"/>
              <a:buFont typeface="+mj-lt"/>
              <a:buAutoNum type="romanUcPeriod" startAt="2"/>
            </a:pPr>
            <a:r>
              <a:rPr lang="fr-FR" sz="3200" b="1" dirty="0">
                <a:solidFill>
                  <a:srgbClr val="1F3864"/>
                </a:solidFill>
                <a:latin typeface="Aptos" panose="020B0004020202020204" pitchFamily="34" charset="0"/>
                <a:ea typeface="Calibri"/>
                <a:cs typeface="Calibri"/>
                <a:sym typeface="Calibri"/>
              </a:rPr>
              <a:t>Gros œuvre </a:t>
            </a:r>
          </a:p>
          <a:p>
            <a:pPr>
              <a:lnSpc>
                <a:spcPct val="150000"/>
              </a:lnSpc>
            </a:pPr>
            <a:endParaRPr lang="fr-FR" sz="2400" dirty="0">
              <a:solidFill>
                <a:srgbClr val="1F3864"/>
              </a:solidFill>
              <a:latin typeface="Proxima Nova"/>
              <a:cs typeface="Calibri"/>
              <a:sym typeface="Calibri"/>
            </a:endParaRPr>
          </a:p>
        </p:txBody>
      </p:sp>
      <p:sp>
        <p:nvSpPr>
          <p:cNvPr id="10" name="ZoneTexte 9">
            <a:extLst>
              <a:ext uri="{FF2B5EF4-FFF2-40B4-BE49-F238E27FC236}">
                <a16:creationId xmlns="" xmlns:a16="http://schemas.microsoft.com/office/drawing/2014/main" id="{064D278E-6C67-7B6F-A8D7-58AC2C8C982C}"/>
              </a:ext>
            </a:extLst>
          </p:cNvPr>
          <p:cNvSpPr txBox="1"/>
          <p:nvPr/>
        </p:nvSpPr>
        <p:spPr>
          <a:xfrm>
            <a:off x="1949503" y="1051491"/>
            <a:ext cx="7461994" cy="523220"/>
          </a:xfrm>
          <a:prstGeom prst="rect">
            <a:avLst/>
          </a:prstGeom>
          <a:noFill/>
        </p:spPr>
        <p:txBody>
          <a:bodyPr wrap="square">
            <a:spAutoFit/>
          </a:bodyPr>
          <a:lstStyle/>
          <a:p>
            <a:pPr algn="ctr"/>
            <a:r>
              <a:rPr lang="fr-FR" sz="2800" dirty="0">
                <a:ln w="0"/>
                <a:solidFill>
                  <a:srgbClr val="1F3864"/>
                </a:solidFill>
                <a:latin typeface="Aptos" panose="020B0004020202020204" pitchFamily="34" charset="0"/>
              </a:rPr>
              <a:t>Poutre</a:t>
            </a:r>
          </a:p>
        </p:txBody>
      </p:sp>
      <p:sp>
        <p:nvSpPr>
          <p:cNvPr id="22" name="ZoneTexte 21">
            <a:extLst>
              <a:ext uri="{FF2B5EF4-FFF2-40B4-BE49-F238E27FC236}">
                <a16:creationId xmlns="" xmlns:a16="http://schemas.microsoft.com/office/drawing/2014/main" id="{3457E93D-02F6-D516-278D-D9758CB6CF7B}"/>
              </a:ext>
            </a:extLst>
          </p:cNvPr>
          <p:cNvSpPr txBox="1"/>
          <p:nvPr/>
        </p:nvSpPr>
        <p:spPr>
          <a:xfrm>
            <a:off x="7614504" y="6331823"/>
            <a:ext cx="3424988" cy="338554"/>
          </a:xfrm>
          <a:prstGeom prst="rect">
            <a:avLst/>
          </a:prstGeom>
          <a:noFill/>
        </p:spPr>
        <p:txBody>
          <a:bodyPr wrap="square">
            <a:spAutoFit/>
          </a:bodyPr>
          <a:lstStyle/>
          <a:p>
            <a:pPr algn="ctr"/>
            <a:r>
              <a:rPr lang="fr-FR" sz="1600" dirty="0"/>
              <a:t>Chainage verticale</a:t>
            </a:r>
          </a:p>
        </p:txBody>
      </p:sp>
      <p:sp>
        <p:nvSpPr>
          <p:cNvPr id="9" name="ZoneTexte 8">
            <a:extLst>
              <a:ext uri="{FF2B5EF4-FFF2-40B4-BE49-F238E27FC236}">
                <a16:creationId xmlns="" xmlns:a16="http://schemas.microsoft.com/office/drawing/2014/main" id="{374962F9-36FE-C291-9A76-14EC7756EECA}"/>
              </a:ext>
            </a:extLst>
          </p:cNvPr>
          <p:cNvSpPr txBox="1"/>
          <p:nvPr/>
        </p:nvSpPr>
        <p:spPr>
          <a:xfrm>
            <a:off x="1668379" y="1461826"/>
            <a:ext cx="9443232" cy="923330"/>
          </a:xfrm>
          <a:prstGeom prst="rect">
            <a:avLst/>
          </a:prstGeom>
          <a:noFill/>
        </p:spPr>
        <p:txBody>
          <a:bodyPr wrap="square">
            <a:spAutoFit/>
          </a:bodyPr>
          <a:lstStyle/>
          <a:p>
            <a:pPr algn="ctr"/>
            <a:r>
              <a:rPr lang="fr-FR" dirty="0"/>
              <a:t>Une </a:t>
            </a:r>
            <a:r>
              <a:rPr lang="fr-FR" b="1" dirty="0"/>
              <a:t>poutre</a:t>
            </a:r>
            <a:r>
              <a:rPr lang="fr-FR" dirty="0"/>
              <a:t> est un </a:t>
            </a:r>
            <a:r>
              <a:rPr lang="fr-FR" b="1" dirty="0"/>
              <a:t>élément structurel horizontal ou incliné </a:t>
            </a:r>
            <a:r>
              <a:rPr lang="fr-FR" dirty="0"/>
              <a:t>conçu pour </a:t>
            </a:r>
            <a:r>
              <a:rPr lang="fr-FR" b="1" dirty="0"/>
              <a:t>supporter des charges </a:t>
            </a:r>
            <a:r>
              <a:rPr lang="fr-FR" dirty="0"/>
              <a:t>et les </a:t>
            </a:r>
            <a:r>
              <a:rPr lang="fr-FR" b="1" dirty="0"/>
              <a:t>transmettre aux poteaux, murs porteurs ou fondations</a:t>
            </a:r>
            <a:r>
              <a:rPr lang="fr-FR" dirty="0"/>
              <a:t>. Elle est utilisée dans les bâtiments, ponts et autres structures pour répartir les charges verticales.</a:t>
            </a:r>
          </a:p>
        </p:txBody>
      </p:sp>
      <p:sp>
        <p:nvSpPr>
          <p:cNvPr id="16" name="ZoneTexte 15">
            <a:extLst>
              <a:ext uri="{FF2B5EF4-FFF2-40B4-BE49-F238E27FC236}">
                <a16:creationId xmlns="" xmlns:a16="http://schemas.microsoft.com/office/drawing/2014/main" id="{6C60B207-E315-B74A-2F9E-371C9B35276B}"/>
              </a:ext>
            </a:extLst>
          </p:cNvPr>
          <p:cNvSpPr txBox="1"/>
          <p:nvPr/>
        </p:nvSpPr>
        <p:spPr>
          <a:xfrm>
            <a:off x="221807" y="2474158"/>
            <a:ext cx="6168188" cy="4247317"/>
          </a:xfrm>
          <a:prstGeom prst="rect">
            <a:avLst/>
          </a:prstGeom>
          <a:noFill/>
        </p:spPr>
        <p:txBody>
          <a:bodyPr wrap="square">
            <a:spAutoFit/>
          </a:bodyPr>
          <a:lstStyle/>
          <a:p>
            <a:r>
              <a:rPr lang="fr-FR" b="1" dirty="0"/>
              <a:t>Matériaux :</a:t>
            </a:r>
            <a:r>
              <a:rPr lang="fr-FR" dirty="0"/>
              <a:t>Béton armé (le plus courant), acier, bois ou matériaux composites.</a:t>
            </a:r>
          </a:p>
          <a:p>
            <a:r>
              <a:rPr lang="fr-FR" b="1" dirty="0"/>
              <a:t>Dimensions :</a:t>
            </a:r>
            <a:r>
              <a:rPr lang="fr-FR" dirty="0"/>
              <a:t>Dépendent de la portée, des charges à supporter et des normes locales. Les dimensions sont calculées pour limiter la flèche (déformation) et assurer la résistance.</a:t>
            </a:r>
          </a:p>
          <a:p>
            <a:r>
              <a:rPr lang="fr-FR" b="1" dirty="0"/>
              <a:t>Armatures (pour béton armé) :</a:t>
            </a:r>
            <a:r>
              <a:rPr lang="fr-FR" dirty="0"/>
              <a:t>Barres longitudinales pour résister à la </a:t>
            </a:r>
            <a:r>
              <a:rPr lang="fr-FR" dirty="0" err="1"/>
              <a:t>traction.Étriers</a:t>
            </a:r>
            <a:r>
              <a:rPr lang="fr-FR" dirty="0"/>
              <a:t> pour contrer les efforts tranchants.</a:t>
            </a:r>
          </a:p>
          <a:p>
            <a:r>
              <a:rPr lang="fr-FR" b="1" dirty="0"/>
              <a:t>Types de poutres :</a:t>
            </a:r>
          </a:p>
          <a:p>
            <a:pPr marL="285750" indent="-285750">
              <a:buFont typeface="Arial" panose="020B0604020202020204" pitchFamily="34" charset="0"/>
              <a:buChar char="•"/>
            </a:pPr>
            <a:r>
              <a:rPr lang="fr-FR" dirty="0"/>
              <a:t>Simple : Repose sur deux appuis.</a:t>
            </a:r>
          </a:p>
          <a:p>
            <a:pPr marL="285750" indent="-285750">
              <a:buFont typeface="Arial" panose="020B0604020202020204" pitchFamily="34" charset="0"/>
              <a:buChar char="•"/>
            </a:pPr>
            <a:r>
              <a:rPr lang="fr-FR" dirty="0"/>
              <a:t>Continues : S’étendent sur plusieurs appuis.</a:t>
            </a:r>
          </a:p>
          <a:p>
            <a:pPr marL="285750" indent="-285750">
              <a:buFont typeface="Arial" panose="020B0604020202020204" pitchFamily="34" charset="0"/>
              <a:buChar char="•"/>
            </a:pPr>
            <a:r>
              <a:rPr lang="fr-FR" dirty="0"/>
              <a:t>En porte-à-faux : Une extrémité libre, l’autre fixée.</a:t>
            </a:r>
          </a:p>
          <a:p>
            <a:pPr marL="285750" indent="-285750">
              <a:buFont typeface="Arial" panose="020B0604020202020204" pitchFamily="34" charset="0"/>
              <a:buChar char="•"/>
            </a:pPr>
            <a:r>
              <a:rPr lang="fr-FR" dirty="0"/>
              <a:t>Précontraintes : Armatures tendues pour augmenter la résistance.</a:t>
            </a:r>
          </a:p>
        </p:txBody>
      </p:sp>
      <p:pic>
        <p:nvPicPr>
          <p:cNvPr id="7171" name="Picture 3" descr="Plan d'armature de poutre: comment placer les barres ✓👌 - YouTube">
            <a:extLst>
              <a:ext uri="{FF2B5EF4-FFF2-40B4-BE49-F238E27FC236}">
                <a16:creationId xmlns="" xmlns:a16="http://schemas.microsoft.com/office/drawing/2014/main" id="{B13CC717-CA1B-D9F5-4571-C4B901F14DF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206397" y="2385156"/>
            <a:ext cx="2466975" cy="1847850"/>
          </a:xfrm>
          <a:prstGeom prst="rect">
            <a:avLst/>
          </a:prstGeom>
          <a:noFill/>
          <a:extLst>
            <a:ext uri="{909E8E84-426E-40DD-AFC4-6F175D3DCCD1}">
              <a14:hiddenFill xmlns:a14="http://schemas.microsoft.com/office/drawing/2010/main">
                <a:solidFill>
                  <a:srgbClr val="FFFFFF"/>
                </a:solidFill>
              </a14:hiddenFill>
            </a:ext>
          </a:extLst>
        </p:spPr>
      </p:pic>
      <p:pic>
        <p:nvPicPr>
          <p:cNvPr id="7173" name="Picture 5" descr="Armature de peau - Béton armé - CIVILMANIA">
            <a:extLst>
              <a:ext uri="{FF2B5EF4-FFF2-40B4-BE49-F238E27FC236}">
                <a16:creationId xmlns="" xmlns:a16="http://schemas.microsoft.com/office/drawing/2014/main" id="{5EB14895-A8E4-76AD-2ABA-3AA85F9F9D4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68273" y="2846702"/>
            <a:ext cx="1989928" cy="1104046"/>
          </a:xfrm>
          <a:prstGeom prst="rect">
            <a:avLst/>
          </a:prstGeom>
          <a:noFill/>
          <a:extLst>
            <a:ext uri="{909E8E84-426E-40DD-AFC4-6F175D3DCCD1}">
              <a14:hiddenFill xmlns:a14="http://schemas.microsoft.com/office/drawing/2010/main">
                <a:solidFill>
                  <a:srgbClr val="FFFFFF"/>
                </a:solidFill>
              </a14:hiddenFill>
            </a:ext>
          </a:extLst>
        </p:spPr>
      </p:pic>
      <p:pic>
        <p:nvPicPr>
          <p:cNvPr id="7175" name="Picture 7" descr="POTEAUX &amp; POUTRES - Génie Civil">
            <a:extLst>
              <a:ext uri="{FF2B5EF4-FFF2-40B4-BE49-F238E27FC236}">
                <a16:creationId xmlns="" xmlns:a16="http://schemas.microsoft.com/office/drawing/2014/main" id="{97EBDC79-D326-6E25-D9E8-A840AEA56923}"/>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043281" y="4635849"/>
            <a:ext cx="1955121" cy="1520650"/>
          </a:xfrm>
          <a:prstGeom prst="rect">
            <a:avLst/>
          </a:prstGeom>
          <a:noFill/>
          <a:extLst>
            <a:ext uri="{909E8E84-426E-40DD-AFC4-6F175D3DCCD1}">
              <a14:hiddenFill xmlns:a14="http://schemas.microsoft.com/office/drawing/2010/main">
                <a:solidFill>
                  <a:srgbClr val="FFFFFF"/>
                </a:solidFill>
              </a14:hiddenFill>
            </a:ext>
          </a:extLst>
        </p:spPr>
      </p:pic>
      <p:sp>
        <p:nvSpPr>
          <p:cNvPr id="18" name="ZoneTexte 17">
            <a:extLst>
              <a:ext uri="{FF2B5EF4-FFF2-40B4-BE49-F238E27FC236}">
                <a16:creationId xmlns="" xmlns:a16="http://schemas.microsoft.com/office/drawing/2014/main" id="{91664C78-D826-055B-1F3D-3B23C062E0FD}"/>
              </a:ext>
            </a:extLst>
          </p:cNvPr>
          <p:cNvSpPr txBox="1"/>
          <p:nvPr/>
        </p:nvSpPr>
        <p:spPr>
          <a:xfrm>
            <a:off x="9326998" y="5236091"/>
            <a:ext cx="2355407" cy="738664"/>
          </a:xfrm>
          <a:prstGeom prst="rect">
            <a:avLst/>
          </a:prstGeom>
          <a:noFill/>
        </p:spPr>
        <p:txBody>
          <a:bodyPr wrap="square">
            <a:spAutoFit/>
          </a:bodyPr>
          <a:lstStyle/>
          <a:p>
            <a:pPr algn="ctr"/>
            <a:r>
              <a:rPr lang="fr-FR" sz="1400" dirty="0">
                <a:hlinkClick r:id="rId8"/>
              </a:rPr>
              <a:t>https://www.youtube.com/watch?v=Ez9nIiPLZ6g</a:t>
            </a:r>
            <a:endParaRPr lang="fr-FR" sz="1400" dirty="0"/>
          </a:p>
          <a:p>
            <a:pPr algn="ctr"/>
            <a:endParaRPr lang="fr-FR" sz="1400" dirty="0"/>
          </a:p>
        </p:txBody>
      </p:sp>
    </p:spTree>
    <p:extLst>
      <p:ext uri="{BB962C8B-B14F-4D97-AF65-F5344CB8AC3E}">
        <p14:creationId xmlns:p14="http://schemas.microsoft.com/office/powerpoint/2010/main" val="364460173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 xmlns:a16="http://schemas.microsoft.com/office/drawing/2014/main" id="{5557D3EE-F591-944A-5115-76151CF122E0}"/>
            </a:ext>
          </a:extLst>
        </p:cNvPr>
        <p:cNvGrpSpPr/>
        <p:nvPr/>
      </p:nvGrpSpPr>
      <p:grpSpPr>
        <a:xfrm>
          <a:off x="0" y="0"/>
          <a:ext cx="0" cy="0"/>
          <a:chOff x="0" y="0"/>
          <a:chExt cx="0" cy="0"/>
        </a:xfrm>
      </p:grpSpPr>
      <p:sp>
        <p:nvSpPr>
          <p:cNvPr id="2" name="Espace réservé du numéro de diapositive 1">
            <a:extLst>
              <a:ext uri="{FF2B5EF4-FFF2-40B4-BE49-F238E27FC236}">
                <a16:creationId xmlns="" xmlns:a16="http://schemas.microsoft.com/office/drawing/2014/main" id="{1A8CC616-0184-99AA-5639-D83379D40F1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59</a:t>
            </a:fld>
            <a:endParaRPr lang="fr-FR"/>
          </a:p>
        </p:txBody>
      </p:sp>
      <p:pic>
        <p:nvPicPr>
          <p:cNvPr id="5" name="Image 4">
            <a:extLst>
              <a:ext uri="{FF2B5EF4-FFF2-40B4-BE49-F238E27FC236}">
                <a16:creationId xmlns="" xmlns:a16="http://schemas.microsoft.com/office/drawing/2014/main" id="{FB2757FE-BF17-9803-256B-08D1AF28C7D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39492" y="70223"/>
            <a:ext cx="1090163" cy="981979"/>
          </a:xfrm>
          <a:prstGeom prst="rect">
            <a:avLst/>
          </a:prstGeom>
          <a:noFill/>
          <a:ln>
            <a:noFill/>
          </a:ln>
        </p:spPr>
      </p:pic>
      <p:pic>
        <p:nvPicPr>
          <p:cNvPr id="6" name="officeArt object">
            <a:extLst>
              <a:ext uri="{FF2B5EF4-FFF2-40B4-BE49-F238E27FC236}">
                <a16:creationId xmlns="" xmlns:a16="http://schemas.microsoft.com/office/drawing/2014/main" id="{F9F12342-8839-3F7D-68A2-E9ED774FB6FD}"/>
              </a:ext>
            </a:extLst>
          </p:cNvPr>
          <p:cNvPicPr/>
          <p:nvPr/>
        </p:nvPicPr>
        <p:blipFill rotWithShape="1">
          <a:blip r:embed="rId4"/>
          <a:srcRect l="12854" r="8048"/>
          <a:stretch/>
        </p:blipFill>
        <p:spPr>
          <a:xfrm>
            <a:off x="9840279" y="0"/>
            <a:ext cx="1199213" cy="1506125"/>
          </a:xfrm>
          <a:prstGeom prst="rect">
            <a:avLst/>
          </a:prstGeom>
          <a:ln w="12700" cap="flat">
            <a:noFill/>
            <a:miter lim="400000"/>
          </a:ln>
          <a:effectLst/>
        </p:spPr>
      </p:pic>
      <p:sp>
        <p:nvSpPr>
          <p:cNvPr id="8" name="Espace réservé du pied de page 7">
            <a:extLst>
              <a:ext uri="{FF2B5EF4-FFF2-40B4-BE49-F238E27FC236}">
                <a16:creationId xmlns="" xmlns:a16="http://schemas.microsoft.com/office/drawing/2014/main" id="{84CBFCF9-BEB8-524C-5572-FE7CBF4BED78}"/>
              </a:ext>
            </a:extLst>
          </p:cNvPr>
          <p:cNvSpPr>
            <a:spLocks noGrp="1"/>
          </p:cNvSpPr>
          <p:nvPr>
            <p:ph type="ftr" idx="11"/>
          </p:nvPr>
        </p:nvSpPr>
        <p:spPr/>
        <p:txBody>
          <a:bodyPr/>
          <a:lstStyle/>
          <a:p>
            <a:r>
              <a:rPr lang="fr-FR" dirty="0"/>
              <a:t>Dr. Ibrahim Niang</a:t>
            </a:r>
          </a:p>
        </p:txBody>
      </p:sp>
      <p:sp>
        <p:nvSpPr>
          <p:cNvPr id="3" name="Rectangle 2">
            <a:extLst>
              <a:ext uri="{FF2B5EF4-FFF2-40B4-BE49-F238E27FC236}">
                <a16:creationId xmlns="" xmlns:a16="http://schemas.microsoft.com/office/drawing/2014/main" id="{FA4B753B-D8CA-7CC5-854D-F82772A7A9A2}"/>
              </a:ext>
            </a:extLst>
          </p:cNvPr>
          <p:cNvSpPr/>
          <p:nvPr/>
        </p:nvSpPr>
        <p:spPr>
          <a:xfrm>
            <a:off x="-63745" y="-107207"/>
            <a:ext cx="5199163" cy="1309654"/>
          </a:xfrm>
          <a:prstGeom prst="rect">
            <a:avLst/>
          </a:prstGeom>
        </p:spPr>
        <p:txBody>
          <a:bodyPr wrap="square">
            <a:spAutoFit/>
          </a:bodyPr>
          <a:lstStyle/>
          <a:p>
            <a:pPr marL="571500" indent="-571500">
              <a:lnSpc>
                <a:spcPct val="150000"/>
              </a:lnSpc>
              <a:buClr>
                <a:srgbClr val="1F3864"/>
              </a:buClr>
              <a:buSzPct val="65000"/>
              <a:buFont typeface="+mj-lt"/>
              <a:buAutoNum type="romanUcPeriod" startAt="2"/>
            </a:pPr>
            <a:r>
              <a:rPr lang="fr-FR" sz="3200" b="1" dirty="0">
                <a:solidFill>
                  <a:srgbClr val="1F3864"/>
                </a:solidFill>
                <a:latin typeface="Aptos" panose="020B0004020202020204" pitchFamily="34" charset="0"/>
                <a:ea typeface="Calibri"/>
                <a:cs typeface="Calibri"/>
                <a:sym typeface="Calibri"/>
              </a:rPr>
              <a:t>Gros œuvre </a:t>
            </a:r>
          </a:p>
          <a:p>
            <a:pPr>
              <a:lnSpc>
                <a:spcPct val="150000"/>
              </a:lnSpc>
            </a:pPr>
            <a:endParaRPr lang="fr-FR" sz="2400" dirty="0">
              <a:solidFill>
                <a:srgbClr val="1F3864"/>
              </a:solidFill>
              <a:latin typeface="Proxima Nova"/>
              <a:cs typeface="Calibri"/>
              <a:sym typeface="Calibri"/>
            </a:endParaRPr>
          </a:p>
        </p:txBody>
      </p:sp>
      <p:sp>
        <p:nvSpPr>
          <p:cNvPr id="10" name="ZoneTexte 9">
            <a:extLst>
              <a:ext uri="{FF2B5EF4-FFF2-40B4-BE49-F238E27FC236}">
                <a16:creationId xmlns="" xmlns:a16="http://schemas.microsoft.com/office/drawing/2014/main" id="{D0C162B7-395A-F369-C9BE-609BB2E86B53}"/>
              </a:ext>
            </a:extLst>
          </p:cNvPr>
          <p:cNvSpPr txBox="1"/>
          <p:nvPr/>
        </p:nvSpPr>
        <p:spPr>
          <a:xfrm>
            <a:off x="1949503" y="1051491"/>
            <a:ext cx="7461994" cy="523220"/>
          </a:xfrm>
          <a:prstGeom prst="rect">
            <a:avLst/>
          </a:prstGeom>
          <a:noFill/>
        </p:spPr>
        <p:txBody>
          <a:bodyPr wrap="square">
            <a:spAutoFit/>
          </a:bodyPr>
          <a:lstStyle/>
          <a:p>
            <a:pPr algn="ctr"/>
            <a:r>
              <a:rPr lang="fr-FR" sz="2800" dirty="0">
                <a:ln w="0"/>
                <a:solidFill>
                  <a:srgbClr val="1F3864"/>
                </a:solidFill>
                <a:latin typeface="Aptos" panose="020B0004020202020204" pitchFamily="34" charset="0"/>
              </a:rPr>
              <a:t>Dalle </a:t>
            </a:r>
          </a:p>
        </p:txBody>
      </p:sp>
      <p:sp>
        <p:nvSpPr>
          <p:cNvPr id="7" name="ZoneTexte 6">
            <a:extLst>
              <a:ext uri="{FF2B5EF4-FFF2-40B4-BE49-F238E27FC236}">
                <a16:creationId xmlns="" xmlns:a16="http://schemas.microsoft.com/office/drawing/2014/main" id="{50A2D453-5009-4A72-D5EF-31F5D12ACB7E}"/>
              </a:ext>
            </a:extLst>
          </p:cNvPr>
          <p:cNvSpPr txBox="1"/>
          <p:nvPr/>
        </p:nvSpPr>
        <p:spPr>
          <a:xfrm>
            <a:off x="1166008" y="1533080"/>
            <a:ext cx="9859984" cy="1200329"/>
          </a:xfrm>
          <a:prstGeom prst="rect">
            <a:avLst/>
          </a:prstGeom>
          <a:noFill/>
        </p:spPr>
        <p:txBody>
          <a:bodyPr wrap="square">
            <a:spAutoFit/>
          </a:bodyPr>
          <a:lstStyle/>
          <a:p>
            <a:pPr algn="ctr"/>
            <a:r>
              <a:rPr lang="fr-FR" dirty="0"/>
              <a:t>Une </a:t>
            </a:r>
            <a:r>
              <a:rPr lang="fr-FR" b="1" dirty="0"/>
              <a:t>dalle</a:t>
            </a:r>
            <a:r>
              <a:rPr lang="fr-FR" dirty="0"/>
              <a:t> est un </a:t>
            </a:r>
            <a:r>
              <a:rPr lang="fr-FR" b="1" dirty="0"/>
              <a:t>élément structurel horizontal</a:t>
            </a:r>
            <a:r>
              <a:rPr lang="fr-FR" dirty="0"/>
              <a:t>, souvent en </a:t>
            </a:r>
            <a:r>
              <a:rPr lang="fr-FR" b="1" dirty="0"/>
              <a:t>béton armé</a:t>
            </a:r>
            <a:r>
              <a:rPr lang="fr-FR" dirty="0"/>
              <a:t>, qui forme le </a:t>
            </a:r>
            <a:r>
              <a:rPr lang="fr-FR" b="1" dirty="0"/>
              <a:t>plancher ou la toiture </a:t>
            </a:r>
            <a:r>
              <a:rPr lang="fr-FR" dirty="0"/>
              <a:t>d'une construction. Elle est conçue pour supporter les </a:t>
            </a:r>
            <a:r>
              <a:rPr lang="fr-FR" b="1" dirty="0"/>
              <a:t>charges permanentes (poids propre)</a:t>
            </a:r>
            <a:r>
              <a:rPr lang="fr-FR" dirty="0"/>
              <a:t> et les </a:t>
            </a:r>
            <a:r>
              <a:rPr lang="fr-FR" b="1" dirty="0"/>
              <a:t>charges d’exploitation (mobilier, occupants, équipements)</a:t>
            </a:r>
            <a:r>
              <a:rPr lang="fr-FR" dirty="0"/>
              <a:t> tout en les transférant aux poutres, poteaux ou murs porteurs.</a:t>
            </a:r>
          </a:p>
        </p:txBody>
      </p:sp>
      <p:sp>
        <p:nvSpPr>
          <p:cNvPr id="12" name="ZoneTexte 11">
            <a:extLst>
              <a:ext uri="{FF2B5EF4-FFF2-40B4-BE49-F238E27FC236}">
                <a16:creationId xmlns="" xmlns:a16="http://schemas.microsoft.com/office/drawing/2014/main" id="{9E0625BA-DB1B-6E07-E184-DBAA88D4F326}"/>
              </a:ext>
            </a:extLst>
          </p:cNvPr>
          <p:cNvSpPr txBox="1"/>
          <p:nvPr/>
        </p:nvSpPr>
        <p:spPr>
          <a:xfrm>
            <a:off x="107907" y="2950938"/>
            <a:ext cx="4851998" cy="3693319"/>
          </a:xfrm>
          <a:prstGeom prst="rect">
            <a:avLst/>
          </a:prstGeom>
          <a:noFill/>
        </p:spPr>
        <p:txBody>
          <a:bodyPr wrap="square">
            <a:spAutoFit/>
          </a:bodyPr>
          <a:lstStyle/>
          <a:p>
            <a:pPr marL="285750" indent="-285750">
              <a:buFont typeface="Arial" panose="020B0604020202020204" pitchFamily="34" charset="0"/>
              <a:buChar char="•"/>
            </a:pPr>
            <a:r>
              <a:rPr lang="fr-FR" b="1" dirty="0"/>
              <a:t>Support des charges</a:t>
            </a:r>
            <a:r>
              <a:rPr lang="fr-FR" dirty="0"/>
              <a:t> : Porte les charges d’exploitation et les transmet aux éléments porteurs.</a:t>
            </a:r>
          </a:p>
          <a:p>
            <a:pPr marL="285750" indent="-285750">
              <a:buFont typeface="Arial" panose="020B0604020202020204" pitchFamily="34" charset="0"/>
              <a:buChar char="•"/>
            </a:pPr>
            <a:r>
              <a:rPr lang="fr-FR" b="1" dirty="0"/>
              <a:t>Surface fonctionnelle</a:t>
            </a:r>
            <a:r>
              <a:rPr lang="fr-FR" dirty="0"/>
              <a:t> : Crée une surface plane utilisable comme plancher, toiture ou terrasse.</a:t>
            </a:r>
          </a:p>
          <a:p>
            <a:pPr marL="285750" indent="-285750">
              <a:buFont typeface="Arial" panose="020B0604020202020204" pitchFamily="34" charset="0"/>
              <a:buChar char="•"/>
            </a:pPr>
            <a:r>
              <a:rPr lang="fr-FR" b="1" dirty="0"/>
              <a:t>Rigidité et stabilité</a:t>
            </a:r>
            <a:r>
              <a:rPr lang="fr-FR" dirty="0"/>
              <a:t> :Contribue à la stabilité globale de la structure en distribuant les efforts horizontaux (effet de diaphragme).</a:t>
            </a:r>
          </a:p>
          <a:p>
            <a:pPr marL="285750" indent="-285750">
              <a:buFont typeface="Arial" panose="020B0604020202020204" pitchFamily="34" charset="0"/>
              <a:buChar char="•"/>
            </a:pPr>
            <a:r>
              <a:rPr lang="fr-FR" b="1" dirty="0"/>
              <a:t>Isolation et étanchéité</a:t>
            </a:r>
            <a:r>
              <a:rPr lang="fr-FR" dirty="0"/>
              <a:t> : En fonction de sa conception, elle peut offrir des propriétés d’isolation thermique et acoustique, ou une étanchéité pour les toitures-terrasses.</a:t>
            </a:r>
          </a:p>
        </p:txBody>
      </p:sp>
      <p:pic>
        <p:nvPicPr>
          <p:cNvPr id="8194" name="Picture 2" descr="SEAC - Planchers hourdis béton">
            <a:extLst>
              <a:ext uri="{FF2B5EF4-FFF2-40B4-BE49-F238E27FC236}">
                <a16:creationId xmlns="" xmlns:a16="http://schemas.microsoft.com/office/drawing/2014/main" id="{83D19F89-CADC-63B7-CED9-367D01B14F9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80500" y="2801430"/>
            <a:ext cx="2601686" cy="1951265"/>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descr="Tout savoir sur les différents types de planchers | POINT.P">
            <a:extLst>
              <a:ext uri="{FF2B5EF4-FFF2-40B4-BE49-F238E27FC236}">
                <a16:creationId xmlns="" xmlns:a16="http://schemas.microsoft.com/office/drawing/2014/main" id="{089091C0-AF92-8F24-017D-7D7202D54D3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734425" y="4326114"/>
            <a:ext cx="2619375" cy="1743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28467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 xmlns:a16="http://schemas.microsoft.com/office/drawing/2014/main" id="{4E8EBFFA-31D6-270A-9558-9F60FDA86454}"/>
            </a:ext>
          </a:extLst>
        </p:cNvPr>
        <p:cNvGrpSpPr/>
        <p:nvPr/>
      </p:nvGrpSpPr>
      <p:grpSpPr>
        <a:xfrm>
          <a:off x="0" y="0"/>
          <a:ext cx="0" cy="0"/>
          <a:chOff x="0" y="0"/>
          <a:chExt cx="0" cy="0"/>
        </a:xfrm>
      </p:grpSpPr>
      <p:sp>
        <p:nvSpPr>
          <p:cNvPr id="2" name="Espace réservé du numéro de diapositive 1">
            <a:extLst>
              <a:ext uri="{FF2B5EF4-FFF2-40B4-BE49-F238E27FC236}">
                <a16:creationId xmlns="" xmlns:a16="http://schemas.microsoft.com/office/drawing/2014/main" id="{B6820948-3D15-1BFB-1905-41A95CD826F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60</a:t>
            </a:fld>
            <a:endParaRPr lang="fr-FR"/>
          </a:p>
        </p:txBody>
      </p:sp>
      <p:pic>
        <p:nvPicPr>
          <p:cNvPr id="5" name="Image 4">
            <a:extLst>
              <a:ext uri="{FF2B5EF4-FFF2-40B4-BE49-F238E27FC236}">
                <a16:creationId xmlns="" xmlns:a16="http://schemas.microsoft.com/office/drawing/2014/main" id="{39704B05-034B-8649-CD14-C69A0403D66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39492" y="70223"/>
            <a:ext cx="1090163" cy="981979"/>
          </a:xfrm>
          <a:prstGeom prst="rect">
            <a:avLst/>
          </a:prstGeom>
          <a:noFill/>
          <a:ln>
            <a:noFill/>
          </a:ln>
        </p:spPr>
      </p:pic>
      <p:pic>
        <p:nvPicPr>
          <p:cNvPr id="6" name="officeArt object">
            <a:extLst>
              <a:ext uri="{FF2B5EF4-FFF2-40B4-BE49-F238E27FC236}">
                <a16:creationId xmlns="" xmlns:a16="http://schemas.microsoft.com/office/drawing/2014/main" id="{823BA51C-F8AE-58BF-7B07-5B9FA90C230C}"/>
              </a:ext>
            </a:extLst>
          </p:cNvPr>
          <p:cNvPicPr/>
          <p:nvPr/>
        </p:nvPicPr>
        <p:blipFill rotWithShape="1">
          <a:blip r:embed="rId4"/>
          <a:srcRect l="12854" r="8048"/>
          <a:stretch/>
        </p:blipFill>
        <p:spPr>
          <a:xfrm>
            <a:off x="9840279" y="0"/>
            <a:ext cx="1199213" cy="1506125"/>
          </a:xfrm>
          <a:prstGeom prst="rect">
            <a:avLst/>
          </a:prstGeom>
          <a:ln w="12700" cap="flat">
            <a:noFill/>
            <a:miter lim="400000"/>
          </a:ln>
          <a:effectLst/>
        </p:spPr>
      </p:pic>
      <p:sp>
        <p:nvSpPr>
          <p:cNvPr id="8" name="Espace réservé du pied de page 7">
            <a:extLst>
              <a:ext uri="{FF2B5EF4-FFF2-40B4-BE49-F238E27FC236}">
                <a16:creationId xmlns="" xmlns:a16="http://schemas.microsoft.com/office/drawing/2014/main" id="{2061CF96-0494-32E8-DF84-24B6E9CAF52E}"/>
              </a:ext>
            </a:extLst>
          </p:cNvPr>
          <p:cNvSpPr>
            <a:spLocks noGrp="1"/>
          </p:cNvSpPr>
          <p:nvPr>
            <p:ph type="ftr" idx="11"/>
          </p:nvPr>
        </p:nvSpPr>
        <p:spPr/>
        <p:txBody>
          <a:bodyPr/>
          <a:lstStyle/>
          <a:p>
            <a:r>
              <a:rPr lang="fr-FR" dirty="0"/>
              <a:t>Dr. Ibrahim Niang</a:t>
            </a:r>
          </a:p>
        </p:txBody>
      </p:sp>
      <p:sp>
        <p:nvSpPr>
          <p:cNvPr id="3" name="Rectangle 2">
            <a:extLst>
              <a:ext uri="{FF2B5EF4-FFF2-40B4-BE49-F238E27FC236}">
                <a16:creationId xmlns="" xmlns:a16="http://schemas.microsoft.com/office/drawing/2014/main" id="{C8EE72B3-C178-5A43-6F8C-5897781BD8CC}"/>
              </a:ext>
            </a:extLst>
          </p:cNvPr>
          <p:cNvSpPr/>
          <p:nvPr/>
        </p:nvSpPr>
        <p:spPr>
          <a:xfrm>
            <a:off x="-63745" y="-107207"/>
            <a:ext cx="5199163" cy="1309654"/>
          </a:xfrm>
          <a:prstGeom prst="rect">
            <a:avLst/>
          </a:prstGeom>
        </p:spPr>
        <p:txBody>
          <a:bodyPr wrap="square">
            <a:spAutoFit/>
          </a:bodyPr>
          <a:lstStyle/>
          <a:p>
            <a:pPr marL="571500" indent="-571500">
              <a:lnSpc>
                <a:spcPct val="150000"/>
              </a:lnSpc>
              <a:buClr>
                <a:srgbClr val="1F3864"/>
              </a:buClr>
              <a:buSzPct val="65000"/>
              <a:buFont typeface="+mj-lt"/>
              <a:buAutoNum type="romanUcPeriod" startAt="2"/>
            </a:pPr>
            <a:r>
              <a:rPr lang="fr-FR" sz="3200" b="1" dirty="0">
                <a:solidFill>
                  <a:srgbClr val="1F3864"/>
                </a:solidFill>
                <a:latin typeface="Aptos" panose="020B0004020202020204" pitchFamily="34" charset="0"/>
                <a:ea typeface="Calibri"/>
                <a:cs typeface="Calibri"/>
                <a:sym typeface="Calibri"/>
              </a:rPr>
              <a:t>Gros œuvre </a:t>
            </a:r>
          </a:p>
          <a:p>
            <a:pPr>
              <a:lnSpc>
                <a:spcPct val="150000"/>
              </a:lnSpc>
            </a:pPr>
            <a:endParaRPr lang="fr-FR" sz="2400" dirty="0">
              <a:solidFill>
                <a:srgbClr val="1F3864"/>
              </a:solidFill>
              <a:latin typeface="Proxima Nova"/>
              <a:cs typeface="Calibri"/>
              <a:sym typeface="Calibri"/>
            </a:endParaRPr>
          </a:p>
        </p:txBody>
      </p:sp>
      <p:sp>
        <p:nvSpPr>
          <p:cNvPr id="10" name="ZoneTexte 9">
            <a:extLst>
              <a:ext uri="{FF2B5EF4-FFF2-40B4-BE49-F238E27FC236}">
                <a16:creationId xmlns="" xmlns:a16="http://schemas.microsoft.com/office/drawing/2014/main" id="{54806406-6287-CCFC-24AD-DA686F004FE9}"/>
              </a:ext>
            </a:extLst>
          </p:cNvPr>
          <p:cNvSpPr txBox="1"/>
          <p:nvPr/>
        </p:nvSpPr>
        <p:spPr>
          <a:xfrm>
            <a:off x="1949503" y="1051491"/>
            <a:ext cx="7461994" cy="523220"/>
          </a:xfrm>
          <a:prstGeom prst="rect">
            <a:avLst/>
          </a:prstGeom>
          <a:noFill/>
        </p:spPr>
        <p:txBody>
          <a:bodyPr wrap="square">
            <a:spAutoFit/>
          </a:bodyPr>
          <a:lstStyle/>
          <a:p>
            <a:pPr algn="ctr"/>
            <a:r>
              <a:rPr lang="fr-FR" sz="2800" dirty="0">
                <a:ln w="0"/>
                <a:solidFill>
                  <a:srgbClr val="1F3864"/>
                </a:solidFill>
                <a:latin typeface="Aptos" panose="020B0004020202020204" pitchFamily="34" charset="0"/>
              </a:rPr>
              <a:t>Dalle </a:t>
            </a:r>
          </a:p>
        </p:txBody>
      </p:sp>
      <p:sp>
        <p:nvSpPr>
          <p:cNvPr id="7" name="ZoneTexte 6">
            <a:extLst>
              <a:ext uri="{FF2B5EF4-FFF2-40B4-BE49-F238E27FC236}">
                <a16:creationId xmlns="" xmlns:a16="http://schemas.microsoft.com/office/drawing/2014/main" id="{07D80376-AD0A-6982-617A-A33388455446}"/>
              </a:ext>
            </a:extLst>
          </p:cNvPr>
          <p:cNvSpPr txBox="1"/>
          <p:nvPr/>
        </p:nvSpPr>
        <p:spPr>
          <a:xfrm>
            <a:off x="0" y="1533080"/>
            <a:ext cx="11674929" cy="923330"/>
          </a:xfrm>
          <a:prstGeom prst="rect">
            <a:avLst/>
          </a:prstGeom>
          <a:noFill/>
        </p:spPr>
        <p:txBody>
          <a:bodyPr wrap="square">
            <a:spAutoFit/>
          </a:bodyPr>
          <a:lstStyle/>
          <a:p>
            <a:pPr algn="ctr"/>
            <a:r>
              <a:rPr lang="fr-FR" dirty="0"/>
              <a:t>Une </a:t>
            </a:r>
            <a:r>
              <a:rPr lang="fr-FR" b="1" dirty="0"/>
              <a:t>dalle</a:t>
            </a:r>
            <a:r>
              <a:rPr lang="fr-FR" dirty="0"/>
              <a:t> est un </a:t>
            </a:r>
            <a:r>
              <a:rPr lang="fr-FR" b="1" dirty="0"/>
              <a:t>élément structurel horizontal</a:t>
            </a:r>
            <a:r>
              <a:rPr lang="fr-FR" dirty="0"/>
              <a:t>, souvent en </a:t>
            </a:r>
            <a:r>
              <a:rPr lang="fr-FR" b="1" dirty="0"/>
              <a:t>béton armé</a:t>
            </a:r>
            <a:r>
              <a:rPr lang="fr-FR" dirty="0"/>
              <a:t>, qui forme le </a:t>
            </a:r>
            <a:r>
              <a:rPr lang="fr-FR" b="1" dirty="0"/>
              <a:t>plancher ou la toiture </a:t>
            </a:r>
            <a:r>
              <a:rPr lang="fr-FR" dirty="0"/>
              <a:t>d'une construction. Elle est conçue pour supporter les </a:t>
            </a:r>
            <a:r>
              <a:rPr lang="fr-FR" b="1" dirty="0"/>
              <a:t>charges permanentes (poids propre)</a:t>
            </a:r>
            <a:r>
              <a:rPr lang="fr-FR" dirty="0"/>
              <a:t> et les </a:t>
            </a:r>
            <a:r>
              <a:rPr lang="fr-FR" b="1" dirty="0"/>
              <a:t>charges d’exploitation (mobilier, occupants, équipements)</a:t>
            </a:r>
            <a:r>
              <a:rPr lang="fr-FR" dirty="0"/>
              <a:t> tout en les transférant aux poutres, poteaux ou murs porteurs.</a:t>
            </a:r>
          </a:p>
        </p:txBody>
      </p:sp>
      <p:sp>
        <p:nvSpPr>
          <p:cNvPr id="9" name="ZoneTexte 8">
            <a:extLst>
              <a:ext uri="{FF2B5EF4-FFF2-40B4-BE49-F238E27FC236}">
                <a16:creationId xmlns="" xmlns:a16="http://schemas.microsoft.com/office/drawing/2014/main" id="{5B9A5274-4C38-88D5-FEB4-1448E60D9435}"/>
              </a:ext>
            </a:extLst>
          </p:cNvPr>
          <p:cNvSpPr txBox="1"/>
          <p:nvPr/>
        </p:nvSpPr>
        <p:spPr>
          <a:xfrm>
            <a:off x="27214" y="2787043"/>
            <a:ext cx="4114801" cy="3416320"/>
          </a:xfrm>
          <a:prstGeom prst="rect">
            <a:avLst/>
          </a:prstGeom>
          <a:noFill/>
        </p:spPr>
        <p:txBody>
          <a:bodyPr wrap="square">
            <a:spAutoFit/>
          </a:bodyPr>
          <a:lstStyle/>
          <a:p>
            <a:r>
              <a:rPr lang="fr-FR" b="1" dirty="0"/>
              <a:t>Types de dalles :</a:t>
            </a:r>
          </a:p>
          <a:p>
            <a:pPr marL="285750" indent="-285750">
              <a:buFont typeface="Arial" panose="020B0604020202020204" pitchFamily="34" charset="0"/>
              <a:buChar char="•"/>
            </a:pPr>
            <a:r>
              <a:rPr lang="fr-FR" b="1" dirty="0"/>
              <a:t>Dalle pleine</a:t>
            </a:r>
            <a:r>
              <a:rPr lang="fr-FR" dirty="0"/>
              <a:t> : Réalisée en béton massif, offre une résistance élevée.</a:t>
            </a:r>
          </a:p>
          <a:p>
            <a:pPr marL="285750" indent="-285750">
              <a:buFont typeface="Arial" panose="020B0604020202020204" pitchFamily="34" charset="0"/>
              <a:buChar char="•"/>
            </a:pPr>
            <a:r>
              <a:rPr lang="fr-FR" b="1" dirty="0"/>
              <a:t>Dalle nervurée</a:t>
            </a:r>
            <a:r>
              <a:rPr lang="fr-FR" dirty="0"/>
              <a:t> : Réduite en épaisseur avec des nervures pour alléger la structure.</a:t>
            </a:r>
          </a:p>
          <a:p>
            <a:pPr marL="285750" indent="-285750">
              <a:buFont typeface="Arial" panose="020B0604020202020204" pitchFamily="34" charset="0"/>
              <a:buChar char="•"/>
            </a:pPr>
            <a:r>
              <a:rPr lang="fr-FR" b="1" dirty="0"/>
              <a:t>Dalle préfabriquée</a:t>
            </a:r>
            <a:r>
              <a:rPr lang="fr-FR" dirty="0"/>
              <a:t> : Fabriquée en usine et posée sur chantier, rapide à installer.</a:t>
            </a:r>
          </a:p>
          <a:p>
            <a:pPr marL="285750" indent="-285750">
              <a:buFont typeface="Arial" panose="020B0604020202020204" pitchFamily="34" charset="0"/>
              <a:buChar char="•"/>
            </a:pPr>
            <a:r>
              <a:rPr lang="fr-FR" b="1" dirty="0"/>
              <a:t>Dalle flottante</a:t>
            </a:r>
            <a:r>
              <a:rPr lang="fr-FR" dirty="0"/>
              <a:t> : Isolée des éléments porteurs pour limiter les vibrations et améliorer l’acoustique.</a:t>
            </a:r>
          </a:p>
        </p:txBody>
      </p:sp>
      <p:pic>
        <p:nvPicPr>
          <p:cNvPr id="9218" name="Picture 2" descr="PLANCHERS &amp; TERRASSES - Génie Civil">
            <a:extLst>
              <a:ext uri="{FF2B5EF4-FFF2-40B4-BE49-F238E27FC236}">
                <a16:creationId xmlns="" xmlns:a16="http://schemas.microsoft.com/office/drawing/2014/main" id="{5DBE41E0-CD6B-2F17-7B32-3D0A686B36F8}"/>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b="14833"/>
          <a:stretch/>
        </p:blipFill>
        <p:spPr bwMode="auto">
          <a:xfrm>
            <a:off x="5140099" y="2501606"/>
            <a:ext cx="3242855" cy="1618383"/>
          </a:xfrm>
          <a:prstGeom prst="rect">
            <a:avLst/>
          </a:prstGeom>
          <a:noFill/>
          <a:extLst>
            <a:ext uri="{909E8E84-426E-40DD-AFC4-6F175D3DCCD1}">
              <a14:hiddenFill xmlns:a14="http://schemas.microsoft.com/office/drawing/2010/main">
                <a:solidFill>
                  <a:srgbClr val="FFFFFF"/>
                </a:solidFill>
              </a14:hiddenFill>
            </a:ext>
          </a:extLst>
        </p:spPr>
      </p:pic>
      <p:pic>
        <p:nvPicPr>
          <p:cNvPr id="9220" name="Picture 4" descr="Dalle de sol pleine SquareSTEEL GRIS CLAIR">
            <a:extLst>
              <a:ext uri="{FF2B5EF4-FFF2-40B4-BE49-F238E27FC236}">
                <a16:creationId xmlns="" xmlns:a16="http://schemas.microsoft.com/office/drawing/2014/main" id="{A6C4C961-4A75-2089-6CB9-298BFB80966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382954" y="2366377"/>
            <a:ext cx="2914650" cy="2190750"/>
          </a:xfrm>
          <a:prstGeom prst="rect">
            <a:avLst/>
          </a:prstGeom>
          <a:noFill/>
          <a:extLst>
            <a:ext uri="{909E8E84-426E-40DD-AFC4-6F175D3DCCD1}">
              <a14:hiddenFill xmlns:a14="http://schemas.microsoft.com/office/drawing/2010/main">
                <a:solidFill>
                  <a:srgbClr val="FFFFFF"/>
                </a:solidFill>
              </a14:hiddenFill>
            </a:ext>
          </a:extLst>
        </p:spPr>
      </p:pic>
      <p:sp>
        <p:nvSpPr>
          <p:cNvPr id="13" name="ZoneTexte 12">
            <a:extLst>
              <a:ext uri="{FF2B5EF4-FFF2-40B4-BE49-F238E27FC236}">
                <a16:creationId xmlns="" xmlns:a16="http://schemas.microsoft.com/office/drawing/2014/main" id="{30C597C3-AC01-C8BE-4C70-5F93CECF9F6C}"/>
              </a:ext>
            </a:extLst>
          </p:cNvPr>
          <p:cNvSpPr txBox="1"/>
          <p:nvPr/>
        </p:nvSpPr>
        <p:spPr>
          <a:xfrm>
            <a:off x="7783347" y="4242991"/>
            <a:ext cx="1199213" cy="317200"/>
          </a:xfrm>
          <a:prstGeom prst="rect">
            <a:avLst/>
          </a:prstGeom>
          <a:noFill/>
        </p:spPr>
        <p:txBody>
          <a:bodyPr wrap="square">
            <a:spAutoFit/>
          </a:bodyPr>
          <a:lstStyle/>
          <a:p>
            <a:pPr algn="ctr"/>
            <a:r>
              <a:rPr lang="fr-FR" sz="1400" dirty="0"/>
              <a:t>Dalle pleine </a:t>
            </a:r>
          </a:p>
        </p:txBody>
      </p:sp>
      <p:pic>
        <p:nvPicPr>
          <p:cNvPr id="9222" name="Picture 6" descr="Dalle mixte avec tôle nervurée | Download Scientific Diagram">
            <a:extLst>
              <a:ext uri="{FF2B5EF4-FFF2-40B4-BE49-F238E27FC236}">
                <a16:creationId xmlns="" xmlns:a16="http://schemas.microsoft.com/office/drawing/2014/main" id="{0D8D5B51-D94E-E433-6CA5-D92C87477A6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011783" y="4582148"/>
            <a:ext cx="2501402" cy="1492772"/>
          </a:xfrm>
          <a:prstGeom prst="rect">
            <a:avLst/>
          </a:prstGeom>
          <a:noFill/>
          <a:extLst>
            <a:ext uri="{909E8E84-426E-40DD-AFC4-6F175D3DCCD1}">
              <a14:hiddenFill xmlns:a14="http://schemas.microsoft.com/office/drawing/2010/main">
                <a:solidFill>
                  <a:srgbClr val="FFFFFF"/>
                </a:solidFill>
              </a14:hiddenFill>
            </a:ext>
          </a:extLst>
        </p:spPr>
      </p:pic>
      <p:sp>
        <p:nvSpPr>
          <p:cNvPr id="15" name="ZoneTexte 14">
            <a:extLst>
              <a:ext uri="{FF2B5EF4-FFF2-40B4-BE49-F238E27FC236}">
                <a16:creationId xmlns="" xmlns:a16="http://schemas.microsoft.com/office/drawing/2014/main" id="{3FBC04CB-ED2D-CD01-CB83-9985FED6736F}"/>
              </a:ext>
            </a:extLst>
          </p:cNvPr>
          <p:cNvSpPr txBox="1"/>
          <p:nvPr/>
        </p:nvSpPr>
        <p:spPr>
          <a:xfrm>
            <a:off x="7970385" y="6100259"/>
            <a:ext cx="1534886" cy="307777"/>
          </a:xfrm>
          <a:prstGeom prst="rect">
            <a:avLst/>
          </a:prstGeom>
          <a:noFill/>
        </p:spPr>
        <p:txBody>
          <a:bodyPr wrap="square">
            <a:spAutoFit/>
          </a:bodyPr>
          <a:lstStyle/>
          <a:p>
            <a:r>
              <a:rPr lang="fr-FR" sz="1400" dirty="0"/>
              <a:t>Dalle nervurée </a:t>
            </a:r>
          </a:p>
        </p:txBody>
      </p:sp>
      <p:pic>
        <p:nvPicPr>
          <p:cNvPr id="9224" name="Picture 8" descr="Développement durable: quelle direction prendre dans nos ...">
            <a:extLst>
              <a:ext uri="{FF2B5EF4-FFF2-40B4-BE49-F238E27FC236}">
                <a16:creationId xmlns="" xmlns:a16="http://schemas.microsoft.com/office/drawing/2014/main" id="{3D5384B9-9642-6263-4AB0-B84DB706C7EB}"/>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9178035" y="4664015"/>
            <a:ext cx="1861457" cy="12409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0082198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 xmlns:a16="http://schemas.microsoft.com/office/drawing/2014/main" id="{7C446BF9-55DD-FDBE-D66A-35C555058286}"/>
            </a:ext>
          </a:extLst>
        </p:cNvPr>
        <p:cNvGrpSpPr/>
        <p:nvPr/>
      </p:nvGrpSpPr>
      <p:grpSpPr>
        <a:xfrm>
          <a:off x="0" y="0"/>
          <a:ext cx="0" cy="0"/>
          <a:chOff x="0" y="0"/>
          <a:chExt cx="0" cy="0"/>
        </a:xfrm>
      </p:grpSpPr>
      <p:sp>
        <p:nvSpPr>
          <p:cNvPr id="2" name="Espace réservé du numéro de diapositive 1">
            <a:extLst>
              <a:ext uri="{FF2B5EF4-FFF2-40B4-BE49-F238E27FC236}">
                <a16:creationId xmlns="" xmlns:a16="http://schemas.microsoft.com/office/drawing/2014/main" id="{A026B80E-21C1-E57D-B8F8-46B75D0D5B2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61</a:t>
            </a:fld>
            <a:endParaRPr lang="fr-FR"/>
          </a:p>
        </p:txBody>
      </p:sp>
      <p:pic>
        <p:nvPicPr>
          <p:cNvPr id="5" name="Image 4">
            <a:extLst>
              <a:ext uri="{FF2B5EF4-FFF2-40B4-BE49-F238E27FC236}">
                <a16:creationId xmlns="" xmlns:a16="http://schemas.microsoft.com/office/drawing/2014/main" id="{948A3977-E558-CE01-7B1F-DB95E277175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39492" y="70223"/>
            <a:ext cx="1090163" cy="981979"/>
          </a:xfrm>
          <a:prstGeom prst="rect">
            <a:avLst/>
          </a:prstGeom>
          <a:noFill/>
          <a:ln>
            <a:noFill/>
          </a:ln>
        </p:spPr>
      </p:pic>
      <p:pic>
        <p:nvPicPr>
          <p:cNvPr id="6" name="officeArt object">
            <a:extLst>
              <a:ext uri="{FF2B5EF4-FFF2-40B4-BE49-F238E27FC236}">
                <a16:creationId xmlns="" xmlns:a16="http://schemas.microsoft.com/office/drawing/2014/main" id="{66957CD8-BD33-5143-463D-5589BD6AD429}"/>
              </a:ext>
            </a:extLst>
          </p:cNvPr>
          <p:cNvPicPr/>
          <p:nvPr/>
        </p:nvPicPr>
        <p:blipFill rotWithShape="1">
          <a:blip r:embed="rId4"/>
          <a:srcRect l="12854" r="8048"/>
          <a:stretch/>
        </p:blipFill>
        <p:spPr>
          <a:xfrm>
            <a:off x="9840279" y="0"/>
            <a:ext cx="1199213" cy="1506125"/>
          </a:xfrm>
          <a:prstGeom prst="rect">
            <a:avLst/>
          </a:prstGeom>
          <a:ln w="12700" cap="flat">
            <a:noFill/>
            <a:miter lim="400000"/>
          </a:ln>
          <a:effectLst/>
        </p:spPr>
      </p:pic>
      <p:sp>
        <p:nvSpPr>
          <p:cNvPr id="8" name="Espace réservé du pied de page 7">
            <a:extLst>
              <a:ext uri="{FF2B5EF4-FFF2-40B4-BE49-F238E27FC236}">
                <a16:creationId xmlns="" xmlns:a16="http://schemas.microsoft.com/office/drawing/2014/main" id="{B10B29E4-34C9-0A21-9AB0-E56275D208F4}"/>
              </a:ext>
            </a:extLst>
          </p:cNvPr>
          <p:cNvSpPr>
            <a:spLocks noGrp="1"/>
          </p:cNvSpPr>
          <p:nvPr>
            <p:ph type="ftr" idx="11"/>
          </p:nvPr>
        </p:nvSpPr>
        <p:spPr/>
        <p:txBody>
          <a:bodyPr/>
          <a:lstStyle/>
          <a:p>
            <a:r>
              <a:rPr lang="fr-FR" dirty="0"/>
              <a:t>Dr. Ibrahim Niang</a:t>
            </a:r>
          </a:p>
        </p:txBody>
      </p:sp>
      <p:sp>
        <p:nvSpPr>
          <p:cNvPr id="3" name="Rectangle 2">
            <a:extLst>
              <a:ext uri="{FF2B5EF4-FFF2-40B4-BE49-F238E27FC236}">
                <a16:creationId xmlns="" xmlns:a16="http://schemas.microsoft.com/office/drawing/2014/main" id="{04C40916-9405-7FDF-14B0-778B87A41E37}"/>
              </a:ext>
            </a:extLst>
          </p:cNvPr>
          <p:cNvSpPr/>
          <p:nvPr/>
        </p:nvSpPr>
        <p:spPr>
          <a:xfrm>
            <a:off x="-63745" y="-107207"/>
            <a:ext cx="5199163" cy="1309654"/>
          </a:xfrm>
          <a:prstGeom prst="rect">
            <a:avLst/>
          </a:prstGeom>
        </p:spPr>
        <p:txBody>
          <a:bodyPr wrap="square">
            <a:spAutoFit/>
          </a:bodyPr>
          <a:lstStyle/>
          <a:p>
            <a:pPr marL="571500" indent="-571500">
              <a:lnSpc>
                <a:spcPct val="150000"/>
              </a:lnSpc>
              <a:buClr>
                <a:srgbClr val="1F3864"/>
              </a:buClr>
              <a:buSzPct val="65000"/>
              <a:buFont typeface="+mj-lt"/>
              <a:buAutoNum type="romanUcPeriod" startAt="2"/>
            </a:pPr>
            <a:r>
              <a:rPr lang="fr-FR" sz="3200" b="1" dirty="0">
                <a:solidFill>
                  <a:srgbClr val="1F3864"/>
                </a:solidFill>
                <a:latin typeface="Aptos" panose="020B0004020202020204" pitchFamily="34" charset="0"/>
                <a:ea typeface="Calibri"/>
                <a:cs typeface="Calibri"/>
                <a:sym typeface="Calibri"/>
              </a:rPr>
              <a:t>Gros œuvre </a:t>
            </a:r>
          </a:p>
          <a:p>
            <a:pPr>
              <a:lnSpc>
                <a:spcPct val="150000"/>
              </a:lnSpc>
            </a:pPr>
            <a:endParaRPr lang="fr-FR" sz="2400" dirty="0">
              <a:solidFill>
                <a:srgbClr val="1F3864"/>
              </a:solidFill>
              <a:latin typeface="Proxima Nova"/>
              <a:cs typeface="Calibri"/>
              <a:sym typeface="Calibri"/>
            </a:endParaRPr>
          </a:p>
        </p:txBody>
      </p:sp>
      <p:sp>
        <p:nvSpPr>
          <p:cNvPr id="10" name="ZoneTexte 9">
            <a:extLst>
              <a:ext uri="{FF2B5EF4-FFF2-40B4-BE49-F238E27FC236}">
                <a16:creationId xmlns="" xmlns:a16="http://schemas.microsoft.com/office/drawing/2014/main" id="{61660490-5C0C-AE64-2116-9D4FEB1C5074}"/>
              </a:ext>
            </a:extLst>
          </p:cNvPr>
          <p:cNvSpPr txBox="1"/>
          <p:nvPr/>
        </p:nvSpPr>
        <p:spPr>
          <a:xfrm>
            <a:off x="1949503" y="1051491"/>
            <a:ext cx="7461994" cy="523220"/>
          </a:xfrm>
          <a:prstGeom prst="rect">
            <a:avLst/>
          </a:prstGeom>
          <a:noFill/>
        </p:spPr>
        <p:txBody>
          <a:bodyPr wrap="square">
            <a:spAutoFit/>
          </a:bodyPr>
          <a:lstStyle/>
          <a:p>
            <a:pPr algn="ctr"/>
            <a:r>
              <a:rPr lang="fr-FR" sz="2800" dirty="0">
                <a:ln w="0"/>
                <a:solidFill>
                  <a:srgbClr val="1F3864"/>
                </a:solidFill>
                <a:latin typeface="Aptos" panose="020B0004020202020204" pitchFamily="34" charset="0"/>
              </a:rPr>
              <a:t>Dalle </a:t>
            </a:r>
          </a:p>
        </p:txBody>
      </p:sp>
      <p:sp>
        <p:nvSpPr>
          <p:cNvPr id="7" name="ZoneTexte 6">
            <a:extLst>
              <a:ext uri="{FF2B5EF4-FFF2-40B4-BE49-F238E27FC236}">
                <a16:creationId xmlns="" xmlns:a16="http://schemas.microsoft.com/office/drawing/2014/main" id="{274F17EE-D547-5A2A-7BC1-C68B7480A0A4}"/>
              </a:ext>
            </a:extLst>
          </p:cNvPr>
          <p:cNvSpPr txBox="1"/>
          <p:nvPr/>
        </p:nvSpPr>
        <p:spPr>
          <a:xfrm>
            <a:off x="0" y="1533080"/>
            <a:ext cx="11674929" cy="923330"/>
          </a:xfrm>
          <a:prstGeom prst="rect">
            <a:avLst/>
          </a:prstGeom>
          <a:noFill/>
        </p:spPr>
        <p:txBody>
          <a:bodyPr wrap="square">
            <a:spAutoFit/>
          </a:bodyPr>
          <a:lstStyle/>
          <a:p>
            <a:pPr algn="ctr"/>
            <a:r>
              <a:rPr lang="fr-FR" dirty="0"/>
              <a:t>Une </a:t>
            </a:r>
            <a:r>
              <a:rPr lang="fr-FR" b="1" dirty="0"/>
              <a:t>dalle</a:t>
            </a:r>
            <a:r>
              <a:rPr lang="fr-FR" dirty="0"/>
              <a:t> est un </a:t>
            </a:r>
            <a:r>
              <a:rPr lang="fr-FR" b="1" dirty="0"/>
              <a:t>élément structurel horizontal</a:t>
            </a:r>
            <a:r>
              <a:rPr lang="fr-FR" dirty="0"/>
              <a:t>, souvent en </a:t>
            </a:r>
            <a:r>
              <a:rPr lang="fr-FR" b="1" dirty="0"/>
              <a:t>béton armé</a:t>
            </a:r>
            <a:r>
              <a:rPr lang="fr-FR" dirty="0"/>
              <a:t>, qui forme le </a:t>
            </a:r>
            <a:r>
              <a:rPr lang="fr-FR" b="1" dirty="0"/>
              <a:t>plancher ou la toiture </a:t>
            </a:r>
            <a:r>
              <a:rPr lang="fr-FR" dirty="0"/>
              <a:t>d'une construction. Elle est conçue pour supporter les </a:t>
            </a:r>
            <a:r>
              <a:rPr lang="fr-FR" b="1" dirty="0"/>
              <a:t>charges permanentes (poids propre)</a:t>
            </a:r>
            <a:r>
              <a:rPr lang="fr-FR" dirty="0"/>
              <a:t> et les </a:t>
            </a:r>
            <a:r>
              <a:rPr lang="fr-FR" b="1" dirty="0"/>
              <a:t>charges d’exploitation (mobilier, occupants, équipements)</a:t>
            </a:r>
            <a:r>
              <a:rPr lang="fr-FR" dirty="0"/>
              <a:t> tout en les transférant aux poutres, poteaux ou murs porteurs.</a:t>
            </a:r>
          </a:p>
        </p:txBody>
      </p:sp>
      <p:sp>
        <p:nvSpPr>
          <p:cNvPr id="9" name="ZoneTexte 8">
            <a:extLst>
              <a:ext uri="{FF2B5EF4-FFF2-40B4-BE49-F238E27FC236}">
                <a16:creationId xmlns="" xmlns:a16="http://schemas.microsoft.com/office/drawing/2014/main" id="{73599677-4A94-62D8-8D44-220456591FCB}"/>
              </a:ext>
            </a:extLst>
          </p:cNvPr>
          <p:cNvSpPr txBox="1"/>
          <p:nvPr/>
        </p:nvSpPr>
        <p:spPr>
          <a:xfrm>
            <a:off x="27214" y="2787043"/>
            <a:ext cx="4114801" cy="3416320"/>
          </a:xfrm>
          <a:prstGeom prst="rect">
            <a:avLst/>
          </a:prstGeom>
          <a:noFill/>
        </p:spPr>
        <p:txBody>
          <a:bodyPr wrap="square">
            <a:spAutoFit/>
          </a:bodyPr>
          <a:lstStyle/>
          <a:p>
            <a:r>
              <a:rPr lang="fr-FR" b="1" dirty="0"/>
              <a:t>Types de dalles :</a:t>
            </a:r>
          </a:p>
          <a:p>
            <a:pPr marL="285750" indent="-285750">
              <a:buFont typeface="Arial" panose="020B0604020202020204" pitchFamily="34" charset="0"/>
              <a:buChar char="•"/>
            </a:pPr>
            <a:r>
              <a:rPr lang="fr-FR" b="1" dirty="0"/>
              <a:t>Dalle pleine</a:t>
            </a:r>
            <a:r>
              <a:rPr lang="fr-FR" dirty="0"/>
              <a:t> : Réalisée en béton massif, offre une résistance élevée.</a:t>
            </a:r>
          </a:p>
          <a:p>
            <a:pPr marL="285750" indent="-285750">
              <a:buFont typeface="Arial" panose="020B0604020202020204" pitchFamily="34" charset="0"/>
              <a:buChar char="•"/>
            </a:pPr>
            <a:r>
              <a:rPr lang="fr-FR" b="1" dirty="0"/>
              <a:t>Dalle nervurée</a:t>
            </a:r>
            <a:r>
              <a:rPr lang="fr-FR" dirty="0"/>
              <a:t> : Réduite en épaisseur avec des nervures pour alléger la structure.</a:t>
            </a:r>
          </a:p>
          <a:p>
            <a:pPr marL="285750" indent="-285750">
              <a:buFont typeface="Arial" panose="020B0604020202020204" pitchFamily="34" charset="0"/>
              <a:buChar char="•"/>
            </a:pPr>
            <a:r>
              <a:rPr lang="fr-FR" b="1" dirty="0"/>
              <a:t>Dalle préfabriquée</a:t>
            </a:r>
            <a:r>
              <a:rPr lang="fr-FR" dirty="0"/>
              <a:t> : Fabriquée en usine et posée sur chantier, rapide à installer.</a:t>
            </a:r>
          </a:p>
          <a:p>
            <a:pPr marL="285750" indent="-285750">
              <a:buFont typeface="Arial" panose="020B0604020202020204" pitchFamily="34" charset="0"/>
              <a:buChar char="•"/>
            </a:pPr>
            <a:r>
              <a:rPr lang="fr-FR" b="1" dirty="0"/>
              <a:t>Dalle flottante</a:t>
            </a:r>
            <a:r>
              <a:rPr lang="fr-FR" dirty="0"/>
              <a:t> : Isolée des éléments porteurs pour limiter les vibrations et améliorer l’acoustique.</a:t>
            </a:r>
          </a:p>
        </p:txBody>
      </p:sp>
      <p:sp>
        <p:nvSpPr>
          <p:cNvPr id="13" name="ZoneTexte 12">
            <a:extLst>
              <a:ext uri="{FF2B5EF4-FFF2-40B4-BE49-F238E27FC236}">
                <a16:creationId xmlns="" xmlns:a16="http://schemas.microsoft.com/office/drawing/2014/main" id="{A2222045-BB5C-2D96-974C-A266B11247C3}"/>
              </a:ext>
            </a:extLst>
          </p:cNvPr>
          <p:cNvSpPr txBox="1"/>
          <p:nvPr/>
        </p:nvSpPr>
        <p:spPr>
          <a:xfrm>
            <a:off x="7749638" y="4287469"/>
            <a:ext cx="1721924" cy="307777"/>
          </a:xfrm>
          <a:prstGeom prst="rect">
            <a:avLst/>
          </a:prstGeom>
          <a:noFill/>
        </p:spPr>
        <p:txBody>
          <a:bodyPr wrap="square">
            <a:spAutoFit/>
          </a:bodyPr>
          <a:lstStyle/>
          <a:p>
            <a:pPr algn="ctr"/>
            <a:r>
              <a:rPr lang="fr-FR" sz="1400" dirty="0"/>
              <a:t>Dalle préfabriquée </a:t>
            </a:r>
          </a:p>
        </p:txBody>
      </p:sp>
      <p:sp>
        <p:nvSpPr>
          <p:cNvPr id="15" name="ZoneTexte 14">
            <a:extLst>
              <a:ext uri="{FF2B5EF4-FFF2-40B4-BE49-F238E27FC236}">
                <a16:creationId xmlns="" xmlns:a16="http://schemas.microsoft.com/office/drawing/2014/main" id="{6D950280-4C0A-3B7A-D2CF-B3812BA18501}"/>
              </a:ext>
            </a:extLst>
          </p:cNvPr>
          <p:cNvSpPr txBox="1"/>
          <p:nvPr/>
        </p:nvSpPr>
        <p:spPr>
          <a:xfrm>
            <a:off x="7970385" y="6100259"/>
            <a:ext cx="1534886" cy="307777"/>
          </a:xfrm>
          <a:prstGeom prst="rect">
            <a:avLst/>
          </a:prstGeom>
          <a:noFill/>
        </p:spPr>
        <p:txBody>
          <a:bodyPr wrap="square">
            <a:spAutoFit/>
          </a:bodyPr>
          <a:lstStyle/>
          <a:p>
            <a:r>
              <a:rPr lang="fr-FR" sz="1400" dirty="0"/>
              <a:t>Dalle flottante </a:t>
            </a:r>
          </a:p>
        </p:txBody>
      </p:sp>
      <p:pic>
        <p:nvPicPr>
          <p:cNvPr id="10244" name="Picture 4" descr="Dalle de plancher préfabriquée en béton armé - HOLLOWCORE ...">
            <a:extLst>
              <a:ext uri="{FF2B5EF4-FFF2-40B4-BE49-F238E27FC236}">
                <a16:creationId xmlns="" xmlns:a16="http://schemas.microsoft.com/office/drawing/2014/main" id="{D1EF4B9C-C261-D71A-FA63-4E3CB4760E4B}"/>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656089" y="2544541"/>
            <a:ext cx="1721925" cy="1721925"/>
          </a:xfrm>
          <a:prstGeom prst="rect">
            <a:avLst/>
          </a:prstGeom>
          <a:noFill/>
          <a:extLst>
            <a:ext uri="{909E8E84-426E-40DD-AFC4-6F175D3DCCD1}">
              <a14:hiddenFill xmlns:a14="http://schemas.microsoft.com/office/drawing/2010/main">
                <a:solidFill>
                  <a:srgbClr val="FFFFFF"/>
                </a:solidFill>
              </a14:hiddenFill>
            </a:ext>
          </a:extLst>
        </p:spPr>
      </p:pic>
      <p:pic>
        <p:nvPicPr>
          <p:cNvPr id="10246" name="Picture 6" descr="Plancher-dalle préfabriqué pour planning serré et ...">
            <a:extLst>
              <a:ext uri="{FF2B5EF4-FFF2-40B4-BE49-F238E27FC236}">
                <a16:creationId xmlns="" xmlns:a16="http://schemas.microsoft.com/office/drawing/2014/main" id="{D530A20B-0A48-4CB0-ADC8-F53EF42ACC4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452350" y="2526365"/>
            <a:ext cx="2775857" cy="1761602"/>
          </a:xfrm>
          <a:prstGeom prst="rect">
            <a:avLst/>
          </a:prstGeom>
          <a:noFill/>
          <a:extLst>
            <a:ext uri="{909E8E84-426E-40DD-AFC4-6F175D3DCCD1}">
              <a14:hiddenFill xmlns:a14="http://schemas.microsoft.com/office/drawing/2010/main">
                <a:solidFill>
                  <a:srgbClr val="FFFFFF"/>
                </a:solidFill>
              </a14:hiddenFill>
            </a:ext>
          </a:extLst>
        </p:spPr>
      </p:pic>
      <p:pic>
        <p:nvPicPr>
          <p:cNvPr id="10248" name="Picture 8" descr="SEAC - Entrevous béton+dalle flottante">
            <a:extLst>
              <a:ext uri="{FF2B5EF4-FFF2-40B4-BE49-F238E27FC236}">
                <a16:creationId xmlns="" xmlns:a16="http://schemas.microsoft.com/office/drawing/2014/main" id="{6D0F9957-93B6-819F-5E07-CEC4EE28DA9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26426" y="4698413"/>
            <a:ext cx="2381250" cy="1504950"/>
          </a:xfrm>
          <a:prstGeom prst="rect">
            <a:avLst/>
          </a:prstGeom>
          <a:noFill/>
          <a:extLst>
            <a:ext uri="{909E8E84-426E-40DD-AFC4-6F175D3DCCD1}">
              <a14:hiddenFill xmlns:a14="http://schemas.microsoft.com/office/drawing/2010/main">
                <a:solidFill>
                  <a:srgbClr val="FFFFFF"/>
                </a:solidFill>
              </a14:hiddenFill>
            </a:ext>
          </a:extLst>
        </p:spPr>
      </p:pic>
      <p:pic>
        <p:nvPicPr>
          <p:cNvPr id="10250" name="Picture 10" descr="Dalle de béton flottante : guide, avantages et inconvénients - Écohabitation">
            <a:extLst>
              <a:ext uri="{FF2B5EF4-FFF2-40B4-BE49-F238E27FC236}">
                <a16:creationId xmlns="" xmlns:a16="http://schemas.microsoft.com/office/drawing/2014/main" id="{1F03ADD2-B747-EAAB-1AF9-C8D240764E5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990709" y="4745485"/>
            <a:ext cx="2381250" cy="13211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3347571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 xmlns:a16="http://schemas.microsoft.com/office/drawing/2014/main" id="{FFED72B3-5F3C-03B1-4278-8DB45672C8B3}"/>
            </a:ext>
          </a:extLst>
        </p:cNvPr>
        <p:cNvGrpSpPr/>
        <p:nvPr/>
      </p:nvGrpSpPr>
      <p:grpSpPr>
        <a:xfrm>
          <a:off x="0" y="0"/>
          <a:ext cx="0" cy="0"/>
          <a:chOff x="0" y="0"/>
          <a:chExt cx="0" cy="0"/>
        </a:xfrm>
      </p:grpSpPr>
      <p:sp>
        <p:nvSpPr>
          <p:cNvPr id="2" name="Espace réservé du numéro de diapositive 1">
            <a:extLst>
              <a:ext uri="{FF2B5EF4-FFF2-40B4-BE49-F238E27FC236}">
                <a16:creationId xmlns="" xmlns:a16="http://schemas.microsoft.com/office/drawing/2014/main" id="{E750DCC4-753D-4AD4-492A-4C73A6C7F19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62</a:t>
            </a:fld>
            <a:endParaRPr lang="fr-FR"/>
          </a:p>
        </p:txBody>
      </p:sp>
      <p:pic>
        <p:nvPicPr>
          <p:cNvPr id="5" name="Image 4">
            <a:extLst>
              <a:ext uri="{FF2B5EF4-FFF2-40B4-BE49-F238E27FC236}">
                <a16:creationId xmlns="" xmlns:a16="http://schemas.microsoft.com/office/drawing/2014/main" id="{9CBF58EC-FC83-A9A9-689F-ED5F4F7AD07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39492" y="70223"/>
            <a:ext cx="1090163" cy="981979"/>
          </a:xfrm>
          <a:prstGeom prst="rect">
            <a:avLst/>
          </a:prstGeom>
          <a:noFill/>
          <a:ln>
            <a:noFill/>
          </a:ln>
        </p:spPr>
      </p:pic>
      <p:pic>
        <p:nvPicPr>
          <p:cNvPr id="6" name="officeArt object">
            <a:extLst>
              <a:ext uri="{FF2B5EF4-FFF2-40B4-BE49-F238E27FC236}">
                <a16:creationId xmlns="" xmlns:a16="http://schemas.microsoft.com/office/drawing/2014/main" id="{4460D51F-B7AC-5BCC-3401-EF4A644FD020}"/>
              </a:ext>
            </a:extLst>
          </p:cNvPr>
          <p:cNvPicPr/>
          <p:nvPr/>
        </p:nvPicPr>
        <p:blipFill rotWithShape="1">
          <a:blip r:embed="rId4"/>
          <a:srcRect l="12854" r="8048"/>
          <a:stretch/>
        </p:blipFill>
        <p:spPr>
          <a:xfrm>
            <a:off x="9840279" y="0"/>
            <a:ext cx="1199213" cy="1506125"/>
          </a:xfrm>
          <a:prstGeom prst="rect">
            <a:avLst/>
          </a:prstGeom>
          <a:ln w="12700" cap="flat">
            <a:noFill/>
            <a:miter lim="400000"/>
          </a:ln>
          <a:effectLst/>
        </p:spPr>
      </p:pic>
      <p:sp>
        <p:nvSpPr>
          <p:cNvPr id="8" name="Espace réservé du pied de page 7">
            <a:extLst>
              <a:ext uri="{FF2B5EF4-FFF2-40B4-BE49-F238E27FC236}">
                <a16:creationId xmlns="" xmlns:a16="http://schemas.microsoft.com/office/drawing/2014/main" id="{53AE1204-D069-58BB-4F3A-7ADB46B046BC}"/>
              </a:ext>
            </a:extLst>
          </p:cNvPr>
          <p:cNvSpPr>
            <a:spLocks noGrp="1"/>
          </p:cNvSpPr>
          <p:nvPr>
            <p:ph type="ftr" idx="11"/>
          </p:nvPr>
        </p:nvSpPr>
        <p:spPr/>
        <p:txBody>
          <a:bodyPr/>
          <a:lstStyle/>
          <a:p>
            <a:r>
              <a:rPr lang="fr-FR" dirty="0"/>
              <a:t>Dr. Ibrahim Niang</a:t>
            </a:r>
          </a:p>
        </p:txBody>
      </p:sp>
      <p:sp>
        <p:nvSpPr>
          <p:cNvPr id="3" name="Rectangle 2">
            <a:extLst>
              <a:ext uri="{FF2B5EF4-FFF2-40B4-BE49-F238E27FC236}">
                <a16:creationId xmlns="" xmlns:a16="http://schemas.microsoft.com/office/drawing/2014/main" id="{A1760F2C-1FAE-EF55-F40D-5B0E94CBE14F}"/>
              </a:ext>
            </a:extLst>
          </p:cNvPr>
          <p:cNvSpPr/>
          <p:nvPr/>
        </p:nvSpPr>
        <p:spPr>
          <a:xfrm>
            <a:off x="-63745" y="-107207"/>
            <a:ext cx="5199163" cy="1309654"/>
          </a:xfrm>
          <a:prstGeom prst="rect">
            <a:avLst/>
          </a:prstGeom>
        </p:spPr>
        <p:txBody>
          <a:bodyPr wrap="square">
            <a:spAutoFit/>
          </a:bodyPr>
          <a:lstStyle/>
          <a:p>
            <a:pPr marL="571500" indent="-571500">
              <a:lnSpc>
                <a:spcPct val="150000"/>
              </a:lnSpc>
              <a:buClr>
                <a:srgbClr val="1F3864"/>
              </a:buClr>
              <a:buSzPct val="65000"/>
              <a:buFont typeface="+mj-lt"/>
              <a:buAutoNum type="romanUcPeriod" startAt="2"/>
            </a:pPr>
            <a:r>
              <a:rPr lang="fr-FR" sz="3200" b="1" dirty="0">
                <a:solidFill>
                  <a:srgbClr val="1F3864"/>
                </a:solidFill>
                <a:latin typeface="Aptos" panose="020B0004020202020204" pitchFamily="34" charset="0"/>
                <a:ea typeface="Calibri"/>
                <a:cs typeface="Calibri"/>
                <a:sym typeface="Calibri"/>
              </a:rPr>
              <a:t>Gros œuvre </a:t>
            </a:r>
          </a:p>
          <a:p>
            <a:pPr>
              <a:lnSpc>
                <a:spcPct val="150000"/>
              </a:lnSpc>
            </a:pPr>
            <a:endParaRPr lang="fr-FR" sz="2400" dirty="0">
              <a:solidFill>
                <a:srgbClr val="1F3864"/>
              </a:solidFill>
              <a:latin typeface="Proxima Nova"/>
              <a:cs typeface="Calibri"/>
              <a:sym typeface="Calibri"/>
            </a:endParaRPr>
          </a:p>
        </p:txBody>
      </p:sp>
      <p:sp>
        <p:nvSpPr>
          <p:cNvPr id="10" name="ZoneTexte 9">
            <a:extLst>
              <a:ext uri="{FF2B5EF4-FFF2-40B4-BE49-F238E27FC236}">
                <a16:creationId xmlns="" xmlns:a16="http://schemas.microsoft.com/office/drawing/2014/main" id="{0C114169-4236-168E-D476-F8EDBA7F1989}"/>
              </a:ext>
            </a:extLst>
          </p:cNvPr>
          <p:cNvSpPr txBox="1"/>
          <p:nvPr/>
        </p:nvSpPr>
        <p:spPr>
          <a:xfrm>
            <a:off x="2831246" y="568923"/>
            <a:ext cx="7461994" cy="523220"/>
          </a:xfrm>
          <a:prstGeom prst="rect">
            <a:avLst/>
          </a:prstGeom>
          <a:noFill/>
        </p:spPr>
        <p:txBody>
          <a:bodyPr wrap="square">
            <a:spAutoFit/>
          </a:bodyPr>
          <a:lstStyle/>
          <a:p>
            <a:pPr algn="ctr"/>
            <a:r>
              <a:rPr lang="fr-FR" sz="2800" dirty="0">
                <a:ln w="0"/>
                <a:solidFill>
                  <a:srgbClr val="1F3864"/>
                </a:solidFill>
                <a:latin typeface="Aptos" panose="020B0004020202020204" pitchFamily="34" charset="0"/>
              </a:rPr>
              <a:t>Dalle   </a:t>
            </a:r>
          </a:p>
        </p:txBody>
      </p:sp>
      <p:sp>
        <p:nvSpPr>
          <p:cNvPr id="9" name="ZoneTexte 8">
            <a:extLst>
              <a:ext uri="{FF2B5EF4-FFF2-40B4-BE49-F238E27FC236}">
                <a16:creationId xmlns="" xmlns:a16="http://schemas.microsoft.com/office/drawing/2014/main" id="{4D53B1C4-31F0-ED32-0E08-56560710F25D}"/>
              </a:ext>
            </a:extLst>
          </p:cNvPr>
          <p:cNvSpPr txBox="1"/>
          <p:nvPr/>
        </p:nvSpPr>
        <p:spPr>
          <a:xfrm>
            <a:off x="3243309" y="5971945"/>
            <a:ext cx="6168188" cy="646331"/>
          </a:xfrm>
          <a:prstGeom prst="rect">
            <a:avLst/>
          </a:prstGeom>
          <a:noFill/>
        </p:spPr>
        <p:txBody>
          <a:bodyPr wrap="square">
            <a:spAutoFit/>
          </a:bodyPr>
          <a:lstStyle/>
          <a:p>
            <a:r>
              <a:rPr lang="fr-FR" dirty="0">
                <a:hlinkClick r:id="rId5"/>
              </a:rPr>
              <a:t>https://www.youtube.com/watch?v=xBJRg921thQ</a:t>
            </a:r>
            <a:endParaRPr lang="fr-FR" dirty="0"/>
          </a:p>
          <a:p>
            <a:endParaRPr lang="fr-FR" dirty="0"/>
          </a:p>
        </p:txBody>
      </p:sp>
      <p:pic>
        <p:nvPicPr>
          <p:cNvPr id="12" name="Image 11">
            <a:extLst>
              <a:ext uri="{FF2B5EF4-FFF2-40B4-BE49-F238E27FC236}">
                <a16:creationId xmlns="" xmlns:a16="http://schemas.microsoft.com/office/drawing/2014/main" id="{B54342F2-8AE8-ADD5-3747-E10365C0F576}"/>
              </a:ext>
            </a:extLst>
          </p:cNvPr>
          <p:cNvPicPr>
            <a:picLocks noChangeAspect="1"/>
          </p:cNvPicPr>
          <p:nvPr/>
        </p:nvPicPr>
        <p:blipFill>
          <a:blip r:embed="rId6"/>
          <a:stretch>
            <a:fillRect/>
          </a:stretch>
        </p:blipFill>
        <p:spPr>
          <a:xfrm>
            <a:off x="8153400" y="2539258"/>
            <a:ext cx="2946076" cy="1477805"/>
          </a:xfrm>
          <a:prstGeom prst="rect">
            <a:avLst/>
          </a:prstGeom>
        </p:spPr>
      </p:pic>
      <p:sp>
        <p:nvSpPr>
          <p:cNvPr id="4" name="ZoneTexte 3">
            <a:extLst>
              <a:ext uri="{FF2B5EF4-FFF2-40B4-BE49-F238E27FC236}">
                <a16:creationId xmlns="" xmlns:a16="http://schemas.microsoft.com/office/drawing/2014/main" id="{447DEB3C-BD0B-CE42-276C-27937484209A}"/>
              </a:ext>
            </a:extLst>
          </p:cNvPr>
          <p:cNvSpPr txBox="1"/>
          <p:nvPr/>
        </p:nvSpPr>
        <p:spPr>
          <a:xfrm>
            <a:off x="517071" y="1576348"/>
            <a:ext cx="11674929" cy="923330"/>
          </a:xfrm>
          <a:prstGeom prst="rect">
            <a:avLst/>
          </a:prstGeom>
          <a:noFill/>
        </p:spPr>
        <p:txBody>
          <a:bodyPr wrap="square">
            <a:spAutoFit/>
          </a:bodyPr>
          <a:lstStyle/>
          <a:p>
            <a:pPr algn="ctr"/>
            <a:r>
              <a:rPr lang="fr-FR" dirty="0"/>
              <a:t>Une </a:t>
            </a:r>
            <a:r>
              <a:rPr lang="fr-FR" b="1" dirty="0"/>
              <a:t>dalle</a:t>
            </a:r>
            <a:r>
              <a:rPr lang="fr-FR" dirty="0"/>
              <a:t> est un </a:t>
            </a:r>
            <a:r>
              <a:rPr lang="fr-FR" b="1" dirty="0"/>
              <a:t>élément structurel horizontal</a:t>
            </a:r>
            <a:r>
              <a:rPr lang="fr-FR" dirty="0"/>
              <a:t>, souvent en </a:t>
            </a:r>
            <a:r>
              <a:rPr lang="fr-FR" b="1" dirty="0"/>
              <a:t>béton armé</a:t>
            </a:r>
            <a:r>
              <a:rPr lang="fr-FR" dirty="0"/>
              <a:t>, qui forme le </a:t>
            </a:r>
            <a:r>
              <a:rPr lang="fr-FR" b="1" dirty="0"/>
              <a:t>plancher ou la toiture </a:t>
            </a:r>
            <a:r>
              <a:rPr lang="fr-FR" dirty="0"/>
              <a:t>d'une construction. Elle est conçue pour supporter les </a:t>
            </a:r>
            <a:r>
              <a:rPr lang="fr-FR" b="1" dirty="0"/>
              <a:t>charges permanentes (poids propre)</a:t>
            </a:r>
            <a:r>
              <a:rPr lang="fr-FR" dirty="0"/>
              <a:t> et les </a:t>
            </a:r>
            <a:r>
              <a:rPr lang="fr-FR" b="1" dirty="0"/>
              <a:t>charges d’exploitation (mobilier, occupants, équipements)</a:t>
            </a:r>
            <a:r>
              <a:rPr lang="fr-FR" dirty="0"/>
              <a:t> tout en les transférant aux poutres, poteaux ou murs porteurs.</a:t>
            </a:r>
          </a:p>
        </p:txBody>
      </p:sp>
      <p:pic>
        <p:nvPicPr>
          <p:cNvPr id="11" name="Image 10">
            <a:extLst>
              <a:ext uri="{FF2B5EF4-FFF2-40B4-BE49-F238E27FC236}">
                <a16:creationId xmlns="" xmlns:a16="http://schemas.microsoft.com/office/drawing/2014/main" id="{DEE73122-965F-3061-E5F1-7A7FE2730EB7}"/>
              </a:ext>
            </a:extLst>
          </p:cNvPr>
          <p:cNvPicPr>
            <a:picLocks noChangeAspect="1"/>
          </p:cNvPicPr>
          <p:nvPr/>
        </p:nvPicPr>
        <p:blipFill>
          <a:blip r:embed="rId7"/>
          <a:stretch>
            <a:fillRect/>
          </a:stretch>
        </p:blipFill>
        <p:spPr>
          <a:xfrm>
            <a:off x="897664" y="2873579"/>
            <a:ext cx="5198336" cy="2714609"/>
          </a:xfrm>
          <a:prstGeom prst="rect">
            <a:avLst/>
          </a:prstGeom>
        </p:spPr>
      </p:pic>
      <p:pic>
        <p:nvPicPr>
          <p:cNvPr id="14" name="Image 13">
            <a:extLst>
              <a:ext uri="{FF2B5EF4-FFF2-40B4-BE49-F238E27FC236}">
                <a16:creationId xmlns="" xmlns:a16="http://schemas.microsoft.com/office/drawing/2014/main" id="{82DA1524-3B42-3D2B-A817-9DFBC1DB9692}"/>
              </a:ext>
            </a:extLst>
          </p:cNvPr>
          <p:cNvPicPr>
            <a:picLocks noChangeAspect="1"/>
          </p:cNvPicPr>
          <p:nvPr/>
        </p:nvPicPr>
        <p:blipFill>
          <a:blip r:embed="rId8"/>
          <a:stretch>
            <a:fillRect/>
          </a:stretch>
        </p:blipFill>
        <p:spPr>
          <a:xfrm>
            <a:off x="7895868" y="4239212"/>
            <a:ext cx="3203608" cy="1750606"/>
          </a:xfrm>
          <a:prstGeom prst="rect">
            <a:avLst/>
          </a:prstGeom>
        </p:spPr>
      </p:pic>
      <p:pic>
        <p:nvPicPr>
          <p:cNvPr id="15" name="Image 14">
            <a:extLst>
              <a:ext uri="{FF2B5EF4-FFF2-40B4-BE49-F238E27FC236}">
                <a16:creationId xmlns="" xmlns:a16="http://schemas.microsoft.com/office/drawing/2014/main" id="{6032E764-5436-7A20-C070-8E9D6386F175}"/>
              </a:ext>
            </a:extLst>
          </p:cNvPr>
          <p:cNvPicPr>
            <a:picLocks noChangeAspect="1"/>
          </p:cNvPicPr>
          <p:nvPr/>
        </p:nvPicPr>
        <p:blipFill>
          <a:blip r:embed="rId9"/>
          <a:stretch>
            <a:fillRect/>
          </a:stretch>
        </p:blipFill>
        <p:spPr>
          <a:xfrm>
            <a:off x="7795700" y="2941244"/>
            <a:ext cx="3788873" cy="2714609"/>
          </a:xfrm>
          <a:prstGeom prst="rect">
            <a:avLst/>
          </a:prstGeom>
        </p:spPr>
      </p:pic>
    </p:spTree>
    <p:extLst>
      <p:ext uri="{BB962C8B-B14F-4D97-AF65-F5344CB8AC3E}">
        <p14:creationId xmlns:p14="http://schemas.microsoft.com/office/powerpoint/2010/main" val="250613622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 xmlns:a16="http://schemas.microsoft.com/office/drawing/2014/main" id="{E840C76F-60C7-1D39-500A-38526B7AE5D8}"/>
            </a:ext>
          </a:extLst>
        </p:cNvPr>
        <p:cNvGrpSpPr/>
        <p:nvPr/>
      </p:nvGrpSpPr>
      <p:grpSpPr>
        <a:xfrm>
          <a:off x="0" y="0"/>
          <a:ext cx="0" cy="0"/>
          <a:chOff x="0" y="0"/>
          <a:chExt cx="0" cy="0"/>
        </a:xfrm>
      </p:grpSpPr>
      <p:sp>
        <p:nvSpPr>
          <p:cNvPr id="2" name="Espace réservé du numéro de diapositive 1">
            <a:extLst>
              <a:ext uri="{FF2B5EF4-FFF2-40B4-BE49-F238E27FC236}">
                <a16:creationId xmlns="" xmlns:a16="http://schemas.microsoft.com/office/drawing/2014/main" id="{9CBCF2DD-3A37-1CA1-0CF7-10C17FB84F3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63</a:t>
            </a:fld>
            <a:endParaRPr lang="fr-FR"/>
          </a:p>
        </p:txBody>
      </p:sp>
      <p:pic>
        <p:nvPicPr>
          <p:cNvPr id="5" name="Image 4">
            <a:extLst>
              <a:ext uri="{FF2B5EF4-FFF2-40B4-BE49-F238E27FC236}">
                <a16:creationId xmlns="" xmlns:a16="http://schemas.microsoft.com/office/drawing/2014/main" id="{E277DC08-451E-E6C6-F324-B0C2E609EB3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39492" y="70223"/>
            <a:ext cx="1090163" cy="981979"/>
          </a:xfrm>
          <a:prstGeom prst="rect">
            <a:avLst/>
          </a:prstGeom>
          <a:noFill/>
          <a:ln>
            <a:noFill/>
          </a:ln>
        </p:spPr>
      </p:pic>
      <p:pic>
        <p:nvPicPr>
          <p:cNvPr id="6" name="officeArt object">
            <a:extLst>
              <a:ext uri="{FF2B5EF4-FFF2-40B4-BE49-F238E27FC236}">
                <a16:creationId xmlns="" xmlns:a16="http://schemas.microsoft.com/office/drawing/2014/main" id="{C14BBAB9-8BE6-CBAE-9FAB-6A5E27B8E121}"/>
              </a:ext>
            </a:extLst>
          </p:cNvPr>
          <p:cNvPicPr/>
          <p:nvPr/>
        </p:nvPicPr>
        <p:blipFill rotWithShape="1">
          <a:blip r:embed="rId4"/>
          <a:srcRect l="12854" r="8048"/>
          <a:stretch/>
        </p:blipFill>
        <p:spPr>
          <a:xfrm>
            <a:off x="9840279" y="0"/>
            <a:ext cx="1199213" cy="1506125"/>
          </a:xfrm>
          <a:prstGeom prst="rect">
            <a:avLst/>
          </a:prstGeom>
          <a:ln w="12700" cap="flat">
            <a:noFill/>
            <a:miter lim="400000"/>
          </a:ln>
          <a:effectLst/>
        </p:spPr>
      </p:pic>
      <p:sp>
        <p:nvSpPr>
          <p:cNvPr id="8" name="Espace réservé du pied de page 7">
            <a:extLst>
              <a:ext uri="{FF2B5EF4-FFF2-40B4-BE49-F238E27FC236}">
                <a16:creationId xmlns="" xmlns:a16="http://schemas.microsoft.com/office/drawing/2014/main" id="{BC17E7EB-A23D-14F5-EB26-1E7E1E14B81D}"/>
              </a:ext>
            </a:extLst>
          </p:cNvPr>
          <p:cNvSpPr>
            <a:spLocks noGrp="1"/>
          </p:cNvSpPr>
          <p:nvPr>
            <p:ph type="ftr" idx="11"/>
          </p:nvPr>
        </p:nvSpPr>
        <p:spPr/>
        <p:txBody>
          <a:bodyPr/>
          <a:lstStyle/>
          <a:p>
            <a:r>
              <a:rPr lang="fr-FR" dirty="0"/>
              <a:t>Dr. Ibrahim Niang</a:t>
            </a:r>
          </a:p>
        </p:txBody>
      </p:sp>
      <p:sp>
        <p:nvSpPr>
          <p:cNvPr id="3" name="Rectangle 2">
            <a:extLst>
              <a:ext uri="{FF2B5EF4-FFF2-40B4-BE49-F238E27FC236}">
                <a16:creationId xmlns="" xmlns:a16="http://schemas.microsoft.com/office/drawing/2014/main" id="{5C5963CF-7FED-7A2F-6BFC-7FA24C378865}"/>
              </a:ext>
            </a:extLst>
          </p:cNvPr>
          <p:cNvSpPr/>
          <p:nvPr/>
        </p:nvSpPr>
        <p:spPr>
          <a:xfrm>
            <a:off x="-63745" y="-107207"/>
            <a:ext cx="5199163" cy="1309654"/>
          </a:xfrm>
          <a:prstGeom prst="rect">
            <a:avLst/>
          </a:prstGeom>
        </p:spPr>
        <p:txBody>
          <a:bodyPr wrap="square">
            <a:spAutoFit/>
          </a:bodyPr>
          <a:lstStyle/>
          <a:p>
            <a:pPr marL="571500" indent="-571500">
              <a:lnSpc>
                <a:spcPct val="150000"/>
              </a:lnSpc>
              <a:buClr>
                <a:srgbClr val="1F3864"/>
              </a:buClr>
              <a:buSzPct val="65000"/>
              <a:buFont typeface="+mj-lt"/>
              <a:buAutoNum type="romanUcPeriod" startAt="2"/>
            </a:pPr>
            <a:r>
              <a:rPr lang="fr-FR" sz="3200" b="1" dirty="0">
                <a:solidFill>
                  <a:srgbClr val="1F3864"/>
                </a:solidFill>
                <a:latin typeface="Aptos" panose="020B0004020202020204" pitchFamily="34" charset="0"/>
                <a:ea typeface="Calibri"/>
                <a:cs typeface="Calibri"/>
                <a:sym typeface="Calibri"/>
              </a:rPr>
              <a:t>Gros œuvre </a:t>
            </a:r>
          </a:p>
          <a:p>
            <a:pPr>
              <a:lnSpc>
                <a:spcPct val="150000"/>
              </a:lnSpc>
            </a:pPr>
            <a:endParaRPr lang="fr-FR" sz="2400" dirty="0">
              <a:solidFill>
                <a:srgbClr val="1F3864"/>
              </a:solidFill>
              <a:latin typeface="Proxima Nova"/>
              <a:cs typeface="Calibri"/>
              <a:sym typeface="Calibri"/>
            </a:endParaRPr>
          </a:p>
        </p:txBody>
      </p:sp>
      <p:sp>
        <p:nvSpPr>
          <p:cNvPr id="10" name="ZoneTexte 9">
            <a:extLst>
              <a:ext uri="{FF2B5EF4-FFF2-40B4-BE49-F238E27FC236}">
                <a16:creationId xmlns="" xmlns:a16="http://schemas.microsoft.com/office/drawing/2014/main" id="{418DE1AB-7F49-C9E9-F2F9-02741850B64C}"/>
              </a:ext>
            </a:extLst>
          </p:cNvPr>
          <p:cNvSpPr txBox="1"/>
          <p:nvPr/>
        </p:nvSpPr>
        <p:spPr>
          <a:xfrm>
            <a:off x="2831246" y="568923"/>
            <a:ext cx="7461994" cy="523220"/>
          </a:xfrm>
          <a:prstGeom prst="rect">
            <a:avLst/>
          </a:prstGeom>
          <a:noFill/>
        </p:spPr>
        <p:txBody>
          <a:bodyPr wrap="square">
            <a:spAutoFit/>
          </a:bodyPr>
          <a:lstStyle/>
          <a:p>
            <a:pPr algn="ctr"/>
            <a:r>
              <a:rPr lang="fr-FR" sz="2800" dirty="0">
                <a:ln w="0"/>
                <a:solidFill>
                  <a:srgbClr val="1F3864"/>
                </a:solidFill>
                <a:latin typeface="Aptos" panose="020B0004020202020204" pitchFamily="34" charset="0"/>
              </a:rPr>
              <a:t>Dalle   </a:t>
            </a:r>
          </a:p>
        </p:txBody>
      </p:sp>
      <p:sp>
        <p:nvSpPr>
          <p:cNvPr id="4" name="ZoneTexte 3">
            <a:extLst>
              <a:ext uri="{FF2B5EF4-FFF2-40B4-BE49-F238E27FC236}">
                <a16:creationId xmlns="" xmlns:a16="http://schemas.microsoft.com/office/drawing/2014/main" id="{DEDDEBFE-3423-DFCA-4D87-F333BA3A6F70}"/>
              </a:ext>
            </a:extLst>
          </p:cNvPr>
          <p:cNvSpPr txBox="1"/>
          <p:nvPr/>
        </p:nvSpPr>
        <p:spPr>
          <a:xfrm>
            <a:off x="517071" y="1576348"/>
            <a:ext cx="11674929" cy="923330"/>
          </a:xfrm>
          <a:prstGeom prst="rect">
            <a:avLst/>
          </a:prstGeom>
          <a:noFill/>
        </p:spPr>
        <p:txBody>
          <a:bodyPr wrap="square">
            <a:spAutoFit/>
          </a:bodyPr>
          <a:lstStyle/>
          <a:p>
            <a:pPr algn="ctr"/>
            <a:r>
              <a:rPr lang="fr-FR" dirty="0"/>
              <a:t>Une </a:t>
            </a:r>
            <a:r>
              <a:rPr lang="fr-FR" b="1" dirty="0"/>
              <a:t>dalle</a:t>
            </a:r>
            <a:r>
              <a:rPr lang="fr-FR" dirty="0"/>
              <a:t> est un </a:t>
            </a:r>
            <a:r>
              <a:rPr lang="fr-FR" b="1" dirty="0"/>
              <a:t>élément structurel horizontal</a:t>
            </a:r>
            <a:r>
              <a:rPr lang="fr-FR" dirty="0"/>
              <a:t>, souvent en </a:t>
            </a:r>
            <a:r>
              <a:rPr lang="fr-FR" b="1" dirty="0"/>
              <a:t>béton armé</a:t>
            </a:r>
            <a:r>
              <a:rPr lang="fr-FR" dirty="0"/>
              <a:t>, qui forme le </a:t>
            </a:r>
            <a:r>
              <a:rPr lang="fr-FR" b="1" dirty="0"/>
              <a:t>plancher ou la toiture </a:t>
            </a:r>
            <a:r>
              <a:rPr lang="fr-FR" dirty="0"/>
              <a:t>d'une construction. Elle est conçue pour supporter les </a:t>
            </a:r>
            <a:r>
              <a:rPr lang="fr-FR" b="1" dirty="0"/>
              <a:t>charges permanentes (poids propre)</a:t>
            </a:r>
            <a:r>
              <a:rPr lang="fr-FR" dirty="0"/>
              <a:t> et les </a:t>
            </a:r>
            <a:r>
              <a:rPr lang="fr-FR" b="1" dirty="0"/>
              <a:t>charges d’exploitation (mobilier, occupants, équipements)</a:t>
            </a:r>
            <a:r>
              <a:rPr lang="fr-FR" dirty="0"/>
              <a:t> tout en les transférant aux poutres, poteaux ou murs porteurs.</a:t>
            </a:r>
          </a:p>
        </p:txBody>
      </p:sp>
      <p:pic>
        <p:nvPicPr>
          <p:cNvPr id="13" name="Image 12">
            <a:extLst>
              <a:ext uri="{FF2B5EF4-FFF2-40B4-BE49-F238E27FC236}">
                <a16:creationId xmlns="" xmlns:a16="http://schemas.microsoft.com/office/drawing/2014/main" id="{EEF4A9FA-E2C5-3DD6-4C71-E0AB2932B423}"/>
              </a:ext>
            </a:extLst>
          </p:cNvPr>
          <p:cNvPicPr>
            <a:picLocks noChangeAspect="1"/>
          </p:cNvPicPr>
          <p:nvPr/>
        </p:nvPicPr>
        <p:blipFill>
          <a:blip r:embed="rId5"/>
          <a:stretch>
            <a:fillRect/>
          </a:stretch>
        </p:blipFill>
        <p:spPr>
          <a:xfrm>
            <a:off x="6580414" y="2815057"/>
            <a:ext cx="5251487" cy="2305531"/>
          </a:xfrm>
          <a:prstGeom prst="rect">
            <a:avLst/>
          </a:prstGeom>
        </p:spPr>
      </p:pic>
      <p:pic>
        <p:nvPicPr>
          <p:cNvPr id="16" name="Image 15">
            <a:extLst>
              <a:ext uri="{FF2B5EF4-FFF2-40B4-BE49-F238E27FC236}">
                <a16:creationId xmlns="" xmlns:a16="http://schemas.microsoft.com/office/drawing/2014/main" id="{416A8364-35C2-0EE7-6DE9-1529A3D5A284}"/>
              </a:ext>
            </a:extLst>
          </p:cNvPr>
          <p:cNvPicPr>
            <a:picLocks noChangeAspect="1"/>
          </p:cNvPicPr>
          <p:nvPr/>
        </p:nvPicPr>
        <p:blipFill>
          <a:blip r:embed="rId6"/>
          <a:stretch>
            <a:fillRect/>
          </a:stretch>
        </p:blipFill>
        <p:spPr>
          <a:xfrm>
            <a:off x="647227" y="2623591"/>
            <a:ext cx="3391373" cy="3915321"/>
          </a:xfrm>
          <a:prstGeom prst="rect">
            <a:avLst/>
          </a:prstGeom>
        </p:spPr>
      </p:pic>
      <p:sp>
        <p:nvSpPr>
          <p:cNvPr id="7" name="ZoneTexte 6">
            <a:extLst>
              <a:ext uri="{FF2B5EF4-FFF2-40B4-BE49-F238E27FC236}">
                <a16:creationId xmlns="" xmlns:a16="http://schemas.microsoft.com/office/drawing/2014/main" id="{17193E95-EEB8-8069-8980-B0E59D08585D}"/>
              </a:ext>
            </a:extLst>
          </p:cNvPr>
          <p:cNvSpPr txBox="1"/>
          <p:nvPr/>
        </p:nvSpPr>
        <p:spPr>
          <a:xfrm>
            <a:off x="5135418" y="5120588"/>
            <a:ext cx="6168188" cy="646331"/>
          </a:xfrm>
          <a:prstGeom prst="rect">
            <a:avLst/>
          </a:prstGeom>
          <a:noFill/>
        </p:spPr>
        <p:txBody>
          <a:bodyPr wrap="square">
            <a:spAutoFit/>
          </a:bodyPr>
          <a:lstStyle/>
          <a:p>
            <a:r>
              <a:rPr lang="fr-FR" dirty="0">
                <a:hlinkClick r:id="rId7"/>
              </a:rPr>
              <a:t>https://www.youtube.com/watch?v=xBJRg921thQ</a:t>
            </a:r>
            <a:endParaRPr lang="fr-FR" dirty="0"/>
          </a:p>
          <a:p>
            <a:endParaRPr lang="fr-FR" dirty="0"/>
          </a:p>
        </p:txBody>
      </p:sp>
    </p:spTree>
    <p:extLst>
      <p:ext uri="{BB962C8B-B14F-4D97-AF65-F5344CB8AC3E}">
        <p14:creationId xmlns:p14="http://schemas.microsoft.com/office/powerpoint/2010/main" val="248359814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 xmlns:a16="http://schemas.microsoft.com/office/drawing/2014/main" id="{C76096D2-7277-6EBD-A015-8BED439C9DF5}"/>
            </a:ext>
          </a:extLst>
        </p:cNvPr>
        <p:cNvGrpSpPr/>
        <p:nvPr/>
      </p:nvGrpSpPr>
      <p:grpSpPr>
        <a:xfrm>
          <a:off x="0" y="0"/>
          <a:ext cx="0" cy="0"/>
          <a:chOff x="0" y="0"/>
          <a:chExt cx="0" cy="0"/>
        </a:xfrm>
      </p:grpSpPr>
      <p:sp>
        <p:nvSpPr>
          <p:cNvPr id="2" name="Espace réservé du numéro de diapositive 1">
            <a:extLst>
              <a:ext uri="{FF2B5EF4-FFF2-40B4-BE49-F238E27FC236}">
                <a16:creationId xmlns="" xmlns:a16="http://schemas.microsoft.com/office/drawing/2014/main" id="{C4957699-F206-3CC0-E374-40030596821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64</a:t>
            </a:fld>
            <a:endParaRPr lang="fr-FR"/>
          </a:p>
        </p:txBody>
      </p:sp>
      <p:pic>
        <p:nvPicPr>
          <p:cNvPr id="5" name="Image 4">
            <a:extLst>
              <a:ext uri="{FF2B5EF4-FFF2-40B4-BE49-F238E27FC236}">
                <a16:creationId xmlns="" xmlns:a16="http://schemas.microsoft.com/office/drawing/2014/main" id="{CD1F4F29-EEF4-7DB1-BC68-0C54732537D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39492" y="70223"/>
            <a:ext cx="1090163" cy="981979"/>
          </a:xfrm>
          <a:prstGeom prst="rect">
            <a:avLst/>
          </a:prstGeom>
          <a:noFill/>
          <a:ln>
            <a:noFill/>
          </a:ln>
        </p:spPr>
      </p:pic>
      <p:pic>
        <p:nvPicPr>
          <p:cNvPr id="6" name="officeArt object">
            <a:extLst>
              <a:ext uri="{FF2B5EF4-FFF2-40B4-BE49-F238E27FC236}">
                <a16:creationId xmlns="" xmlns:a16="http://schemas.microsoft.com/office/drawing/2014/main" id="{C1BEE46B-8DF0-AD47-6338-D2C0AB2B4C9A}"/>
              </a:ext>
            </a:extLst>
          </p:cNvPr>
          <p:cNvPicPr/>
          <p:nvPr/>
        </p:nvPicPr>
        <p:blipFill rotWithShape="1">
          <a:blip r:embed="rId4"/>
          <a:srcRect l="12854" r="8048"/>
          <a:stretch/>
        </p:blipFill>
        <p:spPr>
          <a:xfrm>
            <a:off x="9840279" y="0"/>
            <a:ext cx="1199213" cy="1506125"/>
          </a:xfrm>
          <a:prstGeom prst="rect">
            <a:avLst/>
          </a:prstGeom>
          <a:ln w="12700" cap="flat">
            <a:noFill/>
            <a:miter lim="400000"/>
          </a:ln>
          <a:effectLst/>
        </p:spPr>
      </p:pic>
      <p:sp>
        <p:nvSpPr>
          <p:cNvPr id="8" name="Espace réservé du pied de page 7">
            <a:extLst>
              <a:ext uri="{FF2B5EF4-FFF2-40B4-BE49-F238E27FC236}">
                <a16:creationId xmlns="" xmlns:a16="http://schemas.microsoft.com/office/drawing/2014/main" id="{A3C0948E-2090-9CCE-D1D0-94F2D0B4C9F0}"/>
              </a:ext>
            </a:extLst>
          </p:cNvPr>
          <p:cNvSpPr>
            <a:spLocks noGrp="1"/>
          </p:cNvSpPr>
          <p:nvPr>
            <p:ph type="ftr" idx="11"/>
          </p:nvPr>
        </p:nvSpPr>
        <p:spPr/>
        <p:txBody>
          <a:bodyPr/>
          <a:lstStyle/>
          <a:p>
            <a:r>
              <a:rPr lang="fr-FR" dirty="0"/>
              <a:t>Dr. Ibrahim Niang</a:t>
            </a:r>
          </a:p>
        </p:txBody>
      </p:sp>
      <p:sp>
        <p:nvSpPr>
          <p:cNvPr id="3" name="Rectangle 2">
            <a:extLst>
              <a:ext uri="{FF2B5EF4-FFF2-40B4-BE49-F238E27FC236}">
                <a16:creationId xmlns="" xmlns:a16="http://schemas.microsoft.com/office/drawing/2014/main" id="{40D537B0-E578-038F-9F01-546C6C92AEB5}"/>
              </a:ext>
            </a:extLst>
          </p:cNvPr>
          <p:cNvSpPr/>
          <p:nvPr/>
        </p:nvSpPr>
        <p:spPr>
          <a:xfrm>
            <a:off x="-63745" y="-107207"/>
            <a:ext cx="5199163" cy="1309654"/>
          </a:xfrm>
          <a:prstGeom prst="rect">
            <a:avLst/>
          </a:prstGeom>
        </p:spPr>
        <p:txBody>
          <a:bodyPr wrap="square">
            <a:spAutoFit/>
          </a:bodyPr>
          <a:lstStyle/>
          <a:p>
            <a:pPr marL="571500" indent="-571500">
              <a:lnSpc>
                <a:spcPct val="150000"/>
              </a:lnSpc>
              <a:buClr>
                <a:srgbClr val="1F3864"/>
              </a:buClr>
              <a:buSzPct val="65000"/>
              <a:buFont typeface="+mj-lt"/>
              <a:buAutoNum type="romanUcPeriod" startAt="2"/>
            </a:pPr>
            <a:r>
              <a:rPr lang="fr-FR" sz="3200" b="1" dirty="0">
                <a:solidFill>
                  <a:srgbClr val="1F3864"/>
                </a:solidFill>
                <a:latin typeface="Aptos" panose="020B0004020202020204" pitchFamily="34" charset="0"/>
                <a:ea typeface="Calibri"/>
                <a:cs typeface="Calibri"/>
                <a:sym typeface="Calibri"/>
              </a:rPr>
              <a:t>Second œuvre </a:t>
            </a:r>
          </a:p>
          <a:p>
            <a:pPr>
              <a:lnSpc>
                <a:spcPct val="150000"/>
              </a:lnSpc>
            </a:pPr>
            <a:endParaRPr lang="fr-FR" sz="2400" dirty="0">
              <a:solidFill>
                <a:srgbClr val="1F3864"/>
              </a:solidFill>
              <a:latin typeface="Proxima Nova"/>
              <a:cs typeface="Calibri"/>
              <a:sym typeface="Calibri"/>
            </a:endParaRPr>
          </a:p>
        </p:txBody>
      </p:sp>
      <p:sp>
        <p:nvSpPr>
          <p:cNvPr id="10" name="ZoneTexte 9">
            <a:extLst>
              <a:ext uri="{FF2B5EF4-FFF2-40B4-BE49-F238E27FC236}">
                <a16:creationId xmlns="" xmlns:a16="http://schemas.microsoft.com/office/drawing/2014/main" id="{5A8E7276-FEB7-8999-206F-DC8107308F56}"/>
              </a:ext>
            </a:extLst>
          </p:cNvPr>
          <p:cNvSpPr txBox="1"/>
          <p:nvPr/>
        </p:nvSpPr>
        <p:spPr>
          <a:xfrm>
            <a:off x="1949503" y="1051491"/>
            <a:ext cx="7461994" cy="523220"/>
          </a:xfrm>
          <a:prstGeom prst="rect">
            <a:avLst/>
          </a:prstGeom>
          <a:noFill/>
        </p:spPr>
        <p:txBody>
          <a:bodyPr wrap="square">
            <a:spAutoFit/>
          </a:bodyPr>
          <a:lstStyle/>
          <a:p>
            <a:pPr algn="ctr"/>
            <a:r>
              <a:rPr lang="fr-FR" sz="2800" dirty="0">
                <a:ln w="0"/>
                <a:solidFill>
                  <a:srgbClr val="1F3864"/>
                </a:solidFill>
                <a:latin typeface="Aptos" panose="020B0004020202020204" pitchFamily="34" charset="0"/>
              </a:rPr>
              <a:t>Ouverture    </a:t>
            </a:r>
          </a:p>
        </p:txBody>
      </p:sp>
      <p:sp>
        <p:nvSpPr>
          <p:cNvPr id="7" name="ZoneTexte 6">
            <a:extLst>
              <a:ext uri="{FF2B5EF4-FFF2-40B4-BE49-F238E27FC236}">
                <a16:creationId xmlns="" xmlns:a16="http://schemas.microsoft.com/office/drawing/2014/main" id="{B26447B1-69B8-DE84-2C7A-D9AB7958A194}"/>
              </a:ext>
            </a:extLst>
          </p:cNvPr>
          <p:cNvSpPr txBox="1"/>
          <p:nvPr/>
        </p:nvSpPr>
        <p:spPr>
          <a:xfrm>
            <a:off x="653305" y="1574711"/>
            <a:ext cx="10054390" cy="1200329"/>
          </a:xfrm>
          <a:prstGeom prst="rect">
            <a:avLst/>
          </a:prstGeom>
          <a:noFill/>
        </p:spPr>
        <p:txBody>
          <a:bodyPr wrap="square">
            <a:spAutoFit/>
          </a:bodyPr>
          <a:lstStyle/>
          <a:p>
            <a:pPr algn="ctr"/>
            <a:r>
              <a:rPr lang="fr-FR" dirty="0"/>
              <a:t>Une </a:t>
            </a:r>
            <a:r>
              <a:rPr lang="fr-FR" b="1" dirty="0"/>
              <a:t>ouverture</a:t>
            </a:r>
            <a:r>
              <a:rPr lang="fr-FR" dirty="0"/>
              <a:t> dans le domaine de la construction désigne tout espace ou vide ménagé dans une paroi (mur, toiture, cloison, etc.) pour permettre le passage, la lumière ou l’aération. Les ouvertures peuvent être fermées ou non et jouent un rôle essentiel dans la fonctionnalité, le confort et l’esthétique d’un bâtiment.</a:t>
            </a:r>
          </a:p>
        </p:txBody>
      </p:sp>
      <p:sp>
        <p:nvSpPr>
          <p:cNvPr id="13" name="ZoneTexte 12">
            <a:extLst>
              <a:ext uri="{FF2B5EF4-FFF2-40B4-BE49-F238E27FC236}">
                <a16:creationId xmlns="" xmlns:a16="http://schemas.microsoft.com/office/drawing/2014/main" id="{695F4098-B04C-89C3-49C0-F929644D5E16}"/>
              </a:ext>
            </a:extLst>
          </p:cNvPr>
          <p:cNvSpPr txBox="1"/>
          <p:nvPr/>
        </p:nvSpPr>
        <p:spPr>
          <a:xfrm>
            <a:off x="0" y="2775040"/>
            <a:ext cx="4920916" cy="2862322"/>
          </a:xfrm>
          <a:prstGeom prst="rect">
            <a:avLst/>
          </a:prstGeom>
          <a:noFill/>
        </p:spPr>
        <p:txBody>
          <a:bodyPr wrap="square">
            <a:spAutoFit/>
          </a:bodyPr>
          <a:lstStyle/>
          <a:p>
            <a:pPr marL="285750" indent="-285750">
              <a:buFont typeface="Arial" panose="020B0604020202020204" pitchFamily="34" charset="0"/>
              <a:buChar char="•"/>
            </a:pPr>
            <a:r>
              <a:rPr lang="fr-FR" b="1" dirty="0"/>
              <a:t>Porte battante : </a:t>
            </a:r>
            <a:r>
              <a:rPr lang="fr-FR" dirty="0"/>
              <a:t>une porte classique qui s’ouvre grâce à des gonds ou des charnières.</a:t>
            </a:r>
          </a:p>
          <a:p>
            <a:pPr marL="285750" indent="-285750">
              <a:buFont typeface="Arial" panose="020B0604020202020204" pitchFamily="34" charset="0"/>
              <a:buChar char="•"/>
            </a:pPr>
            <a:r>
              <a:rPr lang="fr-FR" b="1" dirty="0"/>
              <a:t>Porte coulissante : </a:t>
            </a:r>
            <a:r>
              <a:rPr lang="fr-FR" dirty="0"/>
              <a:t>glisse sur un rail, idéale pour économiser de l’espace.</a:t>
            </a:r>
          </a:p>
          <a:p>
            <a:pPr marL="285750" indent="-285750">
              <a:buFont typeface="Arial" panose="020B0604020202020204" pitchFamily="34" charset="0"/>
              <a:buChar char="•"/>
            </a:pPr>
            <a:r>
              <a:rPr lang="fr-FR" b="1" dirty="0"/>
              <a:t>Porte pliante : </a:t>
            </a:r>
            <a:r>
              <a:rPr lang="fr-FR" dirty="0"/>
              <a:t>composée de panneaux qui se replient sur eux-mêmes.</a:t>
            </a:r>
          </a:p>
          <a:p>
            <a:pPr marL="285750" indent="-285750">
              <a:buFont typeface="Arial" panose="020B0604020202020204" pitchFamily="34" charset="0"/>
              <a:buChar char="•"/>
            </a:pPr>
            <a:r>
              <a:rPr lang="fr-FR" b="1" dirty="0"/>
              <a:t>Porte pivotante : </a:t>
            </a:r>
            <a:r>
              <a:rPr lang="fr-FR" dirty="0"/>
              <a:t>pivote sur un axe vertical central ou décalé.</a:t>
            </a:r>
          </a:p>
          <a:p>
            <a:pPr marL="285750" indent="-285750">
              <a:buFont typeface="Arial" panose="020B0604020202020204" pitchFamily="34" charset="0"/>
              <a:buChar char="•"/>
            </a:pPr>
            <a:r>
              <a:rPr lang="fr-FR" b="1" dirty="0"/>
              <a:t>Porte en accordéon : </a:t>
            </a:r>
            <a:r>
              <a:rPr lang="fr-FR" dirty="0"/>
              <a:t>formée de plusieurs panneaux articulés qui se replient.</a:t>
            </a:r>
          </a:p>
        </p:txBody>
      </p:sp>
      <p:pic>
        <p:nvPicPr>
          <p:cNvPr id="1026" name="Picture 2" descr="Bloc porte battant pose fin de chantier Prima Scrigno">
            <a:extLst>
              <a:ext uri="{FF2B5EF4-FFF2-40B4-BE49-F238E27FC236}">
                <a16:creationId xmlns="" xmlns:a16="http://schemas.microsoft.com/office/drawing/2014/main" id="{18702C1A-0AC7-E919-E8C1-C05A6F7EAFF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53526" y="2782564"/>
            <a:ext cx="2752486" cy="206170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Porte coulissante alu vitrée ATELIER - H.2040 x l.830 mm (rail en option)">
            <a:extLst>
              <a:ext uri="{FF2B5EF4-FFF2-40B4-BE49-F238E27FC236}">
                <a16:creationId xmlns="" xmlns:a16="http://schemas.microsoft.com/office/drawing/2014/main" id="{8DBC0CBF-9B10-DFA1-6EC4-22D378E9542E}"/>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977785" y="2782565"/>
            <a:ext cx="2061707" cy="2061707"/>
          </a:xfrm>
          <a:prstGeom prst="rect">
            <a:avLst/>
          </a:prstGeom>
          <a:noFill/>
          <a:extLst>
            <a:ext uri="{909E8E84-426E-40DD-AFC4-6F175D3DCCD1}">
              <a14:hiddenFill xmlns:a14="http://schemas.microsoft.com/office/drawing/2010/main">
                <a:solidFill>
                  <a:srgbClr val="FFFFFF"/>
                </a:solidFill>
              </a14:hiddenFill>
            </a:ext>
          </a:extLst>
        </p:spPr>
      </p:pic>
      <p:sp>
        <p:nvSpPr>
          <p:cNvPr id="15" name="ZoneTexte 14">
            <a:extLst>
              <a:ext uri="{FF2B5EF4-FFF2-40B4-BE49-F238E27FC236}">
                <a16:creationId xmlns="" xmlns:a16="http://schemas.microsoft.com/office/drawing/2014/main" id="{2CA37059-25D0-401F-763A-D7A0FADD73A0}"/>
              </a:ext>
            </a:extLst>
          </p:cNvPr>
          <p:cNvSpPr txBox="1"/>
          <p:nvPr/>
        </p:nvSpPr>
        <p:spPr>
          <a:xfrm>
            <a:off x="3672091" y="4833596"/>
            <a:ext cx="6168188" cy="307777"/>
          </a:xfrm>
          <a:prstGeom prst="rect">
            <a:avLst/>
          </a:prstGeom>
          <a:noFill/>
        </p:spPr>
        <p:txBody>
          <a:bodyPr wrap="square">
            <a:spAutoFit/>
          </a:bodyPr>
          <a:lstStyle/>
          <a:p>
            <a:pPr algn="ctr"/>
            <a:r>
              <a:rPr lang="fr-FR" sz="1400" dirty="0"/>
              <a:t>Porte battante </a:t>
            </a:r>
          </a:p>
        </p:txBody>
      </p:sp>
      <p:sp>
        <p:nvSpPr>
          <p:cNvPr id="17" name="ZoneTexte 16">
            <a:extLst>
              <a:ext uri="{FF2B5EF4-FFF2-40B4-BE49-F238E27FC236}">
                <a16:creationId xmlns="" xmlns:a16="http://schemas.microsoft.com/office/drawing/2014/main" id="{9F7A7420-AA72-0E40-C463-2B240776DB90}"/>
              </a:ext>
            </a:extLst>
          </p:cNvPr>
          <p:cNvSpPr txBox="1"/>
          <p:nvPr/>
        </p:nvSpPr>
        <p:spPr>
          <a:xfrm>
            <a:off x="9136349" y="4841121"/>
            <a:ext cx="1744578" cy="307777"/>
          </a:xfrm>
          <a:prstGeom prst="rect">
            <a:avLst/>
          </a:prstGeom>
          <a:noFill/>
        </p:spPr>
        <p:txBody>
          <a:bodyPr wrap="square">
            <a:spAutoFit/>
          </a:bodyPr>
          <a:lstStyle/>
          <a:p>
            <a:pPr algn="ctr"/>
            <a:r>
              <a:rPr lang="fr-FR" sz="1400" dirty="0"/>
              <a:t>Porte coulissante </a:t>
            </a:r>
          </a:p>
        </p:txBody>
      </p:sp>
      <p:pic>
        <p:nvPicPr>
          <p:cNvPr id="1030" name="Picture 6" descr="Menuiseries spécifiques - Porte Accordéon ORIZON aluminium : Tellier">
            <a:extLst>
              <a:ext uri="{FF2B5EF4-FFF2-40B4-BE49-F238E27FC236}">
                <a16:creationId xmlns="" xmlns:a16="http://schemas.microsoft.com/office/drawing/2014/main" id="{9BF34FC3-806D-A7A5-74A8-AC27F032E3C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704799" y="5184759"/>
            <a:ext cx="1706698" cy="1135730"/>
          </a:xfrm>
          <a:prstGeom prst="rect">
            <a:avLst/>
          </a:prstGeom>
          <a:noFill/>
          <a:extLst>
            <a:ext uri="{909E8E84-426E-40DD-AFC4-6F175D3DCCD1}">
              <a14:hiddenFill xmlns:a14="http://schemas.microsoft.com/office/drawing/2010/main">
                <a:solidFill>
                  <a:srgbClr val="FFFFFF"/>
                </a:solidFill>
              </a14:hiddenFill>
            </a:ext>
          </a:extLst>
        </p:spPr>
      </p:pic>
      <p:sp>
        <p:nvSpPr>
          <p:cNvPr id="19" name="ZoneTexte 18">
            <a:extLst>
              <a:ext uri="{FF2B5EF4-FFF2-40B4-BE49-F238E27FC236}">
                <a16:creationId xmlns="" xmlns:a16="http://schemas.microsoft.com/office/drawing/2014/main" id="{86ECC3EE-35A8-5DCA-020A-64AF622F4F25}"/>
              </a:ext>
            </a:extLst>
          </p:cNvPr>
          <p:cNvSpPr txBox="1"/>
          <p:nvPr/>
        </p:nvSpPr>
        <p:spPr>
          <a:xfrm>
            <a:off x="7426469" y="6370486"/>
            <a:ext cx="2413810" cy="307777"/>
          </a:xfrm>
          <a:prstGeom prst="rect">
            <a:avLst/>
          </a:prstGeom>
          <a:noFill/>
        </p:spPr>
        <p:txBody>
          <a:bodyPr wrap="square">
            <a:spAutoFit/>
          </a:bodyPr>
          <a:lstStyle/>
          <a:p>
            <a:pPr algn="ctr"/>
            <a:r>
              <a:rPr lang="fr-FR" sz="1400" dirty="0"/>
              <a:t>Porte en accordéon </a:t>
            </a:r>
          </a:p>
        </p:txBody>
      </p:sp>
    </p:spTree>
    <p:extLst>
      <p:ext uri="{BB962C8B-B14F-4D97-AF65-F5344CB8AC3E}">
        <p14:creationId xmlns:p14="http://schemas.microsoft.com/office/powerpoint/2010/main" val="369329881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 xmlns:a16="http://schemas.microsoft.com/office/drawing/2014/main" id="{044EEE81-E9FE-206B-7214-A464E355AEE5}"/>
            </a:ext>
          </a:extLst>
        </p:cNvPr>
        <p:cNvGrpSpPr/>
        <p:nvPr/>
      </p:nvGrpSpPr>
      <p:grpSpPr>
        <a:xfrm>
          <a:off x="0" y="0"/>
          <a:ext cx="0" cy="0"/>
          <a:chOff x="0" y="0"/>
          <a:chExt cx="0" cy="0"/>
        </a:xfrm>
      </p:grpSpPr>
      <p:sp>
        <p:nvSpPr>
          <p:cNvPr id="2" name="Espace réservé du numéro de diapositive 1">
            <a:extLst>
              <a:ext uri="{FF2B5EF4-FFF2-40B4-BE49-F238E27FC236}">
                <a16:creationId xmlns="" xmlns:a16="http://schemas.microsoft.com/office/drawing/2014/main" id="{18D7312B-0D2A-F74F-0C4A-EDF2A158D54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65</a:t>
            </a:fld>
            <a:endParaRPr lang="fr-FR"/>
          </a:p>
        </p:txBody>
      </p:sp>
      <p:pic>
        <p:nvPicPr>
          <p:cNvPr id="5" name="Image 4">
            <a:extLst>
              <a:ext uri="{FF2B5EF4-FFF2-40B4-BE49-F238E27FC236}">
                <a16:creationId xmlns="" xmlns:a16="http://schemas.microsoft.com/office/drawing/2014/main" id="{14EE48ED-1A11-2BD8-B1FA-4564ABD65B3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39492" y="70223"/>
            <a:ext cx="1090163" cy="981979"/>
          </a:xfrm>
          <a:prstGeom prst="rect">
            <a:avLst/>
          </a:prstGeom>
          <a:noFill/>
          <a:ln>
            <a:noFill/>
          </a:ln>
        </p:spPr>
      </p:pic>
      <p:pic>
        <p:nvPicPr>
          <p:cNvPr id="6" name="officeArt object">
            <a:extLst>
              <a:ext uri="{FF2B5EF4-FFF2-40B4-BE49-F238E27FC236}">
                <a16:creationId xmlns="" xmlns:a16="http://schemas.microsoft.com/office/drawing/2014/main" id="{9CE3119F-2652-938F-153C-91C0BBC9CB08}"/>
              </a:ext>
            </a:extLst>
          </p:cNvPr>
          <p:cNvPicPr/>
          <p:nvPr/>
        </p:nvPicPr>
        <p:blipFill rotWithShape="1">
          <a:blip r:embed="rId4"/>
          <a:srcRect l="12854" r="8048"/>
          <a:stretch/>
        </p:blipFill>
        <p:spPr>
          <a:xfrm>
            <a:off x="9840279" y="0"/>
            <a:ext cx="1199213" cy="1506125"/>
          </a:xfrm>
          <a:prstGeom prst="rect">
            <a:avLst/>
          </a:prstGeom>
          <a:ln w="12700" cap="flat">
            <a:noFill/>
            <a:miter lim="400000"/>
          </a:ln>
          <a:effectLst/>
        </p:spPr>
      </p:pic>
      <p:sp>
        <p:nvSpPr>
          <p:cNvPr id="8" name="Espace réservé du pied de page 7">
            <a:extLst>
              <a:ext uri="{FF2B5EF4-FFF2-40B4-BE49-F238E27FC236}">
                <a16:creationId xmlns="" xmlns:a16="http://schemas.microsoft.com/office/drawing/2014/main" id="{B3137F75-576B-D2FA-9D64-C4E4F0E47E81}"/>
              </a:ext>
            </a:extLst>
          </p:cNvPr>
          <p:cNvSpPr>
            <a:spLocks noGrp="1"/>
          </p:cNvSpPr>
          <p:nvPr>
            <p:ph type="ftr" idx="11"/>
          </p:nvPr>
        </p:nvSpPr>
        <p:spPr/>
        <p:txBody>
          <a:bodyPr/>
          <a:lstStyle/>
          <a:p>
            <a:r>
              <a:rPr lang="fr-FR" dirty="0"/>
              <a:t>Dr. Ibrahim Niang</a:t>
            </a:r>
          </a:p>
        </p:txBody>
      </p:sp>
      <p:sp>
        <p:nvSpPr>
          <p:cNvPr id="3" name="Rectangle 2">
            <a:extLst>
              <a:ext uri="{FF2B5EF4-FFF2-40B4-BE49-F238E27FC236}">
                <a16:creationId xmlns="" xmlns:a16="http://schemas.microsoft.com/office/drawing/2014/main" id="{28C4D988-493A-B5C6-26BD-8C908423D72A}"/>
              </a:ext>
            </a:extLst>
          </p:cNvPr>
          <p:cNvSpPr/>
          <p:nvPr/>
        </p:nvSpPr>
        <p:spPr>
          <a:xfrm>
            <a:off x="-63745" y="-107207"/>
            <a:ext cx="5199163" cy="1309654"/>
          </a:xfrm>
          <a:prstGeom prst="rect">
            <a:avLst/>
          </a:prstGeom>
        </p:spPr>
        <p:txBody>
          <a:bodyPr wrap="square">
            <a:spAutoFit/>
          </a:bodyPr>
          <a:lstStyle/>
          <a:p>
            <a:pPr marL="571500" indent="-571500">
              <a:lnSpc>
                <a:spcPct val="150000"/>
              </a:lnSpc>
              <a:buClr>
                <a:srgbClr val="1F3864"/>
              </a:buClr>
              <a:buSzPct val="65000"/>
              <a:buFont typeface="+mj-lt"/>
              <a:buAutoNum type="romanUcPeriod" startAt="2"/>
            </a:pPr>
            <a:r>
              <a:rPr lang="fr-FR" sz="3200" b="1" dirty="0">
                <a:solidFill>
                  <a:srgbClr val="1F3864"/>
                </a:solidFill>
                <a:latin typeface="Aptos" panose="020B0004020202020204" pitchFamily="34" charset="0"/>
                <a:ea typeface="Calibri"/>
                <a:cs typeface="Calibri"/>
                <a:sym typeface="Calibri"/>
              </a:rPr>
              <a:t>Second œuvre </a:t>
            </a:r>
          </a:p>
          <a:p>
            <a:pPr>
              <a:lnSpc>
                <a:spcPct val="150000"/>
              </a:lnSpc>
            </a:pPr>
            <a:endParaRPr lang="fr-FR" sz="2400" dirty="0">
              <a:solidFill>
                <a:srgbClr val="1F3864"/>
              </a:solidFill>
              <a:latin typeface="Proxima Nova"/>
              <a:cs typeface="Calibri"/>
              <a:sym typeface="Calibri"/>
            </a:endParaRPr>
          </a:p>
        </p:txBody>
      </p:sp>
      <p:sp>
        <p:nvSpPr>
          <p:cNvPr id="10" name="ZoneTexte 9">
            <a:extLst>
              <a:ext uri="{FF2B5EF4-FFF2-40B4-BE49-F238E27FC236}">
                <a16:creationId xmlns="" xmlns:a16="http://schemas.microsoft.com/office/drawing/2014/main" id="{2930859D-D91F-4D5B-0D35-561CF7085225}"/>
              </a:ext>
            </a:extLst>
          </p:cNvPr>
          <p:cNvSpPr txBox="1"/>
          <p:nvPr/>
        </p:nvSpPr>
        <p:spPr>
          <a:xfrm>
            <a:off x="1949503" y="1051491"/>
            <a:ext cx="7461994" cy="523220"/>
          </a:xfrm>
          <a:prstGeom prst="rect">
            <a:avLst/>
          </a:prstGeom>
          <a:noFill/>
        </p:spPr>
        <p:txBody>
          <a:bodyPr wrap="square">
            <a:spAutoFit/>
          </a:bodyPr>
          <a:lstStyle/>
          <a:p>
            <a:pPr algn="ctr"/>
            <a:r>
              <a:rPr lang="fr-FR" sz="2800" dirty="0">
                <a:ln w="0"/>
                <a:solidFill>
                  <a:srgbClr val="1F3864"/>
                </a:solidFill>
                <a:latin typeface="Aptos" panose="020B0004020202020204" pitchFamily="34" charset="0"/>
              </a:rPr>
              <a:t>Ouverture    </a:t>
            </a:r>
          </a:p>
        </p:txBody>
      </p:sp>
      <p:sp>
        <p:nvSpPr>
          <p:cNvPr id="7" name="ZoneTexte 6">
            <a:extLst>
              <a:ext uri="{FF2B5EF4-FFF2-40B4-BE49-F238E27FC236}">
                <a16:creationId xmlns="" xmlns:a16="http://schemas.microsoft.com/office/drawing/2014/main" id="{503FB861-AFDD-954E-7AF3-FFEBC4580D87}"/>
              </a:ext>
            </a:extLst>
          </p:cNvPr>
          <p:cNvSpPr txBox="1"/>
          <p:nvPr/>
        </p:nvSpPr>
        <p:spPr>
          <a:xfrm>
            <a:off x="653305" y="1574711"/>
            <a:ext cx="10054390" cy="1200329"/>
          </a:xfrm>
          <a:prstGeom prst="rect">
            <a:avLst/>
          </a:prstGeom>
          <a:noFill/>
        </p:spPr>
        <p:txBody>
          <a:bodyPr wrap="square">
            <a:spAutoFit/>
          </a:bodyPr>
          <a:lstStyle/>
          <a:p>
            <a:pPr algn="ctr"/>
            <a:r>
              <a:rPr lang="fr-FR" dirty="0"/>
              <a:t>Une </a:t>
            </a:r>
            <a:r>
              <a:rPr lang="fr-FR" b="1" dirty="0"/>
              <a:t>ouverture</a:t>
            </a:r>
            <a:r>
              <a:rPr lang="fr-FR" dirty="0"/>
              <a:t> dans le domaine de la construction désigne tout espace ou vide ménagé dans une paroi (mur, toiture, cloison, etc.) pour permettre le passage, la lumière ou l’aération. Les ouvertures peuvent être fermées ou non et jouent un rôle essentiel dans la fonctionnalité, le confort et l’esthétique d’un bâtiment.</a:t>
            </a:r>
          </a:p>
        </p:txBody>
      </p:sp>
      <p:sp>
        <p:nvSpPr>
          <p:cNvPr id="13" name="ZoneTexte 12">
            <a:extLst>
              <a:ext uri="{FF2B5EF4-FFF2-40B4-BE49-F238E27FC236}">
                <a16:creationId xmlns="" xmlns:a16="http://schemas.microsoft.com/office/drawing/2014/main" id="{3443EB7A-1F2E-5480-CD77-D2CE62AB9C0A}"/>
              </a:ext>
            </a:extLst>
          </p:cNvPr>
          <p:cNvSpPr txBox="1"/>
          <p:nvPr/>
        </p:nvSpPr>
        <p:spPr>
          <a:xfrm>
            <a:off x="0" y="2775040"/>
            <a:ext cx="4920916" cy="2862322"/>
          </a:xfrm>
          <a:prstGeom prst="rect">
            <a:avLst/>
          </a:prstGeom>
          <a:noFill/>
        </p:spPr>
        <p:txBody>
          <a:bodyPr wrap="square">
            <a:spAutoFit/>
          </a:bodyPr>
          <a:lstStyle/>
          <a:p>
            <a:pPr marL="285750" indent="-285750">
              <a:buFont typeface="Arial" panose="020B0604020202020204" pitchFamily="34" charset="0"/>
              <a:buChar char="•"/>
            </a:pPr>
            <a:r>
              <a:rPr lang="fr-FR" b="1" dirty="0"/>
              <a:t>Porte battante : </a:t>
            </a:r>
            <a:r>
              <a:rPr lang="fr-FR" dirty="0"/>
              <a:t>une porte classique qui s’ouvre grâce à des gonds ou des charnières.</a:t>
            </a:r>
          </a:p>
          <a:p>
            <a:pPr marL="285750" indent="-285750">
              <a:buFont typeface="Arial" panose="020B0604020202020204" pitchFamily="34" charset="0"/>
              <a:buChar char="•"/>
            </a:pPr>
            <a:r>
              <a:rPr lang="fr-FR" b="1" dirty="0"/>
              <a:t>Porte coulissante : </a:t>
            </a:r>
            <a:r>
              <a:rPr lang="fr-FR" dirty="0"/>
              <a:t>glisse sur un rail, idéale pour économiser de l’espace.</a:t>
            </a:r>
          </a:p>
          <a:p>
            <a:pPr marL="285750" indent="-285750">
              <a:buFont typeface="Arial" panose="020B0604020202020204" pitchFamily="34" charset="0"/>
              <a:buChar char="•"/>
            </a:pPr>
            <a:r>
              <a:rPr lang="fr-FR" b="1" dirty="0"/>
              <a:t>Porte pliante : </a:t>
            </a:r>
            <a:r>
              <a:rPr lang="fr-FR" dirty="0"/>
              <a:t>composée de panneaux qui se replient sur eux-mêmes.</a:t>
            </a:r>
          </a:p>
          <a:p>
            <a:pPr marL="285750" indent="-285750">
              <a:buFont typeface="Arial" panose="020B0604020202020204" pitchFamily="34" charset="0"/>
              <a:buChar char="•"/>
            </a:pPr>
            <a:r>
              <a:rPr lang="fr-FR" b="1" dirty="0"/>
              <a:t>Porte pivotante : </a:t>
            </a:r>
            <a:r>
              <a:rPr lang="fr-FR" dirty="0"/>
              <a:t>pivote sur un axe vertical central ou décalé.</a:t>
            </a:r>
          </a:p>
          <a:p>
            <a:pPr marL="285750" indent="-285750">
              <a:buFont typeface="Arial" panose="020B0604020202020204" pitchFamily="34" charset="0"/>
              <a:buChar char="•"/>
            </a:pPr>
            <a:r>
              <a:rPr lang="fr-FR" b="1" dirty="0"/>
              <a:t>Porte en accordéon : </a:t>
            </a:r>
            <a:r>
              <a:rPr lang="fr-FR" dirty="0"/>
              <a:t>formée de plusieurs panneaux articulés qui se replient.</a:t>
            </a:r>
          </a:p>
        </p:txBody>
      </p:sp>
      <p:pic>
        <p:nvPicPr>
          <p:cNvPr id="4098" name="Picture 2" descr="Bloc porte palière de rénovation">
            <a:extLst>
              <a:ext uri="{FF2B5EF4-FFF2-40B4-BE49-F238E27FC236}">
                <a16:creationId xmlns="" xmlns:a16="http://schemas.microsoft.com/office/drawing/2014/main" id="{0AC29FFD-9B19-D02D-C918-D37B82FEC9B9}"/>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271086" y="2693756"/>
            <a:ext cx="3547829" cy="35478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9622336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 xmlns:a16="http://schemas.microsoft.com/office/drawing/2014/main" id="{99B5F42F-0ADE-679C-B884-A15D997AF461}"/>
            </a:ext>
          </a:extLst>
        </p:cNvPr>
        <p:cNvGrpSpPr/>
        <p:nvPr/>
      </p:nvGrpSpPr>
      <p:grpSpPr>
        <a:xfrm>
          <a:off x="0" y="0"/>
          <a:ext cx="0" cy="0"/>
          <a:chOff x="0" y="0"/>
          <a:chExt cx="0" cy="0"/>
        </a:xfrm>
      </p:grpSpPr>
      <p:sp>
        <p:nvSpPr>
          <p:cNvPr id="2" name="Espace réservé du numéro de diapositive 1">
            <a:extLst>
              <a:ext uri="{FF2B5EF4-FFF2-40B4-BE49-F238E27FC236}">
                <a16:creationId xmlns="" xmlns:a16="http://schemas.microsoft.com/office/drawing/2014/main" id="{D766E001-2658-7AC8-6A4B-A00A0B57D43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66</a:t>
            </a:fld>
            <a:endParaRPr lang="fr-FR"/>
          </a:p>
        </p:txBody>
      </p:sp>
      <p:pic>
        <p:nvPicPr>
          <p:cNvPr id="5" name="Image 4">
            <a:extLst>
              <a:ext uri="{FF2B5EF4-FFF2-40B4-BE49-F238E27FC236}">
                <a16:creationId xmlns="" xmlns:a16="http://schemas.microsoft.com/office/drawing/2014/main" id="{CA82EB07-8D83-8C09-9D7B-2EA3F50E863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39492" y="70223"/>
            <a:ext cx="1090163" cy="981979"/>
          </a:xfrm>
          <a:prstGeom prst="rect">
            <a:avLst/>
          </a:prstGeom>
          <a:noFill/>
          <a:ln>
            <a:noFill/>
          </a:ln>
        </p:spPr>
      </p:pic>
      <p:pic>
        <p:nvPicPr>
          <p:cNvPr id="6" name="officeArt object">
            <a:extLst>
              <a:ext uri="{FF2B5EF4-FFF2-40B4-BE49-F238E27FC236}">
                <a16:creationId xmlns="" xmlns:a16="http://schemas.microsoft.com/office/drawing/2014/main" id="{0461F865-D36C-446C-8BE5-3AD3BF2CD3D6}"/>
              </a:ext>
            </a:extLst>
          </p:cNvPr>
          <p:cNvPicPr/>
          <p:nvPr/>
        </p:nvPicPr>
        <p:blipFill rotWithShape="1">
          <a:blip r:embed="rId4"/>
          <a:srcRect l="12854" r="8048"/>
          <a:stretch/>
        </p:blipFill>
        <p:spPr>
          <a:xfrm>
            <a:off x="9840279" y="0"/>
            <a:ext cx="1199213" cy="1506125"/>
          </a:xfrm>
          <a:prstGeom prst="rect">
            <a:avLst/>
          </a:prstGeom>
          <a:ln w="12700" cap="flat">
            <a:noFill/>
            <a:miter lim="400000"/>
          </a:ln>
          <a:effectLst/>
        </p:spPr>
      </p:pic>
      <p:sp>
        <p:nvSpPr>
          <p:cNvPr id="8" name="Espace réservé du pied de page 7">
            <a:extLst>
              <a:ext uri="{FF2B5EF4-FFF2-40B4-BE49-F238E27FC236}">
                <a16:creationId xmlns="" xmlns:a16="http://schemas.microsoft.com/office/drawing/2014/main" id="{31045BE0-F164-B9DB-296D-3AB75A7B67D4}"/>
              </a:ext>
            </a:extLst>
          </p:cNvPr>
          <p:cNvSpPr>
            <a:spLocks noGrp="1"/>
          </p:cNvSpPr>
          <p:nvPr>
            <p:ph type="ftr" idx="11"/>
          </p:nvPr>
        </p:nvSpPr>
        <p:spPr/>
        <p:txBody>
          <a:bodyPr/>
          <a:lstStyle/>
          <a:p>
            <a:r>
              <a:rPr lang="fr-FR" dirty="0"/>
              <a:t>Dr. Ibrahim Niang</a:t>
            </a:r>
          </a:p>
        </p:txBody>
      </p:sp>
      <p:sp>
        <p:nvSpPr>
          <p:cNvPr id="3" name="Rectangle 2">
            <a:extLst>
              <a:ext uri="{FF2B5EF4-FFF2-40B4-BE49-F238E27FC236}">
                <a16:creationId xmlns="" xmlns:a16="http://schemas.microsoft.com/office/drawing/2014/main" id="{E6DEBD76-6C00-AB37-C539-28B44D89834C}"/>
              </a:ext>
            </a:extLst>
          </p:cNvPr>
          <p:cNvSpPr/>
          <p:nvPr/>
        </p:nvSpPr>
        <p:spPr>
          <a:xfrm>
            <a:off x="-63745" y="-107207"/>
            <a:ext cx="5199163" cy="1309654"/>
          </a:xfrm>
          <a:prstGeom prst="rect">
            <a:avLst/>
          </a:prstGeom>
        </p:spPr>
        <p:txBody>
          <a:bodyPr wrap="square">
            <a:spAutoFit/>
          </a:bodyPr>
          <a:lstStyle/>
          <a:p>
            <a:pPr marL="571500" indent="-571500">
              <a:lnSpc>
                <a:spcPct val="150000"/>
              </a:lnSpc>
              <a:buClr>
                <a:srgbClr val="1F3864"/>
              </a:buClr>
              <a:buSzPct val="65000"/>
              <a:buFont typeface="+mj-lt"/>
              <a:buAutoNum type="romanUcPeriod" startAt="2"/>
            </a:pPr>
            <a:r>
              <a:rPr lang="fr-FR" sz="3200" b="1" dirty="0">
                <a:solidFill>
                  <a:srgbClr val="1F3864"/>
                </a:solidFill>
                <a:latin typeface="Aptos" panose="020B0004020202020204" pitchFamily="34" charset="0"/>
                <a:ea typeface="Calibri"/>
                <a:cs typeface="Calibri"/>
                <a:sym typeface="Calibri"/>
              </a:rPr>
              <a:t>Second œuvre </a:t>
            </a:r>
          </a:p>
          <a:p>
            <a:pPr>
              <a:lnSpc>
                <a:spcPct val="150000"/>
              </a:lnSpc>
            </a:pPr>
            <a:endParaRPr lang="fr-FR" sz="2400" dirty="0">
              <a:solidFill>
                <a:srgbClr val="1F3864"/>
              </a:solidFill>
              <a:latin typeface="Proxima Nova"/>
              <a:cs typeface="Calibri"/>
              <a:sym typeface="Calibri"/>
            </a:endParaRPr>
          </a:p>
        </p:txBody>
      </p:sp>
      <p:sp>
        <p:nvSpPr>
          <p:cNvPr id="10" name="ZoneTexte 9">
            <a:extLst>
              <a:ext uri="{FF2B5EF4-FFF2-40B4-BE49-F238E27FC236}">
                <a16:creationId xmlns="" xmlns:a16="http://schemas.microsoft.com/office/drawing/2014/main" id="{DD6382BC-4DA6-D937-B261-DCFCA3BC8C19}"/>
              </a:ext>
            </a:extLst>
          </p:cNvPr>
          <p:cNvSpPr txBox="1"/>
          <p:nvPr/>
        </p:nvSpPr>
        <p:spPr>
          <a:xfrm>
            <a:off x="1949503" y="1051491"/>
            <a:ext cx="7461994" cy="523220"/>
          </a:xfrm>
          <a:prstGeom prst="rect">
            <a:avLst/>
          </a:prstGeom>
          <a:noFill/>
        </p:spPr>
        <p:txBody>
          <a:bodyPr wrap="square">
            <a:spAutoFit/>
          </a:bodyPr>
          <a:lstStyle/>
          <a:p>
            <a:pPr algn="ctr"/>
            <a:r>
              <a:rPr lang="fr-FR" sz="2800" dirty="0">
                <a:ln w="0"/>
                <a:solidFill>
                  <a:srgbClr val="1F3864"/>
                </a:solidFill>
                <a:latin typeface="Aptos" panose="020B0004020202020204" pitchFamily="34" charset="0"/>
              </a:rPr>
              <a:t>Ouverture    </a:t>
            </a:r>
          </a:p>
        </p:txBody>
      </p:sp>
      <p:sp>
        <p:nvSpPr>
          <p:cNvPr id="7" name="ZoneTexte 6">
            <a:extLst>
              <a:ext uri="{FF2B5EF4-FFF2-40B4-BE49-F238E27FC236}">
                <a16:creationId xmlns="" xmlns:a16="http://schemas.microsoft.com/office/drawing/2014/main" id="{BA53C2BD-FC34-1800-1569-620D2190E8EA}"/>
              </a:ext>
            </a:extLst>
          </p:cNvPr>
          <p:cNvSpPr txBox="1"/>
          <p:nvPr/>
        </p:nvSpPr>
        <p:spPr>
          <a:xfrm>
            <a:off x="653305" y="1574711"/>
            <a:ext cx="10054390" cy="1200329"/>
          </a:xfrm>
          <a:prstGeom prst="rect">
            <a:avLst/>
          </a:prstGeom>
          <a:noFill/>
        </p:spPr>
        <p:txBody>
          <a:bodyPr wrap="square">
            <a:spAutoFit/>
          </a:bodyPr>
          <a:lstStyle/>
          <a:p>
            <a:pPr algn="ctr"/>
            <a:r>
              <a:rPr lang="fr-FR" dirty="0"/>
              <a:t>Une </a:t>
            </a:r>
            <a:r>
              <a:rPr lang="fr-FR" b="1" dirty="0"/>
              <a:t>ouverture</a:t>
            </a:r>
            <a:r>
              <a:rPr lang="fr-FR" dirty="0"/>
              <a:t> dans le domaine de la construction désigne tout espace ou vide ménagé dans une paroi (mur, toiture, cloison, etc.) pour permettre le passage, la lumière ou l’aération. Les ouvertures peuvent être fermées ou non et jouent un rôle essentiel dans la fonctionnalité, le confort et l’esthétique d’un bâtiment.</a:t>
            </a:r>
          </a:p>
        </p:txBody>
      </p:sp>
      <p:sp>
        <p:nvSpPr>
          <p:cNvPr id="9" name="ZoneTexte 8">
            <a:extLst>
              <a:ext uri="{FF2B5EF4-FFF2-40B4-BE49-F238E27FC236}">
                <a16:creationId xmlns="" xmlns:a16="http://schemas.microsoft.com/office/drawing/2014/main" id="{0C92D83D-4712-AA48-9875-A49D821DFF6D}"/>
              </a:ext>
            </a:extLst>
          </p:cNvPr>
          <p:cNvSpPr txBox="1"/>
          <p:nvPr/>
        </p:nvSpPr>
        <p:spPr>
          <a:xfrm>
            <a:off x="224590" y="2822922"/>
            <a:ext cx="3814010" cy="3693319"/>
          </a:xfrm>
          <a:prstGeom prst="rect">
            <a:avLst/>
          </a:prstGeom>
          <a:noFill/>
        </p:spPr>
        <p:txBody>
          <a:bodyPr wrap="square">
            <a:spAutoFit/>
          </a:bodyPr>
          <a:lstStyle/>
          <a:p>
            <a:pPr marL="285750" indent="-285750">
              <a:buFont typeface="Arial" panose="020B0604020202020204" pitchFamily="34" charset="0"/>
              <a:buChar char="•"/>
            </a:pPr>
            <a:r>
              <a:rPr lang="fr-FR" b="1" dirty="0"/>
              <a:t>Fenêtre fixe </a:t>
            </a:r>
            <a:r>
              <a:rPr lang="fr-FR" dirty="0"/>
              <a:t>: ne s’ouvre pas, utilisée uniquement pour laisser passer la lumière.</a:t>
            </a:r>
          </a:p>
          <a:p>
            <a:pPr marL="285750" indent="-285750">
              <a:buFont typeface="Arial" panose="020B0604020202020204" pitchFamily="34" charset="0"/>
              <a:buChar char="•"/>
            </a:pPr>
            <a:r>
              <a:rPr lang="fr-FR" b="1" dirty="0"/>
              <a:t>Fenêtre battante : </a:t>
            </a:r>
            <a:r>
              <a:rPr lang="fr-FR" dirty="0"/>
              <a:t>s’ouvre grâce à des charnières latérales.</a:t>
            </a:r>
          </a:p>
          <a:p>
            <a:pPr marL="285750" indent="-285750">
              <a:buFont typeface="Arial" panose="020B0604020202020204" pitchFamily="34" charset="0"/>
              <a:buChar char="•"/>
            </a:pPr>
            <a:r>
              <a:rPr lang="fr-FR" b="1" dirty="0"/>
              <a:t>Fenêtre coulissante : </a:t>
            </a:r>
            <a:r>
              <a:rPr lang="fr-FR" dirty="0"/>
              <a:t>composée de panneaux glissants sur un rail.</a:t>
            </a:r>
          </a:p>
          <a:p>
            <a:pPr marL="285750" indent="-285750">
              <a:buFont typeface="Arial" panose="020B0604020202020204" pitchFamily="34" charset="0"/>
              <a:buChar char="•"/>
            </a:pPr>
            <a:r>
              <a:rPr lang="fr-FR" b="1" dirty="0"/>
              <a:t>Fenêtre à soufflet : </a:t>
            </a:r>
            <a:r>
              <a:rPr lang="fr-FR" dirty="0"/>
              <a:t>s’ouvre par le bas, idéale pour une ventilation réduite.</a:t>
            </a:r>
          </a:p>
          <a:p>
            <a:pPr marL="285750" indent="-285750">
              <a:buFont typeface="Arial" panose="020B0604020202020204" pitchFamily="34" charset="0"/>
              <a:buChar char="•"/>
            </a:pPr>
            <a:r>
              <a:rPr lang="fr-FR" b="1" dirty="0"/>
              <a:t>Fenêtre oscillo-battante : </a:t>
            </a:r>
            <a:r>
              <a:rPr lang="fr-FR" dirty="0"/>
              <a:t>combine une ouverture battante et une ouverture à soufflet.</a:t>
            </a:r>
          </a:p>
        </p:txBody>
      </p:sp>
      <p:pic>
        <p:nvPicPr>
          <p:cNvPr id="11" name="Image 10">
            <a:extLst>
              <a:ext uri="{FF2B5EF4-FFF2-40B4-BE49-F238E27FC236}">
                <a16:creationId xmlns="" xmlns:a16="http://schemas.microsoft.com/office/drawing/2014/main" id="{4B953DDE-C4B1-1FD8-607C-DB224D26FA4A}"/>
              </a:ext>
            </a:extLst>
          </p:cNvPr>
          <p:cNvPicPr>
            <a:picLocks noChangeAspect="1"/>
          </p:cNvPicPr>
          <p:nvPr/>
        </p:nvPicPr>
        <p:blipFill>
          <a:blip r:embed="rId5"/>
          <a:stretch>
            <a:fillRect/>
          </a:stretch>
        </p:blipFill>
        <p:spPr>
          <a:xfrm>
            <a:off x="5572501" y="2944513"/>
            <a:ext cx="4867384" cy="3133668"/>
          </a:xfrm>
          <a:prstGeom prst="rect">
            <a:avLst/>
          </a:prstGeom>
        </p:spPr>
      </p:pic>
    </p:spTree>
    <p:extLst>
      <p:ext uri="{BB962C8B-B14F-4D97-AF65-F5344CB8AC3E}">
        <p14:creationId xmlns:p14="http://schemas.microsoft.com/office/powerpoint/2010/main" val="106214449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 xmlns:a16="http://schemas.microsoft.com/office/drawing/2014/main" id="{E4AC8D43-59F9-8E0E-3034-36ACD84036BB}"/>
            </a:ext>
          </a:extLst>
        </p:cNvPr>
        <p:cNvGrpSpPr/>
        <p:nvPr/>
      </p:nvGrpSpPr>
      <p:grpSpPr>
        <a:xfrm>
          <a:off x="0" y="0"/>
          <a:ext cx="0" cy="0"/>
          <a:chOff x="0" y="0"/>
          <a:chExt cx="0" cy="0"/>
        </a:xfrm>
      </p:grpSpPr>
      <p:sp>
        <p:nvSpPr>
          <p:cNvPr id="2" name="Espace réservé du numéro de diapositive 1">
            <a:extLst>
              <a:ext uri="{FF2B5EF4-FFF2-40B4-BE49-F238E27FC236}">
                <a16:creationId xmlns="" xmlns:a16="http://schemas.microsoft.com/office/drawing/2014/main" id="{C4313B02-DAB5-6ACC-4784-2E13C58842A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67</a:t>
            </a:fld>
            <a:endParaRPr lang="fr-FR"/>
          </a:p>
        </p:txBody>
      </p:sp>
      <p:pic>
        <p:nvPicPr>
          <p:cNvPr id="5" name="Image 4">
            <a:extLst>
              <a:ext uri="{FF2B5EF4-FFF2-40B4-BE49-F238E27FC236}">
                <a16:creationId xmlns="" xmlns:a16="http://schemas.microsoft.com/office/drawing/2014/main" id="{4BC1822C-1441-78CF-5844-0302E5A4B1A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39492" y="70223"/>
            <a:ext cx="1090163" cy="981979"/>
          </a:xfrm>
          <a:prstGeom prst="rect">
            <a:avLst/>
          </a:prstGeom>
          <a:noFill/>
          <a:ln>
            <a:noFill/>
          </a:ln>
        </p:spPr>
      </p:pic>
      <p:pic>
        <p:nvPicPr>
          <p:cNvPr id="6" name="officeArt object">
            <a:extLst>
              <a:ext uri="{FF2B5EF4-FFF2-40B4-BE49-F238E27FC236}">
                <a16:creationId xmlns="" xmlns:a16="http://schemas.microsoft.com/office/drawing/2014/main" id="{A30D3A73-8E9A-FD68-70CE-70AEF433A4C6}"/>
              </a:ext>
            </a:extLst>
          </p:cNvPr>
          <p:cNvPicPr/>
          <p:nvPr/>
        </p:nvPicPr>
        <p:blipFill rotWithShape="1">
          <a:blip r:embed="rId4"/>
          <a:srcRect l="12854" r="8048"/>
          <a:stretch/>
        </p:blipFill>
        <p:spPr>
          <a:xfrm>
            <a:off x="9840279" y="0"/>
            <a:ext cx="1199213" cy="1506125"/>
          </a:xfrm>
          <a:prstGeom prst="rect">
            <a:avLst/>
          </a:prstGeom>
          <a:ln w="12700" cap="flat">
            <a:noFill/>
            <a:miter lim="400000"/>
          </a:ln>
          <a:effectLst/>
        </p:spPr>
      </p:pic>
      <p:sp>
        <p:nvSpPr>
          <p:cNvPr id="8" name="Espace réservé du pied de page 7">
            <a:extLst>
              <a:ext uri="{FF2B5EF4-FFF2-40B4-BE49-F238E27FC236}">
                <a16:creationId xmlns="" xmlns:a16="http://schemas.microsoft.com/office/drawing/2014/main" id="{39BFB01D-4609-5E0E-1C32-D31F4EADF571}"/>
              </a:ext>
            </a:extLst>
          </p:cNvPr>
          <p:cNvSpPr>
            <a:spLocks noGrp="1"/>
          </p:cNvSpPr>
          <p:nvPr>
            <p:ph type="ftr" idx="11"/>
          </p:nvPr>
        </p:nvSpPr>
        <p:spPr/>
        <p:txBody>
          <a:bodyPr/>
          <a:lstStyle/>
          <a:p>
            <a:r>
              <a:rPr lang="fr-FR" dirty="0"/>
              <a:t>Dr. Ibrahim Niang</a:t>
            </a:r>
          </a:p>
        </p:txBody>
      </p:sp>
      <p:sp>
        <p:nvSpPr>
          <p:cNvPr id="3" name="Rectangle 2">
            <a:extLst>
              <a:ext uri="{FF2B5EF4-FFF2-40B4-BE49-F238E27FC236}">
                <a16:creationId xmlns="" xmlns:a16="http://schemas.microsoft.com/office/drawing/2014/main" id="{90430980-79C1-315F-9A82-8869450DAB5C}"/>
              </a:ext>
            </a:extLst>
          </p:cNvPr>
          <p:cNvSpPr/>
          <p:nvPr/>
        </p:nvSpPr>
        <p:spPr>
          <a:xfrm>
            <a:off x="-63745" y="-107207"/>
            <a:ext cx="5199163" cy="1309654"/>
          </a:xfrm>
          <a:prstGeom prst="rect">
            <a:avLst/>
          </a:prstGeom>
        </p:spPr>
        <p:txBody>
          <a:bodyPr wrap="square">
            <a:spAutoFit/>
          </a:bodyPr>
          <a:lstStyle/>
          <a:p>
            <a:pPr marL="571500" indent="-571500">
              <a:lnSpc>
                <a:spcPct val="150000"/>
              </a:lnSpc>
              <a:buClr>
                <a:srgbClr val="1F3864"/>
              </a:buClr>
              <a:buSzPct val="65000"/>
              <a:buFont typeface="+mj-lt"/>
              <a:buAutoNum type="romanUcPeriod" startAt="2"/>
            </a:pPr>
            <a:r>
              <a:rPr lang="fr-FR" sz="3200" b="1" dirty="0">
                <a:solidFill>
                  <a:srgbClr val="1F3864"/>
                </a:solidFill>
                <a:latin typeface="Aptos" panose="020B0004020202020204" pitchFamily="34" charset="0"/>
                <a:ea typeface="Calibri"/>
                <a:cs typeface="Calibri"/>
                <a:sym typeface="Calibri"/>
              </a:rPr>
              <a:t>Second œuvre </a:t>
            </a:r>
          </a:p>
          <a:p>
            <a:pPr>
              <a:lnSpc>
                <a:spcPct val="150000"/>
              </a:lnSpc>
            </a:pPr>
            <a:endParaRPr lang="fr-FR" sz="2400" dirty="0">
              <a:solidFill>
                <a:srgbClr val="1F3864"/>
              </a:solidFill>
              <a:latin typeface="Proxima Nova"/>
              <a:cs typeface="Calibri"/>
              <a:sym typeface="Calibri"/>
            </a:endParaRPr>
          </a:p>
        </p:txBody>
      </p:sp>
      <p:sp>
        <p:nvSpPr>
          <p:cNvPr id="10" name="ZoneTexte 9">
            <a:extLst>
              <a:ext uri="{FF2B5EF4-FFF2-40B4-BE49-F238E27FC236}">
                <a16:creationId xmlns="" xmlns:a16="http://schemas.microsoft.com/office/drawing/2014/main" id="{22E02BBD-4A4E-AF3A-2349-0100533FF2BB}"/>
              </a:ext>
            </a:extLst>
          </p:cNvPr>
          <p:cNvSpPr txBox="1"/>
          <p:nvPr/>
        </p:nvSpPr>
        <p:spPr>
          <a:xfrm>
            <a:off x="1949503" y="1051491"/>
            <a:ext cx="7461994" cy="523220"/>
          </a:xfrm>
          <a:prstGeom prst="rect">
            <a:avLst/>
          </a:prstGeom>
          <a:noFill/>
        </p:spPr>
        <p:txBody>
          <a:bodyPr wrap="square">
            <a:spAutoFit/>
          </a:bodyPr>
          <a:lstStyle/>
          <a:p>
            <a:pPr algn="ctr"/>
            <a:r>
              <a:rPr lang="fr-FR" sz="2800" dirty="0">
                <a:ln w="0"/>
                <a:solidFill>
                  <a:srgbClr val="1F3864"/>
                </a:solidFill>
                <a:latin typeface="Aptos" panose="020B0004020202020204" pitchFamily="34" charset="0"/>
              </a:rPr>
              <a:t>Ouverture    </a:t>
            </a:r>
          </a:p>
        </p:txBody>
      </p:sp>
      <p:sp>
        <p:nvSpPr>
          <p:cNvPr id="7" name="ZoneTexte 6">
            <a:extLst>
              <a:ext uri="{FF2B5EF4-FFF2-40B4-BE49-F238E27FC236}">
                <a16:creationId xmlns="" xmlns:a16="http://schemas.microsoft.com/office/drawing/2014/main" id="{B2734FF2-C9CE-048C-940B-F155004C50D2}"/>
              </a:ext>
            </a:extLst>
          </p:cNvPr>
          <p:cNvSpPr txBox="1"/>
          <p:nvPr/>
        </p:nvSpPr>
        <p:spPr>
          <a:xfrm>
            <a:off x="653305" y="1574711"/>
            <a:ext cx="10054390" cy="1200329"/>
          </a:xfrm>
          <a:prstGeom prst="rect">
            <a:avLst/>
          </a:prstGeom>
          <a:noFill/>
        </p:spPr>
        <p:txBody>
          <a:bodyPr wrap="square">
            <a:spAutoFit/>
          </a:bodyPr>
          <a:lstStyle/>
          <a:p>
            <a:pPr algn="ctr"/>
            <a:r>
              <a:rPr lang="fr-FR" dirty="0"/>
              <a:t>Une </a:t>
            </a:r>
            <a:r>
              <a:rPr lang="fr-FR" b="1" dirty="0"/>
              <a:t>ouverture</a:t>
            </a:r>
            <a:r>
              <a:rPr lang="fr-FR" dirty="0"/>
              <a:t> dans le domaine de la construction désigne tout espace ou vide ménagé dans une paroi (mur, toiture, cloison, etc.) pour permettre le passage, la lumière ou l’aération. Les ouvertures peuvent être fermées ou non et jouent un rôle essentiel dans la fonctionnalité, le confort et l’esthétique d’un bâtiment.</a:t>
            </a:r>
          </a:p>
        </p:txBody>
      </p:sp>
      <p:sp>
        <p:nvSpPr>
          <p:cNvPr id="9" name="ZoneTexte 8">
            <a:extLst>
              <a:ext uri="{FF2B5EF4-FFF2-40B4-BE49-F238E27FC236}">
                <a16:creationId xmlns="" xmlns:a16="http://schemas.microsoft.com/office/drawing/2014/main" id="{F2C8EB36-84CC-18E0-852C-7A7F928757FF}"/>
              </a:ext>
            </a:extLst>
          </p:cNvPr>
          <p:cNvSpPr txBox="1"/>
          <p:nvPr/>
        </p:nvSpPr>
        <p:spPr>
          <a:xfrm>
            <a:off x="224590" y="2822922"/>
            <a:ext cx="3814010" cy="3693319"/>
          </a:xfrm>
          <a:prstGeom prst="rect">
            <a:avLst/>
          </a:prstGeom>
          <a:noFill/>
        </p:spPr>
        <p:txBody>
          <a:bodyPr wrap="square">
            <a:spAutoFit/>
          </a:bodyPr>
          <a:lstStyle/>
          <a:p>
            <a:pPr marL="285750" indent="-285750">
              <a:buFont typeface="Arial" panose="020B0604020202020204" pitchFamily="34" charset="0"/>
              <a:buChar char="•"/>
            </a:pPr>
            <a:r>
              <a:rPr lang="fr-FR" b="1" dirty="0"/>
              <a:t>Fenêtre fixe </a:t>
            </a:r>
            <a:r>
              <a:rPr lang="fr-FR" dirty="0"/>
              <a:t>: ne s’ouvre pas, utilisée uniquement pour laisser passer la lumière.</a:t>
            </a:r>
          </a:p>
          <a:p>
            <a:pPr marL="285750" indent="-285750">
              <a:buFont typeface="Arial" panose="020B0604020202020204" pitchFamily="34" charset="0"/>
              <a:buChar char="•"/>
            </a:pPr>
            <a:r>
              <a:rPr lang="fr-FR" b="1" dirty="0"/>
              <a:t>Fenêtre battante : </a:t>
            </a:r>
            <a:r>
              <a:rPr lang="fr-FR" dirty="0"/>
              <a:t>s’ouvre grâce à des charnières latérales.</a:t>
            </a:r>
          </a:p>
          <a:p>
            <a:pPr marL="285750" indent="-285750">
              <a:buFont typeface="Arial" panose="020B0604020202020204" pitchFamily="34" charset="0"/>
              <a:buChar char="•"/>
            </a:pPr>
            <a:r>
              <a:rPr lang="fr-FR" b="1" dirty="0"/>
              <a:t>Fenêtre coulissante : </a:t>
            </a:r>
            <a:r>
              <a:rPr lang="fr-FR" dirty="0"/>
              <a:t>composée de panneaux glissants sur un rail.</a:t>
            </a:r>
          </a:p>
          <a:p>
            <a:pPr marL="285750" indent="-285750">
              <a:buFont typeface="Arial" panose="020B0604020202020204" pitchFamily="34" charset="0"/>
              <a:buChar char="•"/>
            </a:pPr>
            <a:r>
              <a:rPr lang="fr-FR" b="1" dirty="0"/>
              <a:t>Fenêtre à soufflet : </a:t>
            </a:r>
            <a:r>
              <a:rPr lang="fr-FR" dirty="0"/>
              <a:t>s’ouvre par le bas, idéale pour une ventilation réduite.</a:t>
            </a:r>
          </a:p>
          <a:p>
            <a:pPr marL="285750" indent="-285750">
              <a:buFont typeface="Arial" panose="020B0604020202020204" pitchFamily="34" charset="0"/>
              <a:buChar char="•"/>
            </a:pPr>
            <a:r>
              <a:rPr lang="fr-FR" b="1" dirty="0"/>
              <a:t>Fenêtre oscillo-battante : </a:t>
            </a:r>
            <a:r>
              <a:rPr lang="fr-FR" dirty="0"/>
              <a:t>combine une ouverture battante et une ouverture à soufflet.</a:t>
            </a:r>
          </a:p>
        </p:txBody>
      </p:sp>
      <p:pic>
        <p:nvPicPr>
          <p:cNvPr id="5122" name="Picture 2" descr="Emprisonnons la chaleur - Section 8 : L'amélioration de l'efficacité  énergétique des fenêtres et des portes extérieurs">
            <a:extLst>
              <a:ext uri="{FF2B5EF4-FFF2-40B4-BE49-F238E27FC236}">
                <a16:creationId xmlns="" xmlns:a16="http://schemas.microsoft.com/office/drawing/2014/main" id="{0DC20DCF-9C67-F902-0892-7C6DEB6DD09B}"/>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410547" y="2822922"/>
            <a:ext cx="3942906" cy="35597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40998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 xmlns:a16="http://schemas.microsoft.com/office/drawing/2014/main" id="{4BB90106-4C50-B9EA-2AED-F2C05E2BFF71}"/>
            </a:ext>
          </a:extLst>
        </p:cNvPr>
        <p:cNvGrpSpPr/>
        <p:nvPr/>
      </p:nvGrpSpPr>
      <p:grpSpPr>
        <a:xfrm>
          <a:off x="0" y="0"/>
          <a:ext cx="0" cy="0"/>
          <a:chOff x="0" y="0"/>
          <a:chExt cx="0" cy="0"/>
        </a:xfrm>
      </p:grpSpPr>
      <p:sp>
        <p:nvSpPr>
          <p:cNvPr id="2" name="Espace réservé du numéro de diapositive 1">
            <a:extLst>
              <a:ext uri="{FF2B5EF4-FFF2-40B4-BE49-F238E27FC236}">
                <a16:creationId xmlns="" xmlns:a16="http://schemas.microsoft.com/office/drawing/2014/main" id="{26EF8552-E664-BD6D-ABB1-F0178947B0B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68</a:t>
            </a:fld>
            <a:endParaRPr lang="fr-FR"/>
          </a:p>
        </p:txBody>
      </p:sp>
      <p:pic>
        <p:nvPicPr>
          <p:cNvPr id="5" name="Image 4">
            <a:extLst>
              <a:ext uri="{FF2B5EF4-FFF2-40B4-BE49-F238E27FC236}">
                <a16:creationId xmlns="" xmlns:a16="http://schemas.microsoft.com/office/drawing/2014/main" id="{B56EBE20-5F54-0D88-E659-EF5D19E3FEE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39492" y="70223"/>
            <a:ext cx="1090163" cy="981979"/>
          </a:xfrm>
          <a:prstGeom prst="rect">
            <a:avLst/>
          </a:prstGeom>
          <a:noFill/>
          <a:ln>
            <a:noFill/>
          </a:ln>
        </p:spPr>
      </p:pic>
      <p:pic>
        <p:nvPicPr>
          <p:cNvPr id="6" name="officeArt object">
            <a:extLst>
              <a:ext uri="{FF2B5EF4-FFF2-40B4-BE49-F238E27FC236}">
                <a16:creationId xmlns="" xmlns:a16="http://schemas.microsoft.com/office/drawing/2014/main" id="{CE54A07E-BB19-EC7C-09E9-DD30F61EE353}"/>
              </a:ext>
            </a:extLst>
          </p:cNvPr>
          <p:cNvPicPr/>
          <p:nvPr/>
        </p:nvPicPr>
        <p:blipFill rotWithShape="1">
          <a:blip r:embed="rId4"/>
          <a:srcRect l="12854" r="8048"/>
          <a:stretch/>
        </p:blipFill>
        <p:spPr>
          <a:xfrm>
            <a:off x="9840279" y="0"/>
            <a:ext cx="1199213" cy="1506125"/>
          </a:xfrm>
          <a:prstGeom prst="rect">
            <a:avLst/>
          </a:prstGeom>
          <a:ln w="12700" cap="flat">
            <a:noFill/>
            <a:miter lim="400000"/>
          </a:ln>
          <a:effectLst/>
        </p:spPr>
      </p:pic>
      <p:sp>
        <p:nvSpPr>
          <p:cNvPr id="8" name="Espace réservé du pied de page 7">
            <a:extLst>
              <a:ext uri="{FF2B5EF4-FFF2-40B4-BE49-F238E27FC236}">
                <a16:creationId xmlns="" xmlns:a16="http://schemas.microsoft.com/office/drawing/2014/main" id="{9F58CDA6-C1D8-4BAA-5C27-E3F2305642DC}"/>
              </a:ext>
            </a:extLst>
          </p:cNvPr>
          <p:cNvSpPr>
            <a:spLocks noGrp="1"/>
          </p:cNvSpPr>
          <p:nvPr>
            <p:ph type="ftr" idx="11"/>
          </p:nvPr>
        </p:nvSpPr>
        <p:spPr/>
        <p:txBody>
          <a:bodyPr/>
          <a:lstStyle/>
          <a:p>
            <a:r>
              <a:rPr lang="fr-FR" dirty="0"/>
              <a:t>Dr. Ibrahim Niang</a:t>
            </a:r>
          </a:p>
        </p:txBody>
      </p:sp>
      <p:sp>
        <p:nvSpPr>
          <p:cNvPr id="3" name="Rectangle 2">
            <a:extLst>
              <a:ext uri="{FF2B5EF4-FFF2-40B4-BE49-F238E27FC236}">
                <a16:creationId xmlns="" xmlns:a16="http://schemas.microsoft.com/office/drawing/2014/main" id="{688253B0-0D84-8CA9-EB0D-B37EFD93F422}"/>
              </a:ext>
            </a:extLst>
          </p:cNvPr>
          <p:cNvSpPr/>
          <p:nvPr/>
        </p:nvSpPr>
        <p:spPr>
          <a:xfrm>
            <a:off x="-63745" y="-107207"/>
            <a:ext cx="5199163" cy="1309654"/>
          </a:xfrm>
          <a:prstGeom prst="rect">
            <a:avLst/>
          </a:prstGeom>
        </p:spPr>
        <p:txBody>
          <a:bodyPr wrap="square">
            <a:spAutoFit/>
          </a:bodyPr>
          <a:lstStyle/>
          <a:p>
            <a:pPr marL="571500" indent="-571500">
              <a:lnSpc>
                <a:spcPct val="150000"/>
              </a:lnSpc>
              <a:buClr>
                <a:srgbClr val="1F3864"/>
              </a:buClr>
              <a:buSzPct val="65000"/>
              <a:buFont typeface="+mj-lt"/>
              <a:buAutoNum type="romanUcPeriod" startAt="2"/>
            </a:pPr>
            <a:r>
              <a:rPr lang="fr-FR" sz="3200" b="1" dirty="0">
                <a:solidFill>
                  <a:srgbClr val="1F3864"/>
                </a:solidFill>
                <a:latin typeface="Aptos" panose="020B0004020202020204" pitchFamily="34" charset="0"/>
                <a:ea typeface="Calibri"/>
                <a:cs typeface="Calibri"/>
                <a:sym typeface="Calibri"/>
              </a:rPr>
              <a:t>Second œuvre </a:t>
            </a:r>
          </a:p>
          <a:p>
            <a:pPr>
              <a:lnSpc>
                <a:spcPct val="150000"/>
              </a:lnSpc>
            </a:pPr>
            <a:endParaRPr lang="fr-FR" sz="2400" dirty="0">
              <a:solidFill>
                <a:srgbClr val="1F3864"/>
              </a:solidFill>
              <a:latin typeface="Proxima Nova"/>
              <a:cs typeface="Calibri"/>
              <a:sym typeface="Calibri"/>
            </a:endParaRPr>
          </a:p>
        </p:txBody>
      </p:sp>
      <p:sp>
        <p:nvSpPr>
          <p:cNvPr id="10" name="ZoneTexte 9">
            <a:extLst>
              <a:ext uri="{FF2B5EF4-FFF2-40B4-BE49-F238E27FC236}">
                <a16:creationId xmlns="" xmlns:a16="http://schemas.microsoft.com/office/drawing/2014/main" id="{4DFA82E2-9FA0-D8E6-7B25-4616A15BB9A3}"/>
              </a:ext>
            </a:extLst>
          </p:cNvPr>
          <p:cNvSpPr txBox="1"/>
          <p:nvPr/>
        </p:nvSpPr>
        <p:spPr>
          <a:xfrm>
            <a:off x="1949503" y="1051491"/>
            <a:ext cx="7461994" cy="523220"/>
          </a:xfrm>
          <a:prstGeom prst="rect">
            <a:avLst/>
          </a:prstGeom>
          <a:noFill/>
        </p:spPr>
        <p:txBody>
          <a:bodyPr wrap="square">
            <a:spAutoFit/>
          </a:bodyPr>
          <a:lstStyle/>
          <a:p>
            <a:pPr algn="ctr"/>
            <a:r>
              <a:rPr lang="fr-FR" sz="2800" dirty="0">
                <a:ln w="0"/>
                <a:solidFill>
                  <a:srgbClr val="1F3864"/>
                </a:solidFill>
                <a:latin typeface="Aptos" panose="020B0004020202020204" pitchFamily="34" charset="0"/>
              </a:rPr>
              <a:t>Ouverture    </a:t>
            </a:r>
          </a:p>
        </p:txBody>
      </p:sp>
      <p:sp>
        <p:nvSpPr>
          <p:cNvPr id="7" name="ZoneTexte 6">
            <a:extLst>
              <a:ext uri="{FF2B5EF4-FFF2-40B4-BE49-F238E27FC236}">
                <a16:creationId xmlns="" xmlns:a16="http://schemas.microsoft.com/office/drawing/2014/main" id="{7191E9AD-0052-2FE6-2B10-8700ADDD232E}"/>
              </a:ext>
            </a:extLst>
          </p:cNvPr>
          <p:cNvSpPr txBox="1"/>
          <p:nvPr/>
        </p:nvSpPr>
        <p:spPr>
          <a:xfrm>
            <a:off x="653305" y="1574711"/>
            <a:ext cx="10054390" cy="1200329"/>
          </a:xfrm>
          <a:prstGeom prst="rect">
            <a:avLst/>
          </a:prstGeom>
          <a:noFill/>
        </p:spPr>
        <p:txBody>
          <a:bodyPr wrap="square">
            <a:spAutoFit/>
          </a:bodyPr>
          <a:lstStyle/>
          <a:p>
            <a:pPr algn="ctr"/>
            <a:r>
              <a:rPr lang="fr-FR" dirty="0"/>
              <a:t>Une </a:t>
            </a:r>
            <a:r>
              <a:rPr lang="fr-FR" b="1" dirty="0"/>
              <a:t>ouverture</a:t>
            </a:r>
            <a:r>
              <a:rPr lang="fr-FR" dirty="0"/>
              <a:t> dans le domaine de la construction désigne tout espace ou vide ménagé dans une paroi (mur, toiture, cloison, etc.) pour permettre le passage, la lumière ou l’aération. Les ouvertures peuvent être fermées ou non et jouent un rôle essentiel dans la fonctionnalité, le confort et l’esthétique d’un bâtiment.</a:t>
            </a:r>
          </a:p>
        </p:txBody>
      </p:sp>
      <p:sp>
        <p:nvSpPr>
          <p:cNvPr id="12" name="ZoneTexte 11">
            <a:extLst>
              <a:ext uri="{FF2B5EF4-FFF2-40B4-BE49-F238E27FC236}">
                <a16:creationId xmlns="" xmlns:a16="http://schemas.microsoft.com/office/drawing/2014/main" id="{74F7E815-7032-BE27-253E-9358F7EE9367}"/>
              </a:ext>
            </a:extLst>
          </p:cNvPr>
          <p:cNvSpPr txBox="1"/>
          <p:nvPr/>
        </p:nvSpPr>
        <p:spPr>
          <a:xfrm>
            <a:off x="371361" y="3619102"/>
            <a:ext cx="3156284" cy="1200329"/>
          </a:xfrm>
          <a:prstGeom prst="rect">
            <a:avLst/>
          </a:prstGeom>
          <a:noFill/>
        </p:spPr>
        <p:txBody>
          <a:bodyPr wrap="square">
            <a:spAutoFit/>
          </a:bodyPr>
          <a:lstStyle/>
          <a:p>
            <a:pPr algn="ctr"/>
            <a:r>
              <a:rPr lang="fr-FR" b="1" dirty="0"/>
              <a:t>Baie vitrée coulissante</a:t>
            </a:r>
            <a:r>
              <a:rPr lang="fr-FR" dirty="0"/>
              <a:t> : grande ouverture en verre permettant un accès extérieur (terrasse, balcon).</a:t>
            </a:r>
          </a:p>
        </p:txBody>
      </p:sp>
      <p:pic>
        <p:nvPicPr>
          <p:cNvPr id="2050" name="Picture 2" descr="Baie vitrée coulissante alu - M3D.s | Millet">
            <a:extLst>
              <a:ext uri="{FF2B5EF4-FFF2-40B4-BE49-F238E27FC236}">
                <a16:creationId xmlns="" xmlns:a16="http://schemas.microsoft.com/office/drawing/2014/main" id="{F68417E3-C40D-3311-D1C2-1C31DA4ED26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72347" y="3144334"/>
            <a:ext cx="3539150" cy="26509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2651075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 xmlns:a16="http://schemas.microsoft.com/office/drawing/2014/main" id="{FCA314A0-67BA-C0C3-53BF-CAB9BA434F1E}"/>
            </a:ext>
          </a:extLst>
        </p:cNvPr>
        <p:cNvGrpSpPr/>
        <p:nvPr/>
      </p:nvGrpSpPr>
      <p:grpSpPr>
        <a:xfrm>
          <a:off x="0" y="0"/>
          <a:ext cx="0" cy="0"/>
          <a:chOff x="0" y="0"/>
          <a:chExt cx="0" cy="0"/>
        </a:xfrm>
      </p:grpSpPr>
      <p:sp>
        <p:nvSpPr>
          <p:cNvPr id="2" name="Espace réservé du numéro de diapositive 1">
            <a:extLst>
              <a:ext uri="{FF2B5EF4-FFF2-40B4-BE49-F238E27FC236}">
                <a16:creationId xmlns="" xmlns:a16="http://schemas.microsoft.com/office/drawing/2014/main" id="{70EF3D0C-199D-DF58-4D02-64EB7348199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69</a:t>
            </a:fld>
            <a:endParaRPr lang="fr-FR"/>
          </a:p>
        </p:txBody>
      </p:sp>
      <p:pic>
        <p:nvPicPr>
          <p:cNvPr id="5" name="Image 4">
            <a:extLst>
              <a:ext uri="{FF2B5EF4-FFF2-40B4-BE49-F238E27FC236}">
                <a16:creationId xmlns="" xmlns:a16="http://schemas.microsoft.com/office/drawing/2014/main" id="{CDA8AEB0-54EB-FCA2-4249-23B4615BEB0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39492" y="70223"/>
            <a:ext cx="1090163" cy="981979"/>
          </a:xfrm>
          <a:prstGeom prst="rect">
            <a:avLst/>
          </a:prstGeom>
          <a:noFill/>
          <a:ln>
            <a:noFill/>
          </a:ln>
        </p:spPr>
      </p:pic>
      <p:pic>
        <p:nvPicPr>
          <p:cNvPr id="6" name="officeArt object">
            <a:extLst>
              <a:ext uri="{FF2B5EF4-FFF2-40B4-BE49-F238E27FC236}">
                <a16:creationId xmlns="" xmlns:a16="http://schemas.microsoft.com/office/drawing/2014/main" id="{7EF00AED-8935-FABF-F0C9-F5789E0C3E3E}"/>
              </a:ext>
            </a:extLst>
          </p:cNvPr>
          <p:cNvPicPr/>
          <p:nvPr/>
        </p:nvPicPr>
        <p:blipFill rotWithShape="1">
          <a:blip r:embed="rId4"/>
          <a:srcRect l="12854" r="8048"/>
          <a:stretch/>
        </p:blipFill>
        <p:spPr>
          <a:xfrm>
            <a:off x="9840279" y="0"/>
            <a:ext cx="1199213" cy="1506125"/>
          </a:xfrm>
          <a:prstGeom prst="rect">
            <a:avLst/>
          </a:prstGeom>
          <a:ln w="12700" cap="flat">
            <a:noFill/>
            <a:miter lim="400000"/>
          </a:ln>
          <a:effectLst/>
        </p:spPr>
      </p:pic>
      <p:sp>
        <p:nvSpPr>
          <p:cNvPr id="8" name="Espace réservé du pied de page 7">
            <a:extLst>
              <a:ext uri="{FF2B5EF4-FFF2-40B4-BE49-F238E27FC236}">
                <a16:creationId xmlns="" xmlns:a16="http://schemas.microsoft.com/office/drawing/2014/main" id="{0F2747BD-6710-A8D6-198B-9FCDDACB8821}"/>
              </a:ext>
            </a:extLst>
          </p:cNvPr>
          <p:cNvSpPr>
            <a:spLocks noGrp="1"/>
          </p:cNvSpPr>
          <p:nvPr>
            <p:ph type="ftr" idx="11"/>
          </p:nvPr>
        </p:nvSpPr>
        <p:spPr/>
        <p:txBody>
          <a:bodyPr/>
          <a:lstStyle/>
          <a:p>
            <a:r>
              <a:rPr lang="fr-FR" dirty="0"/>
              <a:t>Dr. Ibrahim Niang</a:t>
            </a:r>
          </a:p>
        </p:txBody>
      </p:sp>
      <p:sp>
        <p:nvSpPr>
          <p:cNvPr id="3" name="Rectangle 2">
            <a:extLst>
              <a:ext uri="{FF2B5EF4-FFF2-40B4-BE49-F238E27FC236}">
                <a16:creationId xmlns="" xmlns:a16="http://schemas.microsoft.com/office/drawing/2014/main" id="{E769C85C-0913-CE07-B69D-FA3349192124}"/>
              </a:ext>
            </a:extLst>
          </p:cNvPr>
          <p:cNvSpPr/>
          <p:nvPr/>
        </p:nvSpPr>
        <p:spPr>
          <a:xfrm>
            <a:off x="-63745" y="-107207"/>
            <a:ext cx="5199163" cy="1309654"/>
          </a:xfrm>
          <a:prstGeom prst="rect">
            <a:avLst/>
          </a:prstGeom>
        </p:spPr>
        <p:txBody>
          <a:bodyPr wrap="square">
            <a:spAutoFit/>
          </a:bodyPr>
          <a:lstStyle/>
          <a:p>
            <a:pPr marL="571500" indent="-571500">
              <a:lnSpc>
                <a:spcPct val="150000"/>
              </a:lnSpc>
              <a:buClr>
                <a:srgbClr val="1F3864"/>
              </a:buClr>
              <a:buSzPct val="65000"/>
              <a:buFont typeface="+mj-lt"/>
              <a:buAutoNum type="romanUcPeriod" startAt="2"/>
            </a:pPr>
            <a:r>
              <a:rPr lang="fr-FR" sz="3200" b="1" dirty="0">
                <a:solidFill>
                  <a:srgbClr val="1F3864"/>
                </a:solidFill>
                <a:latin typeface="Aptos" panose="020B0004020202020204" pitchFamily="34" charset="0"/>
                <a:ea typeface="Calibri"/>
                <a:cs typeface="Calibri"/>
                <a:sym typeface="Calibri"/>
              </a:rPr>
              <a:t>Second œuvre </a:t>
            </a:r>
          </a:p>
          <a:p>
            <a:pPr>
              <a:lnSpc>
                <a:spcPct val="150000"/>
              </a:lnSpc>
            </a:pPr>
            <a:endParaRPr lang="fr-FR" sz="2400" dirty="0">
              <a:solidFill>
                <a:srgbClr val="1F3864"/>
              </a:solidFill>
              <a:latin typeface="Proxima Nova"/>
              <a:cs typeface="Calibri"/>
              <a:sym typeface="Calibri"/>
            </a:endParaRPr>
          </a:p>
        </p:txBody>
      </p:sp>
      <p:sp>
        <p:nvSpPr>
          <p:cNvPr id="10" name="ZoneTexte 9">
            <a:extLst>
              <a:ext uri="{FF2B5EF4-FFF2-40B4-BE49-F238E27FC236}">
                <a16:creationId xmlns="" xmlns:a16="http://schemas.microsoft.com/office/drawing/2014/main" id="{D5B33BB3-5F87-4734-1D64-1E33BA4EC0EA}"/>
              </a:ext>
            </a:extLst>
          </p:cNvPr>
          <p:cNvSpPr txBox="1"/>
          <p:nvPr/>
        </p:nvSpPr>
        <p:spPr>
          <a:xfrm>
            <a:off x="1949503" y="1051491"/>
            <a:ext cx="7461994" cy="523220"/>
          </a:xfrm>
          <a:prstGeom prst="rect">
            <a:avLst/>
          </a:prstGeom>
          <a:noFill/>
        </p:spPr>
        <p:txBody>
          <a:bodyPr wrap="square">
            <a:spAutoFit/>
          </a:bodyPr>
          <a:lstStyle/>
          <a:p>
            <a:pPr algn="ctr"/>
            <a:r>
              <a:rPr lang="fr-FR" sz="2800" dirty="0">
                <a:ln w="0"/>
                <a:solidFill>
                  <a:srgbClr val="1F3864"/>
                </a:solidFill>
                <a:latin typeface="Aptos" panose="020B0004020202020204" pitchFamily="34" charset="0"/>
              </a:rPr>
              <a:t>Ouverture    </a:t>
            </a:r>
          </a:p>
        </p:txBody>
      </p:sp>
      <p:sp>
        <p:nvSpPr>
          <p:cNvPr id="7" name="ZoneTexte 6">
            <a:extLst>
              <a:ext uri="{FF2B5EF4-FFF2-40B4-BE49-F238E27FC236}">
                <a16:creationId xmlns="" xmlns:a16="http://schemas.microsoft.com/office/drawing/2014/main" id="{9C919749-3F1B-03A6-3386-33263F2B6BF5}"/>
              </a:ext>
            </a:extLst>
          </p:cNvPr>
          <p:cNvSpPr txBox="1"/>
          <p:nvPr/>
        </p:nvSpPr>
        <p:spPr>
          <a:xfrm>
            <a:off x="64593" y="1437815"/>
            <a:ext cx="12255744" cy="923330"/>
          </a:xfrm>
          <a:prstGeom prst="rect">
            <a:avLst/>
          </a:prstGeom>
          <a:noFill/>
        </p:spPr>
        <p:txBody>
          <a:bodyPr wrap="square">
            <a:spAutoFit/>
          </a:bodyPr>
          <a:lstStyle/>
          <a:p>
            <a:pPr algn="ctr"/>
            <a:r>
              <a:rPr lang="fr-FR" dirty="0"/>
              <a:t>Une </a:t>
            </a:r>
            <a:r>
              <a:rPr lang="fr-FR" b="1" dirty="0"/>
              <a:t>ouverture</a:t>
            </a:r>
            <a:r>
              <a:rPr lang="fr-FR" dirty="0"/>
              <a:t> dans le domaine de la construction désigne tout espace ou vide ménagé dans une paroi (mur, toiture, cloison, etc.) pour permettre le passage, la lumière ou l’aération. Les ouvertures peuvent être fermées ou non et jouent un rôle essentiel dans la fonctionnalité, le confort et l’esthétique d’un bâtiment.</a:t>
            </a:r>
          </a:p>
        </p:txBody>
      </p:sp>
      <p:sp>
        <p:nvSpPr>
          <p:cNvPr id="17" name="ZoneTexte 16">
            <a:extLst>
              <a:ext uri="{FF2B5EF4-FFF2-40B4-BE49-F238E27FC236}">
                <a16:creationId xmlns="" xmlns:a16="http://schemas.microsoft.com/office/drawing/2014/main" id="{990BA31A-F967-9D1A-0725-271C1450B1B1}"/>
              </a:ext>
            </a:extLst>
          </p:cNvPr>
          <p:cNvSpPr txBox="1"/>
          <p:nvPr/>
        </p:nvSpPr>
        <p:spPr>
          <a:xfrm>
            <a:off x="0" y="2538330"/>
            <a:ext cx="4973053" cy="1323439"/>
          </a:xfrm>
          <a:prstGeom prst="rect">
            <a:avLst/>
          </a:prstGeom>
          <a:noFill/>
        </p:spPr>
        <p:txBody>
          <a:bodyPr wrap="square">
            <a:spAutoFit/>
          </a:bodyPr>
          <a:lstStyle/>
          <a:p>
            <a:pPr marL="285750" indent="-285750">
              <a:buFont typeface="Arial" panose="020B0604020202020204" pitchFamily="34" charset="0"/>
              <a:buChar char="•"/>
            </a:pPr>
            <a:r>
              <a:rPr lang="fr-FR" sz="1600" b="1" dirty="0"/>
              <a:t>Préparation de l'ouverture</a:t>
            </a:r>
          </a:p>
          <a:p>
            <a:pPr marL="742950" lvl="1" indent="-285750">
              <a:buFont typeface="Arial" panose="020B0604020202020204" pitchFamily="34" charset="0"/>
              <a:buChar char="•"/>
            </a:pPr>
            <a:r>
              <a:rPr lang="fr-FR" sz="1600" dirty="0"/>
              <a:t>Étudier les plans pour définir l'emplacement et les dimensions.</a:t>
            </a:r>
          </a:p>
          <a:p>
            <a:pPr marL="742950" lvl="1" indent="-285750">
              <a:buFont typeface="Arial" panose="020B0604020202020204" pitchFamily="34" charset="0"/>
              <a:buChar char="•"/>
            </a:pPr>
            <a:r>
              <a:rPr lang="fr-FR" sz="1600" dirty="0"/>
              <a:t>Percer ou ménager l'ouverture dans le mur en respectant les contraintes structurelles.</a:t>
            </a:r>
          </a:p>
        </p:txBody>
      </p:sp>
      <p:sp>
        <p:nvSpPr>
          <p:cNvPr id="21" name="ZoneTexte 20">
            <a:extLst>
              <a:ext uri="{FF2B5EF4-FFF2-40B4-BE49-F238E27FC236}">
                <a16:creationId xmlns="" xmlns:a16="http://schemas.microsoft.com/office/drawing/2014/main" id="{729F8045-1D71-2A48-9940-9E994022E68E}"/>
              </a:ext>
            </a:extLst>
          </p:cNvPr>
          <p:cNvSpPr txBox="1"/>
          <p:nvPr/>
        </p:nvSpPr>
        <p:spPr>
          <a:xfrm>
            <a:off x="64593" y="4081480"/>
            <a:ext cx="5165472" cy="892552"/>
          </a:xfrm>
          <a:prstGeom prst="rect">
            <a:avLst/>
          </a:prstGeom>
          <a:noFill/>
        </p:spPr>
        <p:txBody>
          <a:bodyPr wrap="square">
            <a:spAutoFit/>
          </a:bodyPr>
          <a:lstStyle/>
          <a:p>
            <a:pPr marL="285750" indent="-285750">
              <a:buFont typeface="Arial" panose="020B0604020202020204" pitchFamily="34" charset="0"/>
              <a:buChar char="•"/>
            </a:pPr>
            <a:r>
              <a:rPr lang="fr-FR" sz="1600" b="1" dirty="0"/>
              <a:t>Installation du linteau</a:t>
            </a:r>
          </a:p>
          <a:p>
            <a:pPr marL="742950" lvl="1" indent="-285750">
              <a:buFont typeface="Arial" panose="020B0604020202020204" pitchFamily="34" charset="0"/>
              <a:buChar char="•"/>
            </a:pPr>
            <a:r>
              <a:rPr lang="fr-FR" sz="1600" dirty="0"/>
              <a:t>Poser un linteau au-dessus de l’ouverture pour soutenir les charges des murs supérieurs</a:t>
            </a:r>
            <a:r>
              <a:rPr lang="fr-FR" dirty="0"/>
              <a:t>.</a:t>
            </a:r>
          </a:p>
        </p:txBody>
      </p:sp>
      <p:sp>
        <p:nvSpPr>
          <p:cNvPr id="23" name="ZoneTexte 22">
            <a:extLst>
              <a:ext uri="{FF2B5EF4-FFF2-40B4-BE49-F238E27FC236}">
                <a16:creationId xmlns="" xmlns:a16="http://schemas.microsoft.com/office/drawing/2014/main" id="{F3D8E9BD-95B5-9C15-07EC-A919CD18D674}"/>
              </a:ext>
            </a:extLst>
          </p:cNvPr>
          <p:cNvSpPr txBox="1"/>
          <p:nvPr/>
        </p:nvSpPr>
        <p:spPr>
          <a:xfrm>
            <a:off x="64593" y="5215473"/>
            <a:ext cx="6232358" cy="1323439"/>
          </a:xfrm>
          <a:prstGeom prst="rect">
            <a:avLst/>
          </a:prstGeom>
          <a:noFill/>
        </p:spPr>
        <p:txBody>
          <a:bodyPr wrap="square">
            <a:spAutoFit/>
          </a:bodyPr>
          <a:lstStyle/>
          <a:p>
            <a:pPr marL="285750" indent="-285750">
              <a:buFont typeface="Arial" panose="020B0604020202020204" pitchFamily="34" charset="0"/>
              <a:buChar char="•"/>
            </a:pPr>
            <a:r>
              <a:rPr lang="fr-FR" sz="1600" b="1" dirty="0"/>
              <a:t>Finition de l'ouverture</a:t>
            </a:r>
          </a:p>
          <a:p>
            <a:pPr marL="742950" lvl="1" indent="-285750">
              <a:buFont typeface="Arial" panose="020B0604020202020204" pitchFamily="34" charset="0"/>
              <a:buChar char="•"/>
            </a:pPr>
            <a:r>
              <a:rPr lang="fr-FR" sz="1600" dirty="0"/>
              <a:t>Lisser et enduire les côtés de l’ouverture pour un support propre.</a:t>
            </a:r>
          </a:p>
          <a:p>
            <a:pPr marL="742950" lvl="1" indent="-285750">
              <a:buFont typeface="Arial" panose="020B0604020202020204" pitchFamily="34" charset="0"/>
              <a:buChar char="•"/>
            </a:pPr>
            <a:r>
              <a:rPr lang="fr-FR" sz="1600" dirty="0"/>
              <a:t>Préparer un seuil, si nécessaire, pour la stabilité et l’esthétique.</a:t>
            </a:r>
          </a:p>
        </p:txBody>
      </p:sp>
      <p:sp>
        <p:nvSpPr>
          <p:cNvPr id="25" name="ZoneTexte 24">
            <a:extLst>
              <a:ext uri="{FF2B5EF4-FFF2-40B4-BE49-F238E27FC236}">
                <a16:creationId xmlns="" xmlns:a16="http://schemas.microsoft.com/office/drawing/2014/main" id="{4DFFA61E-5704-6066-21BB-F1F53BCFBA89}"/>
              </a:ext>
            </a:extLst>
          </p:cNvPr>
          <p:cNvSpPr txBox="1"/>
          <p:nvPr/>
        </p:nvSpPr>
        <p:spPr>
          <a:xfrm>
            <a:off x="5959642" y="2525846"/>
            <a:ext cx="6232358" cy="1107996"/>
          </a:xfrm>
          <a:prstGeom prst="rect">
            <a:avLst/>
          </a:prstGeom>
          <a:noFill/>
        </p:spPr>
        <p:txBody>
          <a:bodyPr wrap="square">
            <a:spAutoFit/>
          </a:bodyPr>
          <a:lstStyle/>
          <a:p>
            <a:pPr marL="285750" indent="-285750">
              <a:buFont typeface="Arial" panose="020B0604020202020204" pitchFamily="34" charset="0"/>
              <a:buChar char="•"/>
            </a:pPr>
            <a:r>
              <a:rPr lang="fr-FR" sz="1600" b="1" dirty="0"/>
              <a:t>Pose du cadre</a:t>
            </a:r>
          </a:p>
          <a:p>
            <a:pPr marL="742950" lvl="1" indent="-285750">
              <a:buFont typeface="Arial" panose="020B0604020202020204" pitchFamily="34" charset="0"/>
              <a:buChar char="•"/>
            </a:pPr>
            <a:r>
              <a:rPr lang="fr-FR" sz="1600" dirty="0"/>
              <a:t>Fixer le cadre de la porte dans l’ouverture en utilisant des pattes de scellement ou des chevilles.</a:t>
            </a:r>
          </a:p>
          <a:p>
            <a:pPr marL="742950" lvl="1" indent="-285750">
              <a:buFont typeface="Arial" panose="020B0604020202020204" pitchFamily="34" charset="0"/>
              <a:buChar char="•"/>
            </a:pPr>
            <a:r>
              <a:rPr lang="fr-FR" sz="1600" dirty="0"/>
              <a:t>Vérifier l'alignement avec un niveau à bulle</a:t>
            </a:r>
          </a:p>
        </p:txBody>
      </p:sp>
      <p:sp>
        <p:nvSpPr>
          <p:cNvPr id="27" name="ZoneTexte 26">
            <a:extLst>
              <a:ext uri="{FF2B5EF4-FFF2-40B4-BE49-F238E27FC236}">
                <a16:creationId xmlns="" xmlns:a16="http://schemas.microsoft.com/office/drawing/2014/main" id="{8FDBE0CB-379A-6789-FB6B-73398B0A4DB4}"/>
              </a:ext>
            </a:extLst>
          </p:cNvPr>
          <p:cNvSpPr txBox="1"/>
          <p:nvPr/>
        </p:nvSpPr>
        <p:spPr>
          <a:xfrm>
            <a:off x="5959642" y="3965603"/>
            <a:ext cx="6232358" cy="1323439"/>
          </a:xfrm>
          <a:prstGeom prst="rect">
            <a:avLst/>
          </a:prstGeom>
          <a:noFill/>
        </p:spPr>
        <p:txBody>
          <a:bodyPr wrap="square">
            <a:spAutoFit/>
          </a:bodyPr>
          <a:lstStyle/>
          <a:p>
            <a:pPr marL="285750" indent="-285750">
              <a:buFont typeface="Arial" panose="020B0604020202020204" pitchFamily="34" charset="0"/>
              <a:buChar char="•"/>
            </a:pPr>
            <a:r>
              <a:rPr lang="fr-FR" sz="1600" b="1" dirty="0"/>
              <a:t>Installation du vantail et finitions</a:t>
            </a:r>
          </a:p>
          <a:p>
            <a:pPr marL="742950" lvl="1" indent="-285750">
              <a:buFont typeface="Arial" panose="020B0604020202020204" pitchFamily="34" charset="0"/>
              <a:buChar char="•"/>
            </a:pPr>
            <a:r>
              <a:rPr lang="fr-FR" sz="1600" dirty="0"/>
              <a:t>Installer le vantail (battant ou coulissant) et ajuster les charnières ou le rail.</a:t>
            </a:r>
          </a:p>
          <a:p>
            <a:pPr marL="742950" lvl="1" indent="-285750">
              <a:buFont typeface="Arial" panose="020B0604020202020204" pitchFamily="34" charset="0"/>
              <a:buChar char="•"/>
            </a:pPr>
            <a:r>
              <a:rPr lang="fr-FR" sz="1600" dirty="0"/>
              <a:t>Assurer l'étanchéité, peindre ou enduire, et vérifier le bon fonctionnement.</a:t>
            </a:r>
          </a:p>
        </p:txBody>
      </p:sp>
    </p:spTree>
    <p:extLst>
      <p:ext uri="{BB962C8B-B14F-4D97-AF65-F5344CB8AC3E}">
        <p14:creationId xmlns:p14="http://schemas.microsoft.com/office/powerpoint/2010/main" val="179368765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 xmlns:a16="http://schemas.microsoft.com/office/drawing/2014/main" id="{2B20C8CD-9D21-CEFA-AD1A-82E25F65C5A2}"/>
            </a:ext>
          </a:extLst>
        </p:cNvPr>
        <p:cNvGrpSpPr/>
        <p:nvPr/>
      </p:nvGrpSpPr>
      <p:grpSpPr>
        <a:xfrm>
          <a:off x="0" y="0"/>
          <a:ext cx="0" cy="0"/>
          <a:chOff x="0" y="0"/>
          <a:chExt cx="0" cy="0"/>
        </a:xfrm>
      </p:grpSpPr>
      <p:sp>
        <p:nvSpPr>
          <p:cNvPr id="2" name="Espace réservé du numéro de diapositive 1">
            <a:extLst>
              <a:ext uri="{FF2B5EF4-FFF2-40B4-BE49-F238E27FC236}">
                <a16:creationId xmlns="" xmlns:a16="http://schemas.microsoft.com/office/drawing/2014/main" id="{02A61293-2D7C-7F51-DDA8-BB6F531F2D5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70</a:t>
            </a:fld>
            <a:endParaRPr lang="fr-FR"/>
          </a:p>
        </p:txBody>
      </p:sp>
      <p:pic>
        <p:nvPicPr>
          <p:cNvPr id="5" name="Image 4">
            <a:extLst>
              <a:ext uri="{FF2B5EF4-FFF2-40B4-BE49-F238E27FC236}">
                <a16:creationId xmlns="" xmlns:a16="http://schemas.microsoft.com/office/drawing/2014/main" id="{534CB1AF-6EE0-22E6-AC9F-EC79BA199E0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39492" y="70223"/>
            <a:ext cx="1090163" cy="981979"/>
          </a:xfrm>
          <a:prstGeom prst="rect">
            <a:avLst/>
          </a:prstGeom>
          <a:noFill/>
          <a:ln>
            <a:noFill/>
          </a:ln>
        </p:spPr>
      </p:pic>
      <p:pic>
        <p:nvPicPr>
          <p:cNvPr id="6" name="officeArt object">
            <a:extLst>
              <a:ext uri="{FF2B5EF4-FFF2-40B4-BE49-F238E27FC236}">
                <a16:creationId xmlns="" xmlns:a16="http://schemas.microsoft.com/office/drawing/2014/main" id="{F20F2934-DF45-AB4F-5182-EB68A16207F5}"/>
              </a:ext>
            </a:extLst>
          </p:cNvPr>
          <p:cNvPicPr/>
          <p:nvPr/>
        </p:nvPicPr>
        <p:blipFill rotWithShape="1">
          <a:blip r:embed="rId4"/>
          <a:srcRect l="12854" r="8048"/>
          <a:stretch/>
        </p:blipFill>
        <p:spPr>
          <a:xfrm>
            <a:off x="9840279" y="0"/>
            <a:ext cx="1199213" cy="1506125"/>
          </a:xfrm>
          <a:prstGeom prst="rect">
            <a:avLst/>
          </a:prstGeom>
          <a:ln w="12700" cap="flat">
            <a:noFill/>
            <a:miter lim="400000"/>
          </a:ln>
          <a:effectLst/>
        </p:spPr>
      </p:pic>
      <p:sp>
        <p:nvSpPr>
          <p:cNvPr id="8" name="Espace réservé du pied de page 7">
            <a:extLst>
              <a:ext uri="{FF2B5EF4-FFF2-40B4-BE49-F238E27FC236}">
                <a16:creationId xmlns="" xmlns:a16="http://schemas.microsoft.com/office/drawing/2014/main" id="{C443AD08-8103-E236-AA20-24C40D2960B0}"/>
              </a:ext>
            </a:extLst>
          </p:cNvPr>
          <p:cNvSpPr>
            <a:spLocks noGrp="1"/>
          </p:cNvSpPr>
          <p:nvPr>
            <p:ph type="ftr" idx="11"/>
          </p:nvPr>
        </p:nvSpPr>
        <p:spPr/>
        <p:txBody>
          <a:bodyPr/>
          <a:lstStyle/>
          <a:p>
            <a:r>
              <a:rPr lang="fr-FR" dirty="0"/>
              <a:t>Dr. Ibrahim Niang</a:t>
            </a:r>
          </a:p>
        </p:txBody>
      </p:sp>
      <p:sp>
        <p:nvSpPr>
          <p:cNvPr id="3" name="Rectangle 2">
            <a:extLst>
              <a:ext uri="{FF2B5EF4-FFF2-40B4-BE49-F238E27FC236}">
                <a16:creationId xmlns="" xmlns:a16="http://schemas.microsoft.com/office/drawing/2014/main" id="{ACDA704A-FE40-E78F-B416-08F641C8BDAE}"/>
              </a:ext>
            </a:extLst>
          </p:cNvPr>
          <p:cNvSpPr/>
          <p:nvPr/>
        </p:nvSpPr>
        <p:spPr>
          <a:xfrm>
            <a:off x="-63745" y="-107207"/>
            <a:ext cx="5199163" cy="1309654"/>
          </a:xfrm>
          <a:prstGeom prst="rect">
            <a:avLst/>
          </a:prstGeom>
        </p:spPr>
        <p:txBody>
          <a:bodyPr wrap="square">
            <a:spAutoFit/>
          </a:bodyPr>
          <a:lstStyle/>
          <a:p>
            <a:pPr marL="571500" indent="-571500">
              <a:lnSpc>
                <a:spcPct val="150000"/>
              </a:lnSpc>
              <a:buClr>
                <a:srgbClr val="1F3864"/>
              </a:buClr>
              <a:buSzPct val="65000"/>
              <a:buFont typeface="+mj-lt"/>
              <a:buAutoNum type="romanUcPeriod" startAt="2"/>
            </a:pPr>
            <a:r>
              <a:rPr lang="fr-FR" sz="3200" b="1" dirty="0">
                <a:solidFill>
                  <a:srgbClr val="1F3864"/>
                </a:solidFill>
                <a:latin typeface="Aptos" panose="020B0004020202020204" pitchFamily="34" charset="0"/>
                <a:ea typeface="Calibri"/>
                <a:cs typeface="Calibri"/>
                <a:sym typeface="Calibri"/>
              </a:rPr>
              <a:t>Second œuvre </a:t>
            </a:r>
          </a:p>
          <a:p>
            <a:pPr>
              <a:lnSpc>
                <a:spcPct val="150000"/>
              </a:lnSpc>
            </a:pPr>
            <a:endParaRPr lang="fr-FR" sz="2400" dirty="0">
              <a:solidFill>
                <a:srgbClr val="1F3864"/>
              </a:solidFill>
              <a:latin typeface="Proxima Nova"/>
              <a:cs typeface="Calibri"/>
              <a:sym typeface="Calibri"/>
            </a:endParaRPr>
          </a:p>
        </p:txBody>
      </p:sp>
      <p:sp>
        <p:nvSpPr>
          <p:cNvPr id="10" name="ZoneTexte 9">
            <a:extLst>
              <a:ext uri="{FF2B5EF4-FFF2-40B4-BE49-F238E27FC236}">
                <a16:creationId xmlns="" xmlns:a16="http://schemas.microsoft.com/office/drawing/2014/main" id="{CC98A6DD-FA66-1CDF-5E4F-3E7AD740B612}"/>
              </a:ext>
            </a:extLst>
          </p:cNvPr>
          <p:cNvSpPr txBox="1"/>
          <p:nvPr/>
        </p:nvSpPr>
        <p:spPr>
          <a:xfrm>
            <a:off x="1949503" y="1051491"/>
            <a:ext cx="7461994" cy="523220"/>
          </a:xfrm>
          <a:prstGeom prst="rect">
            <a:avLst/>
          </a:prstGeom>
          <a:noFill/>
        </p:spPr>
        <p:txBody>
          <a:bodyPr wrap="square">
            <a:spAutoFit/>
          </a:bodyPr>
          <a:lstStyle/>
          <a:p>
            <a:pPr algn="ctr"/>
            <a:r>
              <a:rPr lang="fr-FR" sz="2800" dirty="0">
                <a:ln w="0"/>
                <a:solidFill>
                  <a:srgbClr val="1F3864"/>
                </a:solidFill>
                <a:latin typeface="Aptos" panose="020B0004020202020204" pitchFamily="34" charset="0"/>
              </a:rPr>
              <a:t>Ouverture    </a:t>
            </a:r>
          </a:p>
        </p:txBody>
      </p:sp>
      <p:sp>
        <p:nvSpPr>
          <p:cNvPr id="7" name="ZoneTexte 6">
            <a:extLst>
              <a:ext uri="{FF2B5EF4-FFF2-40B4-BE49-F238E27FC236}">
                <a16:creationId xmlns="" xmlns:a16="http://schemas.microsoft.com/office/drawing/2014/main" id="{AB34068A-5BFC-F16D-3914-3BB1A2B7B363}"/>
              </a:ext>
            </a:extLst>
          </p:cNvPr>
          <p:cNvSpPr txBox="1"/>
          <p:nvPr/>
        </p:nvSpPr>
        <p:spPr>
          <a:xfrm>
            <a:off x="64593" y="1437815"/>
            <a:ext cx="12255744" cy="923330"/>
          </a:xfrm>
          <a:prstGeom prst="rect">
            <a:avLst/>
          </a:prstGeom>
          <a:noFill/>
        </p:spPr>
        <p:txBody>
          <a:bodyPr wrap="square">
            <a:spAutoFit/>
          </a:bodyPr>
          <a:lstStyle/>
          <a:p>
            <a:pPr algn="ctr"/>
            <a:r>
              <a:rPr lang="fr-FR" dirty="0"/>
              <a:t>Une </a:t>
            </a:r>
            <a:r>
              <a:rPr lang="fr-FR" b="1" dirty="0"/>
              <a:t>ouverture</a:t>
            </a:r>
            <a:r>
              <a:rPr lang="fr-FR" dirty="0"/>
              <a:t> dans le domaine de la construction désigne tout espace ou vide ménagé dans une paroi (mur, toiture, cloison, etc.) pour permettre le passage, la lumière ou l’aération. Les ouvertures peuvent être fermées ou non et jouent un rôle essentiel dans la fonctionnalité, le confort et l’esthétique d’un bâtiment.</a:t>
            </a:r>
          </a:p>
        </p:txBody>
      </p:sp>
      <p:sp>
        <p:nvSpPr>
          <p:cNvPr id="21" name="ZoneTexte 20">
            <a:extLst>
              <a:ext uri="{FF2B5EF4-FFF2-40B4-BE49-F238E27FC236}">
                <a16:creationId xmlns="" xmlns:a16="http://schemas.microsoft.com/office/drawing/2014/main" id="{7FCD452D-0910-3539-3CFD-AF70698C3226}"/>
              </a:ext>
            </a:extLst>
          </p:cNvPr>
          <p:cNvSpPr txBox="1"/>
          <p:nvPr/>
        </p:nvSpPr>
        <p:spPr>
          <a:xfrm>
            <a:off x="1510965" y="2466792"/>
            <a:ext cx="2476500" cy="615553"/>
          </a:xfrm>
          <a:prstGeom prst="rect">
            <a:avLst/>
          </a:prstGeom>
          <a:noFill/>
        </p:spPr>
        <p:txBody>
          <a:bodyPr wrap="square">
            <a:spAutoFit/>
          </a:bodyPr>
          <a:lstStyle/>
          <a:p>
            <a:r>
              <a:rPr lang="fr-FR" sz="1600" b="1" dirty="0"/>
              <a:t>Installation du linteau</a:t>
            </a:r>
          </a:p>
          <a:p>
            <a:pPr lvl="1"/>
            <a:endParaRPr lang="fr-FR" dirty="0"/>
          </a:p>
        </p:txBody>
      </p:sp>
      <p:sp>
        <p:nvSpPr>
          <p:cNvPr id="25" name="ZoneTexte 24">
            <a:extLst>
              <a:ext uri="{FF2B5EF4-FFF2-40B4-BE49-F238E27FC236}">
                <a16:creationId xmlns="" xmlns:a16="http://schemas.microsoft.com/office/drawing/2014/main" id="{A2346428-7B99-A29E-558A-C3C715CB9F3A}"/>
              </a:ext>
            </a:extLst>
          </p:cNvPr>
          <p:cNvSpPr txBox="1"/>
          <p:nvPr/>
        </p:nvSpPr>
        <p:spPr>
          <a:xfrm>
            <a:off x="5959642" y="2525846"/>
            <a:ext cx="6232358" cy="1107996"/>
          </a:xfrm>
          <a:prstGeom prst="rect">
            <a:avLst/>
          </a:prstGeom>
          <a:noFill/>
        </p:spPr>
        <p:txBody>
          <a:bodyPr wrap="square">
            <a:spAutoFit/>
          </a:bodyPr>
          <a:lstStyle/>
          <a:p>
            <a:pPr marL="285750" indent="-285750">
              <a:buFont typeface="Arial" panose="020B0604020202020204" pitchFamily="34" charset="0"/>
              <a:buChar char="•"/>
            </a:pPr>
            <a:r>
              <a:rPr lang="fr-FR" sz="1600" b="1" dirty="0"/>
              <a:t>Pose du cadre</a:t>
            </a:r>
          </a:p>
          <a:p>
            <a:pPr marL="742950" lvl="1" indent="-285750">
              <a:buFont typeface="Arial" panose="020B0604020202020204" pitchFamily="34" charset="0"/>
              <a:buChar char="•"/>
            </a:pPr>
            <a:r>
              <a:rPr lang="fr-FR" sz="1600" dirty="0"/>
              <a:t>Fixer le cadre de la porte dans l’ouverture en utilisant des pattes de scellement ou des chevilles.</a:t>
            </a:r>
          </a:p>
          <a:p>
            <a:pPr marL="742950" lvl="1" indent="-285750">
              <a:buFont typeface="Arial" panose="020B0604020202020204" pitchFamily="34" charset="0"/>
              <a:buChar char="•"/>
            </a:pPr>
            <a:r>
              <a:rPr lang="fr-FR" sz="1600" dirty="0"/>
              <a:t>Vérifier l'alignement avec un niveau à bulle</a:t>
            </a:r>
          </a:p>
        </p:txBody>
      </p:sp>
      <p:sp>
        <p:nvSpPr>
          <p:cNvPr id="4" name="AutoShape 2" descr="Prix et pose d'un linteau en béton | Tarif, coût, béton">
            <a:extLst>
              <a:ext uri="{FF2B5EF4-FFF2-40B4-BE49-F238E27FC236}">
                <a16:creationId xmlns="" xmlns:a16="http://schemas.microsoft.com/office/drawing/2014/main" id="{D90E6495-C325-12EA-2C21-0A94A14CF70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pic>
        <p:nvPicPr>
          <p:cNvPr id="3076" name="Picture 4" descr="Linteau, qu'est-ce que c'est et comment le poser ?">
            <a:extLst>
              <a:ext uri="{FF2B5EF4-FFF2-40B4-BE49-F238E27FC236}">
                <a16:creationId xmlns="" xmlns:a16="http://schemas.microsoft.com/office/drawing/2014/main" id="{31C33A09-2564-8DBB-E313-E11C0759283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2715" y="4658554"/>
            <a:ext cx="2476500" cy="1847850"/>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Faire un linteau en beton – Tout sur le béton">
            <a:extLst>
              <a:ext uri="{FF2B5EF4-FFF2-40B4-BE49-F238E27FC236}">
                <a16:creationId xmlns="" xmlns:a16="http://schemas.microsoft.com/office/drawing/2014/main" id="{CCF71641-758C-AE64-4168-92CBF88B879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5879" y="2972123"/>
            <a:ext cx="3867150" cy="1181100"/>
          </a:xfrm>
          <a:prstGeom prst="rect">
            <a:avLst/>
          </a:prstGeom>
          <a:noFill/>
          <a:extLst>
            <a:ext uri="{909E8E84-426E-40DD-AFC4-6F175D3DCCD1}">
              <a14:hiddenFill xmlns:a14="http://schemas.microsoft.com/office/drawing/2010/main">
                <a:solidFill>
                  <a:srgbClr val="FFFFFF"/>
                </a:solidFill>
              </a14:hiddenFill>
            </a:ext>
          </a:extLst>
        </p:spPr>
      </p:pic>
      <p:sp>
        <p:nvSpPr>
          <p:cNvPr id="9" name="AutoShape 8" descr="Prix et pose d'un linteau en béton | Tarif, coût, béton">
            <a:extLst>
              <a:ext uri="{FF2B5EF4-FFF2-40B4-BE49-F238E27FC236}">
                <a16:creationId xmlns="" xmlns:a16="http://schemas.microsoft.com/office/drawing/2014/main" id="{6DDB85FD-F1A6-56D7-9828-0011C1D34F5D}"/>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pic>
        <p:nvPicPr>
          <p:cNvPr id="3082" name="Picture 10">
            <a:extLst>
              <a:ext uri="{FF2B5EF4-FFF2-40B4-BE49-F238E27FC236}">
                <a16:creationId xmlns="" xmlns:a16="http://schemas.microsoft.com/office/drawing/2014/main" id="{9FB40852-4E08-3E30-C920-16DD0DF0FA4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40685" y="3991435"/>
            <a:ext cx="2371725" cy="2857500"/>
          </a:xfrm>
          <a:prstGeom prst="rect">
            <a:avLst/>
          </a:prstGeom>
          <a:noFill/>
          <a:extLst>
            <a:ext uri="{909E8E84-426E-40DD-AFC4-6F175D3DCCD1}">
              <a14:hiddenFill xmlns:a14="http://schemas.microsoft.com/office/drawing/2010/main">
                <a:solidFill>
                  <a:srgbClr val="FFFFFF"/>
                </a:solidFill>
              </a14:hiddenFill>
            </a:ext>
          </a:extLst>
        </p:spPr>
      </p:pic>
      <p:pic>
        <p:nvPicPr>
          <p:cNvPr id="3084" name="Picture 12" descr="Pré-cadre - Acoraval">
            <a:extLst>
              <a:ext uri="{FF2B5EF4-FFF2-40B4-BE49-F238E27FC236}">
                <a16:creationId xmlns="" xmlns:a16="http://schemas.microsoft.com/office/drawing/2014/main" id="{469A59D1-B936-FB8C-E2D3-92314ED6612B}"/>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893242" y="3798543"/>
            <a:ext cx="1878755" cy="3056956"/>
          </a:xfrm>
          <a:prstGeom prst="rect">
            <a:avLst/>
          </a:prstGeom>
          <a:noFill/>
          <a:extLst>
            <a:ext uri="{909E8E84-426E-40DD-AFC4-6F175D3DCCD1}">
              <a14:hiddenFill xmlns:a14="http://schemas.microsoft.com/office/drawing/2010/main">
                <a:solidFill>
                  <a:srgbClr val="FFFFFF"/>
                </a:solidFill>
              </a14:hiddenFill>
            </a:ext>
          </a:extLst>
        </p:spPr>
      </p:pic>
      <p:pic>
        <p:nvPicPr>
          <p:cNvPr id="3086" name="Picture 14" descr="Installer une porte intérieure - Pose du chambranle">
            <a:extLst>
              <a:ext uri="{FF2B5EF4-FFF2-40B4-BE49-F238E27FC236}">
                <a16:creationId xmlns="" xmlns:a16="http://schemas.microsoft.com/office/drawing/2014/main" id="{D772F79B-A612-E685-4AC0-E9087FABB4B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325946" y="4063932"/>
            <a:ext cx="2019300" cy="2247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9811483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 xmlns:a16="http://schemas.microsoft.com/office/drawing/2014/main" id="{78A02FEA-C319-A10C-72AA-859684851139}"/>
            </a:ext>
          </a:extLst>
        </p:cNvPr>
        <p:cNvGrpSpPr/>
        <p:nvPr/>
      </p:nvGrpSpPr>
      <p:grpSpPr>
        <a:xfrm>
          <a:off x="0" y="0"/>
          <a:ext cx="0" cy="0"/>
          <a:chOff x="0" y="0"/>
          <a:chExt cx="0" cy="0"/>
        </a:xfrm>
      </p:grpSpPr>
      <p:sp>
        <p:nvSpPr>
          <p:cNvPr id="2" name="Espace réservé du numéro de diapositive 1">
            <a:extLst>
              <a:ext uri="{FF2B5EF4-FFF2-40B4-BE49-F238E27FC236}">
                <a16:creationId xmlns="" xmlns:a16="http://schemas.microsoft.com/office/drawing/2014/main" id="{07E41A75-0538-0DE4-51C3-283E0FEF5A9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71</a:t>
            </a:fld>
            <a:endParaRPr lang="fr-FR"/>
          </a:p>
        </p:txBody>
      </p:sp>
      <p:pic>
        <p:nvPicPr>
          <p:cNvPr id="5" name="Image 4">
            <a:extLst>
              <a:ext uri="{FF2B5EF4-FFF2-40B4-BE49-F238E27FC236}">
                <a16:creationId xmlns="" xmlns:a16="http://schemas.microsoft.com/office/drawing/2014/main" id="{70305825-8046-4F53-5F20-2AD3450A375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39492" y="70223"/>
            <a:ext cx="1090163" cy="981979"/>
          </a:xfrm>
          <a:prstGeom prst="rect">
            <a:avLst/>
          </a:prstGeom>
          <a:noFill/>
          <a:ln>
            <a:noFill/>
          </a:ln>
        </p:spPr>
      </p:pic>
      <p:pic>
        <p:nvPicPr>
          <p:cNvPr id="6" name="officeArt object">
            <a:extLst>
              <a:ext uri="{FF2B5EF4-FFF2-40B4-BE49-F238E27FC236}">
                <a16:creationId xmlns="" xmlns:a16="http://schemas.microsoft.com/office/drawing/2014/main" id="{4911E5B8-473F-8398-0D12-CDBF6C2075B0}"/>
              </a:ext>
            </a:extLst>
          </p:cNvPr>
          <p:cNvPicPr/>
          <p:nvPr/>
        </p:nvPicPr>
        <p:blipFill rotWithShape="1">
          <a:blip r:embed="rId4"/>
          <a:srcRect l="12854" r="8048"/>
          <a:stretch/>
        </p:blipFill>
        <p:spPr>
          <a:xfrm>
            <a:off x="9840279" y="0"/>
            <a:ext cx="1199213" cy="1506125"/>
          </a:xfrm>
          <a:prstGeom prst="rect">
            <a:avLst/>
          </a:prstGeom>
          <a:ln w="12700" cap="flat">
            <a:noFill/>
            <a:miter lim="400000"/>
          </a:ln>
          <a:effectLst/>
        </p:spPr>
      </p:pic>
      <p:sp>
        <p:nvSpPr>
          <p:cNvPr id="8" name="Espace réservé du pied de page 7">
            <a:extLst>
              <a:ext uri="{FF2B5EF4-FFF2-40B4-BE49-F238E27FC236}">
                <a16:creationId xmlns="" xmlns:a16="http://schemas.microsoft.com/office/drawing/2014/main" id="{52B9F126-4395-ABCD-0FC4-169B6A3E8DAA}"/>
              </a:ext>
            </a:extLst>
          </p:cNvPr>
          <p:cNvSpPr>
            <a:spLocks noGrp="1"/>
          </p:cNvSpPr>
          <p:nvPr>
            <p:ph type="ftr" idx="11"/>
          </p:nvPr>
        </p:nvSpPr>
        <p:spPr/>
        <p:txBody>
          <a:bodyPr/>
          <a:lstStyle/>
          <a:p>
            <a:r>
              <a:rPr lang="fr-FR" dirty="0"/>
              <a:t>Dr. Ibrahim Niang</a:t>
            </a:r>
          </a:p>
        </p:txBody>
      </p:sp>
      <p:sp>
        <p:nvSpPr>
          <p:cNvPr id="3" name="Rectangle 2">
            <a:extLst>
              <a:ext uri="{FF2B5EF4-FFF2-40B4-BE49-F238E27FC236}">
                <a16:creationId xmlns="" xmlns:a16="http://schemas.microsoft.com/office/drawing/2014/main" id="{5B02D287-3285-A441-15CF-AC7F74FFBA6B}"/>
              </a:ext>
            </a:extLst>
          </p:cNvPr>
          <p:cNvSpPr/>
          <p:nvPr/>
        </p:nvSpPr>
        <p:spPr>
          <a:xfrm>
            <a:off x="-63745" y="-107207"/>
            <a:ext cx="5199163" cy="1309654"/>
          </a:xfrm>
          <a:prstGeom prst="rect">
            <a:avLst/>
          </a:prstGeom>
        </p:spPr>
        <p:txBody>
          <a:bodyPr wrap="square">
            <a:spAutoFit/>
          </a:bodyPr>
          <a:lstStyle/>
          <a:p>
            <a:pPr marL="571500" indent="-571500">
              <a:lnSpc>
                <a:spcPct val="150000"/>
              </a:lnSpc>
              <a:buClr>
                <a:srgbClr val="1F3864"/>
              </a:buClr>
              <a:buSzPct val="65000"/>
              <a:buFont typeface="+mj-lt"/>
              <a:buAutoNum type="romanUcPeriod" startAt="2"/>
            </a:pPr>
            <a:r>
              <a:rPr lang="fr-FR" sz="3200" b="1">
                <a:solidFill>
                  <a:srgbClr val="1F3864"/>
                </a:solidFill>
                <a:latin typeface="Aptos" panose="020B0004020202020204" pitchFamily="34" charset="0"/>
                <a:ea typeface="Calibri"/>
                <a:cs typeface="Calibri"/>
                <a:sym typeface="Calibri"/>
              </a:rPr>
              <a:t>Cas d’étude</a:t>
            </a:r>
            <a:endParaRPr lang="fr-FR" sz="3200" b="1" dirty="0">
              <a:solidFill>
                <a:srgbClr val="1F3864"/>
              </a:solidFill>
              <a:latin typeface="Aptos" panose="020B0004020202020204" pitchFamily="34" charset="0"/>
              <a:ea typeface="Calibri"/>
              <a:cs typeface="Calibri"/>
              <a:sym typeface="Calibri"/>
            </a:endParaRPr>
          </a:p>
          <a:p>
            <a:pPr>
              <a:lnSpc>
                <a:spcPct val="150000"/>
              </a:lnSpc>
            </a:pPr>
            <a:endParaRPr lang="fr-FR" sz="2400" dirty="0">
              <a:solidFill>
                <a:srgbClr val="1F3864"/>
              </a:solidFill>
              <a:latin typeface="Proxima Nova"/>
              <a:cs typeface="Calibri"/>
              <a:sym typeface="Calibri"/>
            </a:endParaRPr>
          </a:p>
        </p:txBody>
      </p:sp>
    </p:spTree>
    <p:extLst>
      <p:ext uri="{BB962C8B-B14F-4D97-AF65-F5344CB8AC3E}">
        <p14:creationId xmlns:p14="http://schemas.microsoft.com/office/powerpoint/2010/main" val="1148852243"/>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2464</TotalTime>
  <Words>8100</Words>
  <Application>Microsoft Office PowerPoint</Application>
  <PresentationFormat>Grand écran</PresentationFormat>
  <Paragraphs>780</Paragraphs>
  <Slides>71</Slides>
  <Notes>71</Notes>
  <HiddenSlides>0</HiddenSlides>
  <MMClips>0</MMClips>
  <ScaleCrop>false</ScaleCrop>
  <HeadingPairs>
    <vt:vector size="6" baseType="variant">
      <vt:variant>
        <vt:lpstr>Polices utilisées</vt:lpstr>
      </vt:variant>
      <vt:variant>
        <vt:i4>9</vt:i4>
      </vt:variant>
      <vt:variant>
        <vt:lpstr>Thème</vt:lpstr>
      </vt:variant>
      <vt:variant>
        <vt:i4>1</vt:i4>
      </vt:variant>
      <vt:variant>
        <vt:lpstr>Titres des diapositives</vt:lpstr>
      </vt:variant>
      <vt:variant>
        <vt:i4>71</vt:i4>
      </vt:variant>
    </vt:vector>
  </HeadingPairs>
  <TitlesOfParts>
    <vt:vector size="81" baseType="lpstr">
      <vt:lpstr>Aptos</vt:lpstr>
      <vt:lpstr>Aptos </vt:lpstr>
      <vt:lpstr>Aptos Display</vt:lpstr>
      <vt:lpstr>Arial</vt:lpstr>
      <vt:lpstr>Calibri</vt:lpstr>
      <vt:lpstr>Cambria Math</vt:lpstr>
      <vt:lpstr>Open Sans</vt:lpstr>
      <vt:lpstr>Proxima Nova</vt:lpstr>
      <vt:lpstr>Times New Roman</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Ibrahim NIANG</dc:creator>
  <cp:lastModifiedBy>LENOVO</cp:lastModifiedBy>
  <cp:revision>4</cp:revision>
  <dcterms:created xsi:type="dcterms:W3CDTF">2024-10-23T11:22:43Z</dcterms:created>
  <dcterms:modified xsi:type="dcterms:W3CDTF">2025-01-08T09:16:11Z</dcterms:modified>
</cp:coreProperties>
</file>