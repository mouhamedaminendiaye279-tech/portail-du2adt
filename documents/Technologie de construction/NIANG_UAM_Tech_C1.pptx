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459" r:id="rId2"/>
    <p:sldId id="518" r:id="rId3"/>
    <p:sldId id="526" r:id="rId4"/>
    <p:sldId id="531" r:id="rId5"/>
    <p:sldId id="532" r:id="rId6"/>
    <p:sldId id="533" r:id="rId7"/>
    <p:sldId id="534" r:id="rId8"/>
    <p:sldId id="535" r:id="rId9"/>
    <p:sldId id="539" r:id="rId10"/>
    <p:sldId id="540" r:id="rId11"/>
    <p:sldId id="541" r:id="rId12"/>
    <p:sldId id="544" r:id="rId13"/>
    <p:sldId id="576" r:id="rId14"/>
    <p:sldId id="547" r:id="rId15"/>
    <p:sldId id="550" r:id="rId16"/>
    <p:sldId id="548" r:id="rId17"/>
    <p:sldId id="549" r:id="rId18"/>
    <p:sldId id="546" r:id="rId19"/>
    <p:sldId id="551" r:id="rId20"/>
    <p:sldId id="552" r:id="rId21"/>
    <p:sldId id="553" r:id="rId22"/>
    <p:sldId id="554" r:id="rId23"/>
    <p:sldId id="555" r:id="rId24"/>
    <p:sldId id="556" r:id="rId25"/>
    <p:sldId id="557" r:id="rId26"/>
    <p:sldId id="558" r:id="rId27"/>
    <p:sldId id="559" r:id="rId28"/>
    <p:sldId id="560" r:id="rId29"/>
    <p:sldId id="561" r:id="rId30"/>
    <p:sldId id="562" r:id="rId31"/>
    <p:sldId id="563" r:id="rId32"/>
    <p:sldId id="538" r:id="rId33"/>
    <p:sldId id="542" r:id="rId34"/>
    <p:sldId id="543" r:id="rId35"/>
    <p:sldId id="564" r:id="rId36"/>
    <p:sldId id="566" r:id="rId37"/>
    <p:sldId id="567" r:id="rId38"/>
    <p:sldId id="568" r:id="rId39"/>
    <p:sldId id="578" r:id="rId40"/>
    <p:sldId id="577" r:id="rId41"/>
    <p:sldId id="569" r:id="rId42"/>
    <p:sldId id="570" r:id="rId43"/>
    <p:sldId id="592" r:id="rId44"/>
    <p:sldId id="571" r:id="rId45"/>
    <p:sldId id="572" r:id="rId46"/>
    <p:sldId id="574" r:id="rId47"/>
    <p:sldId id="575" r:id="rId48"/>
    <p:sldId id="573" r:id="rId49"/>
    <p:sldId id="579" r:id="rId50"/>
    <p:sldId id="585" r:id="rId51"/>
    <p:sldId id="584" r:id="rId52"/>
    <p:sldId id="587" r:id="rId53"/>
    <p:sldId id="593" r:id="rId54"/>
    <p:sldId id="594" r:id="rId55"/>
    <p:sldId id="586" r:id="rId56"/>
    <p:sldId id="583" r:id="rId57"/>
    <p:sldId id="580" r:id="rId58"/>
    <p:sldId id="582" r:id="rId59"/>
    <p:sldId id="581" r:id="rId60"/>
    <p:sldId id="589" r:id="rId61"/>
    <p:sldId id="588" r:id="rId62"/>
    <p:sldId id="590" r:id="rId63"/>
    <p:sldId id="591" r:id="rId64"/>
    <p:sldId id="536" r:id="rId6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40C4FD-A350-48D1-9FBA-8D0B272720DB}" v="1007" dt="2024-11-27T09:52:36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969" autoAdjust="0"/>
  </p:normalViewPr>
  <p:slideViewPr>
    <p:cSldViewPr snapToGrid="0">
      <p:cViewPr varScale="1">
        <p:scale>
          <a:sx n="80" d="100"/>
          <a:sy n="80" d="100"/>
        </p:scale>
        <p:origin x="710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brahim NIANG" userId="acdf7ece8d0764a7" providerId="LiveId" clId="{9306A5DC-73E1-41DC-AB9D-C76880EBBF4E}"/>
    <pc:docChg chg="undo custSel addSld delSld modSld sldOrd">
      <pc:chgData name="Ibrahim NIANG" userId="acdf7ece8d0764a7" providerId="LiveId" clId="{9306A5DC-73E1-41DC-AB9D-C76880EBBF4E}" dt="2024-11-06T11:46:03.133" v="1478" actId="20577"/>
      <pc:docMkLst>
        <pc:docMk/>
      </pc:docMkLst>
      <pc:sldChg chg="modSp mod modNotesTx">
        <pc:chgData name="Ibrahim NIANG" userId="acdf7ece8d0764a7" providerId="LiveId" clId="{9306A5DC-73E1-41DC-AB9D-C76880EBBF4E}" dt="2024-10-23T16:53:02.446" v="25" actId="20577"/>
        <pc:sldMkLst>
          <pc:docMk/>
          <pc:sldMk cId="3535838964" sldId="518"/>
        </pc:sldMkLst>
        <pc:spChg chg="mod">
          <ac:chgData name="Ibrahim NIANG" userId="acdf7ece8d0764a7" providerId="LiveId" clId="{9306A5DC-73E1-41DC-AB9D-C76880EBBF4E}" dt="2024-10-23T16:52:37.322" v="24" actId="20577"/>
          <ac:spMkLst>
            <pc:docMk/>
            <pc:sldMk cId="3535838964" sldId="518"/>
            <ac:spMk id="10" creationId="{8244EEA1-5138-20D9-409A-7D780C09D319}"/>
          </ac:spMkLst>
        </pc:spChg>
      </pc:sldChg>
      <pc:sldChg chg="addSp modSp mod">
        <pc:chgData name="Ibrahim NIANG" userId="acdf7ece8d0764a7" providerId="LiveId" clId="{9306A5DC-73E1-41DC-AB9D-C76880EBBF4E}" dt="2024-10-29T11:16:01.054" v="440" actId="403"/>
        <pc:sldMkLst>
          <pc:docMk/>
          <pc:sldMk cId="154245759" sldId="526"/>
        </pc:sldMkLst>
        <pc:spChg chg="add mod">
          <ac:chgData name="Ibrahim NIANG" userId="acdf7ece8d0764a7" providerId="LiveId" clId="{9306A5DC-73E1-41DC-AB9D-C76880EBBF4E}" dt="2024-10-29T11:15:39.630" v="435"/>
          <ac:spMkLst>
            <pc:docMk/>
            <pc:sldMk cId="154245759" sldId="526"/>
            <ac:spMk id="3" creationId="{1740D677-3673-1F6C-84B4-3ECAFE760D0A}"/>
          </ac:spMkLst>
        </pc:spChg>
        <pc:spChg chg="mod">
          <ac:chgData name="Ibrahim NIANG" userId="acdf7ece8d0764a7" providerId="LiveId" clId="{9306A5DC-73E1-41DC-AB9D-C76880EBBF4E}" dt="2024-10-29T11:16:01.054" v="440" actId="403"/>
          <ac:spMkLst>
            <pc:docMk/>
            <pc:sldMk cId="154245759" sldId="526"/>
            <ac:spMk id="11" creationId="{20BAFBF7-29E1-AA7E-2DFE-6D43BCAE4C7F}"/>
          </ac:spMkLst>
        </pc:spChg>
      </pc:sldChg>
      <pc:sldChg chg="addSp modSp mod ord">
        <pc:chgData name="Ibrahim NIANG" userId="acdf7ece8d0764a7" providerId="LiveId" clId="{9306A5DC-73E1-41DC-AB9D-C76880EBBF4E}" dt="2024-10-29T11:17:28.393" v="459"/>
        <pc:sldMkLst>
          <pc:docMk/>
          <pc:sldMk cId="710853856" sldId="527"/>
        </pc:sldMkLst>
        <pc:spChg chg="add mod">
          <ac:chgData name="Ibrahim NIANG" userId="acdf7ece8d0764a7" providerId="LiveId" clId="{9306A5DC-73E1-41DC-AB9D-C76880EBBF4E}" dt="2024-10-29T11:17:28.393" v="459"/>
          <ac:spMkLst>
            <pc:docMk/>
            <pc:sldMk cId="710853856" sldId="527"/>
            <ac:spMk id="3" creationId="{847A13BF-CAAB-1976-84D9-48FCF17653EA}"/>
          </ac:spMkLst>
        </pc:spChg>
        <pc:spChg chg="mod">
          <ac:chgData name="Ibrahim NIANG" userId="acdf7ece8d0764a7" providerId="LiveId" clId="{9306A5DC-73E1-41DC-AB9D-C76880EBBF4E}" dt="2024-10-29T11:17:26.913" v="458" actId="404"/>
          <ac:spMkLst>
            <pc:docMk/>
            <pc:sldMk cId="710853856" sldId="527"/>
            <ac:spMk id="11" creationId="{20BAFBF7-29E1-AA7E-2DFE-6D43BCAE4C7F}"/>
          </ac:spMkLst>
        </pc:spChg>
      </pc:sldChg>
      <pc:sldChg chg="addSp modSp mod">
        <pc:chgData name="Ibrahim NIANG" userId="acdf7ece8d0764a7" providerId="LiveId" clId="{9306A5DC-73E1-41DC-AB9D-C76880EBBF4E}" dt="2024-10-29T11:16:05.101" v="441" actId="404"/>
        <pc:sldMkLst>
          <pc:docMk/>
          <pc:sldMk cId="2595863038" sldId="528"/>
        </pc:sldMkLst>
        <pc:spChg chg="add mod">
          <ac:chgData name="Ibrahim NIANG" userId="acdf7ece8d0764a7" providerId="LiveId" clId="{9306A5DC-73E1-41DC-AB9D-C76880EBBF4E}" dt="2024-10-29T11:15:33.801" v="434" actId="20577"/>
          <ac:spMkLst>
            <pc:docMk/>
            <pc:sldMk cId="2595863038" sldId="528"/>
            <ac:spMk id="3" creationId="{03B5E041-2AA6-ACFC-2668-8351AC36F8D2}"/>
          </ac:spMkLst>
        </pc:spChg>
        <pc:spChg chg="mod">
          <ac:chgData name="Ibrahim NIANG" userId="acdf7ece8d0764a7" providerId="LiveId" clId="{9306A5DC-73E1-41DC-AB9D-C76880EBBF4E}" dt="2024-10-29T11:16:05.101" v="441" actId="404"/>
          <ac:spMkLst>
            <pc:docMk/>
            <pc:sldMk cId="2595863038" sldId="528"/>
            <ac:spMk id="11" creationId="{20BAFBF7-29E1-AA7E-2DFE-6D43BCAE4C7F}"/>
          </ac:spMkLst>
        </pc:spChg>
      </pc:sldChg>
      <pc:sldChg chg="addSp modSp mod">
        <pc:chgData name="Ibrahim NIANG" userId="acdf7ece8d0764a7" providerId="LiveId" clId="{9306A5DC-73E1-41DC-AB9D-C76880EBBF4E}" dt="2024-10-29T11:17:36.363" v="461"/>
        <pc:sldMkLst>
          <pc:docMk/>
          <pc:sldMk cId="770240412" sldId="529"/>
        </pc:sldMkLst>
        <pc:spChg chg="add mod">
          <ac:chgData name="Ibrahim NIANG" userId="acdf7ece8d0764a7" providerId="LiveId" clId="{9306A5DC-73E1-41DC-AB9D-C76880EBBF4E}" dt="2024-10-29T11:17:36.363" v="461"/>
          <ac:spMkLst>
            <pc:docMk/>
            <pc:sldMk cId="770240412" sldId="529"/>
            <ac:spMk id="3" creationId="{4502B89A-DD84-4C23-BF43-EECA030121AA}"/>
          </ac:spMkLst>
        </pc:spChg>
        <pc:spChg chg="mod">
          <ac:chgData name="Ibrahim NIANG" userId="acdf7ece8d0764a7" providerId="LiveId" clId="{9306A5DC-73E1-41DC-AB9D-C76880EBBF4E}" dt="2024-10-29T11:17:34.996" v="460" actId="404"/>
          <ac:spMkLst>
            <pc:docMk/>
            <pc:sldMk cId="770240412" sldId="529"/>
            <ac:spMk id="11" creationId="{20BAFBF7-29E1-AA7E-2DFE-6D43BCAE4C7F}"/>
          </ac:spMkLst>
        </pc:spChg>
      </pc:sldChg>
      <pc:sldChg chg="addSp delSp modSp add mod">
        <pc:chgData name="Ibrahim NIANG" userId="acdf7ece8d0764a7" providerId="LiveId" clId="{9306A5DC-73E1-41DC-AB9D-C76880EBBF4E}" dt="2024-10-29T11:16:10.222" v="442" actId="404"/>
        <pc:sldMkLst>
          <pc:docMk/>
          <pc:sldMk cId="21959780" sldId="530"/>
        </pc:sldMkLst>
        <pc:spChg chg="del">
          <ac:chgData name="Ibrahim NIANG" userId="acdf7ece8d0764a7" providerId="LiveId" clId="{9306A5DC-73E1-41DC-AB9D-C76880EBBF4E}" dt="2024-10-29T09:52:32.711" v="30" actId="478"/>
          <ac:spMkLst>
            <pc:docMk/>
            <pc:sldMk cId="21959780" sldId="530"/>
            <ac:spMk id="4" creationId="{35B3C7A2-8C3A-D6D9-4AC4-CDD7C20B5B2A}"/>
          </ac:spMkLst>
        </pc:spChg>
        <pc:spChg chg="add mod">
          <ac:chgData name="Ibrahim NIANG" userId="acdf7ece8d0764a7" providerId="LiveId" clId="{9306A5DC-73E1-41DC-AB9D-C76880EBBF4E}" dt="2024-10-29T09:54:19.609" v="77" actId="1076"/>
          <ac:spMkLst>
            <pc:docMk/>
            <pc:sldMk cId="21959780" sldId="530"/>
            <ac:spMk id="7" creationId="{6FF61264-12EE-DF98-FF84-8FD110BB5C1F}"/>
          </ac:spMkLst>
        </pc:spChg>
        <pc:spChg chg="mod">
          <ac:chgData name="Ibrahim NIANG" userId="acdf7ece8d0764a7" providerId="LiveId" clId="{9306A5DC-73E1-41DC-AB9D-C76880EBBF4E}" dt="2024-10-29T09:56:44.073" v="128"/>
          <ac:spMkLst>
            <pc:docMk/>
            <pc:sldMk cId="21959780" sldId="530"/>
            <ac:spMk id="8" creationId="{500B2FC1-B48D-FDCE-638A-EF4B2E4AED7D}"/>
          </ac:spMkLst>
        </pc:spChg>
        <pc:spChg chg="mod">
          <ac:chgData name="Ibrahim NIANG" userId="acdf7ece8d0764a7" providerId="LiveId" clId="{9306A5DC-73E1-41DC-AB9D-C76880EBBF4E}" dt="2024-10-29T11:16:10.222" v="442" actId="404"/>
          <ac:spMkLst>
            <pc:docMk/>
            <pc:sldMk cId="21959780" sldId="530"/>
            <ac:spMk id="11" creationId="{58B46F5F-4E8D-77CB-72DD-5E1DE2975F63}"/>
          </ac:spMkLst>
        </pc:spChg>
        <pc:spChg chg="add mod">
          <ac:chgData name="Ibrahim NIANG" userId="acdf7ece8d0764a7" providerId="LiveId" clId="{9306A5DC-73E1-41DC-AB9D-C76880EBBF4E}" dt="2024-10-29T09:56:03.295" v="116" actId="20577"/>
          <ac:spMkLst>
            <pc:docMk/>
            <pc:sldMk cId="21959780" sldId="530"/>
            <ac:spMk id="12" creationId="{D6F45B76-E74C-C3BD-54E9-0E7052AB9E66}"/>
          </ac:spMkLst>
        </pc:spChg>
        <pc:spChg chg="add mod">
          <ac:chgData name="Ibrahim NIANG" userId="acdf7ece8d0764a7" providerId="LiveId" clId="{9306A5DC-73E1-41DC-AB9D-C76880EBBF4E}" dt="2024-10-29T09:56:06.694" v="117" actId="1076"/>
          <ac:spMkLst>
            <pc:docMk/>
            <pc:sldMk cId="21959780" sldId="530"/>
            <ac:spMk id="14" creationId="{FD84E2C9-BA89-42F9-FFC9-14C28A3AA432}"/>
          </ac:spMkLst>
        </pc:spChg>
        <pc:spChg chg="add mod">
          <ac:chgData name="Ibrahim NIANG" userId="acdf7ece8d0764a7" providerId="LiveId" clId="{9306A5DC-73E1-41DC-AB9D-C76880EBBF4E}" dt="2024-10-29T09:56:29.733" v="125" actId="1076"/>
          <ac:spMkLst>
            <pc:docMk/>
            <pc:sldMk cId="21959780" sldId="530"/>
            <ac:spMk id="17" creationId="{65BE8A16-EF79-9D4F-FEA7-21373374F5FD}"/>
          </ac:spMkLst>
        </pc:spChg>
        <pc:spChg chg="add mod">
          <ac:chgData name="Ibrahim NIANG" userId="acdf7ece8d0764a7" providerId="LiveId" clId="{9306A5DC-73E1-41DC-AB9D-C76880EBBF4E}" dt="2024-10-29T09:56:33.612" v="126" actId="1076"/>
          <ac:spMkLst>
            <pc:docMk/>
            <pc:sldMk cId="21959780" sldId="530"/>
            <ac:spMk id="19" creationId="{7AAB4E93-EEEC-CB23-FC6C-4F47126DD404}"/>
          </ac:spMkLst>
        </pc:spChg>
        <pc:spChg chg="add mod">
          <ac:chgData name="Ibrahim NIANG" userId="acdf7ece8d0764a7" providerId="LiveId" clId="{9306A5DC-73E1-41DC-AB9D-C76880EBBF4E}" dt="2024-10-29T09:57:01.466" v="134" actId="1076"/>
          <ac:spMkLst>
            <pc:docMk/>
            <pc:sldMk cId="21959780" sldId="530"/>
            <ac:spMk id="21" creationId="{FC327560-9EC9-D52C-7F71-CF79E3447F40}"/>
          </ac:spMkLst>
        </pc:spChg>
        <pc:spChg chg="add mod">
          <ac:chgData name="Ibrahim NIANG" userId="acdf7ece8d0764a7" providerId="LiveId" clId="{9306A5DC-73E1-41DC-AB9D-C76880EBBF4E}" dt="2024-10-29T09:58:09.255" v="146" actId="1076"/>
          <ac:spMkLst>
            <pc:docMk/>
            <pc:sldMk cId="21959780" sldId="530"/>
            <ac:spMk id="23" creationId="{04235D2F-3853-5CA8-F8B2-C961D39ECA86}"/>
          </ac:spMkLst>
        </pc:spChg>
        <pc:spChg chg="add mod">
          <ac:chgData name="Ibrahim NIANG" userId="acdf7ece8d0764a7" providerId="LiveId" clId="{9306A5DC-73E1-41DC-AB9D-C76880EBBF4E}" dt="2024-10-29T10:02:21.456" v="181" actId="1076"/>
          <ac:spMkLst>
            <pc:docMk/>
            <pc:sldMk cId="21959780" sldId="530"/>
            <ac:spMk id="25" creationId="{DF07CD6F-229D-2049-DD24-CE559C09F0D9}"/>
          </ac:spMkLst>
        </pc:spChg>
        <pc:spChg chg="add mod">
          <ac:chgData name="Ibrahim NIANG" userId="acdf7ece8d0764a7" providerId="LiveId" clId="{9306A5DC-73E1-41DC-AB9D-C76880EBBF4E}" dt="2024-10-29T11:15:43.624" v="436"/>
          <ac:spMkLst>
            <pc:docMk/>
            <pc:sldMk cId="21959780" sldId="530"/>
            <ac:spMk id="26" creationId="{49BA9EE5-8BFE-A370-62E2-5A48D089DF50}"/>
          </ac:spMkLst>
        </pc:spChg>
        <pc:picChg chg="del">
          <ac:chgData name="Ibrahim NIANG" userId="acdf7ece8d0764a7" providerId="LiveId" clId="{9306A5DC-73E1-41DC-AB9D-C76880EBBF4E}" dt="2024-10-29T09:52:30.045" v="28" actId="478"/>
          <ac:picMkLst>
            <pc:docMk/>
            <pc:sldMk cId="21959780" sldId="530"/>
            <ac:picMk id="10" creationId="{A12C23DC-4026-FEC2-611A-F9312696649C}"/>
          </ac:picMkLst>
        </pc:picChg>
        <pc:picChg chg="del">
          <ac:chgData name="Ibrahim NIANG" userId="acdf7ece8d0764a7" providerId="LiveId" clId="{9306A5DC-73E1-41DC-AB9D-C76880EBBF4E}" dt="2024-10-29T09:52:30.881" v="29" actId="478"/>
          <ac:picMkLst>
            <pc:docMk/>
            <pc:sldMk cId="21959780" sldId="530"/>
            <ac:picMk id="15" creationId="{40FCE40E-D965-BA40-07CA-B7DED488AD80}"/>
          </ac:picMkLst>
        </pc:picChg>
        <pc:picChg chg="add mod">
          <ac:chgData name="Ibrahim NIANG" userId="acdf7ece8d0764a7" providerId="LiveId" clId="{9306A5DC-73E1-41DC-AB9D-C76880EBBF4E}" dt="2024-10-29T09:54:42.998" v="82" actId="1076"/>
          <ac:picMkLst>
            <pc:docMk/>
            <pc:sldMk cId="21959780" sldId="530"/>
            <ac:picMk id="1026" creationId="{25895FDC-8DE4-D29A-A31B-5FB08B8E238E}"/>
          </ac:picMkLst>
        </pc:picChg>
        <pc:picChg chg="add mod">
          <ac:chgData name="Ibrahim NIANG" userId="acdf7ece8d0764a7" providerId="LiveId" clId="{9306A5DC-73E1-41DC-AB9D-C76880EBBF4E}" dt="2024-10-29T09:58:03.752" v="145" actId="1076"/>
          <ac:picMkLst>
            <pc:docMk/>
            <pc:sldMk cId="21959780" sldId="530"/>
            <ac:picMk id="1028" creationId="{4B4F70E3-92AA-CF1E-ED49-84392334C2FA}"/>
          </ac:picMkLst>
        </pc:picChg>
        <pc:picChg chg="add mod">
          <ac:chgData name="Ibrahim NIANG" userId="acdf7ece8d0764a7" providerId="LiveId" clId="{9306A5DC-73E1-41DC-AB9D-C76880EBBF4E}" dt="2024-10-29T09:59:40.160" v="155" actId="1076"/>
          <ac:picMkLst>
            <pc:docMk/>
            <pc:sldMk cId="21959780" sldId="530"/>
            <ac:picMk id="1030" creationId="{D337E211-370F-B897-2296-86DF5DB01E22}"/>
          </ac:picMkLst>
        </pc:picChg>
        <pc:picChg chg="add mod">
          <ac:chgData name="Ibrahim NIANG" userId="acdf7ece8d0764a7" providerId="LiveId" clId="{9306A5DC-73E1-41DC-AB9D-C76880EBBF4E}" dt="2024-10-29T09:59:42.671" v="156" actId="1076"/>
          <ac:picMkLst>
            <pc:docMk/>
            <pc:sldMk cId="21959780" sldId="530"/>
            <ac:picMk id="1032" creationId="{12AA472A-4BCB-B8DC-9FBE-C334A25E3735}"/>
          </ac:picMkLst>
        </pc:picChg>
        <pc:picChg chg="add mod">
          <ac:chgData name="Ibrahim NIANG" userId="acdf7ece8d0764a7" providerId="LiveId" clId="{9306A5DC-73E1-41DC-AB9D-C76880EBBF4E}" dt="2024-10-29T10:00:33.556" v="160" actId="1076"/>
          <ac:picMkLst>
            <pc:docMk/>
            <pc:sldMk cId="21959780" sldId="530"/>
            <ac:picMk id="1034" creationId="{FE3E822F-A14C-8AAC-AC5B-D81A145BFC17}"/>
          </ac:picMkLst>
        </pc:picChg>
        <pc:picChg chg="add mod">
          <ac:chgData name="Ibrahim NIANG" userId="acdf7ece8d0764a7" providerId="LiveId" clId="{9306A5DC-73E1-41DC-AB9D-C76880EBBF4E}" dt="2024-10-29T10:01:10.010" v="163" actId="1076"/>
          <ac:picMkLst>
            <pc:docMk/>
            <pc:sldMk cId="21959780" sldId="530"/>
            <ac:picMk id="1036" creationId="{B5EEB38A-EB26-DDEF-5AC4-87AB4F2EF552}"/>
          </ac:picMkLst>
        </pc:picChg>
        <pc:picChg chg="add del mod">
          <ac:chgData name="Ibrahim NIANG" userId="acdf7ece8d0764a7" providerId="LiveId" clId="{9306A5DC-73E1-41DC-AB9D-C76880EBBF4E}" dt="2024-10-29T10:01:46.824" v="172" actId="478"/>
          <ac:picMkLst>
            <pc:docMk/>
            <pc:sldMk cId="21959780" sldId="530"/>
            <ac:picMk id="1038" creationId="{F5DB6B5B-13CD-7E2C-CD7A-C0FC31FF160D}"/>
          </ac:picMkLst>
        </pc:picChg>
        <pc:picChg chg="add mod">
          <ac:chgData name="Ibrahim NIANG" userId="acdf7ece8d0764a7" providerId="LiveId" clId="{9306A5DC-73E1-41DC-AB9D-C76880EBBF4E}" dt="2024-10-29T10:01:56.568" v="176" actId="1076"/>
          <ac:picMkLst>
            <pc:docMk/>
            <pc:sldMk cId="21959780" sldId="530"/>
            <ac:picMk id="1040" creationId="{1985BB98-6477-2255-D162-263F44D81C58}"/>
          </ac:picMkLst>
        </pc:picChg>
      </pc:sldChg>
      <pc:sldChg chg="addSp delSp modSp add mod">
        <pc:chgData name="Ibrahim NIANG" userId="acdf7ece8d0764a7" providerId="LiveId" clId="{9306A5DC-73E1-41DC-AB9D-C76880EBBF4E}" dt="2024-10-29T11:15:53.338" v="438" actId="404"/>
        <pc:sldMkLst>
          <pc:docMk/>
          <pc:sldMk cId="2658365472" sldId="531"/>
        </pc:sldMkLst>
        <pc:spChg chg="add mod">
          <ac:chgData name="Ibrahim NIANG" userId="acdf7ece8d0764a7" providerId="LiveId" clId="{9306A5DC-73E1-41DC-AB9D-C76880EBBF4E}" dt="2024-10-29T11:15:49.410" v="437"/>
          <ac:spMkLst>
            <pc:docMk/>
            <pc:sldMk cId="2658365472" sldId="531"/>
            <ac:spMk id="3" creationId="{CF4A8FD2-EBD9-83D3-4A9D-D6D3DE95483E}"/>
          </ac:spMkLst>
        </pc:spChg>
        <pc:spChg chg="del">
          <ac:chgData name="Ibrahim NIANG" userId="acdf7ece8d0764a7" providerId="LiveId" clId="{9306A5DC-73E1-41DC-AB9D-C76880EBBF4E}" dt="2024-10-29T10:03:20.443" v="183" actId="478"/>
          <ac:spMkLst>
            <pc:docMk/>
            <pc:sldMk cId="2658365472" sldId="531"/>
            <ac:spMk id="7" creationId="{E8131D49-3FFB-1BF5-EC59-65D51E0D4AEC}"/>
          </ac:spMkLst>
        </pc:spChg>
        <pc:spChg chg="mod">
          <ac:chgData name="Ibrahim NIANG" userId="acdf7ece8d0764a7" providerId="LiveId" clId="{9306A5DC-73E1-41DC-AB9D-C76880EBBF4E}" dt="2024-10-29T11:15:53.338" v="438" actId="404"/>
          <ac:spMkLst>
            <pc:docMk/>
            <pc:sldMk cId="2658365472" sldId="531"/>
            <ac:spMk id="11" creationId="{9716FE75-1CDC-FF42-CAD4-8AF71C03D81E}"/>
          </ac:spMkLst>
        </pc:spChg>
        <pc:spChg chg="del">
          <ac:chgData name="Ibrahim NIANG" userId="acdf7ece8d0764a7" providerId="LiveId" clId="{9306A5DC-73E1-41DC-AB9D-C76880EBBF4E}" dt="2024-10-29T10:03:23.061" v="186" actId="478"/>
          <ac:spMkLst>
            <pc:docMk/>
            <pc:sldMk cId="2658365472" sldId="531"/>
            <ac:spMk id="12" creationId="{C5B10971-C8A5-65EE-7116-975F9FC0F1E5}"/>
          </ac:spMkLst>
        </pc:spChg>
        <pc:spChg chg="del">
          <ac:chgData name="Ibrahim NIANG" userId="acdf7ece8d0764a7" providerId="LiveId" clId="{9306A5DC-73E1-41DC-AB9D-C76880EBBF4E}" dt="2024-10-29T10:03:24.321" v="188" actId="478"/>
          <ac:spMkLst>
            <pc:docMk/>
            <pc:sldMk cId="2658365472" sldId="531"/>
            <ac:spMk id="14" creationId="{C8C96A50-11E3-FE7A-3B04-F3F2FBC9ABFF}"/>
          </ac:spMkLst>
        </pc:spChg>
        <pc:spChg chg="del">
          <ac:chgData name="Ibrahim NIANG" userId="acdf7ece8d0764a7" providerId="LiveId" clId="{9306A5DC-73E1-41DC-AB9D-C76880EBBF4E}" dt="2024-10-29T10:03:29.578" v="194" actId="478"/>
          <ac:spMkLst>
            <pc:docMk/>
            <pc:sldMk cId="2658365472" sldId="531"/>
            <ac:spMk id="17" creationId="{B7AE232B-DF83-BF2C-5BF8-20F11D42BC3F}"/>
          </ac:spMkLst>
        </pc:spChg>
        <pc:spChg chg="del">
          <ac:chgData name="Ibrahim NIANG" userId="acdf7ece8d0764a7" providerId="LiveId" clId="{9306A5DC-73E1-41DC-AB9D-C76880EBBF4E}" dt="2024-10-29T10:03:26.581" v="191" actId="478"/>
          <ac:spMkLst>
            <pc:docMk/>
            <pc:sldMk cId="2658365472" sldId="531"/>
            <ac:spMk id="19" creationId="{CCC0BAD1-0D9D-6FBA-8D02-C8724C2E9BCF}"/>
          </ac:spMkLst>
        </pc:spChg>
        <pc:spChg chg="del">
          <ac:chgData name="Ibrahim NIANG" userId="acdf7ece8d0764a7" providerId="LiveId" clId="{9306A5DC-73E1-41DC-AB9D-C76880EBBF4E}" dt="2024-10-29T10:03:27.838" v="192" actId="478"/>
          <ac:spMkLst>
            <pc:docMk/>
            <pc:sldMk cId="2658365472" sldId="531"/>
            <ac:spMk id="21" creationId="{49F74381-6333-F6A9-9700-668E25933867}"/>
          </ac:spMkLst>
        </pc:spChg>
        <pc:spChg chg="del">
          <ac:chgData name="Ibrahim NIANG" userId="acdf7ece8d0764a7" providerId="LiveId" clId="{9306A5DC-73E1-41DC-AB9D-C76880EBBF4E}" dt="2024-10-29T10:03:30.606" v="195" actId="478"/>
          <ac:spMkLst>
            <pc:docMk/>
            <pc:sldMk cId="2658365472" sldId="531"/>
            <ac:spMk id="23" creationId="{5CC62144-F350-1200-8C15-FA28F2B20451}"/>
          </ac:spMkLst>
        </pc:spChg>
        <pc:spChg chg="del">
          <ac:chgData name="Ibrahim NIANG" userId="acdf7ece8d0764a7" providerId="LiveId" clId="{9306A5DC-73E1-41DC-AB9D-C76880EBBF4E}" dt="2024-10-29T10:03:33.128" v="197" actId="478"/>
          <ac:spMkLst>
            <pc:docMk/>
            <pc:sldMk cId="2658365472" sldId="531"/>
            <ac:spMk id="25" creationId="{6EE3DC53-C011-979F-7FFA-C6CF827BD120}"/>
          </ac:spMkLst>
        </pc:spChg>
        <pc:picChg chg="del">
          <ac:chgData name="Ibrahim NIANG" userId="acdf7ece8d0764a7" providerId="LiveId" clId="{9306A5DC-73E1-41DC-AB9D-C76880EBBF4E}" dt="2024-10-29T10:03:20.847" v="184" actId="478"/>
          <ac:picMkLst>
            <pc:docMk/>
            <pc:sldMk cId="2658365472" sldId="531"/>
            <ac:picMk id="1026" creationId="{2775C6C7-FFCC-51C5-3353-D5CCC3A62664}"/>
          </ac:picMkLst>
        </pc:picChg>
        <pc:picChg chg="del">
          <ac:chgData name="Ibrahim NIANG" userId="acdf7ece8d0764a7" providerId="LiveId" clId="{9306A5DC-73E1-41DC-AB9D-C76880EBBF4E}" dt="2024-10-29T10:03:25.469" v="190" actId="478"/>
          <ac:picMkLst>
            <pc:docMk/>
            <pc:sldMk cId="2658365472" sldId="531"/>
            <ac:picMk id="1028" creationId="{86210FD2-0F67-031E-895A-4056AF3A0F4D}"/>
          </ac:picMkLst>
        </pc:picChg>
        <pc:picChg chg="del">
          <ac:chgData name="Ibrahim NIANG" userId="acdf7ece8d0764a7" providerId="LiveId" clId="{9306A5DC-73E1-41DC-AB9D-C76880EBBF4E}" dt="2024-10-29T10:03:28.228" v="193" actId="478"/>
          <ac:picMkLst>
            <pc:docMk/>
            <pc:sldMk cId="2658365472" sldId="531"/>
            <ac:picMk id="1030" creationId="{39D49A71-2CA5-5838-69E6-9E0A57A5AFCA}"/>
          </ac:picMkLst>
        </pc:picChg>
        <pc:picChg chg="del">
          <ac:chgData name="Ibrahim NIANG" userId="acdf7ece8d0764a7" providerId="LiveId" clId="{9306A5DC-73E1-41DC-AB9D-C76880EBBF4E}" dt="2024-10-29T10:03:21.411" v="185" actId="478"/>
          <ac:picMkLst>
            <pc:docMk/>
            <pc:sldMk cId="2658365472" sldId="531"/>
            <ac:picMk id="1032" creationId="{43D51B7C-BEFA-2AD6-E086-4E98CECEBB80}"/>
          </ac:picMkLst>
        </pc:picChg>
        <pc:picChg chg="del">
          <ac:chgData name="Ibrahim NIANG" userId="acdf7ece8d0764a7" providerId="LiveId" clId="{9306A5DC-73E1-41DC-AB9D-C76880EBBF4E}" dt="2024-10-29T10:03:23.675" v="187" actId="478"/>
          <ac:picMkLst>
            <pc:docMk/>
            <pc:sldMk cId="2658365472" sldId="531"/>
            <ac:picMk id="1034" creationId="{965928FB-F596-6D30-7E74-177ECAD9070E}"/>
          </ac:picMkLst>
        </pc:picChg>
        <pc:picChg chg="del">
          <ac:chgData name="Ibrahim NIANG" userId="acdf7ece8d0764a7" providerId="LiveId" clId="{9306A5DC-73E1-41DC-AB9D-C76880EBBF4E}" dt="2024-10-29T10:03:24.777" v="189" actId="478"/>
          <ac:picMkLst>
            <pc:docMk/>
            <pc:sldMk cId="2658365472" sldId="531"/>
            <ac:picMk id="1036" creationId="{A3918AA8-7932-BEBD-D776-FF621C4103D0}"/>
          </ac:picMkLst>
        </pc:picChg>
        <pc:picChg chg="del">
          <ac:chgData name="Ibrahim NIANG" userId="acdf7ece8d0764a7" providerId="LiveId" clId="{9306A5DC-73E1-41DC-AB9D-C76880EBBF4E}" dt="2024-10-29T10:03:31.389" v="196" actId="478"/>
          <ac:picMkLst>
            <pc:docMk/>
            <pc:sldMk cId="2658365472" sldId="531"/>
            <ac:picMk id="1040" creationId="{E0260578-B02F-64BC-BF99-1803CCAB4E36}"/>
          </ac:picMkLst>
        </pc:picChg>
        <pc:picChg chg="add mod">
          <ac:chgData name="Ibrahim NIANG" userId="acdf7ece8d0764a7" providerId="LiveId" clId="{9306A5DC-73E1-41DC-AB9D-C76880EBBF4E}" dt="2024-10-29T10:03:39.268" v="199" actId="1076"/>
          <ac:picMkLst>
            <pc:docMk/>
            <pc:sldMk cId="2658365472" sldId="531"/>
            <ac:picMk id="2050" creationId="{CD450441-840F-74A8-EFA6-C236AE45C25A}"/>
          </ac:picMkLst>
        </pc:picChg>
      </pc:sldChg>
      <pc:sldChg chg="addSp delSp modSp add mod">
        <pc:chgData name="Ibrahim NIANG" userId="acdf7ece8d0764a7" providerId="LiveId" clId="{9306A5DC-73E1-41DC-AB9D-C76880EBBF4E}" dt="2024-10-29T11:16:49.147" v="450"/>
        <pc:sldMkLst>
          <pc:docMk/>
          <pc:sldMk cId="564066709" sldId="532"/>
        </pc:sldMkLst>
        <pc:spChg chg="add mod">
          <ac:chgData name="Ibrahim NIANG" userId="acdf7ece8d0764a7" providerId="LiveId" clId="{9306A5DC-73E1-41DC-AB9D-C76880EBBF4E}" dt="2024-10-29T11:16:49.147" v="450"/>
          <ac:spMkLst>
            <pc:docMk/>
            <pc:sldMk cId="564066709" sldId="532"/>
            <ac:spMk id="3" creationId="{8D7E17E7-26C4-109A-D9E7-B04029DB4450}"/>
          </ac:spMkLst>
        </pc:spChg>
        <pc:spChg chg="mod">
          <ac:chgData name="Ibrahim NIANG" userId="acdf7ece8d0764a7" providerId="LiveId" clId="{9306A5DC-73E1-41DC-AB9D-C76880EBBF4E}" dt="2024-10-29T11:16:33.972" v="447" actId="1076"/>
          <ac:spMkLst>
            <pc:docMk/>
            <pc:sldMk cId="564066709" sldId="532"/>
            <ac:spMk id="11" creationId="{2DBA1156-B87C-A38F-1DDC-7B1497AB187D}"/>
          </ac:spMkLst>
        </pc:spChg>
        <pc:picChg chg="del">
          <ac:chgData name="Ibrahim NIANG" userId="acdf7ece8d0764a7" providerId="LiveId" clId="{9306A5DC-73E1-41DC-AB9D-C76880EBBF4E}" dt="2024-10-29T10:04:07.149" v="201" actId="478"/>
          <ac:picMkLst>
            <pc:docMk/>
            <pc:sldMk cId="564066709" sldId="532"/>
            <ac:picMk id="2050" creationId="{EB38617D-0E5A-1AA3-997D-842BAC13C23F}"/>
          </ac:picMkLst>
        </pc:picChg>
        <pc:picChg chg="add mod">
          <ac:chgData name="Ibrahim NIANG" userId="acdf7ece8d0764a7" providerId="LiveId" clId="{9306A5DC-73E1-41DC-AB9D-C76880EBBF4E}" dt="2024-10-29T10:04:33.298" v="206"/>
          <ac:picMkLst>
            <pc:docMk/>
            <pc:sldMk cId="564066709" sldId="532"/>
            <ac:picMk id="3074" creationId="{557157EB-0BD5-B6F6-0FDB-DAD300B65F1E}"/>
          </ac:picMkLst>
        </pc:picChg>
      </pc:sldChg>
      <pc:sldChg chg="addSp delSp modSp add mod setBg">
        <pc:chgData name="Ibrahim NIANG" userId="acdf7ece8d0764a7" providerId="LiveId" clId="{9306A5DC-73E1-41DC-AB9D-C76880EBBF4E}" dt="2024-10-30T15:58:30.705" v="1258"/>
        <pc:sldMkLst>
          <pc:docMk/>
          <pc:sldMk cId="2237745760" sldId="533"/>
        </pc:sldMkLst>
        <pc:spChg chg="add del">
          <ac:chgData name="Ibrahim NIANG" userId="acdf7ece8d0764a7" providerId="LiveId" clId="{9306A5DC-73E1-41DC-AB9D-C76880EBBF4E}" dt="2024-10-29T10:09:41.893" v="236" actId="22"/>
          <ac:spMkLst>
            <pc:docMk/>
            <pc:sldMk cId="2237745760" sldId="533"/>
            <ac:spMk id="4" creationId="{25560966-63E1-16F4-1553-7270ABE9C957}"/>
          </ac:spMkLst>
        </pc:spChg>
        <pc:spChg chg="add mod">
          <ac:chgData name="Ibrahim NIANG" userId="acdf7ece8d0764a7" providerId="LiveId" clId="{9306A5DC-73E1-41DC-AB9D-C76880EBBF4E}" dt="2024-10-29T11:17:08.325" v="455" actId="404"/>
          <ac:spMkLst>
            <pc:docMk/>
            <pc:sldMk cId="2237745760" sldId="533"/>
            <ac:spMk id="9" creationId="{F5494B78-C8F8-B38E-2C36-73EC6EDA4FF1}"/>
          </ac:spMkLst>
        </pc:spChg>
        <pc:spChg chg="add mod">
          <ac:chgData name="Ibrahim NIANG" userId="acdf7ece8d0764a7" providerId="LiveId" clId="{9306A5DC-73E1-41DC-AB9D-C76880EBBF4E}" dt="2024-10-29T11:16:56.403" v="451"/>
          <ac:spMkLst>
            <pc:docMk/>
            <pc:sldMk cId="2237745760" sldId="533"/>
            <ac:spMk id="10" creationId="{BAD5F33B-36EB-B9F8-497D-19485B46ADFB}"/>
          </ac:spMkLst>
        </pc:spChg>
        <pc:spChg chg="del">
          <ac:chgData name="Ibrahim NIANG" userId="acdf7ece8d0764a7" providerId="LiveId" clId="{9306A5DC-73E1-41DC-AB9D-C76880EBBF4E}" dt="2024-10-29T10:09:39.014" v="234" actId="478"/>
          <ac:spMkLst>
            <pc:docMk/>
            <pc:sldMk cId="2237745760" sldId="533"/>
            <ac:spMk id="11" creationId="{33006842-8A37-D5A5-84D5-BFF0DD0908E0}"/>
          </ac:spMkLst>
        </pc:spChg>
        <pc:picChg chg="del">
          <ac:chgData name="Ibrahim NIANG" userId="acdf7ece8d0764a7" providerId="LiveId" clId="{9306A5DC-73E1-41DC-AB9D-C76880EBBF4E}" dt="2024-10-29T10:07:47.515" v="208" actId="478"/>
          <ac:picMkLst>
            <pc:docMk/>
            <pc:sldMk cId="2237745760" sldId="533"/>
            <ac:picMk id="3074" creationId="{9B003688-A2F2-103B-FE6E-B842555BA3E3}"/>
          </ac:picMkLst>
        </pc:picChg>
        <pc:picChg chg="add mod">
          <ac:chgData name="Ibrahim NIANG" userId="acdf7ece8d0764a7" providerId="LiveId" clId="{9306A5DC-73E1-41DC-AB9D-C76880EBBF4E}" dt="2024-10-30T15:58:30.705" v="1258"/>
          <ac:picMkLst>
            <pc:docMk/>
            <pc:sldMk cId="2237745760" sldId="533"/>
            <ac:picMk id="4098" creationId="{995D92AC-8B7D-1304-392A-82A1AB758C2E}"/>
          </ac:picMkLst>
        </pc:picChg>
      </pc:sldChg>
      <pc:sldChg chg="addSp delSp modSp add mod">
        <pc:chgData name="Ibrahim NIANG" userId="acdf7ece8d0764a7" providerId="LiveId" clId="{9306A5DC-73E1-41DC-AB9D-C76880EBBF4E}" dt="2024-10-29T11:17:22.535" v="457" actId="404"/>
        <pc:sldMkLst>
          <pc:docMk/>
          <pc:sldMk cId="2875049130" sldId="534"/>
        </pc:sldMkLst>
        <pc:spChg chg="add mod">
          <ac:chgData name="Ibrahim NIANG" userId="acdf7ece8d0764a7" providerId="LiveId" clId="{9306A5DC-73E1-41DC-AB9D-C76880EBBF4E}" dt="2024-10-29T11:17:17.313" v="456"/>
          <ac:spMkLst>
            <pc:docMk/>
            <pc:sldMk cId="2875049130" sldId="534"/>
            <ac:spMk id="7" creationId="{E306AC08-7213-2DEC-B6CF-ECAC1A1C1D39}"/>
          </ac:spMkLst>
        </pc:spChg>
        <pc:spChg chg="mod">
          <ac:chgData name="Ibrahim NIANG" userId="acdf7ece8d0764a7" providerId="LiveId" clId="{9306A5DC-73E1-41DC-AB9D-C76880EBBF4E}" dt="2024-10-29T11:17:22.535" v="457" actId="404"/>
          <ac:spMkLst>
            <pc:docMk/>
            <pc:sldMk cId="2875049130" sldId="534"/>
            <ac:spMk id="11" creationId="{60BB5DFF-5920-0FBA-A335-71EFC8FDFB84}"/>
          </ac:spMkLst>
        </pc:spChg>
        <pc:picChg chg="add mod">
          <ac:chgData name="Ibrahim NIANG" userId="acdf7ece8d0764a7" providerId="LiveId" clId="{9306A5DC-73E1-41DC-AB9D-C76880EBBF4E}" dt="2024-10-29T10:09:28.614" v="233" actId="1076"/>
          <ac:picMkLst>
            <pc:docMk/>
            <pc:sldMk cId="2875049130" sldId="534"/>
            <ac:picMk id="4" creationId="{AC641D80-D761-0857-1BC1-B69C6AF9127E}"/>
          </ac:picMkLst>
        </pc:picChg>
        <pc:picChg chg="del">
          <ac:chgData name="Ibrahim NIANG" userId="acdf7ece8d0764a7" providerId="LiveId" clId="{9306A5DC-73E1-41DC-AB9D-C76880EBBF4E}" dt="2024-10-29T10:09:25.944" v="231" actId="478"/>
          <ac:picMkLst>
            <pc:docMk/>
            <pc:sldMk cId="2875049130" sldId="534"/>
            <ac:picMk id="4098" creationId="{16865909-3908-32AE-5204-FD732CDD00BB}"/>
          </ac:picMkLst>
        </pc:picChg>
      </pc:sldChg>
      <pc:sldChg chg="addSp delSp modSp add mod">
        <pc:chgData name="Ibrahim NIANG" userId="acdf7ece8d0764a7" providerId="LiveId" clId="{9306A5DC-73E1-41DC-AB9D-C76880EBBF4E}" dt="2024-10-29T11:16:41.436" v="448"/>
        <pc:sldMkLst>
          <pc:docMk/>
          <pc:sldMk cId="4128392707" sldId="535"/>
        </pc:sldMkLst>
        <pc:spChg chg="add">
          <ac:chgData name="Ibrahim NIANG" userId="acdf7ece8d0764a7" providerId="LiveId" clId="{9306A5DC-73E1-41DC-AB9D-C76880EBBF4E}" dt="2024-10-29T10:13:54.628" v="269"/>
          <ac:spMkLst>
            <pc:docMk/>
            <pc:sldMk cId="4128392707" sldId="535"/>
            <ac:spMk id="7" creationId="{32556A6A-3E9F-63AF-904C-9F18430C8AFE}"/>
          </ac:spMkLst>
        </pc:spChg>
        <pc:spChg chg="add del mod">
          <ac:chgData name="Ibrahim NIANG" userId="acdf7ece8d0764a7" providerId="LiveId" clId="{9306A5DC-73E1-41DC-AB9D-C76880EBBF4E}" dt="2024-10-29T10:14:23.384" v="276" actId="22"/>
          <ac:spMkLst>
            <pc:docMk/>
            <pc:sldMk cId="4128392707" sldId="535"/>
            <ac:spMk id="10" creationId="{58D5726A-D5BF-6662-42E7-153B73A25DD5}"/>
          </ac:spMkLst>
        </pc:spChg>
        <pc:spChg chg="mod">
          <ac:chgData name="Ibrahim NIANG" userId="acdf7ece8d0764a7" providerId="LiveId" clId="{9306A5DC-73E1-41DC-AB9D-C76880EBBF4E}" dt="2024-10-29T11:16:21.273" v="444" actId="404"/>
          <ac:spMkLst>
            <pc:docMk/>
            <pc:sldMk cId="4128392707" sldId="535"/>
            <ac:spMk id="11" creationId="{DDCF6C7E-210D-CF2C-B932-CE8C16412C65}"/>
          </ac:spMkLst>
        </pc:spChg>
        <pc:spChg chg="add mod">
          <ac:chgData name="Ibrahim NIANG" userId="acdf7ece8d0764a7" providerId="LiveId" clId="{9306A5DC-73E1-41DC-AB9D-C76880EBBF4E}" dt="2024-10-29T10:15:45.224" v="296" actId="14100"/>
          <ac:spMkLst>
            <pc:docMk/>
            <pc:sldMk cId="4128392707" sldId="535"/>
            <ac:spMk id="13" creationId="{F9114A09-3DBC-7557-635D-280F50810B07}"/>
          </ac:spMkLst>
        </pc:spChg>
        <pc:spChg chg="add mod">
          <ac:chgData name="Ibrahim NIANG" userId="acdf7ece8d0764a7" providerId="LiveId" clId="{9306A5DC-73E1-41DC-AB9D-C76880EBBF4E}" dt="2024-10-29T11:16:41.436" v="448"/>
          <ac:spMkLst>
            <pc:docMk/>
            <pc:sldMk cId="4128392707" sldId="535"/>
            <ac:spMk id="14" creationId="{34E35A49-EAB4-F804-2CCC-B9E8911E1B9E}"/>
          </ac:spMkLst>
        </pc:spChg>
        <pc:picChg chg="add mod">
          <ac:chgData name="Ibrahim NIANG" userId="acdf7ece8d0764a7" providerId="LiveId" clId="{9306A5DC-73E1-41DC-AB9D-C76880EBBF4E}" dt="2024-10-29T10:15:46.344" v="297" actId="1076"/>
          <ac:picMkLst>
            <pc:docMk/>
            <pc:sldMk cId="4128392707" sldId="535"/>
            <ac:picMk id="4" creationId="{87BFE617-BEAA-DB7D-142C-B5B4FE05B984}"/>
          </ac:picMkLst>
        </pc:picChg>
        <pc:picChg chg="del">
          <ac:chgData name="Ibrahim NIANG" userId="acdf7ece8d0764a7" providerId="LiveId" clId="{9306A5DC-73E1-41DC-AB9D-C76880EBBF4E}" dt="2024-10-29T10:10:56.859" v="240" actId="478"/>
          <ac:picMkLst>
            <pc:docMk/>
            <pc:sldMk cId="4128392707" sldId="535"/>
            <ac:picMk id="2050" creationId="{A7FF478A-7CDF-6360-57CC-FE9BB1BBE9EC}"/>
          </ac:picMkLst>
        </pc:picChg>
      </pc:sldChg>
      <pc:sldChg chg="addSp delSp modSp add mod">
        <pc:chgData name="Ibrahim NIANG" userId="acdf7ece8d0764a7" providerId="LiveId" clId="{9306A5DC-73E1-41DC-AB9D-C76880EBBF4E}" dt="2024-10-29T11:16:45.772" v="449"/>
        <pc:sldMkLst>
          <pc:docMk/>
          <pc:sldMk cId="3726263903" sldId="536"/>
        </pc:sldMkLst>
        <pc:spChg chg="add mod">
          <ac:chgData name="Ibrahim NIANG" userId="acdf7ece8d0764a7" providerId="LiveId" clId="{9306A5DC-73E1-41DC-AB9D-C76880EBBF4E}" dt="2024-10-29T10:23:48.608" v="358" actId="14100"/>
          <ac:spMkLst>
            <pc:docMk/>
            <pc:sldMk cId="3726263903" sldId="536"/>
            <ac:spMk id="7" creationId="{795B85AE-2D4D-8ABC-AB1C-4FE5D04F8773}"/>
          </ac:spMkLst>
        </pc:spChg>
        <pc:spChg chg="add del mod">
          <ac:chgData name="Ibrahim NIANG" userId="acdf7ece8d0764a7" providerId="LiveId" clId="{9306A5DC-73E1-41DC-AB9D-C76880EBBF4E}" dt="2024-10-29T10:19:52.655" v="343" actId="478"/>
          <ac:spMkLst>
            <pc:docMk/>
            <pc:sldMk cId="3726263903" sldId="536"/>
            <ac:spMk id="10" creationId="{AECAEB92-8CD0-1E79-09AD-ADDD77A7EF2F}"/>
          </ac:spMkLst>
        </pc:spChg>
        <pc:spChg chg="mod">
          <ac:chgData name="Ibrahim NIANG" userId="acdf7ece8d0764a7" providerId="LiveId" clId="{9306A5DC-73E1-41DC-AB9D-C76880EBBF4E}" dt="2024-10-29T11:16:25.313" v="445" actId="404"/>
          <ac:spMkLst>
            <pc:docMk/>
            <pc:sldMk cId="3726263903" sldId="536"/>
            <ac:spMk id="11" creationId="{2302C793-9078-A3F2-87C7-54A25C484C30}"/>
          </ac:spMkLst>
        </pc:spChg>
        <pc:spChg chg="add">
          <ac:chgData name="Ibrahim NIANG" userId="acdf7ece8d0764a7" providerId="LiveId" clId="{9306A5DC-73E1-41DC-AB9D-C76880EBBF4E}" dt="2024-10-29T10:22:54.796" v="344"/>
          <ac:spMkLst>
            <pc:docMk/>
            <pc:sldMk cId="3726263903" sldId="536"/>
            <ac:spMk id="12" creationId="{7715F47D-3EF9-A264-DC81-B732820B2212}"/>
          </ac:spMkLst>
        </pc:spChg>
        <pc:spChg chg="del">
          <ac:chgData name="Ibrahim NIANG" userId="acdf7ece8d0764a7" providerId="LiveId" clId="{9306A5DC-73E1-41DC-AB9D-C76880EBBF4E}" dt="2024-10-29T10:17:53.839" v="321" actId="478"/>
          <ac:spMkLst>
            <pc:docMk/>
            <pc:sldMk cId="3726263903" sldId="536"/>
            <ac:spMk id="13" creationId="{5FD4E506-C3F3-E970-6DF6-B3878892A009}"/>
          </ac:spMkLst>
        </pc:spChg>
        <pc:spChg chg="add mod">
          <ac:chgData name="Ibrahim NIANG" userId="acdf7ece8d0764a7" providerId="LiveId" clId="{9306A5DC-73E1-41DC-AB9D-C76880EBBF4E}" dt="2024-10-29T10:23:32.569" v="354" actId="1076"/>
          <ac:spMkLst>
            <pc:docMk/>
            <pc:sldMk cId="3726263903" sldId="536"/>
            <ac:spMk id="15" creationId="{9C45D190-7091-1A3C-A700-E22496B90936}"/>
          </ac:spMkLst>
        </pc:spChg>
        <pc:spChg chg="add mod">
          <ac:chgData name="Ibrahim NIANG" userId="acdf7ece8d0764a7" providerId="LiveId" clId="{9306A5DC-73E1-41DC-AB9D-C76880EBBF4E}" dt="2024-10-29T11:16:45.772" v="449"/>
          <ac:spMkLst>
            <pc:docMk/>
            <pc:sldMk cId="3726263903" sldId="536"/>
            <ac:spMk id="16" creationId="{63659CBB-8474-BC03-F015-CFA9CF3CCEDB}"/>
          </ac:spMkLst>
        </pc:spChg>
        <pc:picChg chg="del">
          <ac:chgData name="Ibrahim NIANG" userId="acdf7ece8d0764a7" providerId="LiveId" clId="{9306A5DC-73E1-41DC-AB9D-C76880EBBF4E}" dt="2024-10-29T10:17:43.087" v="317" actId="478"/>
          <ac:picMkLst>
            <pc:docMk/>
            <pc:sldMk cId="3726263903" sldId="536"/>
            <ac:picMk id="4" creationId="{E7A40481-BB62-C24E-B32B-F79C997B43D1}"/>
          </ac:picMkLst>
        </pc:picChg>
        <pc:picChg chg="add mod">
          <ac:chgData name="Ibrahim NIANG" userId="acdf7ece8d0764a7" providerId="LiveId" clId="{9306A5DC-73E1-41DC-AB9D-C76880EBBF4E}" dt="2024-10-29T10:26:12.701" v="363" actId="1076"/>
          <ac:picMkLst>
            <pc:docMk/>
            <pc:sldMk cId="3726263903" sldId="536"/>
            <ac:picMk id="6147" creationId="{333265E8-924B-FA93-CDDF-E94689425867}"/>
          </ac:picMkLst>
        </pc:picChg>
        <pc:picChg chg="add del">
          <ac:chgData name="Ibrahim NIANG" userId="acdf7ece8d0764a7" providerId="LiveId" clId="{9306A5DC-73E1-41DC-AB9D-C76880EBBF4E}" dt="2024-10-29T10:26:49.219" v="365" actId="478"/>
          <ac:picMkLst>
            <pc:docMk/>
            <pc:sldMk cId="3726263903" sldId="536"/>
            <ac:picMk id="6149" creationId="{8551027E-DCEB-7022-1867-8A92EF4C9C5A}"/>
          </ac:picMkLst>
        </pc:picChg>
        <pc:picChg chg="add mod">
          <ac:chgData name="Ibrahim NIANG" userId="acdf7ece8d0764a7" providerId="LiveId" clId="{9306A5DC-73E1-41DC-AB9D-C76880EBBF4E}" dt="2024-10-29T10:27:17.058" v="367" actId="1076"/>
          <ac:picMkLst>
            <pc:docMk/>
            <pc:sldMk cId="3726263903" sldId="536"/>
            <ac:picMk id="6151" creationId="{887D491B-5802-9395-0BB2-6294506E6012}"/>
          </ac:picMkLst>
        </pc:picChg>
      </pc:sldChg>
      <pc:sldChg chg="addSp delSp modSp add mod modNotesTx">
        <pc:chgData name="Ibrahim NIANG" userId="acdf7ece8d0764a7" providerId="LiveId" clId="{9306A5DC-73E1-41DC-AB9D-C76880EBBF4E}" dt="2024-10-29T11:17:54.972" v="463"/>
        <pc:sldMkLst>
          <pc:docMk/>
          <pc:sldMk cId="3823860732" sldId="537"/>
        </pc:sldMkLst>
        <pc:spChg chg="add mod">
          <ac:chgData name="Ibrahim NIANG" userId="acdf7ece8d0764a7" providerId="LiveId" clId="{9306A5DC-73E1-41DC-AB9D-C76880EBBF4E}" dt="2024-10-29T11:17:54.972" v="463"/>
          <ac:spMkLst>
            <pc:docMk/>
            <pc:sldMk cId="3823860732" sldId="537"/>
            <ac:spMk id="3" creationId="{BA1F0FA2-0F7A-56B0-4A03-E30C86FE906A}"/>
          </ac:spMkLst>
        </pc:spChg>
        <pc:spChg chg="mod">
          <ac:chgData name="Ibrahim NIANG" userId="acdf7ece8d0764a7" providerId="LiveId" clId="{9306A5DC-73E1-41DC-AB9D-C76880EBBF4E}" dt="2024-10-29T11:17:52.765" v="462" actId="404"/>
          <ac:spMkLst>
            <pc:docMk/>
            <pc:sldMk cId="3823860732" sldId="537"/>
            <ac:spMk id="11" creationId="{8040BCCB-BCDF-E555-F1E4-36715B11405E}"/>
          </ac:spMkLst>
        </pc:spChg>
        <pc:picChg chg="del">
          <ac:chgData name="Ibrahim NIANG" userId="acdf7ece8d0764a7" providerId="LiveId" clId="{9306A5DC-73E1-41DC-AB9D-C76880EBBF4E}" dt="2024-10-29T10:28:20.782" v="369" actId="478"/>
          <ac:picMkLst>
            <pc:docMk/>
            <pc:sldMk cId="3823860732" sldId="537"/>
            <ac:picMk id="13" creationId="{E489A176-B3E2-0C42-C6D7-F1410F1EF26D}"/>
          </ac:picMkLst>
        </pc:picChg>
        <pc:picChg chg="add mod">
          <ac:chgData name="Ibrahim NIANG" userId="acdf7ece8d0764a7" providerId="LiveId" clId="{9306A5DC-73E1-41DC-AB9D-C76880EBBF4E}" dt="2024-10-29T10:28:26.144" v="373" actId="1076"/>
          <ac:picMkLst>
            <pc:docMk/>
            <pc:sldMk cId="3823860732" sldId="537"/>
            <ac:picMk id="7170" creationId="{CF0BF3CA-06B1-9E91-9A9C-E3E6D9DB8D84}"/>
          </ac:picMkLst>
        </pc:picChg>
      </pc:sldChg>
      <pc:sldChg chg="addSp delSp modSp add mod">
        <pc:chgData name="Ibrahim NIANG" userId="acdf7ece8d0764a7" providerId="LiveId" clId="{9306A5DC-73E1-41DC-AB9D-C76880EBBF4E}" dt="2024-10-29T11:22:19.615" v="478" actId="1076"/>
        <pc:sldMkLst>
          <pc:docMk/>
          <pc:sldMk cId="210351825" sldId="538"/>
        </pc:sldMkLst>
        <pc:spChg chg="del">
          <ac:chgData name="Ibrahim NIANG" userId="acdf7ece8d0764a7" providerId="LiveId" clId="{9306A5DC-73E1-41DC-AB9D-C76880EBBF4E}" dt="2024-10-29T10:29:51.390" v="380" actId="478"/>
          <ac:spMkLst>
            <pc:docMk/>
            <pc:sldMk cId="210351825" sldId="538"/>
            <ac:spMk id="4" creationId="{4566E1AE-1A37-C809-34B1-F87DD4ABE803}"/>
          </ac:spMkLst>
        </pc:spChg>
        <pc:spChg chg="mod">
          <ac:chgData name="Ibrahim NIANG" userId="acdf7ece8d0764a7" providerId="LiveId" clId="{9306A5DC-73E1-41DC-AB9D-C76880EBBF4E}" dt="2024-10-29T11:22:19.615" v="478" actId="1076"/>
          <ac:spMkLst>
            <pc:docMk/>
            <pc:sldMk cId="210351825" sldId="538"/>
            <ac:spMk id="11" creationId="{DF797185-F605-025D-C317-99A2D0EAE42D}"/>
          </ac:spMkLst>
        </pc:spChg>
        <pc:spChg chg="add del">
          <ac:chgData name="Ibrahim NIANG" userId="acdf7ece8d0764a7" providerId="LiveId" clId="{9306A5DC-73E1-41DC-AB9D-C76880EBBF4E}" dt="2024-10-29T11:19:16.849" v="465" actId="478"/>
          <ac:spMkLst>
            <pc:docMk/>
            <pc:sldMk cId="210351825" sldId="538"/>
            <ac:spMk id="12" creationId="{E5B3716E-AEDC-A66C-4329-74AF9E88847B}"/>
          </ac:spMkLst>
        </pc:spChg>
        <pc:spChg chg="add mod">
          <ac:chgData name="Ibrahim NIANG" userId="acdf7ece8d0764a7" providerId="LiveId" clId="{9306A5DC-73E1-41DC-AB9D-C76880EBBF4E}" dt="2024-10-29T11:21:26.722" v="472" actId="122"/>
          <ac:spMkLst>
            <pc:docMk/>
            <pc:sldMk cId="210351825" sldId="538"/>
            <ac:spMk id="14" creationId="{349FE4B6-01D3-72B4-BE76-4E4E240DA276}"/>
          </ac:spMkLst>
        </pc:spChg>
        <pc:spChg chg="add mod">
          <ac:chgData name="Ibrahim NIANG" userId="acdf7ece8d0764a7" providerId="LiveId" clId="{9306A5DC-73E1-41DC-AB9D-C76880EBBF4E}" dt="2024-10-29T11:21:35.131" v="473"/>
          <ac:spMkLst>
            <pc:docMk/>
            <pc:sldMk cId="210351825" sldId="538"/>
            <ac:spMk id="15" creationId="{3E5AEE6E-1408-1E9D-0462-A611CD7998D3}"/>
          </ac:spMkLst>
        </pc:spChg>
        <pc:picChg chg="add del mod">
          <ac:chgData name="Ibrahim NIANG" userId="acdf7ece8d0764a7" providerId="LiveId" clId="{9306A5DC-73E1-41DC-AB9D-C76880EBBF4E}" dt="2024-10-29T11:21:16.153" v="467" actId="478"/>
          <ac:picMkLst>
            <pc:docMk/>
            <pc:sldMk cId="210351825" sldId="538"/>
            <ac:picMk id="7" creationId="{F341E2AB-3E48-7447-1E3D-80314C40320A}"/>
          </ac:picMkLst>
        </pc:picChg>
        <pc:picChg chg="del">
          <ac:chgData name="Ibrahim NIANG" userId="acdf7ece8d0764a7" providerId="LiveId" clId="{9306A5DC-73E1-41DC-AB9D-C76880EBBF4E}" dt="2024-10-29T10:29:48.900" v="379" actId="478"/>
          <ac:picMkLst>
            <pc:docMk/>
            <pc:sldMk cId="210351825" sldId="538"/>
            <ac:picMk id="10" creationId="{9EE59ECA-AABD-2486-9AAB-9A3F371FEAA8}"/>
          </ac:picMkLst>
        </pc:picChg>
        <pc:picChg chg="del">
          <ac:chgData name="Ibrahim NIANG" userId="acdf7ece8d0764a7" providerId="LiveId" clId="{9306A5DC-73E1-41DC-AB9D-C76880EBBF4E}" dt="2024-10-29T10:29:48.318" v="378" actId="478"/>
          <ac:picMkLst>
            <pc:docMk/>
            <pc:sldMk cId="210351825" sldId="538"/>
            <ac:picMk id="7170" creationId="{C87B5806-D4E7-CC4E-F119-C12675547542}"/>
          </ac:picMkLst>
        </pc:picChg>
        <pc:picChg chg="add mod">
          <ac:chgData name="Ibrahim NIANG" userId="acdf7ece8d0764a7" providerId="LiveId" clId="{9306A5DC-73E1-41DC-AB9D-C76880EBBF4E}" dt="2024-10-29T11:21:58.189" v="476" actId="14100"/>
          <ac:picMkLst>
            <pc:docMk/>
            <pc:sldMk cId="210351825" sldId="538"/>
            <ac:picMk id="8194" creationId="{75E9D6F9-10BD-1C53-21A5-EA921D0B9D9F}"/>
          </ac:picMkLst>
        </pc:picChg>
      </pc:sldChg>
      <pc:sldChg chg="addSp delSp modSp add mod">
        <pc:chgData name="Ibrahim NIANG" userId="acdf7ece8d0764a7" providerId="LiveId" clId="{9306A5DC-73E1-41DC-AB9D-C76880EBBF4E}" dt="2024-10-29T11:16:16.602" v="443" actId="404"/>
        <pc:sldMkLst>
          <pc:docMk/>
          <pc:sldMk cId="1014814413" sldId="539"/>
        </pc:sldMkLst>
        <pc:spChg chg="add mod">
          <ac:chgData name="Ibrahim NIANG" userId="acdf7ece8d0764a7" providerId="LiveId" clId="{9306A5DC-73E1-41DC-AB9D-C76880EBBF4E}" dt="2024-10-29T11:15:01.153" v="412" actId="20577"/>
          <ac:spMkLst>
            <pc:docMk/>
            <pc:sldMk cId="1014814413" sldId="539"/>
            <ac:spMk id="4" creationId="{808A87D7-608F-5758-D9F5-9FB047C0A8CE}"/>
          </ac:spMkLst>
        </pc:spChg>
        <pc:spChg chg="mod">
          <ac:chgData name="Ibrahim NIANG" userId="acdf7ece8d0764a7" providerId="LiveId" clId="{9306A5DC-73E1-41DC-AB9D-C76880EBBF4E}" dt="2024-10-29T11:16:16.602" v="443" actId="404"/>
          <ac:spMkLst>
            <pc:docMk/>
            <pc:sldMk cId="1014814413" sldId="539"/>
            <ac:spMk id="11" creationId="{6E418905-43A8-3CCE-EF2A-C5C58324E853}"/>
          </ac:spMkLst>
        </pc:spChg>
        <pc:picChg chg="add mod">
          <ac:chgData name="Ibrahim NIANG" userId="acdf7ece8d0764a7" providerId="LiveId" clId="{9306A5DC-73E1-41DC-AB9D-C76880EBBF4E}" dt="2024-10-29T11:14:34.163" v="394" actId="1076"/>
          <ac:picMkLst>
            <pc:docMk/>
            <pc:sldMk cId="1014814413" sldId="539"/>
            <ac:picMk id="3" creationId="{740CA107-534F-C571-395A-26006F2523AF}"/>
          </ac:picMkLst>
        </pc:picChg>
        <pc:picChg chg="del">
          <ac:chgData name="Ibrahim NIANG" userId="acdf7ece8d0764a7" providerId="LiveId" clId="{9306A5DC-73E1-41DC-AB9D-C76880EBBF4E}" dt="2024-10-29T11:14:29.043" v="391" actId="478"/>
          <ac:picMkLst>
            <pc:docMk/>
            <pc:sldMk cId="1014814413" sldId="539"/>
            <ac:picMk id="2050" creationId="{31005925-9E6D-E61F-2AC1-F58654736790}"/>
          </ac:picMkLst>
        </pc:picChg>
      </pc:sldChg>
      <pc:sldChg chg="addSp delSp modSp add mod modNotesTx">
        <pc:chgData name="Ibrahim NIANG" userId="acdf7ece8d0764a7" providerId="LiveId" clId="{9306A5DC-73E1-41DC-AB9D-C76880EBBF4E}" dt="2024-11-06T11:46:03.133" v="1478" actId="20577"/>
        <pc:sldMkLst>
          <pc:docMk/>
          <pc:sldMk cId="3026545837" sldId="540"/>
        </pc:sldMkLst>
        <pc:spChg chg="add mod">
          <ac:chgData name="Ibrahim NIANG" userId="acdf7ece8d0764a7" providerId="LiveId" clId="{9306A5DC-73E1-41DC-AB9D-C76880EBBF4E}" dt="2024-11-05T18:06:31.950" v="1268" actId="20577"/>
          <ac:spMkLst>
            <pc:docMk/>
            <pc:sldMk cId="3026545837" sldId="540"/>
            <ac:spMk id="3" creationId="{80125796-E696-C413-7A90-A2CF4FF2FA0B}"/>
          </ac:spMkLst>
        </pc:spChg>
        <pc:spChg chg="mod">
          <ac:chgData name="Ibrahim NIANG" userId="acdf7ece8d0764a7" providerId="LiveId" clId="{9306A5DC-73E1-41DC-AB9D-C76880EBBF4E}" dt="2024-11-05T18:08:11.602" v="1342" actId="404"/>
          <ac:spMkLst>
            <pc:docMk/>
            <pc:sldMk cId="3026545837" sldId="540"/>
            <ac:spMk id="11" creationId="{CDC823C9-10FA-7622-E8B5-6A213A4F0522}"/>
          </ac:spMkLst>
        </pc:spChg>
        <pc:picChg chg="del">
          <ac:chgData name="Ibrahim NIANG" userId="acdf7ece8d0764a7" providerId="LiveId" clId="{9306A5DC-73E1-41DC-AB9D-C76880EBBF4E}" dt="2024-11-05T18:05:38.785" v="1259" actId="478"/>
          <ac:picMkLst>
            <pc:docMk/>
            <pc:sldMk cId="3026545837" sldId="540"/>
            <ac:picMk id="7" creationId="{A9110FA0-038C-93E4-3690-27853D76AC30}"/>
          </ac:picMkLst>
        </pc:picChg>
      </pc:sldChg>
      <pc:sldChg chg="addSp delSp modSp add mod">
        <pc:chgData name="Ibrahim NIANG" userId="acdf7ece8d0764a7" providerId="LiveId" clId="{9306A5DC-73E1-41DC-AB9D-C76880EBBF4E}" dt="2024-10-29T11:22:52.549" v="502" actId="1076"/>
        <pc:sldMkLst>
          <pc:docMk/>
          <pc:sldMk cId="3920302908" sldId="541"/>
        </pc:sldMkLst>
        <pc:spChg chg="mod">
          <ac:chgData name="Ibrahim NIANG" userId="acdf7ece8d0764a7" providerId="LiveId" clId="{9306A5DC-73E1-41DC-AB9D-C76880EBBF4E}" dt="2024-10-29T11:22:30.172" v="496" actId="20577"/>
          <ac:spMkLst>
            <pc:docMk/>
            <pc:sldMk cId="3920302908" sldId="541"/>
            <ac:spMk id="11" creationId="{0B63064D-99E8-E923-E7CD-5B56FD37A29C}"/>
          </ac:spMkLst>
        </pc:spChg>
        <pc:picChg chg="del">
          <ac:chgData name="Ibrahim NIANG" userId="acdf7ece8d0764a7" providerId="LiveId" clId="{9306A5DC-73E1-41DC-AB9D-C76880EBBF4E}" dt="2024-10-29T11:22:34.849" v="497" actId="478"/>
          <ac:picMkLst>
            <pc:docMk/>
            <pc:sldMk cId="3920302908" sldId="541"/>
            <ac:picMk id="8194" creationId="{C1D96853-B1B1-9477-7D76-DF6DCC672122}"/>
          </ac:picMkLst>
        </pc:picChg>
        <pc:picChg chg="add mod">
          <ac:chgData name="Ibrahim NIANG" userId="acdf7ece8d0764a7" providerId="LiveId" clId="{9306A5DC-73E1-41DC-AB9D-C76880EBBF4E}" dt="2024-10-29T11:22:52.549" v="502" actId="1076"/>
          <ac:picMkLst>
            <pc:docMk/>
            <pc:sldMk cId="3920302908" sldId="541"/>
            <ac:picMk id="9218" creationId="{8C31B11B-48E0-D375-9C64-00E2158471E5}"/>
          </ac:picMkLst>
        </pc:picChg>
      </pc:sldChg>
      <pc:sldChg chg="addSp delSp modSp add mod">
        <pc:chgData name="Ibrahim NIANG" userId="acdf7ece8d0764a7" providerId="LiveId" clId="{9306A5DC-73E1-41DC-AB9D-C76880EBBF4E}" dt="2024-10-29T11:30:49.649" v="627" actId="20577"/>
        <pc:sldMkLst>
          <pc:docMk/>
          <pc:sldMk cId="113635674" sldId="542"/>
        </pc:sldMkLst>
        <pc:spChg chg="add del">
          <ac:chgData name="Ibrahim NIANG" userId="acdf7ece8d0764a7" providerId="LiveId" clId="{9306A5DC-73E1-41DC-AB9D-C76880EBBF4E}" dt="2024-10-29T11:27:01.473" v="534" actId="22"/>
          <ac:spMkLst>
            <pc:docMk/>
            <pc:sldMk cId="113635674" sldId="542"/>
            <ac:spMk id="10" creationId="{34D3D4D6-5E8D-8934-1DED-365BF09517F1}"/>
          </ac:spMkLst>
        </pc:spChg>
        <pc:spChg chg="mod">
          <ac:chgData name="Ibrahim NIANG" userId="acdf7ece8d0764a7" providerId="LiveId" clId="{9306A5DC-73E1-41DC-AB9D-C76880EBBF4E}" dt="2024-10-29T11:30:49.649" v="627" actId="20577"/>
          <ac:spMkLst>
            <pc:docMk/>
            <pc:sldMk cId="113635674" sldId="542"/>
            <ac:spMk id="11" creationId="{E5C4E08E-6D2F-95D5-E4A6-67066430EA2C}"/>
          </ac:spMkLst>
        </pc:spChg>
        <pc:spChg chg="add del">
          <ac:chgData name="Ibrahim NIANG" userId="acdf7ece8d0764a7" providerId="LiveId" clId="{9306A5DC-73E1-41DC-AB9D-C76880EBBF4E}" dt="2024-10-29T11:27:16.951" v="536" actId="478"/>
          <ac:spMkLst>
            <pc:docMk/>
            <pc:sldMk cId="113635674" sldId="542"/>
            <ac:spMk id="13" creationId="{A716B328-206A-4688-EC71-9F365927052A}"/>
          </ac:spMkLst>
        </pc:spChg>
        <pc:spChg chg="del mod">
          <ac:chgData name="Ibrahim NIANG" userId="acdf7ece8d0764a7" providerId="LiveId" clId="{9306A5DC-73E1-41DC-AB9D-C76880EBBF4E}" dt="2024-10-29T11:29:37.683" v="613" actId="478"/>
          <ac:spMkLst>
            <pc:docMk/>
            <pc:sldMk cId="113635674" sldId="542"/>
            <ac:spMk id="14" creationId="{F4471271-77F5-2E22-A488-8773D4C83CF9}"/>
          </ac:spMkLst>
        </pc:spChg>
        <pc:spChg chg="mod">
          <ac:chgData name="Ibrahim NIANG" userId="acdf7ece8d0764a7" providerId="LiveId" clId="{9306A5DC-73E1-41DC-AB9D-C76880EBBF4E}" dt="2024-10-29T11:29:41.235" v="614" actId="1076"/>
          <ac:spMkLst>
            <pc:docMk/>
            <pc:sldMk cId="113635674" sldId="542"/>
            <ac:spMk id="15" creationId="{73E19201-4C75-4D57-E287-2A567D60D1D0}"/>
          </ac:spMkLst>
        </pc:spChg>
        <pc:spChg chg="add mod">
          <ac:chgData name="Ibrahim NIANG" userId="acdf7ece8d0764a7" providerId="LiveId" clId="{9306A5DC-73E1-41DC-AB9D-C76880EBBF4E}" dt="2024-10-29T11:29:59.412" v="619" actId="14100"/>
          <ac:spMkLst>
            <pc:docMk/>
            <pc:sldMk cId="113635674" sldId="542"/>
            <ac:spMk id="17" creationId="{43D0D53F-0787-880A-9393-3DEFE95AC56F}"/>
          </ac:spMkLst>
        </pc:spChg>
        <pc:picChg chg="add del mod">
          <ac:chgData name="Ibrahim NIANG" userId="acdf7ece8d0764a7" providerId="LiveId" clId="{9306A5DC-73E1-41DC-AB9D-C76880EBBF4E}" dt="2024-10-29T11:24:12.689" v="514" actId="478"/>
          <ac:picMkLst>
            <pc:docMk/>
            <pc:sldMk cId="113635674" sldId="542"/>
            <ac:picMk id="3" creationId="{D96D992F-5635-1BD5-DB8F-EBD95BAB271D}"/>
          </ac:picMkLst>
        </pc:picChg>
        <pc:picChg chg="add mod modCrop">
          <ac:chgData name="Ibrahim NIANG" userId="acdf7ece8d0764a7" providerId="LiveId" clId="{9306A5DC-73E1-41DC-AB9D-C76880EBBF4E}" dt="2024-10-29T11:27:46.039" v="546" actId="1076"/>
          <ac:picMkLst>
            <pc:docMk/>
            <pc:sldMk cId="113635674" sldId="542"/>
            <ac:picMk id="7" creationId="{631E2AD0-4770-6E36-F55B-24BB2F62F56B}"/>
          </ac:picMkLst>
        </pc:picChg>
        <pc:picChg chg="del">
          <ac:chgData name="Ibrahim NIANG" userId="acdf7ece8d0764a7" providerId="LiveId" clId="{9306A5DC-73E1-41DC-AB9D-C76880EBBF4E}" dt="2024-10-29T11:23:15.436" v="504" actId="478"/>
          <ac:picMkLst>
            <pc:docMk/>
            <pc:sldMk cId="113635674" sldId="542"/>
            <ac:picMk id="9218" creationId="{F781D862-DF75-9F57-7778-B1499730B121}"/>
          </ac:picMkLst>
        </pc:picChg>
        <pc:picChg chg="add mod">
          <ac:chgData name="Ibrahim NIANG" userId="acdf7ece8d0764a7" providerId="LiveId" clId="{9306A5DC-73E1-41DC-AB9D-C76880EBBF4E}" dt="2024-10-29T11:27:41.445" v="544" actId="1076"/>
          <ac:picMkLst>
            <pc:docMk/>
            <pc:sldMk cId="113635674" sldId="542"/>
            <ac:picMk id="10242" creationId="{CA9A4A42-B529-4336-CEB3-B352BC472F3B}"/>
          </ac:picMkLst>
        </pc:picChg>
      </pc:sldChg>
      <pc:sldChg chg="addSp delSp modSp add mod">
        <pc:chgData name="Ibrahim NIANG" userId="acdf7ece8d0764a7" providerId="LiveId" clId="{9306A5DC-73E1-41DC-AB9D-C76880EBBF4E}" dt="2024-10-29T11:38:19.601" v="766" actId="20577"/>
        <pc:sldMkLst>
          <pc:docMk/>
          <pc:sldMk cId="2212781140" sldId="543"/>
        </pc:sldMkLst>
        <pc:spChg chg="add mod">
          <ac:chgData name="Ibrahim NIANG" userId="acdf7ece8d0764a7" providerId="LiveId" clId="{9306A5DC-73E1-41DC-AB9D-C76880EBBF4E}" dt="2024-10-29T11:36:39.278" v="716" actId="1076"/>
          <ac:spMkLst>
            <pc:docMk/>
            <pc:sldMk cId="2212781140" sldId="543"/>
            <ac:spMk id="4" creationId="{1E2D3B7B-2862-E448-1BFE-04678D6BEB1C}"/>
          </ac:spMkLst>
        </pc:spChg>
        <pc:spChg chg="add mod">
          <ac:chgData name="Ibrahim NIANG" userId="acdf7ece8d0764a7" providerId="LiveId" clId="{9306A5DC-73E1-41DC-AB9D-C76880EBBF4E}" dt="2024-10-29T11:36:31.036" v="713" actId="1076"/>
          <ac:spMkLst>
            <pc:docMk/>
            <pc:sldMk cId="2212781140" sldId="543"/>
            <ac:spMk id="10" creationId="{7E2DC359-F188-2CFC-4133-0D0830156C86}"/>
          </ac:spMkLst>
        </pc:spChg>
        <pc:spChg chg="mod">
          <ac:chgData name="Ibrahim NIANG" userId="acdf7ece8d0764a7" providerId="LiveId" clId="{9306A5DC-73E1-41DC-AB9D-C76880EBBF4E}" dt="2024-10-29T11:38:19.601" v="766" actId="20577"/>
          <ac:spMkLst>
            <pc:docMk/>
            <pc:sldMk cId="2212781140" sldId="543"/>
            <ac:spMk id="11" creationId="{A3968050-FB11-C428-8234-9839BB8BFF55}"/>
          </ac:spMkLst>
        </pc:spChg>
        <pc:spChg chg="add del mod">
          <ac:chgData name="Ibrahim NIANG" userId="acdf7ece8d0764a7" providerId="LiveId" clId="{9306A5DC-73E1-41DC-AB9D-C76880EBBF4E}" dt="2024-10-29T11:34:56.434" v="691" actId="478"/>
          <ac:spMkLst>
            <pc:docMk/>
            <pc:sldMk cId="2212781140" sldId="543"/>
            <ac:spMk id="13" creationId="{27A7F3BC-082F-7C94-47ED-CE0926F0D1B4}"/>
          </ac:spMkLst>
        </pc:spChg>
        <pc:spChg chg="del">
          <ac:chgData name="Ibrahim NIANG" userId="acdf7ece8d0764a7" providerId="LiveId" clId="{9306A5DC-73E1-41DC-AB9D-C76880EBBF4E}" dt="2024-10-29T11:32:54.611" v="655" actId="478"/>
          <ac:spMkLst>
            <pc:docMk/>
            <pc:sldMk cId="2212781140" sldId="543"/>
            <ac:spMk id="17" creationId="{8C77F61A-5A5D-5168-3754-76D537530F58}"/>
          </ac:spMkLst>
        </pc:spChg>
        <pc:spChg chg="add del">
          <ac:chgData name="Ibrahim NIANG" userId="acdf7ece8d0764a7" providerId="LiveId" clId="{9306A5DC-73E1-41DC-AB9D-C76880EBBF4E}" dt="2024-10-29T11:37:03.696" v="718" actId="22"/>
          <ac:spMkLst>
            <pc:docMk/>
            <pc:sldMk cId="2212781140" sldId="543"/>
            <ac:spMk id="21" creationId="{1244F4C3-EED6-B245-CDAF-B19D330F826B}"/>
          </ac:spMkLst>
        </pc:spChg>
        <pc:spChg chg="add mod">
          <ac:chgData name="Ibrahim NIANG" userId="acdf7ece8d0764a7" providerId="LiveId" clId="{9306A5DC-73E1-41DC-AB9D-C76880EBBF4E}" dt="2024-10-29T11:37:25.072" v="724" actId="1076"/>
          <ac:spMkLst>
            <pc:docMk/>
            <pc:sldMk cId="2212781140" sldId="543"/>
            <ac:spMk id="23" creationId="{3EBAA434-5A82-CF8A-B7E4-A403DFF2D9A6}"/>
          </ac:spMkLst>
        </pc:spChg>
        <pc:picChg chg="del">
          <ac:chgData name="Ibrahim NIANG" userId="acdf7ece8d0764a7" providerId="LiveId" clId="{9306A5DC-73E1-41DC-AB9D-C76880EBBF4E}" dt="2024-10-29T11:32:39.594" v="648" actId="478"/>
          <ac:picMkLst>
            <pc:docMk/>
            <pc:sldMk cId="2212781140" sldId="543"/>
            <ac:picMk id="7" creationId="{6ACACBE6-922B-FCB7-9844-FF17CDD37A50}"/>
          </ac:picMkLst>
        </pc:picChg>
        <pc:picChg chg="add mod">
          <ac:chgData name="Ibrahim NIANG" userId="acdf7ece8d0764a7" providerId="LiveId" clId="{9306A5DC-73E1-41DC-AB9D-C76880EBBF4E}" dt="2024-10-29T11:36:28.188" v="712" actId="1076"/>
          <ac:picMkLst>
            <pc:docMk/>
            <pc:sldMk cId="2212781140" sldId="543"/>
            <ac:picMk id="16" creationId="{7BD39DD4-460F-9CFE-2227-C3958EB01BEA}"/>
          </ac:picMkLst>
        </pc:picChg>
        <pc:picChg chg="add mod modCrop">
          <ac:chgData name="Ibrahim NIANG" userId="acdf7ece8d0764a7" providerId="LiveId" clId="{9306A5DC-73E1-41DC-AB9D-C76880EBBF4E}" dt="2024-10-29T11:36:26.352" v="711" actId="1076"/>
          <ac:picMkLst>
            <pc:docMk/>
            <pc:sldMk cId="2212781140" sldId="543"/>
            <ac:picMk id="19" creationId="{FB3ADF9F-F9F2-96AC-73DE-1BC896D57A05}"/>
          </ac:picMkLst>
        </pc:picChg>
        <pc:picChg chg="del">
          <ac:chgData name="Ibrahim NIANG" userId="acdf7ece8d0764a7" providerId="LiveId" clId="{9306A5DC-73E1-41DC-AB9D-C76880EBBF4E}" dt="2024-10-29T11:32:40.823" v="649" actId="478"/>
          <ac:picMkLst>
            <pc:docMk/>
            <pc:sldMk cId="2212781140" sldId="543"/>
            <ac:picMk id="10242" creationId="{B3723D77-6D51-2185-793A-856626877FCE}"/>
          </ac:picMkLst>
        </pc:picChg>
      </pc:sldChg>
      <pc:sldChg chg="delSp modSp add mod">
        <pc:chgData name="Ibrahim NIANG" userId="acdf7ece8d0764a7" providerId="LiveId" clId="{9306A5DC-73E1-41DC-AB9D-C76880EBBF4E}" dt="2024-10-29T11:38:07.013" v="762" actId="404"/>
        <pc:sldMkLst>
          <pc:docMk/>
          <pc:sldMk cId="2162645583" sldId="544"/>
        </pc:sldMkLst>
        <pc:spChg chg="del">
          <ac:chgData name="Ibrahim NIANG" userId="acdf7ece8d0764a7" providerId="LiveId" clId="{9306A5DC-73E1-41DC-AB9D-C76880EBBF4E}" dt="2024-10-29T11:37:45.578" v="727" actId="478"/>
          <ac:spMkLst>
            <pc:docMk/>
            <pc:sldMk cId="2162645583" sldId="544"/>
            <ac:spMk id="4" creationId="{BE18C5D2-EEE6-B76C-B26A-1FA6228EFC75}"/>
          </ac:spMkLst>
        </pc:spChg>
        <pc:spChg chg="mod">
          <ac:chgData name="Ibrahim NIANG" userId="acdf7ece8d0764a7" providerId="LiveId" clId="{9306A5DC-73E1-41DC-AB9D-C76880EBBF4E}" dt="2024-10-29T11:38:07.013" v="762" actId="404"/>
          <ac:spMkLst>
            <pc:docMk/>
            <pc:sldMk cId="2162645583" sldId="544"/>
            <ac:spMk id="11" creationId="{93B0C4D7-94F4-9FC2-8779-E7F846871B43}"/>
          </ac:spMkLst>
        </pc:spChg>
        <pc:picChg chg="del">
          <ac:chgData name="Ibrahim NIANG" userId="acdf7ece8d0764a7" providerId="LiveId" clId="{9306A5DC-73E1-41DC-AB9D-C76880EBBF4E}" dt="2024-10-29T11:37:43.436" v="726" actId="478"/>
          <ac:picMkLst>
            <pc:docMk/>
            <pc:sldMk cId="2162645583" sldId="544"/>
            <ac:picMk id="19" creationId="{C8D24D32-641E-B1FC-686D-100234E3877E}"/>
          </ac:picMkLst>
        </pc:picChg>
      </pc:sldChg>
      <pc:sldChg chg="addSp delSp modSp add mod">
        <pc:chgData name="Ibrahim NIANG" userId="acdf7ece8d0764a7" providerId="LiveId" clId="{9306A5DC-73E1-41DC-AB9D-C76880EBBF4E}" dt="2024-10-29T12:00:40.347" v="855" actId="1076"/>
        <pc:sldMkLst>
          <pc:docMk/>
          <pc:sldMk cId="2167895979" sldId="545"/>
        </pc:sldMkLst>
        <pc:spChg chg="add">
          <ac:chgData name="Ibrahim NIANG" userId="acdf7ece8d0764a7" providerId="LiveId" clId="{9306A5DC-73E1-41DC-AB9D-C76880EBBF4E}" dt="2024-10-29T11:54:51.994" v="818"/>
          <ac:spMkLst>
            <pc:docMk/>
            <pc:sldMk cId="2167895979" sldId="545"/>
            <ac:spMk id="3" creationId="{6E0F7D29-986C-68A8-C153-574954429E2A}"/>
          </ac:spMkLst>
        </pc:spChg>
        <pc:spChg chg="del">
          <ac:chgData name="Ibrahim NIANG" userId="acdf7ece8d0764a7" providerId="LiveId" clId="{9306A5DC-73E1-41DC-AB9D-C76880EBBF4E}" dt="2024-10-29T11:53:47.908" v="814" actId="478"/>
          <ac:spMkLst>
            <pc:docMk/>
            <pc:sldMk cId="2167895979" sldId="545"/>
            <ac:spMk id="4" creationId="{1EBB0E9B-6C15-CEE1-248D-30ABEBCA4B09}"/>
          </ac:spMkLst>
        </pc:spChg>
        <pc:spChg chg="add mod">
          <ac:chgData name="Ibrahim NIANG" userId="acdf7ece8d0764a7" providerId="LiveId" clId="{9306A5DC-73E1-41DC-AB9D-C76880EBBF4E}" dt="2024-10-29T12:00:26.585" v="853" actId="1076"/>
          <ac:spMkLst>
            <pc:docMk/>
            <pc:sldMk cId="2167895979" sldId="545"/>
            <ac:spMk id="9" creationId="{E4BCD69F-2C71-55FD-D3A7-084072D5C664}"/>
          </ac:spMkLst>
        </pc:spChg>
        <pc:spChg chg="del">
          <ac:chgData name="Ibrahim NIANG" userId="acdf7ece8d0764a7" providerId="LiveId" clId="{9306A5DC-73E1-41DC-AB9D-C76880EBBF4E}" dt="2024-10-29T11:55:14.515" v="825" actId="478"/>
          <ac:spMkLst>
            <pc:docMk/>
            <pc:sldMk cId="2167895979" sldId="545"/>
            <ac:spMk id="10" creationId="{AA0C54D2-911E-2BAC-67BA-03448B15FF96}"/>
          </ac:spMkLst>
        </pc:spChg>
        <pc:spChg chg="mod">
          <ac:chgData name="Ibrahim NIANG" userId="acdf7ece8d0764a7" providerId="LiveId" clId="{9306A5DC-73E1-41DC-AB9D-C76880EBBF4E}" dt="2024-10-29T11:53:40.973" v="813" actId="20577"/>
          <ac:spMkLst>
            <pc:docMk/>
            <pc:sldMk cId="2167895979" sldId="545"/>
            <ac:spMk id="11" creationId="{116BA2F2-D765-2AB3-DA5D-0CC8597D0E41}"/>
          </ac:spMkLst>
        </pc:spChg>
        <pc:spChg chg="del">
          <ac:chgData name="Ibrahim NIANG" userId="acdf7ece8d0764a7" providerId="LiveId" clId="{9306A5DC-73E1-41DC-AB9D-C76880EBBF4E}" dt="2024-10-29T11:53:52.043" v="817" actId="478"/>
          <ac:spMkLst>
            <pc:docMk/>
            <pc:sldMk cId="2167895979" sldId="545"/>
            <ac:spMk id="23" creationId="{B025FFCF-C044-1244-2056-812E551986EF}"/>
          </ac:spMkLst>
        </pc:spChg>
        <pc:picChg chg="del">
          <ac:chgData name="Ibrahim NIANG" userId="acdf7ece8d0764a7" providerId="LiveId" clId="{9306A5DC-73E1-41DC-AB9D-C76880EBBF4E}" dt="2024-10-29T11:53:49.507" v="815" actId="478"/>
          <ac:picMkLst>
            <pc:docMk/>
            <pc:sldMk cId="2167895979" sldId="545"/>
            <ac:picMk id="16" creationId="{692E5EA7-94D4-4074-3507-181B942CCFF3}"/>
          </ac:picMkLst>
        </pc:picChg>
        <pc:picChg chg="del">
          <ac:chgData name="Ibrahim NIANG" userId="acdf7ece8d0764a7" providerId="LiveId" clId="{9306A5DC-73E1-41DC-AB9D-C76880EBBF4E}" dt="2024-10-29T11:53:50.170" v="816" actId="478"/>
          <ac:picMkLst>
            <pc:docMk/>
            <pc:sldMk cId="2167895979" sldId="545"/>
            <ac:picMk id="19" creationId="{985AF401-6E2F-B20D-2123-F61D2E6D5FE0}"/>
          </ac:picMkLst>
        </pc:picChg>
        <pc:picChg chg="add mod">
          <ac:chgData name="Ibrahim NIANG" userId="acdf7ece8d0764a7" providerId="LiveId" clId="{9306A5DC-73E1-41DC-AB9D-C76880EBBF4E}" dt="2024-10-29T12:00:40.347" v="855" actId="1076"/>
          <ac:picMkLst>
            <pc:docMk/>
            <pc:sldMk cId="2167895979" sldId="545"/>
            <ac:picMk id="11267" creationId="{582D73AF-DF29-7480-4E5E-7ADBA6FFB2E1}"/>
          </ac:picMkLst>
        </pc:picChg>
      </pc:sldChg>
      <pc:sldChg chg="addSp delSp modSp add mod">
        <pc:chgData name="Ibrahim NIANG" userId="acdf7ece8d0764a7" providerId="LiveId" clId="{9306A5DC-73E1-41DC-AB9D-C76880EBBF4E}" dt="2024-10-29T12:28:43.957" v="1035" actId="1076"/>
        <pc:sldMkLst>
          <pc:docMk/>
          <pc:sldMk cId="2482163205" sldId="546"/>
        </pc:sldMkLst>
        <pc:spChg chg="add del mod">
          <ac:chgData name="Ibrahim NIANG" userId="acdf7ece8d0764a7" providerId="LiveId" clId="{9306A5DC-73E1-41DC-AB9D-C76880EBBF4E}" dt="2024-10-29T12:23:32.634" v="981" actId="478"/>
          <ac:spMkLst>
            <pc:docMk/>
            <pc:sldMk cId="2482163205" sldId="546"/>
            <ac:spMk id="4" creationId="{1C9AD186-790D-1FDB-E54B-D92D8B404170}"/>
          </ac:spMkLst>
        </pc:spChg>
        <pc:spChg chg="del">
          <ac:chgData name="Ibrahim NIANG" userId="acdf7ece8d0764a7" providerId="LiveId" clId="{9306A5DC-73E1-41DC-AB9D-C76880EBBF4E}" dt="2024-10-29T12:00:47.930" v="857" actId="478"/>
          <ac:spMkLst>
            <pc:docMk/>
            <pc:sldMk cId="2482163205" sldId="546"/>
            <ac:spMk id="9" creationId="{97B9BE1F-BC5D-ACE0-0AC7-4E258511AB8E}"/>
          </ac:spMkLst>
        </pc:spChg>
        <pc:spChg chg="add del mod">
          <ac:chgData name="Ibrahim NIANG" userId="acdf7ece8d0764a7" providerId="LiveId" clId="{9306A5DC-73E1-41DC-AB9D-C76880EBBF4E}" dt="2024-10-29T12:22:50.947" v="974" actId="478"/>
          <ac:spMkLst>
            <pc:docMk/>
            <pc:sldMk cId="2482163205" sldId="546"/>
            <ac:spMk id="10" creationId="{764DFE79-12AC-3856-6210-D4509ED9A7FB}"/>
          </ac:spMkLst>
        </pc:spChg>
        <pc:spChg chg="mod">
          <ac:chgData name="Ibrahim NIANG" userId="acdf7ece8d0764a7" providerId="LiveId" clId="{9306A5DC-73E1-41DC-AB9D-C76880EBBF4E}" dt="2024-10-29T12:25:56.547" v="1009" actId="1076"/>
          <ac:spMkLst>
            <pc:docMk/>
            <pc:sldMk cId="2482163205" sldId="546"/>
            <ac:spMk id="11" creationId="{0DB9B43C-4497-3FD6-1D22-46A64E081B89}"/>
          </ac:spMkLst>
        </pc:spChg>
        <pc:spChg chg="add del mod">
          <ac:chgData name="Ibrahim NIANG" userId="acdf7ece8d0764a7" providerId="LiveId" clId="{9306A5DC-73E1-41DC-AB9D-C76880EBBF4E}" dt="2024-10-29T12:24:35.172" v="992" actId="478"/>
          <ac:spMkLst>
            <pc:docMk/>
            <pc:sldMk cId="2482163205" sldId="546"/>
            <ac:spMk id="13" creationId="{F3228869-0544-EBBE-5867-BFF9FB147E28}"/>
          </ac:spMkLst>
        </pc:spChg>
        <pc:spChg chg="add mod">
          <ac:chgData name="Ibrahim NIANG" userId="acdf7ece8d0764a7" providerId="LiveId" clId="{9306A5DC-73E1-41DC-AB9D-C76880EBBF4E}" dt="2024-10-29T12:28:43.957" v="1035" actId="1076"/>
          <ac:spMkLst>
            <pc:docMk/>
            <pc:sldMk cId="2482163205" sldId="546"/>
            <ac:spMk id="16" creationId="{9EB5F4B2-FBC6-4B19-ECAA-845E0E18B96C}"/>
          </ac:spMkLst>
        </pc:spChg>
        <pc:picChg chg="del">
          <ac:chgData name="Ibrahim NIANG" userId="acdf7ece8d0764a7" providerId="LiveId" clId="{9306A5DC-73E1-41DC-AB9D-C76880EBBF4E}" dt="2024-10-29T12:02:09.700" v="877" actId="478"/>
          <ac:picMkLst>
            <pc:docMk/>
            <pc:sldMk cId="2482163205" sldId="546"/>
            <ac:picMk id="11267" creationId="{FD6C9A80-73AF-2BF3-9FCD-92367B0D6998}"/>
          </ac:picMkLst>
        </pc:picChg>
        <pc:picChg chg="add del mod">
          <ac:chgData name="Ibrahim NIANG" userId="acdf7ece8d0764a7" providerId="LiveId" clId="{9306A5DC-73E1-41DC-AB9D-C76880EBBF4E}" dt="2024-10-29T12:22:51.837" v="976" actId="478"/>
          <ac:picMkLst>
            <pc:docMk/>
            <pc:sldMk cId="2482163205" sldId="546"/>
            <ac:picMk id="12290" creationId="{6DA77919-0192-01B9-2AF5-553804978DAD}"/>
          </ac:picMkLst>
        </pc:picChg>
        <pc:picChg chg="add del mod">
          <ac:chgData name="Ibrahim NIANG" userId="acdf7ece8d0764a7" providerId="LiveId" clId="{9306A5DC-73E1-41DC-AB9D-C76880EBBF4E}" dt="2024-10-29T12:22:51.394" v="975" actId="478"/>
          <ac:picMkLst>
            <pc:docMk/>
            <pc:sldMk cId="2482163205" sldId="546"/>
            <ac:picMk id="12292" creationId="{E4B64379-5DB0-FC1D-917F-56912E547818}"/>
          </ac:picMkLst>
        </pc:picChg>
        <pc:picChg chg="add del mod">
          <ac:chgData name="Ibrahim NIANG" userId="acdf7ece8d0764a7" providerId="LiveId" clId="{9306A5DC-73E1-41DC-AB9D-C76880EBBF4E}" dt="2024-10-29T12:22:52.242" v="977" actId="478"/>
          <ac:picMkLst>
            <pc:docMk/>
            <pc:sldMk cId="2482163205" sldId="546"/>
            <ac:picMk id="12294" creationId="{9D25A5D8-7C9A-4B77-28E6-FD71FA79E725}"/>
          </ac:picMkLst>
        </pc:picChg>
        <pc:picChg chg="add del mod">
          <ac:chgData name="Ibrahim NIANG" userId="acdf7ece8d0764a7" providerId="LiveId" clId="{9306A5DC-73E1-41DC-AB9D-C76880EBBF4E}" dt="2024-10-29T12:27:07.657" v="1017" actId="478"/>
          <ac:picMkLst>
            <pc:docMk/>
            <pc:sldMk cId="2482163205" sldId="546"/>
            <ac:picMk id="12296" creationId="{71FA8A70-1F23-90B3-30CB-3CF16E496950}"/>
          </ac:picMkLst>
        </pc:picChg>
        <pc:picChg chg="add mod">
          <ac:chgData name="Ibrahim NIANG" userId="acdf7ece8d0764a7" providerId="LiveId" clId="{9306A5DC-73E1-41DC-AB9D-C76880EBBF4E}" dt="2024-10-29T12:28:40.969" v="1034" actId="1076"/>
          <ac:picMkLst>
            <pc:docMk/>
            <pc:sldMk cId="2482163205" sldId="546"/>
            <ac:picMk id="12298" creationId="{B151CA50-1A44-669D-21C0-6C9C1A7C9D8D}"/>
          </ac:picMkLst>
        </pc:picChg>
        <pc:picChg chg="add mod">
          <ac:chgData name="Ibrahim NIANG" userId="acdf7ece8d0764a7" providerId="LiveId" clId="{9306A5DC-73E1-41DC-AB9D-C76880EBBF4E}" dt="2024-10-29T12:28:39.883" v="1033" actId="1076"/>
          <ac:picMkLst>
            <pc:docMk/>
            <pc:sldMk cId="2482163205" sldId="546"/>
            <ac:picMk id="12300" creationId="{E496B447-181C-25D5-D26D-B898DFD75E79}"/>
          </ac:picMkLst>
        </pc:picChg>
      </pc:sldChg>
      <pc:sldChg chg="addSp delSp modSp add mod ord">
        <pc:chgData name="Ibrahim NIANG" userId="acdf7ece8d0764a7" providerId="LiveId" clId="{9306A5DC-73E1-41DC-AB9D-C76880EBBF4E}" dt="2024-10-29T12:21:18.816" v="936"/>
        <pc:sldMkLst>
          <pc:docMk/>
          <pc:sldMk cId="2111166100" sldId="547"/>
        </pc:sldMkLst>
        <pc:spChg chg="del mod">
          <ac:chgData name="Ibrahim NIANG" userId="acdf7ece8d0764a7" providerId="LiveId" clId="{9306A5DC-73E1-41DC-AB9D-C76880EBBF4E}" dt="2024-10-29T12:06:30.661" v="929" actId="478"/>
          <ac:spMkLst>
            <pc:docMk/>
            <pc:sldMk cId="2111166100" sldId="547"/>
            <ac:spMk id="11" creationId="{B7EE0BD5-78C0-891D-561B-256C9ED2312F}"/>
          </ac:spMkLst>
        </pc:spChg>
        <pc:picChg chg="del">
          <ac:chgData name="Ibrahim NIANG" userId="acdf7ece8d0764a7" providerId="LiveId" clId="{9306A5DC-73E1-41DC-AB9D-C76880EBBF4E}" dt="2024-10-29T12:06:30.661" v="929" actId="478"/>
          <ac:picMkLst>
            <pc:docMk/>
            <pc:sldMk cId="2111166100" sldId="547"/>
            <ac:picMk id="12292" creationId="{CC42EC85-AC10-D56F-B162-369EB566BACA}"/>
          </ac:picMkLst>
        </pc:picChg>
        <pc:picChg chg="mod">
          <ac:chgData name="Ibrahim NIANG" userId="acdf7ece8d0764a7" providerId="LiveId" clId="{9306A5DC-73E1-41DC-AB9D-C76880EBBF4E}" dt="2024-10-29T12:13:17.277" v="932" actId="1076"/>
          <ac:picMkLst>
            <pc:docMk/>
            <pc:sldMk cId="2111166100" sldId="547"/>
            <ac:picMk id="12294" creationId="{DBADD0BE-1FE0-A617-109A-F318E52B4C9E}"/>
          </ac:picMkLst>
        </pc:picChg>
        <pc:picChg chg="add mod">
          <ac:chgData name="Ibrahim NIANG" userId="acdf7ece8d0764a7" providerId="LiveId" clId="{9306A5DC-73E1-41DC-AB9D-C76880EBBF4E}" dt="2024-10-29T12:06:35.094" v="931" actId="1076"/>
          <ac:picMkLst>
            <pc:docMk/>
            <pc:sldMk cId="2111166100" sldId="547"/>
            <ac:picMk id="13314" creationId="{C41E2215-92B0-51DF-B856-D43F6F94B3BE}"/>
          </ac:picMkLst>
        </pc:picChg>
        <pc:picChg chg="add mod">
          <ac:chgData name="Ibrahim NIANG" userId="acdf7ece8d0764a7" providerId="LiveId" clId="{9306A5DC-73E1-41DC-AB9D-C76880EBBF4E}" dt="2024-10-29T12:13:21.609" v="934" actId="1076"/>
          <ac:picMkLst>
            <pc:docMk/>
            <pc:sldMk cId="2111166100" sldId="547"/>
            <ac:picMk id="13316" creationId="{9251389C-79C0-EF76-496C-E402A5EE980E}"/>
          </ac:picMkLst>
        </pc:picChg>
      </pc:sldChg>
      <pc:sldChg chg="addSp modSp add del mod">
        <pc:chgData name="Ibrahim NIANG" userId="acdf7ece8d0764a7" providerId="LiveId" clId="{9306A5DC-73E1-41DC-AB9D-C76880EBBF4E}" dt="2024-10-29T12:39:03.185" v="1172" actId="47"/>
        <pc:sldMkLst>
          <pc:docMk/>
          <pc:sldMk cId="3387993868" sldId="548"/>
        </pc:sldMkLst>
        <pc:spChg chg="add mod">
          <ac:chgData name="Ibrahim NIANG" userId="acdf7ece8d0764a7" providerId="LiveId" clId="{9306A5DC-73E1-41DC-AB9D-C76880EBBF4E}" dt="2024-10-29T12:26:02.709" v="1011" actId="1076"/>
          <ac:spMkLst>
            <pc:docMk/>
            <pc:sldMk cId="3387993868" sldId="548"/>
            <ac:spMk id="4" creationId="{B16E612C-2E19-76BE-AEBE-74135530CA2E}"/>
          </ac:spMkLst>
        </pc:spChg>
        <pc:spChg chg="mod">
          <ac:chgData name="Ibrahim NIANG" userId="acdf7ece8d0764a7" providerId="LiveId" clId="{9306A5DC-73E1-41DC-AB9D-C76880EBBF4E}" dt="2024-10-29T12:26:07.705" v="1014" actId="20577"/>
          <ac:spMkLst>
            <pc:docMk/>
            <pc:sldMk cId="3387993868" sldId="548"/>
            <ac:spMk id="11" creationId="{01CF18DB-3A6F-D930-E549-3A83FDBB4496}"/>
          </ac:spMkLst>
        </pc:spChg>
      </pc:sldChg>
      <pc:sldChg chg="addSp delSp modSp add mod">
        <pc:chgData name="Ibrahim NIANG" userId="acdf7ece8d0764a7" providerId="LiveId" clId="{9306A5DC-73E1-41DC-AB9D-C76880EBBF4E}" dt="2024-10-29T12:37:28.466" v="1161"/>
        <pc:sldMkLst>
          <pc:docMk/>
          <pc:sldMk cId="350110426" sldId="549"/>
        </pc:sldMkLst>
        <pc:spChg chg="add mod">
          <ac:chgData name="Ibrahim NIANG" userId="acdf7ece8d0764a7" providerId="LiveId" clId="{9306A5DC-73E1-41DC-AB9D-C76880EBBF4E}" dt="2024-10-29T12:37:28.466" v="1161"/>
          <ac:spMkLst>
            <pc:docMk/>
            <pc:sldMk cId="350110426" sldId="549"/>
            <ac:spMk id="4" creationId="{042F0D5D-0D27-A017-DCD0-480387174953}"/>
          </ac:spMkLst>
        </pc:spChg>
        <pc:spChg chg="add del mod">
          <ac:chgData name="Ibrahim NIANG" userId="acdf7ece8d0764a7" providerId="LiveId" clId="{9306A5DC-73E1-41DC-AB9D-C76880EBBF4E}" dt="2024-10-29T12:32:27.860" v="1103" actId="478"/>
          <ac:spMkLst>
            <pc:docMk/>
            <pc:sldMk cId="350110426" sldId="549"/>
            <ac:spMk id="7" creationId="{33DCBF5C-820D-C4BD-FBFC-4D5936D3B75C}"/>
          </ac:spMkLst>
        </pc:spChg>
        <pc:spChg chg="mod">
          <ac:chgData name="Ibrahim NIANG" userId="acdf7ece8d0764a7" providerId="LiveId" clId="{9306A5DC-73E1-41DC-AB9D-C76880EBBF4E}" dt="2024-10-29T12:29:30.402" v="1058" actId="20577"/>
          <ac:spMkLst>
            <pc:docMk/>
            <pc:sldMk cId="350110426" sldId="549"/>
            <ac:spMk id="11" creationId="{0F4F0ED9-2288-24D5-A4D1-DC1A76F5EAA7}"/>
          </ac:spMkLst>
        </pc:spChg>
        <pc:spChg chg="del">
          <ac:chgData name="Ibrahim NIANG" userId="acdf7ece8d0764a7" providerId="LiveId" clId="{9306A5DC-73E1-41DC-AB9D-C76880EBBF4E}" dt="2024-10-29T12:30:56.572" v="1065" actId="478"/>
          <ac:spMkLst>
            <pc:docMk/>
            <pc:sldMk cId="350110426" sldId="549"/>
            <ac:spMk id="16" creationId="{C3DA9F6F-8449-BC98-91E2-65E6141DB7F2}"/>
          </ac:spMkLst>
        </pc:spChg>
        <pc:picChg chg="del">
          <ac:chgData name="Ibrahim NIANG" userId="acdf7ece8d0764a7" providerId="LiveId" clId="{9306A5DC-73E1-41DC-AB9D-C76880EBBF4E}" dt="2024-10-29T12:30:31.026" v="1059" actId="478"/>
          <ac:picMkLst>
            <pc:docMk/>
            <pc:sldMk cId="350110426" sldId="549"/>
            <ac:picMk id="12298" creationId="{91CFEDB8-DAEA-AD06-71DE-7DA293B26A28}"/>
          </ac:picMkLst>
        </pc:picChg>
        <pc:picChg chg="del">
          <ac:chgData name="Ibrahim NIANG" userId="acdf7ece8d0764a7" providerId="LiveId" clId="{9306A5DC-73E1-41DC-AB9D-C76880EBBF4E}" dt="2024-10-29T12:30:31.594" v="1060" actId="478"/>
          <ac:picMkLst>
            <pc:docMk/>
            <pc:sldMk cId="350110426" sldId="549"/>
            <ac:picMk id="12300" creationId="{414DD55C-5445-05C9-9C08-0DDC4F4B915F}"/>
          </ac:picMkLst>
        </pc:picChg>
        <pc:picChg chg="add mod">
          <ac:chgData name="Ibrahim NIANG" userId="acdf7ece8d0764a7" providerId="LiveId" clId="{9306A5DC-73E1-41DC-AB9D-C76880EBBF4E}" dt="2024-10-29T12:34:27.002" v="1111" actId="1076"/>
          <ac:picMkLst>
            <pc:docMk/>
            <pc:sldMk cId="350110426" sldId="549"/>
            <ac:picMk id="14338" creationId="{0C4F2065-9C7F-897E-FFB3-BAE3BF9787F0}"/>
          </ac:picMkLst>
        </pc:picChg>
        <pc:picChg chg="add mod">
          <ac:chgData name="Ibrahim NIANG" userId="acdf7ece8d0764a7" providerId="LiveId" clId="{9306A5DC-73E1-41DC-AB9D-C76880EBBF4E}" dt="2024-10-29T12:34:29.868" v="1114" actId="1076"/>
          <ac:picMkLst>
            <pc:docMk/>
            <pc:sldMk cId="350110426" sldId="549"/>
            <ac:picMk id="14340" creationId="{EA3C1C50-76B4-82C1-D2E1-56BD61BA142F}"/>
          </ac:picMkLst>
        </pc:picChg>
        <pc:picChg chg="add mod">
          <ac:chgData name="Ibrahim NIANG" userId="acdf7ece8d0764a7" providerId="LiveId" clId="{9306A5DC-73E1-41DC-AB9D-C76880EBBF4E}" dt="2024-10-29T12:34:39.478" v="1116" actId="1076"/>
          <ac:picMkLst>
            <pc:docMk/>
            <pc:sldMk cId="350110426" sldId="549"/>
            <ac:picMk id="14342" creationId="{686F61A4-66F8-17DD-3C36-4B92532796AE}"/>
          </ac:picMkLst>
        </pc:picChg>
      </pc:sldChg>
      <pc:sldChg chg="addSp delSp modSp add mod">
        <pc:chgData name="Ibrahim NIANG" userId="acdf7ece8d0764a7" providerId="LiveId" clId="{9306A5DC-73E1-41DC-AB9D-C76880EBBF4E}" dt="2024-10-29T12:38:57.969" v="1171" actId="1076"/>
        <pc:sldMkLst>
          <pc:docMk/>
          <pc:sldMk cId="1658903904" sldId="550"/>
        </pc:sldMkLst>
        <pc:spChg chg="del">
          <ac:chgData name="Ibrahim NIANG" userId="acdf7ece8d0764a7" providerId="LiveId" clId="{9306A5DC-73E1-41DC-AB9D-C76880EBBF4E}" dt="2024-10-29T12:34:57.579" v="1123" actId="478"/>
          <ac:spMkLst>
            <pc:docMk/>
            <pc:sldMk cId="1658903904" sldId="550"/>
            <ac:spMk id="4" creationId="{19A48C75-5C8C-263E-A7E8-9D0CF0826E71}"/>
          </ac:spMkLst>
        </pc:spChg>
        <pc:spChg chg="mod">
          <ac:chgData name="Ibrahim NIANG" userId="acdf7ece8d0764a7" providerId="LiveId" clId="{9306A5DC-73E1-41DC-AB9D-C76880EBBF4E}" dt="2024-10-29T12:37:13.903" v="1160" actId="1076"/>
          <ac:spMkLst>
            <pc:docMk/>
            <pc:sldMk cId="1658903904" sldId="550"/>
            <ac:spMk id="7" creationId="{62D9CEB4-F079-27A5-7351-D59D38CD903C}"/>
          </ac:spMkLst>
        </pc:spChg>
        <pc:spChg chg="add del">
          <ac:chgData name="Ibrahim NIANG" userId="acdf7ece8d0764a7" providerId="LiveId" clId="{9306A5DC-73E1-41DC-AB9D-C76880EBBF4E}" dt="2024-10-29T12:38:01.516" v="1163" actId="22"/>
          <ac:spMkLst>
            <pc:docMk/>
            <pc:sldMk cId="1658903904" sldId="550"/>
            <ac:spMk id="9" creationId="{F78A4C1D-A0CF-8243-FF0A-7F5056ADCE21}"/>
          </ac:spMkLst>
        </pc:spChg>
        <pc:picChg chg="add mod">
          <ac:chgData name="Ibrahim NIANG" userId="acdf7ece8d0764a7" providerId="LiveId" clId="{9306A5DC-73E1-41DC-AB9D-C76880EBBF4E}" dt="2024-10-29T12:38:21.840" v="1167" actId="1076"/>
          <ac:picMkLst>
            <pc:docMk/>
            <pc:sldMk cId="1658903904" sldId="550"/>
            <ac:picMk id="12" creationId="{2F8B0C94-B3EA-966A-AEB0-EF393FE34D0D}"/>
          </ac:picMkLst>
        </pc:picChg>
        <pc:picChg chg="add mod">
          <ac:chgData name="Ibrahim NIANG" userId="acdf7ece8d0764a7" providerId="LiveId" clId="{9306A5DC-73E1-41DC-AB9D-C76880EBBF4E}" dt="2024-10-29T12:38:57.969" v="1171" actId="1076"/>
          <ac:picMkLst>
            <pc:docMk/>
            <pc:sldMk cId="1658903904" sldId="550"/>
            <ac:picMk id="15362" creationId="{0B119188-60F1-BA18-EF35-E9655BDC5441}"/>
          </ac:picMkLst>
        </pc:picChg>
      </pc:sldChg>
      <pc:sldChg chg="addSp delSp modSp add mod">
        <pc:chgData name="Ibrahim NIANG" userId="acdf7ece8d0764a7" providerId="LiveId" clId="{9306A5DC-73E1-41DC-AB9D-C76880EBBF4E}" dt="2024-10-29T12:42:00.450" v="1229" actId="20577"/>
        <pc:sldMkLst>
          <pc:docMk/>
          <pc:sldMk cId="840544288" sldId="551"/>
        </pc:sldMkLst>
        <pc:spChg chg="add mod">
          <ac:chgData name="Ibrahim NIANG" userId="acdf7ece8d0764a7" providerId="LiveId" clId="{9306A5DC-73E1-41DC-AB9D-C76880EBBF4E}" dt="2024-10-29T12:41:52.673" v="1227" actId="1076"/>
          <ac:spMkLst>
            <pc:docMk/>
            <pc:sldMk cId="840544288" sldId="551"/>
            <ac:spMk id="4" creationId="{509E147C-2DE3-BBD2-F076-8C9914A89B1D}"/>
          </ac:spMkLst>
        </pc:spChg>
        <pc:spChg chg="del mod">
          <ac:chgData name="Ibrahim NIANG" userId="acdf7ece8d0764a7" providerId="LiveId" clId="{9306A5DC-73E1-41DC-AB9D-C76880EBBF4E}" dt="2024-10-29T12:41:40.129" v="1226" actId="478"/>
          <ac:spMkLst>
            <pc:docMk/>
            <pc:sldMk cId="840544288" sldId="551"/>
            <ac:spMk id="7" creationId="{E7FE99AB-4F95-FE55-8A75-D9AB4E2AE9A2}"/>
          </ac:spMkLst>
        </pc:spChg>
        <pc:spChg chg="mod">
          <ac:chgData name="Ibrahim NIANG" userId="acdf7ece8d0764a7" providerId="LiveId" clId="{9306A5DC-73E1-41DC-AB9D-C76880EBBF4E}" dt="2024-10-29T12:42:00.450" v="1229" actId="20577"/>
          <ac:spMkLst>
            <pc:docMk/>
            <pc:sldMk cId="840544288" sldId="551"/>
            <ac:spMk id="11" creationId="{1B032DA9-2439-2B88-67BB-F4D03A0CAAEB}"/>
          </ac:spMkLst>
        </pc:spChg>
        <pc:picChg chg="del">
          <ac:chgData name="Ibrahim NIANG" userId="acdf7ece8d0764a7" providerId="LiveId" clId="{9306A5DC-73E1-41DC-AB9D-C76880EBBF4E}" dt="2024-10-29T12:41:38.476" v="1224" actId="478"/>
          <ac:picMkLst>
            <pc:docMk/>
            <pc:sldMk cId="840544288" sldId="551"/>
            <ac:picMk id="12" creationId="{7F5270EF-5065-0EDD-C8D2-9656784C7F1A}"/>
          </ac:picMkLst>
        </pc:picChg>
        <pc:picChg chg="del">
          <ac:chgData name="Ibrahim NIANG" userId="acdf7ece8d0764a7" providerId="LiveId" clId="{9306A5DC-73E1-41DC-AB9D-C76880EBBF4E}" dt="2024-10-29T12:41:38.897" v="1225" actId="478"/>
          <ac:picMkLst>
            <pc:docMk/>
            <pc:sldMk cId="840544288" sldId="551"/>
            <ac:picMk id="15362" creationId="{C1D4DA86-AAF3-F57B-36DE-D662423C97A2}"/>
          </ac:picMkLst>
        </pc:picChg>
      </pc:sldChg>
      <pc:sldChg chg="addSp delSp modSp add mod">
        <pc:chgData name="Ibrahim NIANG" userId="acdf7ece8d0764a7" providerId="LiveId" clId="{9306A5DC-73E1-41DC-AB9D-C76880EBBF4E}" dt="2024-10-29T12:44:17.443" v="1255" actId="1076"/>
        <pc:sldMkLst>
          <pc:docMk/>
          <pc:sldMk cId="1910478981" sldId="552"/>
        </pc:sldMkLst>
        <pc:spChg chg="del">
          <ac:chgData name="Ibrahim NIANG" userId="acdf7ece8d0764a7" providerId="LiveId" clId="{9306A5DC-73E1-41DC-AB9D-C76880EBBF4E}" dt="2024-10-29T12:42:21.969" v="1232" actId="478"/>
          <ac:spMkLst>
            <pc:docMk/>
            <pc:sldMk cId="1910478981" sldId="552"/>
            <ac:spMk id="4" creationId="{6BFD0A72-6EFE-A9D2-5185-692DFBB20383}"/>
          </ac:spMkLst>
        </pc:spChg>
        <pc:spChg chg="add mod">
          <ac:chgData name="Ibrahim NIANG" userId="acdf7ece8d0764a7" providerId="LiveId" clId="{9306A5DC-73E1-41DC-AB9D-C76880EBBF4E}" dt="2024-10-29T12:42:56.248" v="1248" actId="1076"/>
          <ac:spMkLst>
            <pc:docMk/>
            <pc:sldMk cId="1910478981" sldId="552"/>
            <ac:spMk id="7" creationId="{F30670F3-0248-C792-5467-8CD0B05C55D6}"/>
          </ac:spMkLst>
        </pc:spChg>
        <pc:picChg chg="add mod">
          <ac:chgData name="Ibrahim NIANG" userId="acdf7ece8d0764a7" providerId="LiveId" clId="{9306A5DC-73E1-41DC-AB9D-C76880EBBF4E}" dt="2024-10-29T12:44:16.564" v="1254" actId="1076"/>
          <ac:picMkLst>
            <pc:docMk/>
            <pc:sldMk cId="1910478981" sldId="552"/>
            <ac:picMk id="16386" creationId="{E0623E63-565A-1DF1-D245-744DF6DD263E}"/>
          </ac:picMkLst>
        </pc:picChg>
        <pc:picChg chg="add mod">
          <ac:chgData name="Ibrahim NIANG" userId="acdf7ece8d0764a7" providerId="LiveId" clId="{9306A5DC-73E1-41DC-AB9D-C76880EBBF4E}" dt="2024-10-29T12:44:17.443" v="1255" actId="1076"/>
          <ac:picMkLst>
            <pc:docMk/>
            <pc:sldMk cId="1910478981" sldId="552"/>
            <ac:picMk id="16388" creationId="{C5181B7B-F5F0-FEBB-F7AE-413560E505DE}"/>
          </ac:picMkLst>
        </pc:picChg>
      </pc:sldChg>
      <pc:sldChg chg="addSp delSp modSp add mod">
        <pc:chgData name="Ibrahim NIANG" userId="acdf7ece8d0764a7" providerId="LiveId" clId="{9306A5DC-73E1-41DC-AB9D-C76880EBBF4E}" dt="2024-11-05T18:08:18.316" v="1344"/>
        <pc:sldMkLst>
          <pc:docMk/>
          <pc:sldMk cId="2104246072" sldId="553"/>
        </pc:sldMkLst>
        <pc:spChg chg="mod">
          <ac:chgData name="Ibrahim NIANG" userId="acdf7ece8d0764a7" providerId="LiveId" clId="{9306A5DC-73E1-41DC-AB9D-C76880EBBF4E}" dt="2024-11-05T18:07:10.537" v="1274" actId="20577"/>
          <ac:spMkLst>
            <pc:docMk/>
            <pc:sldMk cId="2104246072" sldId="553"/>
            <ac:spMk id="3" creationId="{23FEA535-4F37-57A4-46DF-5A7AFB69C186}"/>
          </ac:spMkLst>
        </pc:spChg>
        <pc:spChg chg="add mod">
          <ac:chgData name="Ibrahim NIANG" userId="acdf7ece8d0764a7" providerId="LiveId" clId="{9306A5DC-73E1-41DC-AB9D-C76880EBBF4E}" dt="2024-11-05T18:08:18.316" v="1344"/>
          <ac:spMkLst>
            <pc:docMk/>
            <pc:sldMk cId="2104246072" sldId="553"/>
            <ac:spMk id="4" creationId="{99571A70-5248-D9F1-97CB-137747DFDE65}"/>
          </ac:spMkLst>
        </pc:spChg>
        <pc:spChg chg="del">
          <ac:chgData name="Ibrahim NIANG" userId="acdf7ece8d0764a7" providerId="LiveId" clId="{9306A5DC-73E1-41DC-AB9D-C76880EBBF4E}" dt="2024-11-05T18:08:17.335" v="1343" actId="478"/>
          <ac:spMkLst>
            <pc:docMk/>
            <pc:sldMk cId="2104246072" sldId="553"/>
            <ac:spMk id="11" creationId="{A91DA1B1-97B0-90D7-93AE-E6B0CC3119B7}"/>
          </ac:spMkLst>
        </pc:spChg>
      </pc:sldChg>
      <pc:sldChg chg="new del">
        <pc:chgData name="Ibrahim NIANG" userId="acdf7ece8d0764a7" providerId="LiveId" clId="{9306A5DC-73E1-41DC-AB9D-C76880EBBF4E}" dt="2024-11-05T18:07:17.161" v="1276" actId="680"/>
        <pc:sldMkLst>
          <pc:docMk/>
          <pc:sldMk cId="757748138" sldId="554"/>
        </pc:sldMkLst>
      </pc:sldChg>
      <pc:sldChg chg="addSp delSp modSp add mod">
        <pc:chgData name="Ibrahim NIANG" userId="acdf7ece8d0764a7" providerId="LiveId" clId="{9306A5DC-73E1-41DC-AB9D-C76880EBBF4E}" dt="2024-11-05T18:08:22.344" v="1346"/>
        <pc:sldMkLst>
          <pc:docMk/>
          <pc:sldMk cId="3244769883" sldId="554"/>
        </pc:sldMkLst>
        <pc:spChg chg="mod">
          <ac:chgData name="Ibrahim NIANG" userId="acdf7ece8d0764a7" providerId="LiveId" clId="{9306A5DC-73E1-41DC-AB9D-C76880EBBF4E}" dt="2024-11-05T18:07:24.672" v="1286" actId="20577"/>
          <ac:spMkLst>
            <pc:docMk/>
            <pc:sldMk cId="3244769883" sldId="554"/>
            <ac:spMk id="3" creationId="{5A57ADF1-84EE-8A81-F1D1-30140DBD421B}"/>
          </ac:spMkLst>
        </pc:spChg>
        <pc:spChg chg="add mod">
          <ac:chgData name="Ibrahim NIANG" userId="acdf7ece8d0764a7" providerId="LiveId" clId="{9306A5DC-73E1-41DC-AB9D-C76880EBBF4E}" dt="2024-11-05T18:08:22.344" v="1346"/>
          <ac:spMkLst>
            <pc:docMk/>
            <pc:sldMk cId="3244769883" sldId="554"/>
            <ac:spMk id="4" creationId="{FE79C089-DC0D-E5F1-15AF-8DABF9B05BC2}"/>
          </ac:spMkLst>
        </pc:spChg>
        <pc:spChg chg="del">
          <ac:chgData name="Ibrahim NIANG" userId="acdf7ece8d0764a7" providerId="LiveId" clId="{9306A5DC-73E1-41DC-AB9D-C76880EBBF4E}" dt="2024-11-05T18:08:21.344" v="1345" actId="478"/>
          <ac:spMkLst>
            <pc:docMk/>
            <pc:sldMk cId="3244769883" sldId="554"/>
            <ac:spMk id="11" creationId="{AF917CDB-88CF-CC75-514D-DE961D22D3FD}"/>
          </ac:spMkLst>
        </pc:spChg>
      </pc:sldChg>
      <pc:sldChg chg="addSp delSp modSp add mod">
        <pc:chgData name="Ibrahim NIANG" userId="acdf7ece8d0764a7" providerId="LiveId" clId="{9306A5DC-73E1-41DC-AB9D-C76880EBBF4E}" dt="2024-11-05T18:08:28.939" v="1348"/>
        <pc:sldMkLst>
          <pc:docMk/>
          <pc:sldMk cId="2364556023" sldId="555"/>
        </pc:sldMkLst>
        <pc:spChg chg="mod">
          <ac:chgData name="Ibrahim NIANG" userId="acdf7ece8d0764a7" providerId="LiveId" clId="{9306A5DC-73E1-41DC-AB9D-C76880EBBF4E}" dt="2024-11-05T18:07:41.228" v="1306" actId="20577"/>
          <ac:spMkLst>
            <pc:docMk/>
            <pc:sldMk cId="2364556023" sldId="555"/>
            <ac:spMk id="3" creationId="{3154A44E-45D8-6E08-DF9E-A99C58B22595}"/>
          </ac:spMkLst>
        </pc:spChg>
        <pc:spChg chg="add mod">
          <ac:chgData name="Ibrahim NIANG" userId="acdf7ece8d0764a7" providerId="LiveId" clId="{9306A5DC-73E1-41DC-AB9D-C76880EBBF4E}" dt="2024-11-05T18:08:28.939" v="1348"/>
          <ac:spMkLst>
            <pc:docMk/>
            <pc:sldMk cId="2364556023" sldId="555"/>
            <ac:spMk id="4" creationId="{D54C0420-4E4D-E6C6-F637-E03222BF46EB}"/>
          </ac:spMkLst>
        </pc:spChg>
        <pc:spChg chg="del">
          <ac:chgData name="Ibrahim NIANG" userId="acdf7ece8d0764a7" providerId="LiveId" clId="{9306A5DC-73E1-41DC-AB9D-C76880EBBF4E}" dt="2024-11-05T18:08:27.968" v="1347" actId="478"/>
          <ac:spMkLst>
            <pc:docMk/>
            <pc:sldMk cId="2364556023" sldId="555"/>
            <ac:spMk id="11" creationId="{9B221733-6702-3E8D-7E25-201DC4B287B4}"/>
          </ac:spMkLst>
        </pc:spChg>
      </pc:sldChg>
      <pc:sldChg chg="addSp delSp modSp add mod">
        <pc:chgData name="Ibrahim NIANG" userId="acdf7ece8d0764a7" providerId="LiveId" clId="{9306A5DC-73E1-41DC-AB9D-C76880EBBF4E}" dt="2024-11-05T18:22:49.586" v="1477" actId="1076"/>
        <pc:sldMkLst>
          <pc:docMk/>
          <pc:sldMk cId="1766580762" sldId="556"/>
        </pc:sldMkLst>
        <pc:spChg chg="add del mod">
          <ac:chgData name="Ibrahim NIANG" userId="acdf7ece8d0764a7" providerId="LiveId" clId="{9306A5DC-73E1-41DC-AB9D-C76880EBBF4E}" dt="2024-11-05T18:17:37.624" v="1460" actId="21"/>
          <ac:spMkLst>
            <pc:docMk/>
            <pc:sldMk cId="1766580762" sldId="556"/>
            <ac:spMk id="7" creationId="{2CAFDDFF-3A1F-EBE0-DB69-6ED39E16C045}"/>
          </ac:spMkLst>
        </pc:spChg>
        <pc:spChg chg="mod">
          <ac:chgData name="Ibrahim NIANG" userId="acdf7ece8d0764a7" providerId="LiveId" clId="{9306A5DC-73E1-41DC-AB9D-C76880EBBF4E}" dt="2024-11-05T18:13:02.023" v="1449" actId="20577"/>
          <ac:spMkLst>
            <pc:docMk/>
            <pc:sldMk cId="1766580762" sldId="556"/>
            <ac:spMk id="11" creationId="{F7B26568-746B-9EB0-100B-94498B5B5023}"/>
          </ac:spMkLst>
        </pc:spChg>
        <pc:spChg chg="add mod">
          <ac:chgData name="Ibrahim NIANG" userId="acdf7ece8d0764a7" providerId="LiveId" clId="{9306A5DC-73E1-41DC-AB9D-C76880EBBF4E}" dt="2024-11-05T18:22:18.068" v="1474" actId="1076"/>
          <ac:spMkLst>
            <pc:docMk/>
            <pc:sldMk cId="1766580762" sldId="556"/>
            <ac:spMk id="13" creationId="{9EF933D6-C297-C5C0-2E22-F3E000E09400}"/>
          </ac:spMkLst>
        </pc:spChg>
        <pc:picChg chg="add del mod">
          <ac:chgData name="Ibrahim NIANG" userId="acdf7ece8d0764a7" providerId="LiveId" clId="{9306A5DC-73E1-41DC-AB9D-C76880EBBF4E}" dt="2024-11-05T18:17:37.624" v="1460" actId="21"/>
          <ac:picMkLst>
            <pc:docMk/>
            <pc:sldMk cId="1766580762" sldId="556"/>
            <ac:picMk id="10" creationId="{59CB2366-A1A0-D221-D745-7B1DC620EECC}"/>
          </ac:picMkLst>
        </pc:picChg>
        <pc:picChg chg="add mod">
          <ac:chgData name="Ibrahim NIANG" userId="acdf7ece8d0764a7" providerId="LiveId" clId="{9306A5DC-73E1-41DC-AB9D-C76880EBBF4E}" dt="2024-11-05T18:22:49.586" v="1477" actId="1076"/>
          <ac:picMkLst>
            <pc:docMk/>
            <pc:sldMk cId="1766580762" sldId="556"/>
            <ac:picMk id="15" creationId="{893CD09C-773F-58EA-C2BB-419479BE4D72}"/>
          </ac:picMkLst>
        </pc:picChg>
      </pc:sldChg>
      <pc:sldChg chg="modSp add mod">
        <pc:chgData name="Ibrahim NIANG" userId="acdf7ece8d0764a7" providerId="LiveId" clId="{9306A5DC-73E1-41DC-AB9D-C76880EBBF4E}" dt="2024-11-05T18:09:01.637" v="1372" actId="20577"/>
        <pc:sldMkLst>
          <pc:docMk/>
          <pc:sldMk cId="1033359560" sldId="557"/>
        </pc:sldMkLst>
        <pc:spChg chg="mod">
          <ac:chgData name="Ibrahim NIANG" userId="acdf7ece8d0764a7" providerId="LiveId" clId="{9306A5DC-73E1-41DC-AB9D-C76880EBBF4E}" dt="2024-11-05T18:09:01.637" v="1372" actId="20577"/>
          <ac:spMkLst>
            <pc:docMk/>
            <pc:sldMk cId="1033359560" sldId="557"/>
            <ac:spMk id="11" creationId="{216BCF8F-6499-30AD-ACED-66E058A4DDB7}"/>
          </ac:spMkLst>
        </pc:spChg>
      </pc:sldChg>
      <pc:sldChg chg="addSp delSp modSp add mod">
        <pc:chgData name="Ibrahim NIANG" userId="acdf7ece8d0764a7" providerId="LiveId" clId="{9306A5DC-73E1-41DC-AB9D-C76880EBBF4E}" dt="2024-11-05T18:12:40.776" v="1438" actId="20577"/>
        <pc:sldMkLst>
          <pc:docMk/>
          <pc:sldMk cId="4174677024" sldId="558"/>
        </pc:sldMkLst>
        <pc:spChg chg="del">
          <ac:chgData name="Ibrahim NIANG" userId="acdf7ece8d0764a7" providerId="LiveId" clId="{9306A5DC-73E1-41DC-AB9D-C76880EBBF4E}" dt="2024-11-05T18:09:56.327" v="1386" actId="478"/>
          <ac:spMkLst>
            <pc:docMk/>
            <pc:sldMk cId="4174677024" sldId="558"/>
            <ac:spMk id="4" creationId="{9C419C86-869C-FDD3-A831-EC11FEC6DC15}"/>
          </ac:spMkLst>
        </pc:spChg>
        <pc:spChg chg="add mod">
          <ac:chgData name="Ibrahim NIANG" userId="acdf7ece8d0764a7" providerId="LiveId" clId="{9306A5DC-73E1-41DC-AB9D-C76880EBBF4E}" dt="2024-11-05T18:12:40.776" v="1438" actId="20577"/>
          <ac:spMkLst>
            <pc:docMk/>
            <pc:sldMk cId="4174677024" sldId="558"/>
            <ac:spMk id="7" creationId="{C7A7CC5C-E2AE-6F91-5174-D32C9BBA258C}"/>
          </ac:spMkLst>
        </pc:spChg>
      </pc:sldChg>
      <pc:sldChg chg="addSp delSp modSp add mod">
        <pc:chgData name="Ibrahim NIANG" userId="acdf7ece8d0764a7" providerId="LiveId" clId="{9306A5DC-73E1-41DC-AB9D-C76880EBBF4E}" dt="2024-11-05T18:09:18.241" v="1377"/>
        <pc:sldMkLst>
          <pc:docMk/>
          <pc:sldMk cId="667452722" sldId="559"/>
        </pc:sldMkLst>
        <pc:spChg chg="del mod">
          <ac:chgData name="Ibrahim NIANG" userId="acdf7ece8d0764a7" providerId="LiveId" clId="{9306A5DC-73E1-41DC-AB9D-C76880EBBF4E}" dt="2024-11-05T18:09:17.062" v="1376" actId="478"/>
          <ac:spMkLst>
            <pc:docMk/>
            <pc:sldMk cId="667452722" sldId="559"/>
            <ac:spMk id="4" creationId="{A0454FCD-DEF4-D0A0-6E70-9775B985135E}"/>
          </ac:spMkLst>
        </pc:spChg>
        <pc:spChg chg="add mod">
          <ac:chgData name="Ibrahim NIANG" userId="acdf7ece8d0764a7" providerId="LiveId" clId="{9306A5DC-73E1-41DC-AB9D-C76880EBBF4E}" dt="2024-11-05T18:09:18.241" v="1377"/>
          <ac:spMkLst>
            <pc:docMk/>
            <pc:sldMk cId="667452722" sldId="559"/>
            <ac:spMk id="7" creationId="{A9E4D707-95F8-0421-9E21-E236912404D3}"/>
          </ac:spMkLst>
        </pc:spChg>
      </pc:sldChg>
      <pc:sldChg chg="addSp delSp modSp add mod">
        <pc:chgData name="Ibrahim NIANG" userId="acdf7ece8d0764a7" providerId="LiveId" clId="{9306A5DC-73E1-41DC-AB9D-C76880EBBF4E}" dt="2024-11-05T18:09:31.627" v="1381"/>
        <pc:sldMkLst>
          <pc:docMk/>
          <pc:sldMk cId="3970048665" sldId="560"/>
        </pc:sldMkLst>
        <pc:spChg chg="del">
          <ac:chgData name="Ibrahim NIANG" userId="acdf7ece8d0764a7" providerId="LiveId" clId="{9306A5DC-73E1-41DC-AB9D-C76880EBBF4E}" dt="2024-11-05T18:09:30.743" v="1380" actId="478"/>
          <ac:spMkLst>
            <pc:docMk/>
            <pc:sldMk cId="3970048665" sldId="560"/>
            <ac:spMk id="4" creationId="{43154C73-D7FE-0E28-C15B-899742CADDD8}"/>
          </ac:spMkLst>
        </pc:spChg>
        <pc:spChg chg="add mod">
          <ac:chgData name="Ibrahim NIANG" userId="acdf7ece8d0764a7" providerId="LiveId" clId="{9306A5DC-73E1-41DC-AB9D-C76880EBBF4E}" dt="2024-11-05T18:09:31.627" v="1381"/>
          <ac:spMkLst>
            <pc:docMk/>
            <pc:sldMk cId="3970048665" sldId="560"/>
            <ac:spMk id="7" creationId="{B8AD5B72-C503-CA40-71BC-38740802ACE2}"/>
          </ac:spMkLst>
        </pc:spChg>
      </pc:sldChg>
      <pc:sldChg chg="addSp delSp modSp add mod">
        <pc:chgData name="Ibrahim NIANG" userId="acdf7ece8d0764a7" providerId="LiveId" clId="{9306A5DC-73E1-41DC-AB9D-C76880EBBF4E}" dt="2024-11-05T18:19:25.254" v="1471" actId="1076"/>
        <pc:sldMkLst>
          <pc:docMk/>
          <pc:sldMk cId="3128149916" sldId="561"/>
        </pc:sldMkLst>
        <pc:spChg chg="del">
          <ac:chgData name="Ibrahim NIANG" userId="acdf7ece8d0764a7" providerId="LiveId" clId="{9306A5DC-73E1-41DC-AB9D-C76880EBBF4E}" dt="2024-11-05T18:10:07.406" v="1388" actId="478"/>
          <ac:spMkLst>
            <pc:docMk/>
            <pc:sldMk cId="3128149916" sldId="561"/>
            <ac:spMk id="4" creationId="{B77251F3-8389-B130-B85D-587C1CBFB687}"/>
          </ac:spMkLst>
        </pc:spChg>
        <pc:spChg chg="add mod">
          <ac:chgData name="Ibrahim NIANG" userId="acdf7ece8d0764a7" providerId="LiveId" clId="{9306A5DC-73E1-41DC-AB9D-C76880EBBF4E}" dt="2024-11-05T18:10:08.263" v="1389"/>
          <ac:spMkLst>
            <pc:docMk/>
            <pc:sldMk cId="3128149916" sldId="561"/>
            <ac:spMk id="7" creationId="{E3CB581C-A8D6-F6DB-C77E-D8C66FF8F28F}"/>
          </ac:spMkLst>
        </pc:spChg>
        <pc:spChg chg="add mod">
          <ac:chgData name="Ibrahim NIANG" userId="acdf7ece8d0764a7" providerId="LiveId" clId="{9306A5DC-73E1-41DC-AB9D-C76880EBBF4E}" dt="2024-11-05T18:18:54.631" v="1466" actId="1076"/>
          <ac:spMkLst>
            <pc:docMk/>
            <pc:sldMk cId="3128149916" sldId="561"/>
            <ac:spMk id="12" creationId="{08BE614D-E14D-9F2D-A43C-D5D19643356A}"/>
          </ac:spMkLst>
        </pc:spChg>
        <pc:spChg chg="add mod">
          <ac:chgData name="Ibrahim NIANG" userId="acdf7ece8d0764a7" providerId="LiveId" clId="{9306A5DC-73E1-41DC-AB9D-C76880EBBF4E}" dt="2024-11-05T18:19:25.254" v="1471" actId="1076"/>
          <ac:spMkLst>
            <pc:docMk/>
            <pc:sldMk cId="3128149916" sldId="561"/>
            <ac:spMk id="14" creationId="{685B64CB-800B-6A5B-EB40-63AC8EEDEFCD}"/>
          </ac:spMkLst>
        </pc:spChg>
        <pc:picChg chg="add mod">
          <ac:chgData name="Ibrahim NIANG" userId="acdf7ece8d0764a7" providerId="LiveId" clId="{9306A5DC-73E1-41DC-AB9D-C76880EBBF4E}" dt="2024-11-05T18:19:13.198" v="1467" actId="1076"/>
          <ac:picMkLst>
            <pc:docMk/>
            <pc:sldMk cId="3128149916" sldId="561"/>
            <ac:picMk id="10" creationId="{8324BE7A-B854-9353-B224-AFCA6397834A}"/>
          </ac:picMkLst>
        </pc:picChg>
      </pc:sldChg>
      <pc:sldChg chg="addSp delSp modSp add mod ord">
        <pc:chgData name="Ibrahim NIANG" userId="acdf7ece8d0764a7" providerId="LiveId" clId="{9306A5DC-73E1-41DC-AB9D-C76880EBBF4E}" dt="2024-11-05T18:12:10.661" v="1417" actId="20577"/>
        <pc:sldMkLst>
          <pc:docMk/>
          <pc:sldMk cId="143433085" sldId="562"/>
        </pc:sldMkLst>
        <pc:spChg chg="del">
          <ac:chgData name="Ibrahim NIANG" userId="acdf7ece8d0764a7" providerId="LiveId" clId="{9306A5DC-73E1-41DC-AB9D-C76880EBBF4E}" dt="2024-11-05T18:10:15.623" v="1390" actId="478"/>
          <ac:spMkLst>
            <pc:docMk/>
            <pc:sldMk cId="143433085" sldId="562"/>
            <ac:spMk id="4" creationId="{4045A5A2-0756-3C46-FD1A-AEE469FB6756}"/>
          </ac:spMkLst>
        </pc:spChg>
        <pc:spChg chg="add mod">
          <ac:chgData name="Ibrahim NIANG" userId="acdf7ece8d0764a7" providerId="LiveId" clId="{9306A5DC-73E1-41DC-AB9D-C76880EBBF4E}" dt="2024-11-05T18:12:10.661" v="1417" actId="20577"/>
          <ac:spMkLst>
            <pc:docMk/>
            <pc:sldMk cId="143433085" sldId="562"/>
            <ac:spMk id="7" creationId="{3A4FFBCA-8853-4B7E-CFD0-7948F6F8AF68}"/>
          </ac:spMkLst>
        </pc:spChg>
      </pc:sldChg>
      <pc:sldChg chg="addSp delSp modSp add mod">
        <pc:chgData name="Ibrahim NIANG" userId="acdf7ece8d0764a7" providerId="LiveId" clId="{9306A5DC-73E1-41DC-AB9D-C76880EBBF4E}" dt="2024-11-05T18:09:41.099" v="1385"/>
        <pc:sldMkLst>
          <pc:docMk/>
          <pc:sldMk cId="74138148" sldId="563"/>
        </pc:sldMkLst>
        <pc:spChg chg="del">
          <ac:chgData name="Ibrahim NIANG" userId="acdf7ece8d0764a7" providerId="LiveId" clId="{9306A5DC-73E1-41DC-AB9D-C76880EBBF4E}" dt="2024-11-05T18:09:39.920" v="1384" actId="478"/>
          <ac:spMkLst>
            <pc:docMk/>
            <pc:sldMk cId="74138148" sldId="563"/>
            <ac:spMk id="4" creationId="{36FD9B72-E4A2-8C09-72DB-5AE1FFEDADAA}"/>
          </ac:spMkLst>
        </pc:spChg>
        <pc:spChg chg="add mod">
          <ac:chgData name="Ibrahim NIANG" userId="acdf7ece8d0764a7" providerId="LiveId" clId="{9306A5DC-73E1-41DC-AB9D-C76880EBBF4E}" dt="2024-11-05T18:09:41.099" v="1385"/>
          <ac:spMkLst>
            <pc:docMk/>
            <pc:sldMk cId="74138148" sldId="563"/>
            <ac:spMk id="7" creationId="{F7D8FC82-F720-3E69-09E9-63CD21BD4209}"/>
          </ac:spMkLst>
        </pc:spChg>
      </pc:sldChg>
      <pc:sldChg chg="add">
        <pc:chgData name="Ibrahim NIANG" userId="acdf7ece8d0764a7" providerId="LiveId" clId="{9306A5DC-73E1-41DC-AB9D-C76880EBBF4E}" dt="2024-11-05T18:11:42.731" v="1392" actId="2890"/>
        <pc:sldMkLst>
          <pc:docMk/>
          <pc:sldMk cId="2971887564" sldId="564"/>
        </pc:sldMkLst>
      </pc:sldChg>
      <pc:sldChg chg="modSp add mod">
        <pc:chgData name="Ibrahim NIANG" userId="acdf7ece8d0764a7" providerId="LiveId" clId="{9306A5DC-73E1-41DC-AB9D-C76880EBBF4E}" dt="2024-11-05T18:11:54.913" v="1403" actId="20577"/>
        <pc:sldMkLst>
          <pc:docMk/>
          <pc:sldMk cId="2432346136" sldId="565"/>
        </pc:sldMkLst>
        <pc:spChg chg="mod">
          <ac:chgData name="Ibrahim NIANG" userId="acdf7ece8d0764a7" providerId="LiveId" clId="{9306A5DC-73E1-41DC-AB9D-C76880EBBF4E}" dt="2024-11-05T18:11:54.913" v="1403" actId="20577"/>
          <ac:spMkLst>
            <pc:docMk/>
            <pc:sldMk cId="2432346136" sldId="565"/>
            <ac:spMk id="7" creationId="{BBBA266B-BD9C-CFCF-9DB6-40B8477A2E0A}"/>
          </ac:spMkLst>
        </pc:spChg>
      </pc:sldChg>
      <pc:sldChg chg="modSp add mod">
        <pc:chgData name="Ibrahim NIANG" userId="acdf7ece8d0764a7" providerId="LiveId" clId="{9306A5DC-73E1-41DC-AB9D-C76880EBBF4E}" dt="2024-11-05T18:12:25.358" v="1425" actId="20577"/>
        <pc:sldMkLst>
          <pc:docMk/>
          <pc:sldMk cId="2257937470" sldId="566"/>
        </pc:sldMkLst>
        <pc:spChg chg="mod">
          <ac:chgData name="Ibrahim NIANG" userId="acdf7ece8d0764a7" providerId="LiveId" clId="{9306A5DC-73E1-41DC-AB9D-C76880EBBF4E}" dt="2024-11-05T18:12:25.358" v="1425" actId="20577"/>
          <ac:spMkLst>
            <pc:docMk/>
            <pc:sldMk cId="2257937470" sldId="566"/>
            <ac:spMk id="7" creationId="{84FCCC57-B63C-22E9-7D6B-EC7A57A450C9}"/>
          </ac:spMkLst>
        </pc:spChg>
      </pc:sldChg>
      <pc:sldChg chg="addSp modSp add mod">
        <pc:chgData name="Ibrahim NIANG" userId="acdf7ece8d0764a7" providerId="LiveId" clId="{9306A5DC-73E1-41DC-AB9D-C76880EBBF4E}" dt="2024-11-05T18:17:41.266" v="1461"/>
        <pc:sldMkLst>
          <pc:docMk/>
          <pc:sldMk cId="1371932112" sldId="567"/>
        </pc:sldMkLst>
        <pc:spChg chg="add mod">
          <ac:chgData name="Ibrahim NIANG" userId="acdf7ece8d0764a7" providerId="LiveId" clId="{9306A5DC-73E1-41DC-AB9D-C76880EBBF4E}" dt="2024-11-05T18:17:32.358" v="1459" actId="1076"/>
          <ac:spMkLst>
            <pc:docMk/>
            <pc:sldMk cId="1371932112" sldId="567"/>
            <ac:spMk id="9" creationId="{E312BFEB-00B1-4245-F4F6-188DD9051C42}"/>
          </ac:spMkLst>
        </pc:spChg>
        <pc:spChg chg="add mod">
          <ac:chgData name="Ibrahim NIANG" userId="acdf7ece8d0764a7" providerId="LiveId" clId="{9306A5DC-73E1-41DC-AB9D-C76880EBBF4E}" dt="2024-11-05T18:17:41.266" v="1461"/>
          <ac:spMkLst>
            <pc:docMk/>
            <pc:sldMk cId="1371932112" sldId="567"/>
            <ac:spMk id="10" creationId="{2CAFDDFF-3A1F-EBE0-DB69-6ED39E16C045}"/>
          </ac:spMkLst>
        </pc:spChg>
        <pc:picChg chg="add mod">
          <ac:chgData name="Ibrahim NIANG" userId="acdf7ece8d0764a7" providerId="LiveId" clId="{9306A5DC-73E1-41DC-AB9D-C76880EBBF4E}" dt="2024-11-05T18:17:41.266" v="1461"/>
          <ac:picMkLst>
            <pc:docMk/>
            <pc:sldMk cId="1371932112" sldId="567"/>
            <ac:picMk id="11" creationId="{59CB2366-A1A0-D221-D745-7B1DC620EECC}"/>
          </ac:picMkLst>
        </pc:picChg>
      </pc:sldChg>
      <pc:sldChg chg="add">
        <pc:chgData name="Ibrahim NIANG" userId="acdf7ece8d0764a7" providerId="LiveId" clId="{9306A5DC-73E1-41DC-AB9D-C76880EBBF4E}" dt="2024-11-05T18:12:50.582" v="1439" actId="2890"/>
        <pc:sldMkLst>
          <pc:docMk/>
          <pc:sldMk cId="2662994852" sldId="568"/>
        </pc:sldMkLst>
      </pc:sldChg>
    </pc:docChg>
  </pc:docChgLst>
  <pc:docChgLst>
    <pc:chgData name="Ibrahim NIANG" userId="acdf7ece8d0764a7" providerId="LiveId" clId="{E040C4FD-A350-48D1-9FBA-8D0B272720DB}"/>
    <pc:docChg chg="undo redo custSel addSld delSld modSld sldOrd modMainMaster">
      <pc:chgData name="Ibrahim NIANG" userId="acdf7ece8d0764a7" providerId="LiveId" clId="{E040C4FD-A350-48D1-9FBA-8D0B272720DB}" dt="2024-11-27T09:52:39.139" v="4492" actId="1076"/>
      <pc:docMkLst>
        <pc:docMk/>
      </pc:docMkLst>
      <pc:sldChg chg="addSp delSp modSp mod">
        <pc:chgData name="Ibrahim NIANG" userId="acdf7ece8d0764a7" providerId="LiveId" clId="{E040C4FD-A350-48D1-9FBA-8D0B272720DB}" dt="2024-11-18T11:29:55.442" v="64" actId="1076"/>
        <pc:sldMkLst>
          <pc:docMk/>
          <pc:sldMk cId="1838747637" sldId="459"/>
        </pc:sldMkLst>
        <pc:spChg chg="mod">
          <ac:chgData name="Ibrahim NIANG" userId="acdf7ece8d0764a7" providerId="LiveId" clId="{E040C4FD-A350-48D1-9FBA-8D0B272720DB}" dt="2024-11-18T11:29:42.826" v="59" actId="1076"/>
          <ac:spMkLst>
            <pc:docMk/>
            <pc:sldMk cId="1838747637" sldId="459"/>
            <ac:spMk id="5" creationId="{3212850B-BAEC-FFF4-C778-2248F3C43D32}"/>
          </ac:spMkLst>
        </pc:spChg>
        <pc:spChg chg="mod">
          <ac:chgData name="Ibrahim NIANG" userId="acdf7ece8d0764a7" providerId="LiveId" clId="{E040C4FD-A350-48D1-9FBA-8D0B272720DB}" dt="2024-11-18T11:29:14.492" v="57" actId="14100"/>
          <ac:spMkLst>
            <pc:docMk/>
            <pc:sldMk cId="1838747637" sldId="459"/>
            <ac:spMk id="10" creationId="{8A8DF2B9-A7E7-5801-AD87-D4883697B765}"/>
          </ac:spMkLst>
        </pc:spChg>
        <pc:picChg chg="del">
          <ac:chgData name="Ibrahim NIANG" userId="acdf7ece8d0764a7" providerId="LiveId" clId="{E040C4FD-A350-48D1-9FBA-8D0B272720DB}" dt="2024-11-18T11:29:41.542" v="58" actId="478"/>
          <ac:picMkLst>
            <pc:docMk/>
            <pc:sldMk cId="1838747637" sldId="459"/>
            <ac:picMk id="2" creationId="{79F830CA-A909-1022-32C4-815B95C164BC}"/>
          </ac:picMkLst>
        </pc:picChg>
        <pc:picChg chg="add mod">
          <ac:chgData name="Ibrahim NIANG" userId="acdf7ece8d0764a7" providerId="LiveId" clId="{E040C4FD-A350-48D1-9FBA-8D0B272720DB}" dt="2024-11-18T11:29:55.442" v="64" actId="1076"/>
          <ac:picMkLst>
            <pc:docMk/>
            <pc:sldMk cId="1838747637" sldId="459"/>
            <ac:picMk id="1026" creationId="{0E2215A8-69D8-BD9C-7A24-C499DCD91202}"/>
          </ac:picMkLst>
        </pc:picChg>
      </pc:sldChg>
      <pc:sldChg chg="addSp delSp modSp mod setBg">
        <pc:chgData name="Ibrahim NIANG" userId="acdf7ece8d0764a7" providerId="LiveId" clId="{E040C4FD-A350-48D1-9FBA-8D0B272720DB}" dt="2024-11-18T14:59:03.535" v="1703" actId="478"/>
        <pc:sldMkLst>
          <pc:docMk/>
          <pc:sldMk cId="3535838964" sldId="518"/>
        </pc:sldMkLst>
        <pc:spChg chg="del mod">
          <ac:chgData name="Ibrahim NIANG" userId="acdf7ece8d0764a7" providerId="LiveId" clId="{E040C4FD-A350-48D1-9FBA-8D0B272720DB}" dt="2024-11-18T13:00:23.448" v="1271" actId="26606"/>
          <ac:spMkLst>
            <pc:docMk/>
            <pc:sldMk cId="3535838964" sldId="518"/>
            <ac:spMk id="10" creationId="{8244EEA1-5138-20D9-409A-7D780C09D319}"/>
          </ac:spMkLst>
        </pc:spChg>
        <pc:graphicFrameChg chg="add mod modGraphic">
          <ac:chgData name="Ibrahim NIANG" userId="acdf7ece8d0764a7" providerId="LiveId" clId="{E040C4FD-A350-48D1-9FBA-8D0B272720DB}" dt="2024-11-18T14:59:03.535" v="1703" actId="478"/>
          <ac:graphicFrameMkLst>
            <pc:docMk/>
            <pc:sldMk cId="3535838964" sldId="518"/>
            <ac:graphicFrameMk id="12" creationId="{68D338CA-2372-912C-D698-62D007D9232E}"/>
          </ac:graphicFrameMkLst>
        </pc:graphicFrameChg>
        <pc:picChg chg="mod">
          <ac:chgData name="Ibrahim NIANG" userId="acdf7ece8d0764a7" providerId="LiveId" clId="{E040C4FD-A350-48D1-9FBA-8D0B272720DB}" dt="2024-11-18T13:00:33.476" v="1272" actId="27614"/>
          <ac:picMkLst>
            <pc:docMk/>
            <pc:sldMk cId="3535838964" sldId="518"/>
            <ac:picMk id="3" creationId="{B1CFDCA3-4759-25E1-88A5-2F67C8914F09}"/>
          </ac:picMkLst>
        </pc:picChg>
        <pc:picChg chg="mod">
          <ac:chgData name="Ibrahim NIANG" userId="acdf7ece8d0764a7" providerId="LiveId" clId="{E040C4FD-A350-48D1-9FBA-8D0B272720DB}" dt="2024-11-18T13:00:33.482" v="1274" actId="27614"/>
          <ac:picMkLst>
            <pc:docMk/>
            <pc:sldMk cId="3535838964" sldId="518"/>
            <ac:picMk id="4" creationId="{EE1A7C04-7ACE-1CD8-AA15-44C29060692F}"/>
          </ac:picMkLst>
        </pc:picChg>
        <pc:picChg chg="add mod">
          <ac:chgData name="Ibrahim NIANG" userId="acdf7ece8d0764a7" providerId="LiveId" clId="{E040C4FD-A350-48D1-9FBA-8D0B272720DB}" dt="2024-11-18T13:00:33.483" v="1275" actId="962"/>
          <ac:picMkLst>
            <pc:docMk/>
            <pc:sldMk cId="3535838964" sldId="518"/>
            <ac:picMk id="6" creationId="{6A4F8650-5FC0-6DB8-55BF-CC0AEB815740}"/>
          </ac:picMkLst>
        </pc:picChg>
        <pc:picChg chg="del">
          <ac:chgData name="Ibrahim NIANG" userId="acdf7ece8d0764a7" providerId="LiveId" clId="{E040C4FD-A350-48D1-9FBA-8D0B272720DB}" dt="2024-11-18T13:00:15.454" v="1268" actId="478"/>
          <ac:picMkLst>
            <pc:docMk/>
            <pc:sldMk cId="3535838964" sldId="518"/>
            <ac:picMk id="1026" creationId="{E60D98C1-BE59-3C03-D03D-2661A4D85B4D}"/>
          </ac:picMkLst>
        </pc:picChg>
      </pc:sldChg>
      <pc:sldChg chg="addSp delSp modSp add del mod">
        <pc:chgData name="Ibrahim NIANG" userId="acdf7ece8d0764a7" providerId="LiveId" clId="{E040C4FD-A350-48D1-9FBA-8D0B272720DB}" dt="2024-11-21T15:00:57.358" v="3566" actId="478"/>
        <pc:sldMkLst>
          <pc:docMk/>
          <pc:sldMk cId="154245759" sldId="526"/>
        </pc:sldMkLst>
        <pc:spChg chg="mod">
          <ac:chgData name="Ibrahim NIANG" userId="acdf7ece8d0764a7" providerId="LiveId" clId="{E040C4FD-A350-48D1-9FBA-8D0B272720DB}" dt="2024-11-18T11:37:24.593" v="464" actId="14100"/>
          <ac:spMkLst>
            <pc:docMk/>
            <pc:sldMk cId="154245759" sldId="526"/>
            <ac:spMk id="3" creationId="{1740D677-3673-1F6C-84B4-3ECAFE760D0A}"/>
          </ac:spMkLst>
        </pc:spChg>
        <pc:spChg chg="add mod">
          <ac:chgData name="Ibrahim NIANG" userId="acdf7ece8d0764a7" providerId="LiveId" clId="{E040C4FD-A350-48D1-9FBA-8D0B272720DB}" dt="2024-11-18T11:38:53.144" v="468" actId="108"/>
          <ac:spMkLst>
            <pc:docMk/>
            <pc:sldMk cId="154245759" sldId="526"/>
            <ac:spMk id="4" creationId="{8E5A8251-A634-5C07-3824-B74A12370513}"/>
          </ac:spMkLst>
        </pc:spChg>
        <pc:spChg chg="add del mod">
          <ac:chgData name="Ibrahim NIANG" userId="acdf7ece8d0764a7" providerId="LiveId" clId="{E040C4FD-A350-48D1-9FBA-8D0B272720DB}" dt="2024-11-18T11:43:28.710" v="479" actId="478"/>
          <ac:spMkLst>
            <pc:docMk/>
            <pc:sldMk cId="154245759" sldId="526"/>
            <ac:spMk id="7" creationId="{4C15D4E8-18DC-1DF5-CAD8-109827004738}"/>
          </ac:spMkLst>
        </pc:spChg>
        <pc:spChg chg="add del mod">
          <ac:chgData name="Ibrahim NIANG" userId="acdf7ece8d0764a7" providerId="LiveId" clId="{E040C4FD-A350-48D1-9FBA-8D0B272720DB}" dt="2024-11-21T15:00:57.358" v="3566" actId="478"/>
          <ac:spMkLst>
            <pc:docMk/>
            <pc:sldMk cId="154245759" sldId="526"/>
            <ac:spMk id="7" creationId="{CE4E8E4D-FB83-72EF-C0EC-41E7A012BA41}"/>
          </ac:spMkLst>
        </pc:spChg>
        <pc:spChg chg="del mod">
          <ac:chgData name="Ibrahim NIANG" userId="acdf7ece8d0764a7" providerId="LiveId" clId="{E040C4FD-A350-48D1-9FBA-8D0B272720DB}" dt="2024-11-18T11:38:55.342" v="469" actId="478"/>
          <ac:spMkLst>
            <pc:docMk/>
            <pc:sldMk cId="154245759" sldId="526"/>
            <ac:spMk id="11" creationId="{20BAFBF7-29E1-AA7E-2DFE-6D43BCAE4C7F}"/>
          </ac:spMkLst>
        </pc:spChg>
        <pc:spChg chg="add mod">
          <ac:chgData name="Ibrahim NIANG" userId="acdf7ece8d0764a7" providerId="LiveId" clId="{E040C4FD-A350-48D1-9FBA-8D0B272720DB}" dt="2024-11-18T11:48:27.018" v="531" actId="122"/>
          <ac:spMkLst>
            <pc:docMk/>
            <pc:sldMk cId="154245759" sldId="526"/>
            <ac:spMk id="17" creationId="{D148A198-4760-8B03-4E01-2CFB29197F7C}"/>
          </ac:spMkLst>
        </pc:spChg>
        <pc:spChg chg="add mod">
          <ac:chgData name="Ibrahim NIANG" userId="acdf7ece8d0764a7" providerId="LiveId" clId="{E040C4FD-A350-48D1-9FBA-8D0B272720DB}" dt="2024-11-18T11:50:30.048" v="601" actId="1076"/>
          <ac:spMkLst>
            <pc:docMk/>
            <pc:sldMk cId="154245759" sldId="526"/>
            <ac:spMk id="19" creationId="{CB16829A-11D6-D0AB-5D61-49BB0FD1A2B6}"/>
          </ac:spMkLst>
        </pc:spChg>
        <pc:spChg chg="add mod">
          <ac:chgData name="Ibrahim NIANG" userId="acdf7ece8d0764a7" providerId="LiveId" clId="{E040C4FD-A350-48D1-9FBA-8D0B272720DB}" dt="2024-11-18T11:48:38.582" v="534" actId="14100"/>
          <ac:spMkLst>
            <pc:docMk/>
            <pc:sldMk cId="154245759" sldId="526"/>
            <ac:spMk id="21" creationId="{8C0DC391-99CB-73A7-0BDE-2317BC242BF0}"/>
          </ac:spMkLst>
        </pc:spChg>
        <pc:spChg chg="add mod">
          <ac:chgData name="Ibrahim NIANG" userId="acdf7ece8d0764a7" providerId="LiveId" clId="{E040C4FD-A350-48D1-9FBA-8D0B272720DB}" dt="2024-11-18T11:50:15.965" v="595" actId="1076"/>
          <ac:spMkLst>
            <pc:docMk/>
            <pc:sldMk cId="154245759" sldId="526"/>
            <ac:spMk id="23" creationId="{FD3E0BDA-3352-FD6A-5637-6A2C2B53A178}"/>
          </ac:spMkLst>
        </pc:spChg>
        <pc:spChg chg="add mod">
          <ac:chgData name="Ibrahim NIANG" userId="acdf7ece8d0764a7" providerId="LiveId" clId="{E040C4FD-A350-48D1-9FBA-8D0B272720DB}" dt="2024-11-18T11:50:27.947" v="600" actId="1076"/>
          <ac:spMkLst>
            <pc:docMk/>
            <pc:sldMk cId="154245759" sldId="526"/>
            <ac:spMk id="24" creationId="{6714DD99-767F-A201-742E-54BAC0787C54}"/>
          </ac:spMkLst>
        </pc:spChg>
        <pc:spChg chg="add mod">
          <ac:chgData name="Ibrahim NIANG" userId="acdf7ece8d0764a7" providerId="LiveId" clId="{E040C4FD-A350-48D1-9FBA-8D0B272720DB}" dt="2024-11-18T11:50:13.546" v="594" actId="1076"/>
          <ac:spMkLst>
            <pc:docMk/>
            <pc:sldMk cId="154245759" sldId="526"/>
            <ac:spMk id="25" creationId="{8318F2BD-2AFF-8FE4-5B39-66BCB14ABE76}"/>
          </ac:spMkLst>
        </pc:spChg>
        <pc:picChg chg="del">
          <ac:chgData name="Ibrahim NIANG" userId="acdf7ece8d0764a7" providerId="LiveId" clId="{E040C4FD-A350-48D1-9FBA-8D0B272720DB}" dt="2024-11-18T11:37:27.169" v="465" actId="478"/>
          <ac:picMkLst>
            <pc:docMk/>
            <pc:sldMk cId="154245759" sldId="526"/>
            <ac:picMk id="9" creationId="{6B4FE476-3008-A772-7AF3-A4AFF04EA6BB}"/>
          </ac:picMkLst>
        </pc:picChg>
        <pc:picChg chg="add del mod">
          <ac:chgData name="Ibrahim NIANG" userId="acdf7ece8d0764a7" providerId="LiveId" clId="{E040C4FD-A350-48D1-9FBA-8D0B272720DB}" dt="2024-11-18T11:43:14.261" v="476" actId="478"/>
          <ac:picMkLst>
            <pc:docMk/>
            <pc:sldMk cId="154245759" sldId="526"/>
            <ac:picMk id="10" creationId="{E085B564-BFBE-1B11-B2C4-0C685D44EA4A}"/>
          </ac:picMkLst>
        </pc:picChg>
        <pc:picChg chg="add del mod">
          <ac:chgData name="Ibrahim NIANG" userId="acdf7ece8d0764a7" providerId="LiveId" clId="{E040C4FD-A350-48D1-9FBA-8D0B272720DB}" dt="2024-11-18T11:43:13.741" v="475" actId="478"/>
          <ac:picMkLst>
            <pc:docMk/>
            <pc:sldMk cId="154245759" sldId="526"/>
            <ac:picMk id="12" creationId="{08429144-5275-718D-7EE8-959FFFDCCF16}"/>
          </ac:picMkLst>
        </pc:picChg>
        <pc:picChg chg="add del mod">
          <ac:chgData name="Ibrahim NIANG" userId="acdf7ece8d0764a7" providerId="LiveId" clId="{E040C4FD-A350-48D1-9FBA-8D0B272720DB}" dt="2024-11-18T11:43:13.214" v="474" actId="478"/>
          <ac:picMkLst>
            <pc:docMk/>
            <pc:sldMk cId="154245759" sldId="526"/>
            <ac:picMk id="13" creationId="{A6DF4E52-ABEF-B95F-DB68-9E07E92A6DA4}"/>
          </ac:picMkLst>
        </pc:picChg>
        <pc:picChg chg="add del mod">
          <ac:chgData name="Ibrahim NIANG" userId="acdf7ece8d0764a7" providerId="LiveId" clId="{E040C4FD-A350-48D1-9FBA-8D0B272720DB}" dt="2024-11-18T11:43:12.789" v="473" actId="478"/>
          <ac:picMkLst>
            <pc:docMk/>
            <pc:sldMk cId="154245759" sldId="526"/>
            <ac:picMk id="14" creationId="{B3BD7823-8D61-27C3-05D3-3E8A48D93A6E}"/>
          </ac:picMkLst>
        </pc:picChg>
        <pc:picChg chg="add del mod">
          <ac:chgData name="Ibrahim NIANG" userId="acdf7ece8d0764a7" providerId="LiveId" clId="{E040C4FD-A350-48D1-9FBA-8D0B272720DB}" dt="2024-11-18T11:43:12.219" v="472" actId="478"/>
          <ac:picMkLst>
            <pc:docMk/>
            <pc:sldMk cId="154245759" sldId="526"/>
            <ac:picMk id="15" creationId="{E3F94D3D-EF0A-2556-2A50-04C5F96D924C}"/>
          </ac:picMkLst>
        </pc:picChg>
        <pc:picChg chg="add mod">
          <ac:chgData name="Ibrahim NIANG" userId="acdf7ece8d0764a7" providerId="LiveId" clId="{E040C4FD-A350-48D1-9FBA-8D0B272720DB}" dt="2024-11-18T11:50:09.413" v="592" actId="1076"/>
          <ac:picMkLst>
            <pc:docMk/>
            <pc:sldMk cId="154245759" sldId="526"/>
            <ac:picMk id="2050" creationId="{7E6FF3DD-CCDB-F235-52C1-2FB19D6A4F2F}"/>
          </ac:picMkLst>
        </pc:picChg>
        <pc:picChg chg="add del mod">
          <ac:chgData name="Ibrahim NIANG" userId="acdf7ece8d0764a7" providerId="LiveId" clId="{E040C4FD-A350-48D1-9FBA-8D0B272720DB}" dt="2024-11-18T11:46:38.645" v="508" actId="478"/>
          <ac:picMkLst>
            <pc:docMk/>
            <pc:sldMk cId="154245759" sldId="526"/>
            <ac:picMk id="2052" creationId="{887E5B0E-EA3C-2D87-C52A-FAF2BA286848}"/>
          </ac:picMkLst>
        </pc:picChg>
        <pc:picChg chg="add mod">
          <ac:chgData name="Ibrahim NIANG" userId="acdf7ece8d0764a7" providerId="LiveId" clId="{E040C4FD-A350-48D1-9FBA-8D0B272720DB}" dt="2024-11-18T11:50:17.268" v="596" actId="1076"/>
          <ac:picMkLst>
            <pc:docMk/>
            <pc:sldMk cId="154245759" sldId="526"/>
            <ac:picMk id="2054" creationId="{F750E335-923B-3D77-680F-AB0F7DF140EC}"/>
          </ac:picMkLst>
        </pc:picChg>
        <pc:picChg chg="add del mod">
          <ac:chgData name="Ibrahim NIANG" userId="acdf7ece8d0764a7" providerId="LiveId" clId="{E040C4FD-A350-48D1-9FBA-8D0B272720DB}" dt="2024-11-18T11:47:17.365" v="516" actId="478"/>
          <ac:picMkLst>
            <pc:docMk/>
            <pc:sldMk cId="154245759" sldId="526"/>
            <ac:picMk id="2056" creationId="{19AD1FD9-1C9F-EDFC-5CCF-1823803CD521}"/>
          </ac:picMkLst>
        </pc:picChg>
        <pc:picChg chg="add del">
          <ac:chgData name="Ibrahim NIANG" userId="acdf7ece8d0764a7" providerId="LiveId" clId="{E040C4FD-A350-48D1-9FBA-8D0B272720DB}" dt="2024-11-18T11:47:46.036" v="518" actId="478"/>
          <ac:picMkLst>
            <pc:docMk/>
            <pc:sldMk cId="154245759" sldId="526"/>
            <ac:picMk id="2058" creationId="{90E5A619-D9B0-6B72-B13F-0CFB2D20CAD7}"/>
          </ac:picMkLst>
        </pc:picChg>
        <pc:picChg chg="add mod">
          <ac:chgData name="Ibrahim NIANG" userId="acdf7ece8d0764a7" providerId="LiveId" clId="{E040C4FD-A350-48D1-9FBA-8D0B272720DB}" dt="2024-11-18T11:50:10.672" v="593" actId="1076"/>
          <ac:picMkLst>
            <pc:docMk/>
            <pc:sldMk cId="154245759" sldId="526"/>
            <ac:picMk id="2060" creationId="{BA23C433-3884-E41A-E7EC-F36555FCF07B}"/>
          </ac:picMkLst>
        </pc:picChg>
      </pc:sldChg>
      <pc:sldChg chg="del">
        <pc:chgData name="Ibrahim NIANG" userId="acdf7ece8d0764a7" providerId="LiveId" clId="{E040C4FD-A350-48D1-9FBA-8D0B272720DB}" dt="2024-11-18T11:30:17.582" v="96" actId="47"/>
        <pc:sldMkLst>
          <pc:docMk/>
          <pc:sldMk cId="710853856" sldId="527"/>
        </pc:sldMkLst>
      </pc:sldChg>
      <pc:sldChg chg="add del">
        <pc:chgData name="Ibrahim NIANG" userId="acdf7ece8d0764a7" providerId="LiveId" clId="{E040C4FD-A350-48D1-9FBA-8D0B272720DB}" dt="2024-11-21T08:48:30.420" v="1843" actId="47"/>
        <pc:sldMkLst>
          <pc:docMk/>
          <pc:sldMk cId="2595863038" sldId="528"/>
        </pc:sldMkLst>
      </pc:sldChg>
      <pc:sldChg chg="del">
        <pc:chgData name="Ibrahim NIANG" userId="acdf7ece8d0764a7" providerId="LiveId" clId="{E040C4FD-A350-48D1-9FBA-8D0B272720DB}" dt="2024-11-18T11:30:17.407" v="95" actId="47"/>
        <pc:sldMkLst>
          <pc:docMk/>
          <pc:sldMk cId="770240412" sldId="529"/>
        </pc:sldMkLst>
      </pc:sldChg>
      <pc:sldChg chg="add del">
        <pc:chgData name="Ibrahim NIANG" userId="acdf7ece8d0764a7" providerId="LiveId" clId="{E040C4FD-A350-48D1-9FBA-8D0B272720DB}" dt="2024-11-21T08:48:29.428" v="1842" actId="47"/>
        <pc:sldMkLst>
          <pc:docMk/>
          <pc:sldMk cId="21959780" sldId="530"/>
        </pc:sldMkLst>
      </pc:sldChg>
      <pc:sldChg chg="addSp delSp modSp add mod">
        <pc:chgData name="Ibrahim NIANG" userId="acdf7ece8d0764a7" providerId="LiveId" clId="{E040C4FD-A350-48D1-9FBA-8D0B272720DB}" dt="2024-11-21T15:01:01.104" v="3567" actId="478"/>
        <pc:sldMkLst>
          <pc:docMk/>
          <pc:sldMk cId="2643357324" sldId="531"/>
        </pc:sldMkLst>
        <pc:spChg chg="mod">
          <ac:chgData name="Ibrahim NIANG" userId="acdf7ece8d0764a7" providerId="LiveId" clId="{E040C4FD-A350-48D1-9FBA-8D0B272720DB}" dt="2024-11-18T11:51:24.206" v="640" actId="313"/>
          <ac:spMkLst>
            <pc:docMk/>
            <pc:sldMk cId="2643357324" sldId="531"/>
            <ac:spMk id="4" creationId="{DF19D96B-6A05-27F1-94B4-8F93E3A050A9}"/>
          </ac:spMkLst>
        </pc:spChg>
        <pc:spChg chg="add del mod">
          <ac:chgData name="Ibrahim NIANG" userId="acdf7ece8d0764a7" providerId="LiveId" clId="{E040C4FD-A350-48D1-9FBA-8D0B272720DB}" dt="2024-11-21T15:01:01.104" v="3567" actId="478"/>
          <ac:spMkLst>
            <pc:docMk/>
            <pc:sldMk cId="2643357324" sldId="531"/>
            <ac:spMk id="7" creationId="{3E68772B-18B9-19A5-A80F-0DD65203AAC5}"/>
          </ac:spMkLst>
        </pc:spChg>
        <pc:spChg chg="add mod">
          <ac:chgData name="Ibrahim NIANG" userId="acdf7ece8d0764a7" providerId="LiveId" clId="{E040C4FD-A350-48D1-9FBA-8D0B272720DB}" dt="2024-11-18T11:51:50.027" v="647" actId="113"/>
          <ac:spMkLst>
            <pc:docMk/>
            <pc:sldMk cId="2643357324" sldId="531"/>
            <ac:spMk id="9" creationId="{78A96ABB-750B-01B3-3370-BB9C39621FE6}"/>
          </ac:spMkLst>
        </pc:spChg>
        <pc:spChg chg="add mod">
          <ac:chgData name="Ibrahim NIANG" userId="acdf7ece8d0764a7" providerId="LiveId" clId="{E040C4FD-A350-48D1-9FBA-8D0B272720DB}" dt="2024-11-18T11:52:21.660" v="655" actId="1076"/>
          <ac:spMkLst>
            <pc:docMk/>
            <pc:sldMk cId="2643357324" sldId="531"/>
            <ac:spMk id="11" creationId="{EE7A3358-98D0-1EAB-6A4A-D06D0B2A8094}"/>
          </ac:spMkLst>
        </pc:spChg>
        <pc:spChg chg="del">
          <ac:chgData name="Ibrahim NIANG" userId="acdf7ece8d0764a7" providerId="LiveId" clId="{E040C4FD-A350-48D1-9FBA-8D0B272720DB}" dt="2024-11-18T11:51:32.228" v="642" actId="478"/>
          <ac:spMkLst>
            <pc:docMk/>
            <pc:sldMk cId="2643357324" sldId="531"/>
            <ac:spMk id="17" creationId="{98438E0B-5CCC-AA5B-21CE-C580AB571FFD}"/>
          </ac:spMkLst>
        </pc:spChg>
        <pc:spChg chg="del">
          <ac:chgData name="Ibrahim NIANG" userId="acdf7ece8d0764a7" providerId="LiveId" clId="{E040C4FD-A350-48D1-9FBA-8D0B272720DB}" dt="2024-11-18T11:51:53.227" v="648" actId="478"/>
          <ac:spMkLst>
            <pc:docMk/>
            <pc:sldMk cId="2643357324" sldId="531"/>
            <ac:spMk id="19" creationId="{9C24D38B-5324-A271-7B88-723D050A73CE}"/>
          </ac:spMkLst>
        </pc:spChg>
        <pc:spChg chg="mod">
          <ac:chgData name="Ibrahim NIANG" userId="acdf7ece8d0764a7" providerId="LiveId" clId="{E040C4FD-A350-48D1-9FBA-8D0B272720DB}" dt="2024-11-18T11:52:53.700" v="659" actId="113"/>
          <ac:spMkLst>
            <pc:docMk/>
            <pc:sldMk cId="2643357324" sldId="531"/>
            <ac:spMk id="21" creationId="{9BDE9F67-C692-FE91-91FF-71CF7E7EE0DB}"/>
          </ac:spMkLst>
        </pc:spChg>
        <pc:spChg chg="del mod">
          <ac:chgData name="Ibrahim NIANG" userId="acdf7ece8d0764a7" providerId="LiveId" clId="{E040C4FD-A350-48D1-9FBA-8D0B272720DB}" dt="2024-11-18T11:53:41.577" v="663" actId="478"/>
          <ac:spMkLst>
            <pc:docMk/>
            <pc:sldMk cId="2643357324" sldId="531"/>
            <ac:spMk id="23" creationId="{C2426F4A-C0C2-206C-2D6A-8E29938EEA66}"/>
          </ac:spMkLst>
        </pc:spChg>
        <pc:spChg chg="mod">
          <ac:chgData name="Ibrahim NIANG" userId="acdf7ece8d0764a7" providerId="LiveId" clId="{E040C4FD-A350-48D1-9FBA-8D0B272720DB}" dt="2024-11-18T11:55:13.306" v="696" actId="1076"/>
          <ac:spMkLst>
            <pc:docMk/>
            <pc:sldMk cId="2643357324" sldId="531"/>
            <ac:spMk id="24" creationId="{B1D39DC7-0828-593A-9198-6284DFF5699A}"/>
          </ac:spMkLst>
        </pc:spChg>
        <pc:spChg chg="del">
          <ac:chgData name="Ibrahim NIANG" userId="acdf7ece8d0764a7" providerId="LiveId" clId="{E040C4FD-A350-48D1-9FBA-8D0B272720DB}" dt="2024-11-18T11:53:42.945" v="664" actId="478"/>
          <ac:spMkLst>
            <pc:docMk/>
            <pc:sldMk cId="2643357324" sldId="531"/>
            <ac:spMk id="25" creationId="{AB0D9A1C-277F-113E-9F31-4A5422E0AE58}"/>
          </ac:spMkLst>
        </pc:spChg>
        <pc:picChg chg="del">
          <ac:chgData name="Ibrahim NIANG" userId="acdf7ece8d0764a7" providerId="LiveId" clId="{E040C4FD-A350-48D1-9FBA-8D0B272720DB}" dt="2024-11-18T11:53:39.395" v="661" actId="478"/>
          <ac:picMkLst>
            <pc:docMk/>
            <pc:sldMk cId="2643357324" sldId="531"/>
            <ac:picMk id="2050" creationId="{7C5B727E-EBDB-9358-F286-CA44BA47D045}"/>
          </ac:picMkLst>
        </pc:picChg>
        <pc:picChg chg="del">
          <ac:chgData name="Ibrahim NIANG" userId="acdf7ece8d0764a7" providerId="LiveId" clId="{E040C4FD-A350-48D1-9FBA-8D0B272720DB}" dt="2024-11-18T11:53:47.571" v="667" actId="478"/>
          <ac:picMkLst>
            <pc:docMk/>
            <pc:sldMk cId="2643357324" sldId="531"/>
            <ac:picMk id="2054" creationId="{0E38B4F4-2EFB-ADC9-E02D-63F258A1ED07}"/>
          </ac:picMkLst>
        </pc:picChg>
        <pc:picChg chg="del">
          <ac:chgData name="Ibrahim NIANG" userId="acdf7ece8d0764a7" providerId="LiveId" clId="{E040C4FD-A350-48D1-9FBA-8D0B272720DB}" dt="2024-11-18T11:53:38.186" v="660" actId="478"/>
          <ac:picMkLst>
            <pc:docMk/>
            <pc:sldMk cId="2643357324" sldId="531"/>
            <ac:picMk id="2060" creationId="{BA5C65FA-6BD3-BDF7-D3A9-55DB18F96291}"/>
          </ac:picMkLst>
        </pc:picChg>
        <pc:picChg chg="add mod">
          <ac:chgData name="Ibrahim NIANG" userId="acdf7ece8d0764a7" providerId="LiveId" clId="{E040C4FD-A350-48D1-9FBA-8D0B272720DB}" dt="2024-11-18T11:55:14.318" v="697" actId="1076"/>
          <ac:picMkLst>
            <pc:docMk/>
            <pc:sldMk cId="2643357324" sldId="531"/>
            <ac:picMk id="3074" creationId="{4EB82139-BB69-FF45-E8B7-4501DAAB8B7E}"/>
          </ac:picMkLst>
        </pc:picChg>
        <pc:picChg chg="add mod">
          <ac:chgData name="Ibrahim NIANG" userId="acdf7ece8d0764a7" providerId="LiveId" clId="{E040C4FD-A350-48D1-9FBA-8D0B272720DB}" dt="2024-11-18T11:55:08.848" v="694" actId="1076"/>
          <ac:picMkLst>
            <pc:docMk/>
            <pc:sldMk cId="2643357324" sldId="531"/>
            <ac:picMk id="3076" creationId="{D8333A97-E799-2C8D-296A-32F74ADDC761}"/>
          </ac:picMkLst>
        </pc:picChg>
      </pc:sldChg>
      <pc:sldChg chg="del">
        <pc:chgData name="Ibrahim NIANG" userId="acdf7ece8d0764a7" providerId="LiveId" clId="{E040C4FD-A350-48D1-9FBA-8D0B272720DB}" dt="2024-11-18T11:30:41.672" v="105" actId="47"/>
        <pc:sldMkLst>
          <pc:docMk/>
          <pc:sldMk cId="2658365472" sldId="531"/>
        </pc:sldMkLst>
      </pc:sldChg>
      <pc:sldChg chg="del">
        <pc:chgData name="Ibrahim NIANG" userId="acdf7ece8d0764a7" providerId="LiveId" clId="{E040C4FD-A350-48D1-9FBA-8D0B272720DB}" dt="2024-11-18T11:30:40.542" v="101" actId="47"/>
        <pc:sldMkLst>
          <pc:docMk/>
          <pc:sldMk cId="564066709" sldId="532"/>
        </pc:sldMkLst>
      </pc:sldChg>
      <pc:sldChg chg="addSp delSp modSp add mod">
        <pc:chgData name="Ibrahim NIANG" userId="acdf7ece8d0764a7" providerId="LiveId" clId="{E040C4FD-A350-48D1-9FBA-8D0B272720DB}" dt="2024-11-21T15:01:04.289" v="3568" actId="478"/>
        <pc:sldMkLst>
          <pc:docMk/>
          <pc:sldMk cId="1139980920" sldId="532"/>
        </pc:sldMkLst>
        <pc:spChg chg="add del mod">
          <ac:chgData name="Ibrahim NIANG" userId="acdf7ece8d0764a7" providerId="LiveId" clId="{E040C4FD-A350-48D1-9FBA-8D0B272720DB}" dt="2024-11-21T15:01:04.289" v="3568" actId="478"/>
          <ac:spMkLst>
            <pc:docMk/>
            <pc:sldMk cId="1139980920" sldId="532"/>
            <ac:spMk id="7" creationId="{2E9E4F9D-FFDA-06D4-C61A-7E9CD5AE4911}"/>
          </ac:spMkLst>
        </pc:spChg>
        <pc:spChg chg="mod">
          <ac:chgData name="Ibrahim NIANG" userId="acdf7ece8d0764a7" providerId="LiveId" clId="{E040C4FD-A350-48D1-9FBA-8D0B272720DB}" dt="2024-11-18T11:56:11.006" v="722"/>
          <ac:spMkLst>
            <pc:docMk/>
            <pc:sldMk cId="1139980920" sldId="532"/>
            <ac:spMk id="24" creationId="{63743856-BECD-8904-5106-B22179870D34}"/>
          </ac:spMkLst>
        </pc:spChg>
        <pc:picChg chg="del">
          <ac:chgData name="Ibrahim NIANG" userId="acdf7ece8d0764a7" providerId="LiveId" clId="{E040C4FD-A350-48D1-9FBA-8D0B272720DB}" dt="2024-11-18T11:55:21.898" v="699" actId="478"/>
          <ac:picMkLst>
            <pc:docMk/>
            <pc:sldMk cId="1139980920" sldId="532"/>
            <ac:picMk id="3074" creationId="{8D5129B4-CE12-5327-3A64-C1B1848393F0}"/>
          </ac:picMkLst>
        </pc:picChg>
        <pc:picChg chg="del">
          <ac:chgData name="Ibrahim NIANG" userId="acdf7ece8d0764a7" providerId="LiveId" clId="{E040C4FD-A350-48D1-9FBA-8D0B272720DB}" dt="2024-11-18T11:55:22.264" v="700" actId="478"/>
          <ac:picMkLst>
            <pc:docMk/>
            <pc:sldMk cId="1139980920" sldId="532"/>
            <ac:picMk id="3076" creationId="{D9520396-6E6B-AE07-F515-6EA24644E8C3}"/>
          </ac:picMkLst>
        </pc:picChg>
        <pc:picChg chg="add mod">
          <ac:chgData name="Ibrahim NIANG" userId="acdf7ece8d0764a7" providerId="LiveId" clId="{E040C4FD-A350-48D1-9FBA-8D0B272720DB}" dt="2024-11-18T11:55:41.098" v="702" actId="1076"/>
          <ac:picMkLst>
            <pc:docMk/>
            <pc:sldMk cId="1139980920" sldId="532"/>
            <ac:picMk id="4098" creationId="{B52245BF-7573-61B7-8B30-9A2622B67457}"/>
          </ac:picMkLst>
        </pc:picChg>
        <pc:picChg chg="add mod">
          <ac:chgData name="Ibrahim NIANG" userId="acdf7ece8d0764a7" providerId="LiveId" clId="{E040C4FD-A350-48D1-9FBA-8D0B272720DB}" dt="2024-11-18T11:55:49.169" v="704" actId="1076"/>
          <ac:picMkLst>
            <pc:docMk/>
            <pc:sldMk cId="1139980920" sldId="532"/>
            <ac:picMk id="4100" creationId="{BF4AD80C-53B7-72B7-2E85-D53890E6A6BF}"/>
          </ac:picMkLst>
        </pc:picChg>
      </pc:sldChg>
      <pc:sldChg chg="add del">
        <pc:chgData name="Ibrahim NIANG" userId="acdf7ece8d0764a7" providerId="LiveId" clId="{E040C4FD-A350-48D1-9FBA-8D0B272720DB}" dt="2024-11-18T11:30:33.440" v="100" actId="47"/>
        <pc:sldMkLst>
          <pc:docMk/>
          <pc:sldMk cId="2237745760" sldId="533"/>
        </pc:sldMkLst>
      </pc:sldChg>
      <pc:sldChg chg="addSp delSp modSp add mod">
        <pc:chgData name="Ibrahim NIANG" userId="acdf7ece8d0764a7" providerId="LiveId" clId="{E040C4FD-A350-48D1-9FBA-8D0B272720DB}" dt="2024-11-21T15:01:10.257" v="3569"/>
        <pc:sldMkLst>
          <pc:docMk/>
          <pc:sldMk cId="3901145723" sldId="533"/>
        </pc:sldMkLst>
        <pc:spChg chg="add mod">
          <ac:chgData name="Ibrahim NIANG" userId="acdf7ece8d0764a7" providerId="LiveId" clId="{E040C4FD-A350-48D1-9FBA-8D0B272720DB}" dt="2024-11-21T15:01:10.257" v="3569"/>
          <ac:spMkLst>
            <pc:docMk/>
            <pc:sldMk cId="3901145723" sldId="533"/>
            <ac:spMk id="7" creationId="{4A742CC5-8EC1-D4BF-80E7-F6488E3F3FA6}"/>
          </ac:spMkLst>
        </pc:spChg>
        <pc:spChg chg="add del mod">
          <ac:chgData name="Ibrahim NIANG" userId="acdf7ece8d0764a7" providerId="LiveId" clId="{E040C4FD-A350-48D1-9FBA-8D0B272720DB}" dt="2024-11-18T11:57:15.834" v="732" actId="478"/>
          <ac:spMkLst>
            <pc:docMk/>
            <pc:sldMk cId="3901145723" sldId="533"/>
            <ac:spMk id="10" creationId="{C897D5FC-2765-53CE-9D4E-F0F54ECB3D70}"/>
          </ac:spMkLst>
        </pc:spChg>
        <pc:spChg chg="del">
          <ac:chgData name="Ibrahim NIANG" userId="acdf7ece8d0764a7" providerId="LiveId" clId="{E040C4FD-A350-48D1-9FBA-8D0B272720DB}" dt="2024-11-18T11:56:59.929" v="728" actId="478"/>
          <ac:spMkLst>
            <pc:docMk/>
            <pc:sldMk cId="3901145723" sldId="533"/>
            <ac:spMk id="24" creationId="{AEA4D679-E2CF-9B36-21C6-015B98FAEC95}"/>
          </ac:spMkLst>
        </pc:spChg>
        <pc:picChg chg="del">
          <ac:chgData name="Ibrahim NIANG" userId="acdf7ece8d0764a7" providerId="LiveId" clId="{E040C4FD-A350-48D1-9FBA-8D0B272720DB}" dt="2024-11-18T11:57:18.538" v="734" actId="478"/>
          <ac:picMkLst>
            <pc:docMk/>
            <pc:sldMk cId="3901145723" sldId="533"/>
            <ac:picMk id="4098" creationId="{C1CF7D44-C2D8-03DA-1DDD-870DF1ED5656}"/>
          </ac:picMkLst>
        </pc:picChg>
        <pc:picChg chg="add del">
          <ac:chgData name="Ibrahim NIANG" userId="acdf7ece8d0764a7" providerId="LiveId" clId="{E040C4FD-A350-48D1-9FBA-8D0B272720DB}" dt="2024-11-18T11:57:17.872" v="733" actId="478"/>
          <ac:picMkLst>
            <pc:docMk/>
            <pc:sldMk cId="3901145723" sldId="533"/>
            <ac:picMk id="4100" creationId="{2CBEE8C1-AAD7-BAF6-B3B3-C9F7734824F1}"/>
          </ac:picMkLst>
        </pc:picChg>
        <pc:picChg chg="add mod">
          <ac:chgData name="Ibrahim NIANG" userId="acdf7ece8d0764a7" providerId="LiveId" clId="{E040C4FD-A350-48D1-9FBA-8D0B272720DB}" dt="2024-11-18T11:57:22.097" v="736" actId="1076"/>
          <ac:picMkLst>
            <pc:docMk/>
            <pc:sldMk cId="3901145723" sldId="533"/>
            <ac:picMk id="5122" creationId="{5ED4C1ED-4E44-4947-CB50-5123EA3C9023}"/>
          </ac:picMkLst>
        </pc:picChg>
        <pc:picChg chg="add mod">
          <ac:chgData name="Ibrahim NIANG" userId="acdf7ece8d0764a7" providerId="LiveId" clId="{E040C4FD-A350-48D1-9FBA-8D0B272720DB}" dt="2024-11-18T11:57:37.593" v="738" actId="1076"/>
          <ac:picMkLst>
            <pc:docMk/>
            <pc:sldMk cId="3901145723" sldId="533"/>
            <ac:picMk id="5124" creationId="{DFF716EC-A587-98BF-35A0-1214E6BB97BF}"/>
          </ac:picMkLst>
        </pc:picChg>
      </pc:sldChg>
      <pc:sldChg chg="del">
        <pc:chgData name="Ibrahim NIANG" userId="acdf7ece8d0764a7" providerId="LiveId" clId="{E040C4FD-A350-48D1-9FBA-8D0B272720DB}" dt="2024-11-18T11:30:17.753" v="97" actId="47"/>
        <pc:sldMkLst>
          <pc:docMk/>
          <pc:sldMk cId="2875049130" sldId="534"/>
        </pc:sldMkLst>
      </pc:sldChg>
      <pc:sldChg chg="addSp delSp modSp add mod">
        <pc:chgData name="Ibrahim NIANG" userId="acdf7ece8d0764a7" providerId="LiveId" clId="{E040C4FD-A350-48D1-9FBA-8D0B272720DB}" dt="2024-11-21T15:01:13.561" v="3570"/>
        <pc:sldMkLst>
          <pc:docMk/>
          <pc:sldMk cId="4150777963" sldId="534"/>
        </pc:sldMkLst>
        <pc:spChg chg="mod">
          <ac:chgData name="Ibrahim NIANG" userId="acdf7ece8d0764a7" providerId="LiveId" clId="{E040C4FD-A350-48D1-9FBA-8D0B272720DB}" dt="2024-11-18T12:20:00.935" v="977" actId="313"/>
          <ac:spMkLst>
            <pc:docMk/>
            <pc:sldMk cId="4150777963" sldId="534"/>
            <ac:spMk id="4" creationId="{7012D982-976A-96E4-3A8F-A707A4F5EF43}"/>
          </ac:spMkLst>
        </pc:spChg>
        <pc:spChg chg="add mod">
          <ac:chgData name="Ibrahim NIANG" userId="acdf7ece8d0764a7" providerId="LiveId" clId="{E040C4FD-A350-48D1-9FBA-8D0B272720DB}" dt="2024-11-21T15:01:13.561" v="3570"/>
          <ac:spMkLst>
            <pc:docMk/>
            <pc:sldMk cId="4150777963" sldId="534"/>
            <ac:spMk id="7" creationId="{4FD4303C-F1EA-44D1-842B-B23F7375E46B}"/>
          </ac:spMkLst>
        </pc:spChg>
        <pc:spChg chg="del">
          <ac:chgData name="Ibrahim NIANG" userId="acdf7ece8d0764a7" providerId="LiveId" clId="{E040C4FD-A350-48D1-9FBA-8D0B272720DB}" dt="2024-11-18T11:59:23.993" v="763" actId="478"/>
          <ac:spMkLst>
            <pc:docMk/>
            <pc:sldMk cId="4150777963" sldId="534"/>
            <ac:spMk id="9" creationId="{F8A1B3CF-92E3-7973-5561-8F421CB7D6C8}"/>
          </ac:spMkLst>
        </pc:spChg>
        <pc:spChg chg="mod">
          <ac:chgData name="Ibrahim NIANG" userId="acdf7ece8d0764a7" providerId="LiveId" clId="{E040C4FD-A350-48D1-9FBA-8D0B272720DB}" dt="2024-11-18T12:02:14.808" v="848" actId="20577"/>
          <ac:spMkLst>
            <pc:docMk/>
            <pc:sldMk cId="4150777963" sldId="534"/>
            <ac:spMk id="10" creationId="{1F585059-6CF1-F64A-38E1-BE4F465F7FDA}"/>
          </ac:spMkLst>
        </pc:spChg>
        <pc:spChg chg="del">
          <ac:chgData name="Ibrahim NIANG" userId="acdf7ece8d0764a7" providerId="LiveId" clId="{E040C4FD-A350-48D1-9FBA-8D0B272720DB}" dt="2024-11-18T11:59:48.473" v="769" actId="478"/>
          <ac:spMkLst>
            <pc:docMk/>
            <pc:sldMk cId="4150777963" sldId="534"/>
            <ac:spMk id="11" creationId="{51676752-0EEF-63B8-92C4-6D2A0E81F927}"/>
          </ac:spMkLst>
        </pc:spChg>
        <pc:spChg chg="add mod">
          <ac:chgData name="Ibrahim NIANG" userId="acdf7ece8d0764a7" providerId="LiveId" clId="{E040C4FD-A350-48D1-9FBA-8D0B272720DB}" dt="2024-11-18T12:00:29.650" v="781" actId="1076"/>
          <ac:spMkLst>
            <pc:docMk/>
            <pc:sldMk cId="4150777963" sldId="534"/>
            <ac:spMk id="12" creationId="{3C7CAD57-E9F2-5D21-8DC5-A53158E981F8}"/>
          </ac:spMkLst>
        </pc:spChg>
        <pc:spChg chg="add mod">
          <ac:chgData name="Ibrahim NIANG" userId="acdf7ece8d0764a7" providerId="LiveId" clId="{E040C4FD-A350-48D1-9FBA-8D0B272720DB}" dt="2024-11-18T12:00:26.066" v="779" actId="1076"/>
          <ac:spMkLst>
            <pc:docMk/>
            <pc:sldMk cId="4150777963" sldId="534"/>
            <ac:spMk id="14" creationId="{8E941BF4-79F2-0D43-6831-6B1B99B32250}"/>
          </ac:spMkLst>
        </pc:spChg>
        <pc:spChg chg="mod">
          <ac:chgData name="Ibrahim NIANG" userId="acdf7ece8d0764a7" providerId="LiveId" clId="{E040C4FD-A350-48D1-9FBA-8D0B272720DB}" dt="2024-11-18T12:00:55.905" v="784" actId="113"/>
          <ac:spMkLst>
            <pc:docMk/>
            <pc:sldMk cId="4150777963" sldId="534"/>
            <ac:spMk id="21" creationId="{B7A59B7E-1DDE-79B3-A557-185EF788540F}"/>
          </ac:spMkLst>
        </pc:spChg>
        <pc:picChg chg="del">
          <ac:chgData name="Ibrahim NIANG" userId="acdf7ece8d0764a7" providerId="LiveId" clId="{E040C4FD-A350-48D1-9FBA-8D0B272720DB}" dt="2024-11-18T12:01:42.182" v="785" actId="478"/>
          <ac:picMkLst>
            <pc:docMk/>
            <pc:sldMk cId="4150777963" sldId="534"/>
            <ac:picMk id="5122" creationId="{DC36C387-5AB7-F5AE-3B8A-FFD7C6DBD275}"/>
          </ac:picMkLst>
        </pc:picChg>
        <pc:picChg chg="del">
          <ac:chgData name="Ibrahim NIANG" userId="acdf7ece8d0764a7" providerId="LiveId" clId="{E040C4FD-A350-48D1-9FBA-8D0B272720DB}" dt="2024-11-18T12:01:42.672" v="786" actId="478"/>
          <ac:picMkLst>
            <pc:docMk/>
            <pc:sldMk cId="4150777963" sldId="534"/>
            <ac:picMk id="5124" creationId="{16CC819B-BFB2-5BAD-1AD3-BAB956D37709}"/>
          </ac:picMkLst>
        </pc:picChg>
        <pc:picChg chg="add mod">
          <ac:chgData name="Ibrahim NIANG" userId="acdf7ece8d0764a7" providerId="LiveId" clId="{E040C4FD-A350-48D1-9FBA-8D0B272720DB}" dt="2024-11-18T12:02:17.800" v="849" actId="1076"/>
          <ac:picMkLst>
            <pc:docMk/>
            <pc:sldMk cId="4150777963" sldId="534"/>
            <ac:picMk id="6146" creationId="{913F6B1A-094A-E45B-6FB2-041C150830E3}"/>
          </ac:picMkLst>
        </pc:picChg>
      </pc:sldChg>
      <pc:sldChg chg="addSp delSp modSp add mod">
        <pc:chgData name="Ibrahim NIANG" userId="acdf7ece8d0764a7" providerId="LiveId" clId="{E040C4FD-A350-48D1-9FBA-8D0B272720DB}" dt="2024-11-18T12:03:32.090" v="863" actId="313"/>
        <pc:sldMkLst>
          <pc:docMk/>
          <pc:sldMk cId="3482664428" sldId="535"/>
        </pc:sldMkLst>
        <pc:spChg chg="mod">
          <ac:chgData name="Ibrahim NIANG" userId="acdf7ece8d0764a7" providerId="LiveId" clId="{E040C4FD-A350-48D1-9FBA-8D0B272720DB}" dt="2024-11-18T12:03:32.090" v="863" actId="313"/>
          <ac:spMkLst>
            <pc:docMk/>
            <pc:sldMk cId="3482664428" sldId="535"/>
            <ac:spMk id="4" creationId="{4127C7D5-D0AC-1573-1FCD-24B17D87E910}"/>
          </ac:spMkLst>
        </pc:spChg>
        <pc:spChg chg="add mod">
          <ac:chgData name="Ibrahim NIANG" userId="acdf7ece8d0764a7" providerId="LiveId" clId="{E040C4FD-A350-48D1-9FBA-8D0B272720DB}" dt="2024-11-18T12:02:56.076" v="858" actId="1076"/>
          <ac:spMkLst>
            <pc:docMk/>
            <pc:sldMk cId="3482664428" sldId="535"/>
            <ac:spMk id="9" creationId="{AB623F85-C404-6E1C-F788-9245CBF4A6FB}"/>
          </ac:spMkLst>
        </pc:spChg>
        <pc:spChg chg="del">
          <ac:chgData name="Ibrahim NIANG" userId="acdf7ece8d0764a7" providerId="LiveId" clId="{E040C4FD-A350-48D1-9FBA-8D0B272720DB}" dt="2024-11-18T12:02:48.383" v="855" actId="478"/>
          <ac:spMkLst>
            <pc:docMk/>
            <pc:sldMk cId="3482664428" sldId="535"/>
            <ac:spMk id="10" creationId="{8FAB7814-F00F-628C-1363-1EDC97D90B6B}"/>
          </ac:spMkLst>
        </pc:spChg>
        <pc:picChg chg="del">
          <ac:chgData name="Ibrahim NIANG" userId="acdf7ece8d0764a7" providerId="LiveId" clId="{E040C4FD-A350-48D1-9FBA-8D0B272720DB}" dt="2024-11-18T12:02:26.832" v="851" actId="478"/>
          <ac:picMkLst>
            <pc:docMk/>
            <pc:sldMk cId="3482664428" sldId="535"/>
            <ac:picMk id="6146" creationId="{7FD547EE-8038-D53C-F3C0-1C42F381558E}"/>
          </ac:picMkLst>
        </pc:picChg>
        <pc:picChg chg="add mod">
          <ac:chgData name="Ibrahim NIANG" userId="acdf7ece8d0764a7" providerId="LiveId" clId="{E040C4FD-A350-48D1-9FBA-8D0B272720DB}" dt="2024-11-18T12:03:24.971" v="862" actId="1076"/>
          <ac:picMkLst>
            <pc:docMk/>
            <pc:sldMk cId="3482664428" sldId="535"/>
            <ac:picMk id="7170" creationId="{D39532FF-AA7C-EAF6-DFD8-F6B69076D91F}"/>
          </ac:picMkLst>
        </pc:picChg>
      </pc:sldChg>
      <pc:sldChg chg="del">
        <pc:chgData name="Ibrahim NIANG" userId="acdf7ece8d0764a7" providerId="LiveId" clId="{E040C4FD-A350-48D1-9FBA-8D0B272720DB}" dt="2024-11-18T11:30:41.162" v="103" actId="47"/>
        <pc:sldMkLst>
          <pc:docMk/>
          <pc:sldMk cId="4128392707" sldId="535"/>
        </pc:sldMkLst>
      </pc:sldChg>
      <pc:sldChg chg="addSp delSp modSp new mod">
        <pc:chgData name="Ibrahim NIANG" userId="acdf7ece8d0764a7" providerId="LiveId" clId="{E040C4FD-A350-48D1-9FBA-8D0B272720DB}" dt="2024-11-25T15:03:40.477" v="4151" actId="478"/>
        <pc:sldMkLst>
          <pc:docMk/>
          <pc:sldMk cId="377305923" sldId="536"/>
        </pc:sldMkLst>
        <pc:spChg chg="del">
          <ac:chgData name="Ibrahim NIANG" userId="acdf7ece8d0764a7" providerId="LiveId" clId="{E040C4FD-A350-48D1-9FBA-8D0B272720DB}" dt="2024-11-25T15:01:48.133" v="4114" actId="478"/>
          <ac:spMkLst>
            <pc:docMk/>
            <pc:sldMk cId="377305923" sldId="536"/>
            <ac:spMk id="2" creationId="{5FEA6D48-24C4-02E4-0298-0A6817E2B359}"/>
          </ac:spMkLst>
        </pc:spChg>
        <pc:spChg chg="del">
          <ac:chgData name="Ibrahim NIANG" userId="acdf7ece8d0764a7" providerId="LiveId" clId="{E040C4FD-A350-48D1-9FBA-8D0B272720DB}" dt="2024-11-25T15:01:47.051" v="4113" actId="478"/>
          <ac:spMkLst>
            <pc:docMk/>
            <pc:sldMk cId="377305923" sldId="536"/>
            <ac:spMk id="3" creationId="{2F60721B-DC08-4594-5407-897BC9A9BBBA}"/>
          </ac:spMkLst>
        </pc:spChg>
        <pc:spChg chg="del">
          <ac:chgData name="Ibrahim NIANG" userId="acdf7ece8d0764a7" providerId="LiveId" clId="{E040C4FD-A350-48D1-9FBA-8D0B272720DB}" dt="2024-11-25T15:01:46.030" v="4112" actId="478"/>
          <ac:spMkLst>
            <pc:docMk/>
            <pc:sldMk cId="377305923" sldId="536"/>
            <ac:spMk id="4" creationId="{EA6AD05B-E8F6-052B-F3E2-AF4DEE3454CD}"/>
          </ac:spMkLst>
        </pc:spChg>
        <pc:spChg chg="add del mod">
          <ac:chgData name="Ibrahim NIANG" userId="acdf7ece8d0764a7" providerId="LiveId" clId="{E040C4FD-A350-48D1-9FBA-8D0B272720DB}" dt="2024-11-25T15:02:41.023" v="4143" actId="478"/>
          <ac:spMkLst>
            <pc:docMk/>
            <pc:sldMk cId="377305923" sldId="536"/>
            <ac:spMk id="24" creationId="{709B4C70-F618-9B8F-8AE6-E3200218131A}"/>
          </ac:spMkLst>
        </pc:spChg>
        <pc:spChg chg="add del mod">
          <ac:chgData name="Ibrahim NIANG" userId="acdf7ece8d0764a7" providerId="LiveId" clId="{E040C4FD-A350-48D1-9FBA-8D0B272720DB}" dt="2024-11-25T15:02:41.023" v="4143" actId="478"/>
          <ac:spMkLst>
            <pc:docMk/>
            <pc:sldMk cId="377305923" sldId="536"/>
            <ac:spMk id="25" creationId="{E38DA152-66DC-09C8-F11A-BF178D14C977}"/>
          </ac:spMkLst>
        </pc:spChg>
        <pc:spChg chg="add del mod">
          <ac:chgData name="Ibrahim NIANG" userId="acdf7ece8d0764a7" providerId="LiveId" clId="{E040C4FD-A350-48D1-9FBA-8D0B272720DB}" dt="2024-11-25T15:02:41.023" v="4143" actId="478"/>
          <ac:spMkLst>
            <pc:docMk/>
            <pc:sldMk cId="377305923" sldId="536"/>
            <ac:spMk id="26" creationId="{299845DB-5492-3C1E-BD62-50115CBBA6EB}"/>
          </ac:spMkLst>
        </pc:spChg>
        <pc:spChg chg="add del mod">
          <ac:chgData name="Ibrahim NIANG" userId="acdf7ece8d0764a7" providerId="LiveId" clId="{E040C4FD-A350-48D1-9FBA-8D0B272720DB}" dt="2024-11-25T15:02:53.383" v="4146" actId="478"/>
          <ac:spMkLst>
            <pc:docMk/>
            <pc:sldMk cId="377305923" sldId="536"/>
            <ac:spMk id="28" creationId="{DA2B5BBE-61BB-BBB4-1BBF-806C9C2F209D}"/>
          </ac:spMkLst>
        </pc:spChg>
        <pc:spChg chg="add del mod">
          <ac:chgData name="Ibrahim NIANG" userId="acdf7ece8d0764a7" providerId="LiveId" clId="{E040C4FD-A350-48D1-9FBA-8D0B272720DB}" dt="2024-11-25T15:02:53.383" v="4146" actId="478"/>
          <ac:spMkLst>
            <pc:docMk/>
            <pc:sldMk cId="377305923" sldId="536"/>
            <ac:spMk id="29" creationId="{F488ECAC-3F51-9120-E8C9-BD59265354FC}"/>
          </ac:spMkLst>
        </pc:spChg>
        <pc:spChg chg="add del mod">
          <ac:chgData name="Ibrahim NIANG" userId="acdf7ece8d0764a7" providerId="LiveId" clId="{E040C4FD-A350-48D1-9FBA-8D0B272720DB}" dt="2024-11-25T15:02:53.383" v="4146" actId="478"/>
          <ac:spMkLst>
            <pc:docMk/>
            <pc:sldMk cId="377305923" sldId="536"/>
            <ac:spMk id="30" creationId="{33DCEE86-0057-17DE-07C9-9900E84FDD5E}"/>
          </ac:spMkLst>
        </pc:spChg>
        <pc:spChg chg="add del mod">
          <ac:chgData name="Ibrahim NIANG" userId="acdf7ece8d0764a7" providerId="LiveId" clId="{E040C4FD-A350-48D1-9FBA-8D0B272720DB}" dt="2024-11-25T15:03:40.477" v="4151" actId="478"/>
          <ac:spMkLst>
            <pc:docMk/>
            <pc:sldMk cId="377305923" sldId="536"/>
            <ac:spMk id="32" creationId="{0392EE1C-EA28-DE7E-C528-C78DF33DFB49}"/>
          </ac:spMkLst>
        </pc:spChg>
        <pc:graphicFrameChg chg="add del mod">
          <ac:chgData name="Ibrahim NIANG" userId="acdf7ece8d0764a7" providerId="LiveId" clId="{E040C4FD-A350-48D1-9FBA-8D0B272720DB}" dt="2024-11-25T15:02:10.079" v="4141" actId="478"/>
          <ac:graphicFrameMkLst>
            <pc:docMk/>
            <pc:sldMk cId="377305923" sldId="536"/>
            <ac:graphicFrameMk id="5" creationId="{1C31D53C-1E40-8E2F-BC98-18E2D9EA7BC3}"/>
          </ac:graphicFrameMkLst>
        </pc:graphicFrameChg>
        <pc:graphicFrameChg chg="add del mod">
          <ac:chgData name="Ibrahim NIANG" userId="acdf7ece8d0764a7" providerId="LiveId" clId="{E040C4FD-A350-48D1-9FBA-8D0B272720DB}" dt="2024-11-25T15:02:08.861" v="4140" actId="478"/>
          <ac:graphicFrameMkLst>
            <pc:docMk/>
            <pc:sldMk cId="377305923" sldId="536"/>
            <ac:graphicFrameMk id="6" creationId="{0CC0ED26-5AB6-DE89-0E5D-069812EB99F0}"/>
          </ac:graphicFrameMkLst>
        </pc:graphicFrameChg>
        <pc:graphicFrameChg chg="add del mod">
          <ac:chgData name="Ibrahim NIANG" userId="acdf7ece8d0764a7" providerId="LiveId" clId="{E040C4FD-A350-48D1-9FBA-8D0B272720DB}" dt="2024-11-25T15:02:07.803" v="4139" actId="478"/>
          <ac:graphicFrameMkLst>
            <pc:docMk/>
            <pc:sldMk cId="377305923" sldId="536"/>
            <ac:graphicFrameMk id="7" creationId="{33DA59DD-9BA8-ECF3-FF07-62879B08CAAE}"/>
          </ac:graphicFrameMkLst>
        </pc:graphicFrameChg>
        <pc:graphicFrameChg chg="add del mod">
          <ac:chgData name="Ibrahim NIANG" userId="acdf7ece8d0764a7" providerId="LiveId" clId="{E040C4FD-A350-48D1-9FBA-8D0B272720DB}" dt="2024-11-25T15:02:06.621" v="4138" actId="478"/>
          <ac:graphicFrameMkLst>
            <pc:docMk/>
            <pc:sldMk cId="377305923" sldId="536"/>
            <ac:graphicFrameMk id="8" creationId="{DC403A04-FE2F-D3C6-04CD-192EB2CB10CB}"/>
          </ac:graphicFrameMkLst>
        </pc:graphicFrameChg>
        <pc:graphicFrameChg chg="add del mod modGraphic">
          <ac:chgData name="Ibrahim NIANG" userId="acdf7ece8d0764a7" providerId="LiveId" clId="{E040C4FD-A350-48D1-9FBA-8D0B272720DB}" dt="2024-11-25T15:02:06.204" v="4137" actId="478"/>
          <ac:graphicFrameMkLst>
            <pc:docMk/>
            <pc:sldMk cId="377305923" sldId="536"/>
            <ac:graphicFrameMk id="9" creationId="{16C45AFB-945E-E33C-410B-6102104EB168}"/>
          </ac:graphicFrameMkLst>
        </pc:graphicFrameChg>
        <pc:graphicFrameChg chg="add del mod">
          <ac:chgData name="Ibrahim NIANG" userId="acdf7ece8d0764a7" providerId="LiveId" clId="{E040C4FD-A350-48D1-9FBA-8D0B272720DB}" dt="2024-11-25T15:02:05.148" v="4135" actId="478"/>
          <ac:graphicFrameMkLst>
            <pc:docMk/>
            <pc:sldMk cId="377305923" sldId="536"/>
            <ac:graphicFrameMk id="10" creationId="{4CBE96DA-98A4-DC0B-A5A5-A88A58493709}"/>
          </ac:graphicFrameMkLst>
        </pc:graphicFrameChg>
        <pc:graphicFrameChg chg="add del mod">
          <ac:chgData name="Ibrahim NIANG" userId="acdf7ece8d0764a7" providerId="LiveId" clId="{E040C4FD-A350-48D1-9FBA-8D0B272720DB}" dt="2024-11-25T15:02:03.691" v="4134" actId="478"/>
          <ac:graphicFrameMkLst>
            <pc:docMk/>
            <pc:sldMk cId="377305923" sldId="536"/>
            <ac:graphicFrameMk id="11" creationId="{E5501A7C-2441-A0AD-E571-E6D387BAAA00}"/>
          </ac:graphicFrameMkLst>
        </pc:graphicFrameChg>
        <pc:graphicFrameChg chg="add del mod modGraphic">
          <ac:chgData name="Ibrahim NIANG" userId="acdf7ece8d0764a7" providerId="LiveId" clId="{E040C4FD-A350-48D1-9FBA-8D0B272720DB}" dt="2024-11-25T15:02:03.228" v="4133" actId="478"/>
          <ac:graphicFrameMkLst>
            <pc:docMk/>
            <pc:sldMk cId="377305923" sldId="536"/>
            <ac:graphicFrameMk id="12" creationId="{ECAE3306-8B4A-E774-CC0E-7EC8FD23CECD}"/>
          </ac:graphicFrameMkLst>
        </pc:graphicFrameChg>
        <pc:graphicFrameChg chg="add del mod modGraphic">
          <ac:chgData name="Ibrahim NIANG" userId="acdf7ece8d0764a7" providerId="LiveId" clId="{E040C4FD-A350-48D1-9FBA-8D0B272720DB}" dt="2024-11-25T15:02:02.046" v="4131" actId="478"/>
          <ac:graphicFrameMkLst>
            <pc:docMk/>
            <pc:sldMk cId="377305923" sldId="536"/>
            <ac:graphicFrameMk id="13" creationId="{26D699FA-9794-2889-1471-C069297134B7}"/>
          </ac:graphicFrameMkLst>
        </pc:graphicFrameChg>
        <pc:graphicFrameChg chg="add del mod modGraphic">
          <ac:chgData name="Ibrahim NIANG" userId="acdf7ece8d0764a7" providerId="LiveId" clId="{E040C4FD-A350-48D1-9FBA-8D0B272720DB}" dt="2024-11-25T15:02:00.476" v="4129" actId="478"/>
          <ac:graphicFrameMkLst>
            <pc:docMk/>
            <pc:sldMk cId="377305923" sldId="536"/>
            <ac:graphicFrameMk id="14" creationId="{4A9B7D72-08FE-6DE7-B305-EB7BA2DAB642}"/>
          </ac:graphicFrameMkLst>
        </pc:graphicFrameChg>
        <pc:graphicFrameChg chg="add del mod">
          <ac:chgData name="Ibrahim NIANG" userId="acdf7ece8d0764a7" providerId="LiveId" clId="{E040C4FD-A350-48D1-9FBA-8D0B272720DB}" dt="2024-11-25T15:01:58.915" v="4127" actId="478"/>
          <ac:graphicFrameMkLst>
            <pc:docMk/>
            <pc:sldMk cId="377305923" sldId="536"/>
            <ac:graphicFrameMk id="15" creationId="{6EBCAAA6-63AA-B434-F040-01DDC0D6B15D}"/>
          </ac:graphicFrameMkLst>
        </pc:graphicFrameChg>
        <pc:graphicFrameChg chg="add del mod modGraphic">
          <ac:chgData name="Ibrahim NIANG" userId="acdf7ece8d0764a7" providerId="LiveId" clId="{E040C4FD-A350-48D1-9FBA-8D0B272720DB}" dt="2024-11-25T15:01:58.523" v="4126" actId="478"/>
          <ac:graphicFrameMkLst>
            <pc:docMk/>
            <pc:sldMk cId="377305923" sldId="536"/>
            <ac:graphicFrameMk id="16" creationId="{B63EA2B6-F251-78DA-2BD9-60D2AAA063C1}"/>
          </ac:graphicFrameMkLst>
        </pc:graphicFrameChg>
        <pc:graphicFrameChg chg="add del mod modGraphic">
          <ac:chgData name="Ibrahim NIANG" userId="acdf7ece8d0764a7" providerId="LiveId" clId="{E040C4FD-A350-48D1-9FBA-8D0B272720DB}" dt="2024-11-25T15:01:57.011" v="4124" actId="478"/>
          <ac:graphicFrameMkLst>
            <pc:docMk/>
            <pc:sldMk cId="377305923" sldId="536"/>
            <ac:graphicFrameMk id="17" creationId="{99D81436-00DA-59CC-C89C-6C00E9CCB24E}"/>
          </ac:graphicFrameMkLst>
        </pc:graphicFrameChg>
        <pc:graphicFrameChg chg="add del mod modGraphic">
          <ac:chgData name="Ibrahim NIANG" userId="acdf7ece8d0764a7" providerId="LiveId" clId="{E040C4FD-A350-48D1-9FBA-8D0B272720DB}" dt="2024-11-25T15:01:55.708" v="4122" actId="478"/>
          <ac:graphicFrameMkLst>
            <pc:docMk/>
            <pc:sldMk cId="377305923" sldId="536"/>
            <ac:graphicFrameMk id="18" creationId="{CD42FF5A-587C-E815-23C4-D3A815514499}"/>
          </ac:graphicFrameMkLst>
        </pc:graphicFrameChg>
        <pc:graphicFrameChg chg="add del mod">
          <ac:chgData name="Ibrahim NIANG" userId="acdf7ece8d0764a7" providerId="LiveId" clId="{E040C4FD-A350-48D1-9FBA-8D0B272720DB}" dt="2024-11-25T15:01:54.086" v="4120" actId="478"/>
          <ac:graphicFrameMkLst>
            <pc:docMk/>
            <pc:sldMk cId="377305923" sldId="536"/>
            <ac:graphicFrameMk id="19" creationId="{B6CD1D95-EA39-FE8E-042A-09DC89AC22D2}"/>
          </ac:graphicFrameMkLst>
        </pc:graphicFrameChg>
        <pc:graphicFrameChg chg="add del mod">
          <ac:chgData name="Ibrahim NIANG" userId="acdf7ece8d0764a7" providerId="LiveId" clId="{E040C4FD-A350-48D1-9FBA-8D0B272720DB}" dt="2024-11-25T15:01:53.757" v="4119" actId="478"/>
          <ac:graphicFrameMkLst>
            <pc:docMk/>
            <pc:sldMk cId="377305923" sldId="536"/>
            <ac:graphicFrameMk id="20" creationId="{1C977DAD-B70D-FD4B-3554-62B890A0E045}"/>
          </ac:graphicFrameMkLst>
        </pc:graphicFrameChg>
        <pc:graphicFrameChg chg="add del mod modGraphic">
          <ac:chgData name="Ibrahim NIANG" userId="acdf7ece8d0764a7" providerId="LiveId" clId="{E040C4FD-A350-48D1-9FBA-8D0B272720DB}" dt="2024-11-25T15:01:53.395" v="4118" actId="478"/>
          <ac:graphicFrameMkLst>
            <pc:docMk/>
            <pc:sldMk cId="377305923" sldId="536"/>
            <ac:graphicFrameMk id="21" creationId="{D9A5B4AC-2C10-416D-F346-C35FE76D9C78}"/>
          </ac:graphicFrameMkLst>
        </pc:graphicFrameChg>
        <pc:graphicFrameChg chg="add del mod">
          <ac:chgData name="Ibrahim NIANG" userId="acdf7ece8d0764a7" providerId="LiveId" clId="{E040C4FD-A350-48D1-9FBA-8D0B272720DB}" dt="2024-11-25T15:01:51.366" v="4116" actId="478"/>
          <ac:graphicFrameMkLst>
            <pc:docMk/>
            <pc:sldMk cId="377305923" sldId="536"/>
            <ac:graphicFrameMk id="22" creationId="{946DDC57-5FE8-1A98-7674-24EE1565921E}"/>
          </ac:graphicFrameMkLst>
        </pc:graphicFrameChg>
        <pc:graphicFrameChg chg="add del mod">
          <ac:chgData name="Ibrahim NIANG" userId="acdf7ece8d0764a7" providerId="LiveId" clId="{E040C4FD-A350-48D1-9FBA-8D0B272720DB}" dt="2024-11-25T15:02:41.023" v="4143" actId="478"/>
          <ac:graphicFrameMkLst>
            <pc:docMk/>
            <pc:sldMk cId="377305923" sldId="536"/>
            <ac:graphicFrameMk id="23" creationId="{F81E1C58-37B8-92FE-8151-5D857A2668AC}"/>
          </ac:graphicFrameMkLst>
        </pc:graphicFrameChg>
        <pc:graphicFrameChg chg="add del mod">
          <ac:chgData name="Ibrahim NIANG" userId="acdf7ece8d0764a7" providerId="LiveId" clId="{E040C4FD-A350-48D1-9FBA-8D0B272720DB}" dt="2024-11-25T15:02:53.383" v="4146" actId="478"/>
          <ac:graphicFrameMkLst>
            <pc:docMk/>
            <pc:sldMk cId="377305923" sldId="536"/>
            <ac:graphicFrameMk id="27" creationId="{D9D518A3-ACD1-D1D8-4C1C-1EF3BC38349D}"/>
          </ac:graphicFrameMkLst>
        </pc:graphicFrameChg>
      </pc:sldChg>
      <pc:sldChg chg="del">
        <pc:chgData name="Ibrahim NIANG" userId="acdf7ece8d0764a7" providerId="LiveId" clId="{E040C4FD-A350-48D1-9FBA-8D0B272720DB}" dt="2024-11-18T11:30:40.892" v="102" actId="47"/>
        <pc:sldMkLst>
          <pc:docMk/>
          <pc:sldMk cId="3726263903" sldId="536"/>
        </pc:sldMkLst>
      </pc:sldChg>
      <pc:sldChg chg="addSp delSp modSp add del mod">
        <pc:chgData name="Ibrahim NIANG" userId="acdf7ece8d0764a7" providerId="LiveId" clId="{E040C4FD-A350-48D1-9FBA-8D0B272720DB}" dt="2024-11-18T12:32:42.974" v="1078" actId="2696"/>
        <pc:sldMkLst>
          <pc:docMk/>
          <pc:sldMk cId="984138464" sldId="537"/>
        </pc:sldMkLst>
        <pc:spChg chg="mod">
          <ac:chgData name="Ibrahim NIANG" userId="acdf7ece8d0764a7" providerId="LiveId" clId="{E040C4FD-A350-48D1-9FBA-8D0B272720DB}" dt="2024-11-18T12:04:12.895" v="878" actId="20577"/>
          <ac:spMkLst>
            <pc:docMk/>
            <pc:sldMk cId="984138464" sldId="537"/>
            <ac:spMk id="4" creationId="{B07246BA-B5E0-8821-6E3F-D4F0F634E557}"/>
          </ac:spMkLst>
        </pc:spChg>
        <pc:spChg chg="del">
          <ac:chgData name="Ibrahim NIANG" userId="acdf7ece8d0764a7" providerId="LiveId" clId="{E040C4FD-A350-48D1-9FBA-8D0B272720DB}" dt="2024-11-18T12:17:23.531" v="938" actId="478"/>
          <ac:spMkLst>
            <pc:docMk/>
            <pc:sldMk cId="984138464" sldId="537"/>
            <ac:spMk id="9" creationId="{3C574A46-F5C1-0A65-276A-7B08188DCE67}"/>
          </ac:spMkLst>
        </pc:spChg>
        <pc:spChg chg="add mod">
          <ac:chgData name="Ibrahim NIANG" userId="acdf7ece8d0764a7" providerId="LiveId" clId="{E040C4FD-A350-48D1-9FBA-8D0B272720DB}" dt="2024-11-18T12:19:36.553" v="976" actId="1076"/>
          <ac:spMkLst>
            <pc:docMk/>
            <pc:sldMk cId="984138464" sldId="537"/>
            <ac:spMk id="10" creationId="{1F9CCC61-0071-F5EB-C7CB-E1DA0BA89D9A}"/>
          </ac:spMkLst>
        </pc:spChg>
        <pc:spChg chg="del">
          <ac:chgData name="Ibrahim NIANG" userId="acdf7ece8d0764a7" providerId="LiveId" clId="{E040C4FD-A350-48D1-9FBA-8D0B272720DB}" dt="2024-11-18T12:17:26.548" v="940" actId="478"/>
          <ac:spMkLst>
            <pc:docMk/>
            <pc:sldMk cId="984138464" sldId="537"/>
            <ac:spMk id="12" creationId="{13622CF1-3020-F5B5-6B1F-E3DC607D9D23}"/>
          </ac:spMkLst>
        </pc:spChg>
        <pc:spChg chg="add mod">
          <ac:chgData name="Ibrahim NIANG" userId="acdf7ece8d0764a7" providerId="LiveId" clId="{E040C4FD-A350-48D1-9FBA-8D0B272720DB}" dt="2024-11-18T12:19:32.204" v="975" actId="1076"/>
          <ac:spMkLst>
            <pc:docMk/>
            <pc:sldMk cId="984138464" sldId="537"/>
            <ac:spMk id="13" creationId="{047230D5-71D1-5662-0BA3-D0248361D07B}"/>
          </ac:spMkLst>
        </pc:spChg>
        <pc:spChg chg="del">
          <ac:chgData name="Ibrahim NIANG" userId="acdf7ece8d0764a7" providerId="LiveId" clId="{E040C4FD-A350-48D1-9FBA-8D0B272720DB}" dt="2024-11-18T12:17:20.155" v="935" actId="478"/>
          <ac:spMkLst>
            <pc:docMk/>
            <pc:sldMk cId="984138464" sldId="537"/>
            <ac:spMk id="14" creationId="{77578C3B-1184-6B62-45CA-F255E3A340DC}"/>
          </ac:spMkLst>
        </pc:spChg>
        <pc:spChg chg="add mod">
          <ac:chgData name="Ibrahim NIANG" userId="acdf7ece8d0764a7" providerId="LiveId" clId="{E040C4FD-A350-48D1-9FBA-8D0B272720DB}" dt="2024-11-18T12:20:26.132" v="980" actId="1076"/>
          <ac:spMkLst>
            <pc:docMk/>
            <pc:sldMk cId="984138464" sldId="537"/>
            <ac:spMk id="16" creationId="{BF7DE428-8F88-C649-16D4-0969A61FA80A}"/>
          </ac:spMkLst>
        </pc:spChg>
        <pc:spChg chg="add mod">
          <ac:chgData name="Ibrahim NIANG" userId="acdf7ece8d0764a7" providerId="LiveId" clId="{E040C4FD-A350-48D1-9FBA-8D0B272720DB}" dt="2024-11-18T12:19:07.522" v="969" actId="1076"/>
          <ac:spMkLst>
            <pc:docMk/>
            <pc:sldMk cId="984138464" sldId="537"/>
            <ac:spMk id="18" creationId="{CF982135-5B44-18C2-B6CD-1D49309912D8}"/>
          </ac:spMkLst>
        </pc:spChg>
        <pc:spChg chg="add mod">
          <ac:chgData name="Ibrahim NIANG" userId="acdf7ece8d0764a7" providerId="LiveId" clId="{E040C4FD-A350-48D1-9FBA-8D0B272720DB}" dt="2024-11-18T12:19:16.332" v="971" actId="1076"/>
          <ac:spMkLst>
            <pc:docMk/>
            <pc:sldMk cId="984138464" sldId="537"/>
            <ac:spMk id="20" creationId="{ED663523-1C43-3B7B-BB26-DB3A1D4B6882}"/>
          </ac:spMkLst>
        </pc:spChg>
        <pc:spChg chg="del">
          <ac:chgData name="Ibrahim NIANG" userId="acdf7ece8d0764a7" providerId="LiveId" clId="{E040C4FD-A350-48D1-9FBA-8D0B272720DB}" dt="2024-11-18T12:17:21.700" v="937" actId="478"/>
          <ac:spMkLst>
            <pc:docMk/>
            <pc:sldMk cId="984138464" sldId="537"/>
            <ac:spMk id="21" creationId="{67554A7B-A8B4-B573-1BAD-9F67784ECC9B}"/>
          </ac:spMkLst>
        </pc:spChg>
        <pc:spChg chg="add mod">
          <ac:chgData name="Ibrahim NIANG" userId="acdf7ece8d0764a7" providerId="LiveId" clId="{E040C4FD-A350-48D1-9FBA-8D0B272720DB}" dt="2024-11-18T12:19:24.421" v="973" actId="1076"/>
          <ac:spMkLst>
            <pc:docMk/>
            <pc:sldMk cId="984138464" sldId="537"/>
            <ac:spMk id="23" creationId="{4B6A6555-ABD2-3FD9-F72A-06B0103B7E69}"/>
          </ac:spMkLst>
        </pc:spChg>
        <pc:picChg chg="del">
          <ac:chgData name="Ibrahim NIANG" userId="acdf7ece8d0764a7" providerId="LiveId" clId="{E040C4FD-A350-48D1-9FBA-8D0B272720DB}" dt="2024-11-18T12:17:20.658" v="936" actId="478"/>
          <ac:picMkLst>
            <pc:docMk/>
            <pc:sldMk cId="984138464" sldId="537"/>
            <ac:picMk id="7170" creationId="{4C269EFB-3F17-7CC2-02D6-5FF04EE804EB}"/>
          </ac:picMkLst>
        </pc:picChg>
      </pc:sldChg>
      <pc:sldChg chg="del">
        <pc:chgData name="Ibrahim NIANG" userId="acdf7ece8d0764a7" providerId="LiveId" clId="{E040C4FD-A350-48D1-9FBA-8D0B272720DB}" dt="2024-11-18T11:30:17.232" v="94" actId="47"/>
        <pc:sldMkLst>
          <pc:docMk/>
          <pc:sldMk cId="3823860732" sldId="537"/>
        </pc:sldMkLst>
      </pc:sldChg>
      <pc:sldChg chg="del">
        <pc:chgData name="Ibrahim NIANG" userId="acdf7ece8d0764a7" providerId="LiveId" clId="{E040C4FD-A350-48D1-9FBA-8D0B272720DB}" dt="2024-11-18T11:30:16.733" v="93" actId="47"/>
        <pc:sldMkLst>
          <pc:docMk/>
          <pc:sldMk cId="210351825" sldId="538"/>
        </pc:sldMkLst>
      </pc:sldChg>
      <pc:sldChg chg="addSp delSp modSp add mod">
        <pc:chgData name="Ibrahim NIANG" userId="acdf7ece8d0764a7" providerId="LiveId" clId="{E040C4FD-A350-48D1-9FBA-8D0B272720DB}" dt="2024-11-18T12:55:24.494" v="1211" actId="20577"/>
        <pc:sldMkLst>
          <pc:docMk/>
          <pc:sldMk cId="3968391175" sldId="538"/>
        </pc:sldMkLst>
        <pc:spChg chg="mod">
          <ac:chgData name="Ibrahim NIANG" userId="acdf7ece8d0764a7" providerId="LiveId" clId="{E040C4FD-A350-48D1-9FBA-8D0B272720DB}" dt="2024-11-18T12:55:19.103" v="1200" actId="14100"/>
          <ac:spMkLst>
            <pc:docMk/>
            <pc:sldMk cId="3968391175" sldId="538"/>
            <ac:spMk id="3" creationId="{2FB9440F-5E06-85EF-FCF4-0E76FAD7A785}"/>
          </ac:spMkLst>
        </pc:spChg>
        <pc:spChg chg="mod">
          <ac:chgData name="Ibrahim NIANG" userId="acdf7ece8d0764a7" providerId="LiveId" clId="{E040C4FD-A350-48D1-9FBA-8D0B272720DB}" dt="2024-11-18T12:55:24.494" v="1211" actId="20577"/>
          <ac:spMkLst>
            <pc:docMk/>
            <pc:sldMk cId="3968391175" sldId="538"/>
            <ac:spMk id="4" creationId="{9E410CBB-EFD0-A39A-C6FA-3F418DEEDF76}"/>
          </ac:spMkLst>
        </pc:spChg>
        <pc:spChg chg="del">
          <ac:chgData name="Ibrahim NIANG" userId="acdf7ece8d0764a7" providerId="LiveId" clId="{E040C4FD-A350-48D1-9FBA-8D0B272720DB}" dt="2024-11-18T12:08:30.479" v="924" actId="478"/>
          <ac:spMkLst>
            <pc:docMk/>
            <pc:sldMk cId="3968391175" sldId="538"/>
            <ac:spMk id="9" creationId="{6374270F-BEB9-A2B4-6098-79374C6ABBEE}"/>
          </ac:spMkLst>
        </pc:spChg>
        <pc:spChg chg="add mod">
          <ac:chgData name="Ibrahim NIANG" userId="acdf7ece8d0764a7" providerId="LiveId" clId="{E040C4FD-A350-48D1-9FBA-8D0B272720DB}" dt="2024-11-18T12:48:56.619" v="1130" actId="113"/>
          <ac:spMkLst>
            <pc:docMk/>
            <pc:sldMk cId="3968391175" sldId="538"/>
            <ac:spMk id="10" creationId="{B5997F19-A2DA-7D83-D888-E49D70F43DC9}"/>
          </ac:spMkLst>
        </pc:spChg>
        <pc:spChg chg="del">
          <ac:chgData name="Ibrahim NIANG" userId="acdf7ece8d0764a7" providerId="LiveId" clId="{E040C4FD-A350-48D1-9FBA-8D0B272720DB}" dt="2024-11-18T12:04:31.775" v="912" actId="478"/>
          <ac:spMkLst>
            <pc:docMk/>
            <pc:sldMk cId="3968391175" sldId="538"/>
            <ac:spMk id="12" creationId="{FC6C660C-2468-5550-8CF1-6C71FDBCDD1C}"/>
          </ac:spMkLst>
        </pc:spChg>
        <pc:spChg chg="add mod">
          <ac:chgData name="Ibrahim NIANG" userId="acdf7ece8d0764a7" providerId="LiveId" clId="{E040C4FD-A350-48D1-9FBA-8D0B272720DB}" dt="2024-11-18T12:44:42.589" v="1093" actId="1076"/>
          <ac:spMkLst>
            <pc:docMk/>
            <pc:sldMk cId="3968391175" sldId="538"/>
            <ac:spMk id="13" creationId="{78A80AD4-2FCB-3A7B-C967-D2594523F796}"/>
          </ac:spMkLst>
        </pc:spChg>
        <pc:spChg chg="del mod">
          <ac:chgData name="Ibrahim NIANG" userId="acdf7ece8d0764a7" providerId="LiveId" clId="{E040C4FD-A350-48D1-9FBA-8D0B272720DB}" dt="2024-11-18T12:04:32.831" v="913" actId="478"/>
          <ac:spMkLst>
            <pc:docMk/>
            <pc:sldMk cId="3968391175" sldId="538"/>
            <ac:spMk id="14" creationId="{EDBCFB1A-5F79-07D4-8342-843E78042005}"/>
          </ac:spMkLst>
        </pc:spChg>
        <pc:spChg chg="add mod">
          <ac:chgData name="Ibrahim NIANG" userId="acdf7ece8d0764a7" providerId="LiveId" clId="{E040C4FD-A350-48D1-9FBA-8D0B272720DB}" dt="2024-11-18T12:44:47.172" v="1094" actId="1076"/>
          <ac:spMkLst>
            <pc:docMk/>
            <pc:sldMk cId="3968391175" sldId="538"/>
            <ac:spMk id="16" creationId="{ACE799CD-0E0D-E193-A6D6-5CA63D7E50FB}"/>
          </ac:spMkLst>
        </pc:spChg>
        <pc:spChg chg="del mod">
          <ac:chgData name="Ibrahim NIANG" userId="acdf7ece8d0764a7" providerId="LiveId" clId="{E040C4FD-A350-48D1-9FBA-8D0B272720DB}" dt="2024-11-18T12:44:10.867" v="1083" actId="478"/>
          <ac:spMkLst>
            <pc:docMk/>
            <pc:sldMk cId="3968391175" sldId="538"/>
            <ac:spMk id="21" creationId="{52A5B487-A938-84AE-7B18-E37859A13540}"/>
          </ac:spMkLst>
        </pc:spChg>
        <pc:picChg chg="del">
          <ac:chgData name="Ibrahim NIANG" userId="acdf7ece8d0764a7" providerId="LiveId" clId="{E040C4FD-A350-48D1-9FBA-8D0B272720DB}" dt="2024-11-18T12:04:33.442" v="914" actId="478"/>
          <ac:picMkLst>
            <pc:docMk/>
            <pc:sldMk cId="3968391175" sldId="538"/>
            <ac:picMk id="7170" creationId="{5AADBB2B-90BD-E967-B7CD-73B7EB678E65}"/>
          </ac:picMkLst>
        </pc:picChg>
        <pc:picChg chg="add del mod">
          <ac:chgData name="Ibrahim NIANG" userId="acdf7ece8d0764a7" providerId="LiveId" clId="{E040C4FD-A350-48D1-9FBA-8D0B272720DB}" dt="2024-11-18T12:45:52.571" v="1101" actId="478"/>
          <ac:picMkLst>
            <pc:docMk/>
            <pc:sldMk cId="3968391175" sldId="538"/>
            <ac:picMk id="11266" creationId="{56F22CA2-C037-7C97-05DA-89180BABFBB8}"/>
          </ac:picMkLst>
        </pc:picChg>
        <pc:picChg chg="add del mod">
          <ac:chgData name="Ibrahim NIANG" userId="acdf7ece8d0764a7" providerId="LiveId" clId="{E040C4FD-A350-48D1-9FBA-8D0B272720DB}" dt="2024-11-18T12:46:08.235" v="1106" actId="478"/>
          <ac:picMkLst>
            <pc:docMk/>
            <pc:sldMk cId="3968391175" sldId="538"/>
            <ac:picMk id="11268" creationId="{7FDF4427-9E6E-4D0B-FB88-B065342B387C}"/>
          </ac:picMkLst>
        </pc:picChg>
        <pc:picChg chg="add mod">
          <ac:chgData name="Ibrahim NIANG" userId="acdf7ece8d0764a7" providerId="LiveId" clId="{E040C4FD-A350-48D1-9FBA-8D0B272720DB}" dt="2024-11-18T12:46:54.143" v="1115" actId="1076"/>
          <ac:picMkLst>
            <pc:docMk/>
            <pc:sldMk cId="3968391175" sldId="538"/>
            <ac:picMk id="11270" creationId="{F91D6937-0A33-F14B-4D2F-7876EB2AABBD}"/>
          </ac:picMkLst>
        </pc:picChg>
        <pc:picChg chg="add mod">
          <ac:chgData name="Ibrahim NIANG" userId="acdf7ece8d0764a7" providerId="LiveId" clId="{E040C4FD-A350-48D1-9FBA-8D0B272720DB}" dt="2024-11-18T12:47:00.392" v="1119" actId="1076"/>
          <ac:picMkLst>
            <pc:docMk/>
            <pc:sldMk cId="3968391175" sldId="538"/>
            <ac:picMk id="11272" creationId="{3D637F9F-790F-9643-6489-57D0E326A92C}"/>
          </ac:picMkLst>
        </pc:picChg>
        <pc:picChg chg="add mod">
          <ac:chgData name="Ibrahim NIANG" userId="acdf7ece8d0764a7" providerId="LiveId" clId="{E040C4FD-A350-48D1-9FBA-8D0B272720DB}" dt="2024-11-18T12:47:01.728" v="1120" actId="1076"/>
          <ac:picMkLst>
            <pc:docMk/>
            <pc:sldMk cId="3968391175" sldId="538"/>
            <ac:picMk id="11274" creationId="{7E5779C1-9DB8-F0D8-67AD-50155C47337B}"/>
          </ac:picMkLst>
        </pc:picChg>
        <pc:picChg chg="add mod">
          <ac:chgData name="Ibrahim NIANG" userId="acdf7ece8d0764a7" providerId="LiveId" clId="{E040C4FD-A350-48D1-9FBA-8D0B272720DB}" dt="2024-11-18T12:48:26.297" v="1124" actId="1076"/>
          <ac:picMkLst>
            <pc:docMk/>
            <pc:sldMk cId="3968391175" sldId="538"/>
            <ac:picMk id="11276" creationId="{0D16631D-8E47-55AA-81EB-A192C15F696E}"/>
          </ac:picMkLst>
        </pc:picChg>
        <pc:picChg chg="add mod">
          <ac:chgData name="Ibrahim NIANG" userId="acdf7ece8d0764a7" providerId="LiveId" clId="{E040C4FD-A350-48D1-9FBA-8D0B272720DB}" dt="2024-11-18T12:48:50.972" v="1129" actId="14100"/>
          <ac:picMkLst>
            <pc:docMk/>
            <pc:sldMk cId="3968391175" sldId="538"/>
            <ac:picMk id="11278" creationId="{0B57A577-B7EE-BB97-A5CC-A0947CC28985}"/>
          </ac:picMkLst>
        </pc:picChg>
      </pc:sldChg>
      <pc:sldChg chg="addSp delSp modSp add mod">
        <pc:chgData name="Ibrahim NIANG" userId="acdf7ece8d0764a7" providerId="LiveId" clId="{E040C4FD-A350-48D1-9FBA-8D0B272720DB}" dt="2024-11-21T15:01:31.309" v="3571"/>
        <pc:sldMkLst>
          <pc:docMk/>
          <pc:sldMk cId="819907114" sldId="539"/>
        </pc:sldMkLst>
        <pc:spChg chg="add mod">
          <ac:chgData name="Ibrahim NIANG" userId="acdf7ece8d0764a7" providerId="LiveId" clId="{E040C4FD-A350-48D1-9FBA-8D0B272720DB}" dt="2024-11-21T15:01:31.309" v="3571"/>
          <ac:spMkLst>
            <pc:docMk/>
            <pc:sldMk cId="819907114" sldId="539"/>
            <ac:spMk id="7" creationId="{D18D2782-466E-251A-D697-60443C950E0E}"/>
          </ac:spMkLst>
        </pc:spChg>
        <pc:spChg chg="mod">
          <ac:chgData name="Ibrahim NIANG" userId="acdf7ece8d0764a7" providerId="LiveId" clId="{E040C4FD-A350-48D1-9FBA-8D0B272720DB}" dt="2024-11-18T12:24:19.057" v="1006" actId="1076"/>
          <ac:spMkLst>
            <pc:docMk/>
            <pc:sldMk cId="819907114" sldId="539"/>
            <ac:spMk id="16" creationId="{FE39F4AC-697D-DB4C-D8E0-B46E9AA9AB36}"/>
          </ac:spMkLst>
        </pc:spChg>
        <pc:spChg chg="del">
          <ac:chgData name="Ibrahim NIANG" userId="acdf7ece8d0764a7" providerId="LiveId" clId="{E040C4FD-A350-48D1-9FBA-8D0B272720DB}" dt="2024-11-18T12:22:18.608" v="982" actId="478"/>
          <ac:spMkLst>
            <pc:docMk/>
            <pc:sldMk cId="819907114" sldId="539"/>
            <ac:spMk id="18" creationId="{15DCC68F-251C-DD14-0A99-DA0FAFB683AE}"/>
          </ac:spMkLst>
        </pc:spChg>
        <pc:spChg chg="del mod">
          <ac:chgData name="Ibrahim NIANG" userId="acdf7ece8d0764a7" providerId="LiveId" clId="{E040C4FD-A350-48D1-9FBA-8D0B272720DB}" dt="2024-11-18T12:22:50.178" v="990" actId="478"/>
          <ac:spMkLst>
            <pc:docMk/>
            <pc:sldMk cId="819907114" sldId="539"/>
            <ac:spMk id="20" creationId="{1C55A874-28E5-F7E9-AFA5-F4E63589C456}"/>
          </ac:spMkLst>
        </pc:spChg>
        <pc:spChg chg="del">
          <ac:chgData name="Ibrahim NIANG" userId="acdf7ece8d0764a7" providerId="LiveId" clId="{E040C4FD-A350-48D1-9FBA-8D0B272720DB}" dt="2024-11-18T12:22:19.721" v="983" actId="478"/>
          <ac:spMkLst>
            <pc:docMk/>
            <pc:sldMk cId="819907114" sldId="539"/>
            <ac:spMk id="23" creationId="{09041336-2D82-C743-9313-EFCE0B26AB69}"/>
          </ac:spMkLst>
        </pc:spChg>
        <pc:picChg chg="add mod">
          <ac:chgData name="Ibrahim NIANG" userId="acdf7ece8d0764a7" providerId="LiveId" clId="{E040C4FD-A350-48D1-9FBA-8D0B272720DB}" dt="2024-11-18T12:24:13.279" v="1004" actId="1076"/>
          <ac:picMkLst>
            <pc:docMk/>
            <pc:sldMk cId="819907114" sldId="539"/>
            <ac:picMk id="8194" creationId="{F199DC78-7293-17AC-3743-4DD48B3C2FEC}"/>
          </ac:picMkLst>
        </pc:picChg>
        <pc:picChg chg="add del mod">
          <ac:chgData name="Ibrahim NIANG" userId="acdf7ece8d0764a7" providerId="LiveId" clId="{E040C4FD-A350-48D1-9FBA-8D0B272720DB}" dt="2024-11-18T12:24:06.784" v="1001" actId="478"/>
          <ac:picMkLst>
            <pc:docMk/>
            <pc:sldMk cId="819907114" sldId="539"/>
            <ac:picMk id="8196" creationId="{6F59BFFA-AAB9-46A1-18B2-BDEBC0033F61}"/>
          </ac:picMkLst>
        </pc:picChg>
        <pc:picChg chg="add mod">
          <ac:chgData name="Ibrahim NIANG" userId="acdf7ece8d0764a7" providerId="LiveId" clId="{E040C4FD-A350-48D1-9FBA-8D0B272720DB}" dt="2024-11-18T12:24:14.725" v="1005" actId="1076"/>
          <ac:picMkLst>
            <pc:docMk/>
            <pc:sldMk cId="819907114" sldId="539"/>
            <ac:picMk id="8198" creationId="{44751748-AD05-CCB8-5D0E-54A44EA86386}"/>
          </ac:picMkLst>
        </pc:picChg>
      </pc:sldChg>
      <pc:sldChg chg="del">
        <pc:chgData name="Ibrahim NIANG" userId="acdf7ece8d0764a7" providerId="LiveId" clId="{E040C4FD-A350-48D1-9FBA-8D0B272720DB}" dt="2024-11-18T11:30:41.392" v="104" actId="47"/>
        <pc:sldMkLst>
          <pc:docMk/>
          <pc:sldMk cId="1014814413" sldId="539"/>
        </pc:sldMkLst>
      </pc:sldChg>
      <pc:sldChg chg="addSp delSp modSp add mod">
        <pc:chgData name="Ibrahim NIANG" userId="acdf7ece8d0764a7" providerId="LiveId" clId="{E040C4FD-A350-48D1-9FBA-8D0B272720DB}" dt="2024-11-21T15:01:45.093" v="3572" actId="1076"/>
        <pc:sldMkLst>
          <pc:docMk/>
          <pc:sldMk cId="1794854875" sldId="540"/>
        </pc:sldMkLst>
        <pc:spChg chg="add del mod">
          <ac:chgData name="Ibrahim NIANG" userId="acdf7ece8d0764a7" providerId="LiveId" clId="{E040C4FD-A350-48D1-9FBA-8D0B272720DB}" dt="2024-11-18T12:25:53.568" v="1025" actId="478"/>
          <ac:spMkLst>
            <pc:docMk/>
            <pc:sldMk cId="1794854875" sldId="540"/>
            <ac:spMk id="7" creationId="{29EF1D20-3E04-DF8B-017D-18433B1074DE}"/>
          </ac:spMkLst>
        </pc:spChg>
        <pc:spChg chg="add mod">
          <ac:chgData name="Ibrahim NIANG" userId="acdf7ece8d0764a7" providerId="LiveId" clId="{E040C4FD-A350-48D1-9FBA-8D0B272720DB}" dt="2024-11-21T15:01:45.093" v="3572" actId="1076"/>
          <ac:spMkLst>
            <pc:docMk/>
            <pc:sldMk cId="1794854875" sldId="540"/>
            <ac:spMk id="7" creationId="{E2A31B56-0555-B0FA-4AEC-9DFF9FC3A968}"/>
          </ac:spMkLst>
        </pc:spChg>
        <pc:spChg chg="add mod">
          <ac:chgData name="Ibrahim NIANG" userId="acdf7ece8d0764a7" providerId="LiveId" clId="{E040C4FD-A350-48D1-9FBA-8D0B272720DB}" dt="2024-11-18T12:28:11.214" v="1049" actId="1076"/>
          <ac:spMkLst>
            <pc:docMk/>
            <pc:sldMk cId="1794854875" sldId="540"/>
            <ac:spMk id="9" creationId="{8411C1AF-7F40-02BB-209A-5758831A480A}"/>
          </ac:spMkLst>
        </pc:spChg>
        <pc:spChg chg="mod">
          <ac:chgData name="Ibrahim NIANG" userId="acdf7ece8d0764a7" providerId="LiveId" clId="{E040C4FD-A350-48D1-9FBA-8D0B272720DB}" dt="2024-11-18T12:24:50.932" v="1011" actId="14100"/>
          <ac:spMkLst>
            <pc:docMk/>
            <pc:sldMk cId="1794854875" sldId="540"/>
            <ac:spMk id="10" creationId="{6A3113D6-9DD1-D1C8-972E-37E87A0F1171}"/>
          </ac:spMkLst>
        </pc:spChg>
        <pc:spChg chg="add mod">
          <ac:chgData name="Ibrahim NIANG" userId="acdf7ece8d0764a7" providerId="LiveId" clId="{E040C4FD-A350-48D1-9FBA-8D0B272720DB}" dt="2024-11-18T12:30:14.520" v="1060" actId="1076"/>
          <ac:spMkLst>
            <pc:docMk/>
            <pc:sldMk cId="1794854875" sldId="540"/>
            <ac:spMk id="11" creationId="{FF5A4FF2-8BDC-E649-E8E7-E8C7524AEC74}"/>
          </ac:spMkLst>
        </pc:spChg>
        <pc:spChg chg="del">
          <ac:chgData name="Ibrahim NIANG" userId="acdf7ece8d0764a7" providerId="LiveId" clId="{E040C4FD-A350-48D1-9FBA-8D0B272720DB}" dt="2024-11-18T12:24:47.360" v="1008" actId="478"/>
          <ac:spMkLst>
            <pc:docMk/>
            <pc:sldMk cId="1794854875" sldId="540"/>
            <ac:spMk id="13" creationId="{37D55221-096D-69AF-10E3-3AE582F0566A}"/>
          </ac:spMkLst>
        </pc:spChg>
        <pc:spChg chg="del mod">
          <ac:chgData name="Ibrahim NIANG" userId="acdf7ece8d0764a7" providerId="LiveId" clId="{E040C4FD-A350-48D1-9FBA-8D0B272720DB}" dt="2024-11-18T12:24:53.209" v="1013" actId="478"/>
          <ac:spMkLst>
            <pc:docMk/>
            <pc:sldMk cId="1794854875" sldId="540"/>
            <ac:spMk id="16" creationId="{C0B76F19-7C21-E78A-B1F5-3BA986406898}"/>
          </ac:spMkLst>
        </pc:spChg>
        <pc:picChg chg="del">
          <ac:chgData name="Ibrahim NIANG" userId="acdf7ece8d0764a7" providerId="LiveId" clId="{E040C4FD-A350-48D1-9FBA-8D0B272720DB}" dt="2024-11-18T12:24:47.975" v="1009" actId="478"/>
          <ac:picMkLst>
            <pc:docMk/>
            <pc:sldMk cId="1794854875" sldId="540"/>
            <ac:picMk id="8194" creationId="{3588676B-CAF8-6758-C008-856E597D8013}"/>
          </ac:picMkLst>
        </pc:picChg>
        <pc:picChg chg="del">
          <ac:chgData name="Ibrahim NIANG" userId="acdf7ece8d0764a7" providerId="LiveId" clId="{E040C4FD-A350-48D1-9FBA-8D0B272720DB}" dt="2024-11-18T12:24:48.482" v="1010" actId="478"/>
          <ac:picMkLst>
            <pc:docMk/>
            <pc:sldMk cId="1794854875" sldId="540"/>
            <ac:picMk id="8198" creationId="{C8A396B0-C110-1A03-03FB-9921892AB136}"/>
          </ac:picMkLst>
        </pc:picChg>
        <pc:picChg chg="add mod">
          <ac:chgData name="Ibrahim NIANG" userId="acdf7ece8d0764a7" providerId="LiveId" clId="{E040C4FD-A350-48D1-9FBA-8D0B272720DB}" dt="2024-11-18T12:27:01.829" v="1037" actId="14100"/>
          <ac:picMkLst>
            <pc:docMk/>
            <pc:sldMk cId="1794854875" sldId="540"/>
            <ac:picMk id="9218" creationId="{6F5D46B8-AB06-50F8-3F0A-F40463AB0197}"/>
          </ac:picMkLst>
        </pc:picChg>
        <pc:picChg chg="add mod">
          <ac:chgData name="Ibrahim NIANG" userId="acdf7ece8d0764a7" providerId="LiveId" clId="{E040C4FD-A350-48D1-9FBA-8D0B272720DB}" dt="2024-11-18T12:28:08.129" v="1048" actId="1076"/>
          <ac:picMkLst>
            <pc:docMk/>
            <pc:sldMk cId="1794854875" sldId="540"/>
            <ac:picMk id="9220" creationId="{061B7BDC-04F3-4275-6090-736F14E950A3}"/>
          </ac:picMkLst>
        </pc:picChg>
        <pc:picChg chg="add mod">
          <ac:chgData name="Ibrahim NIANG" userId="acdf7ece8d0764a7" providerId="LiveId" clId="{E040C4FD-A350-48D1-9FBA-8D0B272720DB}" dt="2024-11-18T12:28:05.019" v="1047" actId="14100"/>
          <ac:picMkLst>
            <pc:docMk/>
            <pc:sldMk cId="1794854875" sldId="540"/>
            <ac:picMk id="9222" creationId="{3C355E0D-B1DB-38EF-0C3F-E084E2AED238}"/>
          </ac:picMkLst>
        </pc:picChg>
        <pc:picChg chg="add del mod">
          <ac:chgData name="Ibrahim NIANG" userId="acdf7ece8d0764a7" providerId="LiveId" clId="{E040C4FD-A350-48D1-9FBA-8D0B272720DB}" dt="2024-11-18T12:28:40.551" v="1053" actId="478"/>
          <ac:picMkLst>
            <pc:docMk/>
            <pc:sldMk cId="1794854875" sldId="540"/>
            <ac:picMk id="9224" creationId="{1D5D9794-F8A7-EB1D-F978-DAF54379D811}"/>
          </ac:picMkLst>
        </pc:picChg>
        <pc:picChg chg="add del">
          <ac:chgData name="Ibrahim NIANG" userId="acdf7ece8d0764a7" providerId="LiveId" clId="{E040C4FD-A350-48D1-9FBA-8D0B272720DB}" dt="2024-11-18T12:28:51.337" v="1055" actId="478"/>
          <ac:picMkLst>
            <pc:docMk/>
            <pc:sldMk cId="1794854875" sldId="540"/>
            <ac:picMk id="9226" creationId="{22D1FE3F-C0E6-14D8-292D-03347F9BE3D1}"/>
          </ac:picMkLst>
        </pc:picChg>
        <pc:picChg chg="add mod">
          <ac:chgData name="Ibrahim NIANG" userId="acdf7ece8d0764a7" providerId="LiveId" clId="{E040C4FD-A350-48D1-9FBA-8D0B272720DB}" dt="2024-11-18T12:29:27.409" v="1057" actId="1076"/>
          <ac:picMkLst>
            <pc:docMk/>
            <pc:sldMk cId="1794854875" sldId="540"/>
            <ac:picMk id="9228" creationId="{71C9EF8A-6E6A-89E5-F938-6FC26B0B2942}"/>
          </ac:picMkLst>
        </pc:picChg>
        <pc:picChg chg="add mod">
          <ac:chgData name="Ibrahim NIANG" userId="acdf7ece8d0764a7" providerId="LiveId" clId="{E040C4FD-A350-48D1-9FBA-8D0B272720DB}" dt="2024-11-18T12:30:06.957" v="1059" actId="1076"/>
          <ac:picMkLst>
            <pc:docMk/>
            <pc:sldMk cId="1794854875" sldId="540"/>
            <ac:picMk id="9230" creationId="{27FEBDEC-8766-4650-9346-24BC4303DEF9}"/>
          </ac:picMkLst>
        </pc:picChg>
      </pc:sldChg>
      <pc:sldChg chg="del">
        <pc:chgData name="Ibrahim NIANG" userId="acdf7ece8d0764a7" providerId="LiveId" clId="{E040C4FD-A350-48D1-9FBA-8D0B272720DB}" dt="2024-11-18T11:30:13.970" v="81" actId="47"/>
        <pc:sldMkLst>
          <pc:docMk/>
          <pc:sldMk cId="3026545837" sldId="540"/>
        </pc:sldMkLst>
      </pc:sldChg>
      <pc:sldChg chg="addSp delSp modSp add mod">
        <pc:chgData name="Ibrahim NIANG" userId="acdf7ece8d0764a7" providerId="LiveId" clId="{E040C4FD-A350-48D1-9FBA-8D0B272720DB}" dt="2024-11-21T15:01:49.402" v="3573"/>
        <pc:sldMkLst>
          <pc:docMk/>
          <pc:sldMk cId="2976753360" sldId="541"/>
        </pc:sldMkLst>
        <pc:spChg chg="mod">
          <ac:chgData name="Ibrahim NIANG" userId="acdf7ece8d0764a7" providerId="LiveId" clId="{E040C4FD-A350-48D1-9FBA-8D0B272720DB}" dt="2024-11-18T12:30:50.432" v="1069" actId="1076"/>
          <ac:spMkLst>
            <pc:docMk/>
            <pc:sldMk cId="2976753360" sldId="541"/>
            <ac:spMk id="7" creationId="{56A66F21-F964-1480-6085-3BF8429967CF}"/>
          </ac:spMkLst>
        </pc:spChg>
        <pc:spChg chg="del">
          <ac:chgData name="Ibrahim NIANG" userId="acdf7ece8d0764a7" providerId="LiveId" clId="{E040C4FD-A350-48D1-9FBA-8D0B272720DB}" dt="2024-11-18T12:30:20.455" v="1062" actId="478"/>
          <ac:spMkLst>
            <pc:docMk/>
            <pc:sldMk cId="2976753360" sldId="541"/>
            <ac:spMk id="9" creationId="{4B8C07E1-ADAB-CAF8-C2D9-37A1EF54C1D9}"/>
          </ac:spMkLst>
        </pc:spChg>
        <pc:spChg chg="add mod">
          <ac:chgData name="Ibrahim NIANG" userId="acdf7ece8d0764a7" providerId="LiveId" clId="{E040C4FD-A350-48D1-9FBA-8D0B272720DB}" dt="2024-11-21T15:01:49.402" v="3573"/>
          <ac:spMkLst>
            <pc:docMk/>
            <pc:sldMk cId="2976753360" sldId="541"/>
            <ac:spMk id="9" creationId="{FB78762E-D9ED-83A7-2FF5-E610C619C390}"/>
          </ac:spMkLst>
        </pc:spChg>
        <pc:spChg chg="del">
          <ac:chgData name="Ibrahim NIANG" userId="acdf7ece8d0764a7" providerId="LiveId" clId="{E040C4FD-A350-48D1-9FBA-8D0B272720DB}" dt="2024-11-18T12:30:19.063" v="1061" actId="478"/>
          <ac:spMkLst>
            <pc:docMk/>
            <pc:sldMk cId="2976753360" sldId="541"/>
            <ac:spMk id="11" creationId="{167EC3D5-2EEC-EC6F-A633-3A6580BF77E4}"/>
          </ac:spMkLst>
        </pc:spChg>
        <pc:picChg chg="add mod">
          <ac:chgData name="Ibrahim NIANG" userId="acdf7ece8d0764a7" providerId="LiveId" clId="{E040C4FD-A350-48D1-9FBA-8D0B272720DB}" dt="2024-11-18T12:30:56.661" v="1072" actId="14100"/>
          <ac:picMkLst>
            <pc:docMk/>
            <pc:sldMk cId="2976753360" sldId="541"/>
            <ac:picMk id="10242" creationId="{74C9D2D6-6D93-35C1-B356-66421079D517}"/>
          </ac:picMkLst>
        </pc:picChg>
        <pc:picChg chg="add mod">
          <ac:chgData name="Ibrahim NIANG" userId="acdf7ece8d0764a7" providerId="LiveId" clId="{E040C4FD-A350-48D1-9FBA-8D0B272720DB}" dt="2024-11-18T12:31:10.209" v="1074" actId="1076"/>
          <ac:picMkLst>
            <pc:docMk/>
            <pc:sldMk cId="2976753360" sldId="541"/>
            <ac:picMk id="10244" creationId="{68137225-2420-1536-F918-A8E65B7ED945}"/>
          </ac:picMkLst>
        </pc:picChg>
        <pc:picChg chg="add mod">
          <ac:chgData name="Ibrahim NIANG" userId="acdf7ece8d0764a7" providerId="LiveId" clId="{E040C4FD-A350-48D1-9FBA-8D0B272720DB}" dt="2024-11-18T12:31:45.563" v="1077" actId="1076"/>
          <ac:picMkLst>
            <pc:docMk/>
            <pc:sldMk cId="2976753360" sldId="541"/>
            <ac:picMk id="10246" creationId="{5E23732D-9745-68D3-E8E5-0BAE44FC6657}"/>
          </ac:picMkLst>
        </pc:picChg>
      </pc:sldChg>
      <pc:sldChg chg="del">
        <pc:chgData name="Ibrahim NIANG" userId="acdf7ece8d0764a7" providerId="LiveId" clId="{E040C4FD-A350-48D1-9FBA-8D0B272720DB}" dt="2024-11-18T11:30:16.535" v="92" actId="47"/>
        <pc:sldMkLst>
          <pc:docMk/>
          <pc:sldMk cId="3920302908" sldId="541"/>
        </pc:sldMkLst>
      </pc:sldChg>
      <pc:sldChg chg="del">
        <pc:chgData name="Ibrahim NIANG" userId="acdf7ece8d0764a7" providerId="LiveId" clId="{E040C4FD-A350-48D1-9FBA-8D0B272720DB}" dt="2024-11-18T11:30:16.336" v="91" actId="47"/>
        <pc:sldMkLst>
          <pc:docMk/>
          <pc:sldMk cId="113635674" sldId="542"/>
        </pc:sldMkLst>
      </pc:sldChg>
      <pc:sldChg chg="addSp delSp modSp add mod">
        <pc:chgData name="Ibrahim NIANG" userId="acdf7ece8d0764a7" providerId="LiveId" clId="{E040C4FD-A350-48D1-9FBA-8D0B272720DB}" dt="2024-11-21T15:02:30.591" v="3579" actId="1076"/>
        <pc:sldMkLst>
          <pc:docMk/>
          <pc:sldMk cId="1465071853" sldId="542"/>
        </pc:sldMkLst>
        <pc:spChg chg="add mod">
          <ac:chgData name="Ibrahim NIANG" userId="acdf7ece8d0764a7" providerId="LiveId" clId="{E040C4FD-A350-48D1-9FBA-8D0B272720DB}" dt="2024-11-21T15:02:30.591" v="3579" actId="1076"/>
          <ac:spMkLst>
            <pc:docMk/>
            <pc:sldMk cId="1465071853" sldId="542"/>
            <ac:spMk id="3" creationId="{027E6001-013C-B930-3077-8ACDE5F4D9DB}"/>
          </ac:spMkLst>
        </pc:spChg>
        <pc:spChg chg="del">
          <ac:chgData name="Ibrahim NIANG" userId="acdf7ece8d0764a7" providerId="LiveId" clId="{E040C4FD-A350-48D1-9FBA-8D0B272720DB}" dt="2024-11-18T12:55:47.440" v="1212" actId="478"/>
          <ac:spMkLst>
            <pc:docMk/>
            <pc:sldMk cId="1465071853" sldId="542"/>
            <ac:spMk id="3" creationId="{2EBC3785-1F1D-8E04-3F58-6E5245DBD611}"/>
          </ac:spMkLst>
        </pc:spChg>
        <pc:spChg chg="mod">
          <ac:chgData name="Ibrahim NIANG" userId="acdf7ece8d0764a7" providerId="LiveId" clId="{E040C4FD-A350-48D1-9FBA-8D0B272720DB}" dt="2024-11-18T12:56:11.935" v="1250" actId="20577"/>
          <ac:spMkLst>
            <pc:docMk/>
            <pc:sldMk cId="1465071853" sldId="542"/>
            <ac:spMk id="4" creationId="{67E1B760-7B89-88EF-DBE2-40BAB4BAF9FB}"/>
          </ac:spMkLst>
        </pc:spChg>
        <pc:spChg chg="add mod">
          <ac:chgData name="Ibrahim NIANG" userId="acdf7ece8d0764a7" providerId="LiveId" clId="{E040C4FD-A350-48D1-9FBA-8D0B272720DB}" dt="2024-11-18T12:51:05.533" v="1153" actId="1076"/>
          <ac:spMkLst>
            <pc:docMk/>
            <pc:sldMk cId="1465071853" sldId="542"/>
            <ac:spMk id="9" creationId="{43D3D520-5682-B3EB-518B-EAF3428E81BB}"/>
          </ac:spMkLst>
        </pc:spChg>
        <pc:spChg chg="add mod">
          <ac:chgData name="Ibrahim NIANG" userId="acdf7ece8d0764a7" providerId="LiveId" clId="{E040C4FD-A350-48D1-9FBA-8D0B272720DB}" dt="2024-11-18T12:51:01.306" v="1152" actId="1076"/>
          <ac:spMkLst>
            <pc:docMk/>
            <pc:sldMk cId="1465071853" sldId="542"/>
            <ac:spMk id="12" creationId="{16FFB62E-E521-20ED-5C36-140ABD812674}"/>
          </ac:spMkLst>
        </pc:spChg>
        <pc:spChg chg="del">
          <ac:chgData name="Ibrahim NIANG" userId="acdf7ece8d0764a7" providerId="LiveId" clId="{E040C4FD-A350-48D1-9FBA-8D0B272720DB}" dt="2024-11-18T12:50:12.738" v="1138" actId="478"/>
          <ac:spMkLst>
            <pc:docMk/>
            <pc:sldMk cId="1465071853" sldId="542"/>
            <ac:spMk id="13" creationId="{72DFD739-EEC8-193E-6B14-10BCC6A4145B}"/>
          </ac:spMkLst>
        </pc:spChg>
        <pc:spChg chg="add mod">
          <ac:chgData name="Ibrahim NIANG" userId="acdf7ece8d0764a7" providerId="LiveId" clId="{E040C4FD-A350-48D1-9FBA-8D0B272720DB}" dt="2024-11-18T12:56:05.736" v="1238" actId="20577"/>
          <ac:spMkLst>
            <pc:docMk/>
            <pc:sldMk cId="1465071853" sldId="542"/>
            <ac:spMk id="14" creationId="{DEEE073E-26E1-EAF1-1B19-4EFAFA30A1C3}"/>
          </ac:spMkLst>
        </pc:spChg>
        <pc:spChg chg="del">
          <ac:chgData name="Ibrahim NIANG" userId="acdf7ece8d0764a7" providerId="LiveId" clId="{E040C4FD-A350-48D1-9FBA-8D0B272720DB}" dt="2024-11-18T12:50:30.633" v="1144" actId="478"/>
          <ac:spMkLst>
            <pc:docMk/>
            <pc:sldMk cId="1465071853" sldId="542"/>
            <ac:spMk id="16" creationId="{7CE11B3A-612D-8CA5-9E21-0E9FFC0A4D06}"/>
          </ac:spMkLst>
        </pc:spChg>
        <pc:picChg chg="del">
          <ac:chgData name="Ibrahim NIANG" userId="acdf7ece8d0764a7" providerId="LiveId" clId="{E040C4FD-A350-48D1-9FBA-8D0B272720DB}" dt="2024-11-18T12:49:27.642" v="1132" actId="478"/>
          <ac:picMkLst>
            <pc:docMk/>
            <pc:sldMk cId="1465071853" sldId="542"/>
            <ac:picMk id="11270" creationId="{F276D6AD-09E4-70F0-FA9F-5982734B172D}"/>
          </ac:picMkLst>
        </pc:picChg>
        <pc:picChg chg="del">
          <ac:chgData name="Ibrahim NIANG" userId="acdf7ece8d0764a7" providerId="LiveId" clId="{E040C4FD-A350-48D1-9FBA-8D0B272720DB}" dt="2024-11-18T12:49:27.997" v="1133" actId="478"/>
          <ac:picMkLst>
            <pc:docMk/>
            <pc:sldMk cId="1465071853" sldId="542"/>
            <ac:picMk id="11272" creationId="{0CB6635F-D3DD-0F9A-0876-74001CC90AAD}"/>
          </ac:picMkLst>
        </pc:picChg>
        <pc:picChg chg="del">
          <ac:chgData name="Ibrahim NIANG" userId="acdf7ece8d0764a7" providerId="LiveId" clId="{E040C4FD-A350-48D1-9FBA-8D0B272720DB}" dt="2024-11-18T12:49:28.761" v="1134" actId="478"/>
          <ac:picMkLst>
            <pc:docMk/>
            <pc:sldMk cId="1465071853" sldId="542"/>
            <ac:picMk id="11274" creationId="{949D1B87-5527-1BD7-EBB3-4499320C089E}"/>
          </ac:picMkLst>
        </pc:picChg>
        <pc:picChg chg="del">
          <ac:chgData name="Ibrahim NIANG" userId="acdf7ece8d0764a7" providerId="LiveId" clId="{E040C4FD-A350-48D1-9FBA-8D0B272720DB}" dt="2024-11-18T12:51:27.825" v="1154" actId="478"/>
          <ac:picMkLst>
            <pc:docMk/>
            <pc:sldMk cId="1465071853" sldId="542"/>
            <ac:picMk id="11276" creationId="{51BE0560-6472-EF07-C2C1-E169763DBB97}"/>
          </ac:picMkLst>
        </pc:picChg>
        <pc:picChg chg="del">
          <ac:chgData name="Ibrahim NIANG" userId="acdf7ece8d0764a7" providerId="LiveId" clId="{E040C4FD-A350-48D1-9FBA-8D0B272720DB}" dt="2024-11-18T12:51:28.417" v="1155" actId="478"/>
          <ac:picMkLst>
            <pc:docMk/>
            <pc:sldMk cId="1465071853" sldId="542"/>
            <ac:picMk id="11278" creationId="{9072379D-406A-A959-0E77-EF958CC029DC}"/>
          </ac:picMkLst>
        </pc:picChg>
        <pc:picChg chg="add mod">
          <ac:chgData name="Ibrahim NIANG" userId="acdf7ece8d0764a7" providerId="LiveId" clId="{E040C4FD-A350-48D1-9FBA-8D0B272720DB}" dt="2024-11-18T12:53:10.176" v="1160" actId="14100"/>
          <ac:picMkLst>
            <pc:docMk/>
            <pc:sldMk cId="1465071853" sldId="542"/>
            <ac:picMk id="12290" creationId="{93AA1794-066A-7997-0708-857E2534ACBC}"/>
          </ac:picMkLst>
        </pc:picChg>
        <pc:picChg chg="add mod">
          <ac:chgData name="Ibrahim NIANG" userId="acdf7ece8d0764a7" providerId="LiveId" clId="{E040C4FD-A350-48D1-9FBA-8D0B272720DB}" dt="2024-11-18T12:53:12.118" v="1161" actId="14100"/>
          <ac:picMkLst>
            <pc:docMk/>
            <pc:sldMk cId="1465071853" sldId="542"/>
            <ac:picMk id="12292" creationId="{C503CB34-A113-218A-3A24-3647F362DC11}"/>
          </ac:picMkLst>
        </pc:picChg>
        <pc:picChg chg="add mod">
          <ac:chgData name="Ibrahim NIANG" userId="acdf7ece8d0764a7" providerId="LiveId" clId="{E040C4FD-A350-48D1-9FBA-8D0B272720DB}" dt="2024-11-18T12:54:20.434" v="1172" actId="1076"/>
          <ac:picMkLst>
            <pc:docMk/>
            <pc:sldMk cId="1465071853" sldId="542"/>
            <ac:picMk id="12294" creationId="{F3406B87-65A6-49FF-B73C-976C45B6CE0A}"/>
          </ac:picMkLst>
        </pc:picChg>
        <pc:picChg chg="add mod">
          <ac:chgData name="Ibrahim NIANG" userId="acdf7ece8d0764a7" providerId="LiveId" clId="{E040C4FD-A350-48D1-9FBA-8D0B272720DB}" dt="2024-11-18T12:54:18.803" v="1171" actId="1076"/>
          <ac:picMkLst>
            <pc:docMk/>
            <pc:sldMk cId="1465071853" sldId="542"/>
            <ac:picMk id="12296" creationId="{24180815-3562-A476-191E-E322164E5E32}"/>
          </ac:picMkLst>
        </pc:picChg>
      </pc:sldChg>
      <pc:sldChg chg="addSp delSp modSp add mod">
        <pc:chgData name="Ibrahim NIANG" userId="acdf7ece8d0764a7" providerId="LiveId" clId="{E040C4FD-A350-48D1-9FBA-8D0B272720DB}" dt="2024-11-21T11:18:33.554" v="3111" actId="1076"/>
        <pc:sldMkLst>
          <pc:docMk/>
          <pc:sldMk cId="531521117" sldId="543"/>
        </pc:sldMkLst>
        <pc:spChg chg="mod">
          <ac:chgData name="Ibrahim NIANG" userId="acdf7ece8d0764a7" providerId="LiveId" clId="{E040C4FD-A350-48D1-9FBA-8D0B272720DB}" dt="2024-11-21T11:15:46.813" v="3039" actId="20577"/>
          <ac:spMkLst>
            <pc:docMk/>
            <pc:sldMk cId="531521117" sldId="543"/>
            <ac:spMk id="4" creationId="{85E8CDD0-EB02-3DF3-C121-EB333BA4459C}"/>
          </ac:spMkLst>
        </pc:spChg>
        <pc:spChg chg="add del mod">
          <ac:chgData name="Ibrahim NIANG" userId="acdf7ece8d0764a7" providerId="LiveId" clId="{E040C4FD-A350-48D1-9FBA-8D0B272720DB}" dt="2024-11-21T11:14:32.909" v="2958" actId="478"/>
          <ac:spMkLst>
            <pc:docMk/>
            <pc:sldMk cId="531521117" sldId="543"/>
            <ac:spMk id="7" creationId="{EE24A6C9-228E-E278-4008-8A2A0F36FED6}"/>
          </ac:spMkLst>
        </pc:spChg>
        <pc:spChg chg="del">
          <ac:chgData name="Ibrahim NIANG" userId="acdf7ece8d0764a7" providerId="LiveId" clId="{E040C4FD-A350-48D1-9FBA-8D0B272720DB}" dt="2024-11-18T12:56:55.887" v="1252" actId="478"/>
          <ac:spMkLst>
            <pc:docMk/>
            <pc:sldMk cId="531521117" sldId="543"/>
            <ac:spMk id="9" creationId="{BE549B53-4C38-97CC-268F-1178D01EB5BE}"/>
          </ac:spMkLst>
        </pc:spChg>
        <pc:spChg chg="add mod">
          <ac:chgData name="Ibrahim NIANG" userId="acdf7ece8d0764a7" providerId="LiveId" clId="{E040C4FD-A350-48D1-9FBA-8D0B272720DB}" dt="2024-11-21T11:16:57.208" v="3103" actId="113"/>
          <ac:spMkLst>
            <pc:docMk/>
            <pc:sldMk cId="531521117" sldId="543"/>
            <ac:spMk id="9" creationId="{FC3C50D2-D108-C6CC-8898-0FC2EE90879A}"/>
          </ac:spMkLst>
        </pc:spChg>
        <pc:spChg chg="del mod">
          <ac:chgData name="Ibrahim NIANG" userId="acdf7ece8d0764a7" providerId="LiveId" clId="{E040C4FD-A350-48D1-9FBA-8D0B272720DB}" dt="2024-11-18T12:57:23.103" v="1266" actId="478"/>
          <ac:spMkLst>
            <pc:docMk/>
            <pc:sldMk cId="531521117" sldId="543"/>
            <ac:spMk id="10" creationId="{9E8A4464-D146-AEF0-C0AF-9D89E93CB557}"/>
          </ac:spMkLst>
        </pc:spChg>
        <pc:spChg chg="del">
          <ac:chgData name="Ibrahim NIANG" userId="acdf7ece8d0764a7" providerId="LiveId" clId="{E040C4FD-A350-48D1-9FBA-8D0B272720DB}" dt="2024-11-18T12:56:58.734" v="1257" actId="478"/>
          <ac:spMkLst>
            <pc:docMk/>
            <pc:sldMk cId="531521117" sldId="543"/>
            <ac:spMk id="12" creationId="{A9A7C81B-3A4D-55C9-C837-392D59A3B717}"/>
          </ac:spMkLst>
        </pc:spChg>
        <pc:picChg chg="del">
          <ac:chgData name="Ibrahim NIANG" userId="acdf7ece8d0764a7" providerId="LiveId" clId="{E040C4FD-A350-48D1-9FBA-8D0B272720DB}" dt="2024-11-18T12:56:56.743" v="1254" actId="478"/>
          <ac:picMkLst>
            <pc:docMk/>
            <pc:sldMk cId="531521117" sldId="543"/>
            <ac:picMk id="12290" creationId="{E6F0401D-A821-F623-0135-73F5E6720392}"/>
          </ac:picMkLst>
        </pc:picChg>
        <pc:picChg chg="del">
          <ac:chgData name="Ibrahim NIANG" userId="acdf7ece8d0764a7" providerId="LiveId" clId="{E040C4FD-A350-48D1-9FBA-8D0B272720DB}" dt="2024-11-18T12:56:57.606" v="1256" actId="478"/>
          <ac:picMkLst>
            <pc:docMk/>
            <pc:sldMk cId="531521117" sldId="543"/>
            <ac:picMk id="12292" creationId="{FFB90B17-3E8A-F53A-E9EF-D8ACDA8BB60D}"/>
          </ac:picMkLst>
        </pc:picChg>
        <pc:picChg chg="del">
          <ac:chgData name="Ibrahim NIANG" userId="acdf7ece8d0764a7" providerId="LiveId" clId="{E040C4FD-A350-48D1-9FBA-8D0B272720DB}" dt="2024-11-18T12:56:56.313" v="1253" actId="478"/>
          <ac:picMkLst>
            <pc:docMk/>
            <pc:sldMk cId="531521117" sldId="543"/>
            <ac:picMk id="12294" creationId="{2C66085F-C21E-AE6D-1553-4FC5FA945AE7}"/>
          </ac:picMkLst>
        </pc:picChg>
        <pc:picChg chg="del">
          <ac:chgData name="Ibrahim NIANG" userId="acdf7ece8d0764a7" providerId="LiveId" clId="{E040C4FD-A350-48D1-9FBA-8D0B272720DB}" dt="2024-11-18T12:56:57.253" v="1255" actId="478"/>
          <ac:picMkLst>
            <pc:docMk/>
            <pc:sldMk cId="531521117" sldId="543"/>
            <ac:picMk id="12296" creationId="{4CD831D3-34A8-93A2-85D2-92A37D2F2FE1}"/>
          </ac:picMkLst>
        </pc:picChg>
        <pc:picChg chg="add mod">
          <ac:chgData name="Ibrahim NIANG" userId="acdf7ece8d0764a7" providerId="LiveId" clId="{E040C4FD-A350-48D1-9FBA-8D0B272720DB}" dt="2024-11-21T11:17:47" v="3107" actId="1076"/>
          <ac:picMkLst>
            <pc:docMk/>
            <pc:sldMk cId="531521117" sldId="543"/>
            <ac:picMk id="14338" creationId="{777585D3-8137-F60D-D846-D52C0C307D88}"/>
          </ac:picMkLst>
        </pc:picChg>
        <pc:picChg chg="add mod">
          <ac:chgData name="Ibrahim NIANG" userId="acdf7ece8d0764a7" providerId="LiveId" clId="{E040C4FD-A350-48D1-9FBA-8D0B272720DB}" dt="2024-11-21T11:18:13.686" v="3109" actId="1076"/>
          <ac:picMkLst>
            <pc:docMk/>
            <pc:sldMk cId="531521117" sldId="543"/>
            <ac:picMk id="14340" creationId="{A244D0CF-2181-944E-4FCA-6BC1BCEED57E}"/>
          </ac:picMkLst>
        </pc:picChg>
        <pc:picChg chg="add mod">
          <ac:chgData name="Ibrahim NIANG" userId="acdf7ece8d0764a7" providerId="LiveId" clId="{E040C4FD-A350-48D1-9FBA-8D0B272720DB}" dt="2024-11-21T11:18:33.554" v="3111" actId="1076"/>
          <ac:picMkLst>
            <pc:docMk/>
            <pc:sldMk cId="531521117" sldId="543"/>
            <ac:picMk id="14342" creationId="{7E0C76B5-E87A-2414-92C6-60A745AA3678}"/>
          </ac:picMkLst>
        </pc:picChg>
      </pc:sldChg>
      <pc:sldChg chg="del">
        <pc:chgData name="Ibrahim NIANG" userId="acdf7ece8d0764a7" providerId="LiveId" clId="{E040C4FD-A350-48D1-9FBA-8D0B272720DB}" dt="2024-11-18T11:30:16.195" v="90" actId="47"/>
        <pc:sldMkLst>
          <pc:docMk/>
          <pc:sldMk cId="2212781140" sldId="543"/>
        </pc:sldMkLst>
      </pc:sldChg>
      <pc:sldChg chg="del">
        <pc:chgData name="Ibrahim NIANG" userId="acdf7ece8d0764a7" providerId="LiveId" clId="{E040C4FD-A350-48D1-9FBA-8D0B272720DB}" dt="2024-11-18T11:30:14.322" v="82" actId="47"/>
        <pc:sldMkLst>
          <pc:docMk/>
          <pc:sldMk cId="2162645583" sldId="544"/>
        </pc:sldMkLst>
      </pc:sldChg>
      <pc:sldChg chg="addSp delSp modSp add mod">
        <pc:chgData name="Ibrahim NIANG" userId="acdf7ece8d0764a7" providerId="LiveId" clId="{E040C4FD-A350-48D1-9FBA-8D0B272720DB}" dt="2024-11-21T15:01:57.951" v="3575" actId="1076"/>
        <pc:sldMkLst>
          <pc:docMk/>
          <pc:sldMk cId="2233503616" sldId="544"/>
        </pc:sldMkLst>
        <pc:spChg chg="mod">
          <ac:chgData name="Ibrahim NIANG" userId="acdf7ece8d0764a7" providerId="LiveId" clId="{E040C4FD-A350-48D1-9FBA-8D0B272720DB}" dt="2024-11-18T14:26:31.026" v="1313" actId="14100"/>
          <ac:spMkLst>
            <pc:docMk/>
            <pc:sldMk cId="2233503616" sldId="544"/>
            <ac:spMk id="3" creationId="{14A4C8F1-9B2F-F2D1-13DF-A0347006F826}"/>
          </ac:spMkLst>
        </pc:spChg>
        <pc:spChg chg="mod">
          <ac:chgData name="Ibrahim NIANG" userId="acdf7ece8d0764a7" providerId="LiveId" clId="{E040C4FD-A350-48D1-9FBA-8D0B272720DB}" dt="2024-11-18T14:38:16.924" v="1328" actId="313"/>
          <ac:spMkLst>
            <pc:docMk/>
            <pc:sldMk cId="2233503616" sldId="544"/>
            <ac:spMk id="4" creationId="{2E7DBFA9-AB37-8645-4981-BED4EFCE65C1}"/>
          </ac:spMkLst>
        </pc:spChg>
        <pc:spChg chg="del">
          <ac:chgData name="Ibrahim NIANG" userId="acdf7ece8d0764a7" providerId="LiveId" clId="{E040C4FD-A350-48D1-9FBA-8D0B272720DB}" dt="2024-11-18T14:40:45.305" v="1355" actId="478"/>
          <ac:spMkLst>
            <pc:docMk/>
            <pc:sldMk cId="2233503616" sldId="544"/>
            <ac:spMk id="7" creationId="{121F990B-654C-303C-1549-83A8AC90C051}"/>
          </ac:spMkLst>
        </pc:spChg>
        <pc:spChg chg="add mod">
          <ac:chgData name="Ibrahim NIANG" userId="acdf7ece8d0764a7" providerId="LiveId" clId="{E040C4FD-A350-48D1-9FBA-8D0B272720DB}" dt="2024-11-21T15:01:57.951" v="3575" actId="1076"/>
          <ac:spMkLst>
            <pc:docMk/>
            <pc:sldMk cId="2233503616" sldId="544"/>
            <ac:spMk id="7" creationId="{F3C864E3-A5E9-07D2-8BAB-553935DA125B}"/>
          </ac:spMkLst>
        </pc:spChg>
        <pc:spChg chg="del">
          <ac:chgData name="Ibrahim NIANG" userId="acdf7ece8d0764a7" providerId="LiveId" clId="{E040C4FD-A350-48D1-9FBA-8D0B272720DB}" dt="2024-11-18T14:37:55.845" v="1314" actId="478"/>
          <ac:spMkLst>
            <pc:docMk/>
            <pc:sldMk cId="2233503616" sldId="544"/>
            <ac:spMk id="10" creationId="{A0752233-96F3-D18D-7EA4-D5439E65B803}"/>
          </ac:spMkLst>
        </pc:spChg>
        <pc:spChg chg="add mod">
          <ac:chgData name="Ibrahim NIANG" userId="acdf7ece8d0764a7" providerId="LiveId" clId="{E040C4FD-A350-48D1-9FBA-8D0B272720DB}" dt="2024-11-18T14:38:27.391" v="1331" actId="113"/>
          <ac:spMkLst>
            <pc:docMk/>
            <pc:sldMk cId="2233503616" sldId="544"/>
            <ac:spMk id="11" creationId="{0A404600-333D-024D-55D9-FE6D09430F99}"/>
          </ac:spMkLst>
        </pc:spChg>
        <pc:spChg chg="add mod">
          <ac:chgData name="Ibrahim NIANG" userId="acdf7ece8d0764a7" providerId="LiveId" clId="{E040C4FD-A350-48D1-9FBA-8D0B272720DB}" dt="2024-11-18T14:40:42.961" v="1354" actId="108"/>
          <ac:spMkLst>
            <pc:docMk/>
            <pc:sldMk cId="2233503616" sldId="544"/>
            <ac:spMk id="13" creationId="{C0BD36E1-454D-5BB5-5D08-FBFAD603D351}"/>
          </ac:spMkLst>
        </pc:spChg>
        <pc:spChg chg="add mod">
          <ac:chgData name="Ibrahim NIANG" userId="acdf7ece8d0764a7" providerId="LiveId" clId="{E040C4FD-A350-48D1-9FBA-8D0B272720DB}" dt="2024-11-18T14:40:58.145" v="1380" actId="20577"/>
          <ac:spMkLst>
            <pc:docMk/>
            <pc:sldMk cId="2233503616" sldId="544"/>
            <ac:spMk id="14" creationId="{9797E736-6A2D-0E58-6F45-B1D7311F890D}"/>
          </ac:spMkLst>
        </pc:spChg>
        <pc:spChg chg="add mod">
          <ac:chgData name="Ibrahim NIANG" userId="acdf7ece8d0764a7" providerId="LiveId" clId="{E040C4FD-A350-48D1-9FBA-8D0B272720DB}" dt="2024-11-18T14:41:19.408" v="1414" actId="20577"/>
          <ac:spMkLst>
            <pc:docMk/>
            <pc:sldMk cId="2233503616" sldId="544"/>
            <ac:spMk id="15" creationId="{976B9DB0-2F92-99FE-73EA-351109C33F72}"/>
          </ac:spMkLst>
        </pc:spChg>
        <pc:picChg chg="add del mod">
          <ac:chgData name="Ibrahim NIANG" userId="acdf7ece8d0764a7" providerId="LiveId" clId="{E040C4FD-A350-48D1-9FBA-8D0B272720DB}" dt="2024-11-18T14:39:06.459" v="1337" actId="478"/>
          <ac:picMkLst>
            <pc:docMk/>
            <pc:sldMk cId="2233503616" sldId="544"/>
            <ac:picMk id="1026" creationId="{B9DAA23C-3575-E180-A867-1D78509B09E7}"/>
          </ac:picMkLst>
        </pc:picChg>
        <pc:picChg chg="add del mod">
          <ac:chgData name="Ibrahim NIANG" userId="acdf7ece8d0764a7" providerId="LiveId" clId="{E040C4FD-A350-48D1-9FBA-8D0B272720DB}" dt="2024-11-18T14:39:15.447" v="1342" actId="478"/>
          <ac:picMkLst>
            <pc:docMk/>
            <pc:sldMk cId="2233503616" sldId="544"/>
            <ac:picMk id="1028" creationId="{F4E1CA7D-D940-9EBC-DB98-74BE471A1B59}"/>
          </ac:picMkLst>
        </pc:picChg>
        <pc:picChg chg="add mod">
          <ac:chgData name="Ibrahim NIANG" userId="acdf7ece8d0764a7" providerId="LiveId" clId="{E040C4FD-A350-48D1-9FBA-8D0B272720DB}" dt="2024-11-18T14:39:21.790" v="1345" actId="14100"/>
          <ac:picMkLst>
            <pc:docMk/>
            <pc:sldMk cId="2233503616" sldId="544"/>
            <ac:picMk id="1030" creationId="{BFC5D798-A81A-CFBC-C687-F827F94577A9}"/>
          </ac:picMkLst>
        </pc:picChg>
        <pc:picChg chg="add mod">
          <ac:chgData name="Ibrahim NIANG" userId="acdf7ece8d0764a7" providerId="LiveId" clId="{E040C4FD-A350-48D1-9FBA-8D0B272720DB}" dt="2024-11-18T14:39:58.929" v="1347" actId="1076"/>
          <ac:picMkLst>
            <pc:docMk/>
            <pc:sldMk cId="2233503616" sldId="544"/>
            <ac:picMk id="1032" creationId="{20EC8CEF-53B3-1921-E054-729944541609}"/>
          </ac:picMkLst>
        </pc:picChg>
        <pc:picChg chg="add mod">
          <ac:chgData name="Ibrahim NIANG" userId="acdf7ece8d0764a7" providerId="LiveId" clId="{E040C4FD-A350-48D1-9FBA-8D0B272720DB}" dt="2024-11-18T14:40:19.400" v="1349" actId="1076"/>
          <ac:picMkLst>
            <pc:docMk/>
            <pc:sldMk cId="2233503616" sldId="544"/>
            <ac:picMk id="1034" creationId="{676E7DB9-D5CC-3607-69F8-92DDED4A4B19}"/>
          </ac:picMkLst>
        </pc:picChg>
        <pc:picChg chg="del">
          <ac:chgData name="Ibrahim NIANG" userId="acdf7ece8d0764a7" providerId="LiveId" clId="{E040C4FD-A350-48D1-9FBA-8D0B272720DB}" dt="2024-11-18T14:38:46.586" v="1332" actId="478"/>
          <ac:picMkLst>
            <pc:docMk/>
            <pc:sldMk cId="2233503616" sldId="544"/>
            <ac:picMk id="10242" creationId="{3FB0946E-5966-E55B-B45E-9C2E2FA39998}"/>
          </ac:picMkLst>
        </pc:picChg>
        <pc:picChg chg="del">
          <ac:chgData name="Ibrahim NIANG" userId="acdf7ece8d0764a7" providerId="LiveId" clId="{E040C4FD-A350-48D1-9FBA-8D0B272720DB}" dt="2024-11-18T14:38:47.142" v="1333" actId="478"/>
          <ac:picMkLst>
            <pc:docMk/>
            <pc:sldMk cId="2233503616" sldId="544"/>
            <ac:picMk id="10244" creationId="{135C63E9-920E-E1F4-93CD-710EF029E85A}"/>
          </ac:picMkLst>
        </pc:picChg>
        <pc:picChg chg="del">
          <ac:chgData name="Ibrahim NIANG" userId="acdf7ece8d0764a7" providerId="LiveId" clId="{E040C4FD-A350-48D1-9FBA-8D0B272720DB}" dt="2024-11-18T14:38:48.864" v="1334" actId="478"/>
          <ac:picMkLst>
            <pc:docMk/>
            <pc:sldMk cId="2233503616" sldId="544"/>
            <ac:picMk id="10246" creationId="{44C32B2A-7944-42CE-818B-FB61A6CF24ED}"/>
          </ac:picMkLst>
        </pc:picChg>
      </pc:sldChg>
      <pc:sldChg chg="addSp delSp modSp add del mod">
        <pc:chgData name="Ibrahim NIANG" userId="acdf7ece8d0764a7" providerId="LiveId" clId="{E040C4FD-A350-48D1-9FBA-8D0B272720DB}" dt="2024-11-18T15:06:08.693" v="1704" actId="47"/>
        <pc:sldMkLst>
          <pc:docMk/>
          <pc:sldMk cId="1043159506" sldId="545"/>
        </pc:sldMkLst>
        <pc:spChg chg="mod">
          <ac:chgData name="Ibrahim NIANG" userId="acdf7ece8d0764a7" providerId="LiveId" clId="{E040C4FD-A350-48D1-9FBA-8D0B272720DB}" dt="2024-11-18T14:41:37.914" v="1428" actId="5793"/>
          <ac:spMkLst>
            <pc:docMk/>
            <pc:sldMk cId="1043159506" sldId="545"/>
            <ac:spMk id="4" creationId="{67CF90D8-D26D-ED3A-F019-029FBD2FF236}"/>
          </ac:spMkLst>
        </pc:spChg>
        <pc:spChg chg="add mod">
          <ac:chgData name="Ibrahim NIANG" userId="acdf7ece8d0764a7" providerId="LiveId" clId="{E040C4FD-A350-48D1-9FBA-8D0B272720DB}" dt="2024-11-18T14:45:57.157" v="1504" actId="20577"/>
          <ac:spMkLst>
            <pc:docMk/>
            <pc:sldMk cId="1043159506" sldId="545"/>
            <ac:spMk id="9" creationId="{6F2A61AA-E19E-0E72-F8BC-6ECA50BDD26D}"/>
          </ac:spMkLst>
        </pc:spChg>
        <pc:spChg chg="del">
          <ac:chgData name="Ibrahim NIANG" userId="acdf7ece8d0764a7" providerId="LiveId" clId="{E040C4FD-A350-48D1-9FBA-8D0B272720DB}" dt="2024-11-18T14:43:21.024" v="1429" actId="478"/>
          <ac:spMkLst>
            <pc:docMk/>
            <pc:sldMk cId="1043159506" sldId="545"/>
            <ac:spMk id="11" creationId="{EE9110E2-D326-6DFB-1283-EDF49DF8D912}"/>
          </ac:spMkLst>
        </pc:spChg>
        <pc:spChg chg="mod">
          <ac:chgData name="Ibrahim NIANG" userId="acdf7ece8d0764a7" providerId="LiveId" clId="{E040C4FD-A350-48D1-9FBA-8D0B272720DB}" dt="2024-11-18T14:44:21.728" v="1449" actId="14100"/>
          <ac:spMkLst>
            <pc:docMk/>
            <pc:sldMk cId="1043159506" sldId="545"/>
            <ac:spMk id="13" creationId="{543ED23B-A0E3-4CAC-F83A-0868E403943F}"/>
          </ac:spMkLst>
        </pc:spChg>
        <pc:spChg chg="mod">
          <ac:chgData name="Ibrahim NIANG" userId="acdf7ece8d0764a7" providerId="LiveId" clId="{E040C4FD-A350-48D1-9FBA-8D0B272720DB}" dt="2024-11-18T14:44:29.977" v="1468" actId="20577"/>
          <ac:spMkLst>
            <pc:docMk/>
            <pc:sldMk cId="1043159506" sldId="545"/>
            <ac:spMk id="14" creationId="{8A2169B9-9D92-609B-5926-480CBC9C27A5}"/>
          </ac:spMkLst>
        </pc:spChg>
        <pc:spChg chg="mod">
          <ac:chgData name="Ibrahim NIANG" userId="acdf7ece8d0764a7" providerId="LiveId" clId="{E040C4FD-A350-48D1-9FBA-8D0B272720DB}" dt="2024-11-18T14:44:39.182" v="1479" actId="20577"/>
          <ac:spMkLst>
            <pc:docMk/>
            <pc:sldMk cId="1043159506" sldId="545"/>
            <ac:spMk id="15" creationId="{0A4FF489-7041-67AC-A4FA-970C6DC9AAC5}"/>
          </ac:spMkLst>
        </pc:spChg>
        <pc:picChg chg="del">
          <ac:chgData name="Ibrahim NIANG" userId="acdf7ece8d0764a7" providerId="LiveId" clId="{E040C4FD-A350-48D1-9FBA-8D0B272720DB}" dt="2024-11-18T14:44:42.660" v="1480" actId="478"/>
          <ac:picMkLst>
            <pc:docMk/>
            <pc:sldMk cId="1043159506" sldId="545"/>
            <ac:picMk id="1030" creationId="{FCA02A17-4605-1D3F-5F63-0646697A2E4E}"/>
          </ac:picMkLst>
        </pc:picChg>
        <pc:picChg chg="del">
          <ac:chgData name="Ibrahim NIANG" userId="acdf7ece8d0764a7" providerId="LiveId" clId="{E040C4FD-A350-48D1-9FBA-8D0B272720DB}" dt="2024-11-18T14:44:43.173" v="1481" actId="478"/>
          <ac:picMkLst>
            <pc:docMk/>
            <pc:sldMk cId="1043159506" sldId="545"/>
            <ac:picMk id="1032" creationId="{90A05BCC-984C-1E1F-CC96-EAF76EBA023C}"/>
          </ac:picMkLst>
        </pc:picChg>
        <pc:picChg chg="del">
          <ac:chgData name="Ibrahim NIANG" userId="acdf7ece8d0764a7" providerId="LiveId" clId="{E040C4FD-A350-48D1-9FBA-8D0B272720DB}" dt="2024-11-18T14:44:43.646" v="1482" actId="478"/>
          <ac:picMkLst>
            <pc:docMk/>
            <pc:sldMk cId="1043159506" sldId="545"/>
            <ac:picMk id="1034" creationId="{E1FC045E-5F2A-AC14-4752-50594AF953F2}"/>
          </ac:picMkLst>
        </pc:picChg>
        <pc:picChg chg="add mod">
          <ac:chgData name="Ibrahim NIANG" userId="acdf7ece8d0764a7" providerId="LiveId" clId="{E040C4FD-A350-48D1-9FBA-8D0B272720DB}" dt="2024-11-18T14:45:52.737" v="1503" actId="1076"/>
          <ac:picMkLst>
            <pc:docMk/>
            <pc:sldMk cId="1043159506" sldId="545"/>
            <ac:picMk id="2050" creationId="{37182AAD-3AA5-1110-8382-599A55F68A89}"/>
          </ac:picMkLst>
        </pc:picChg>
      </pc:sldChg>
      <pc:sldChg chg="del">
        <pc:chgData name="Ibrahim NIANG" userId="acdf7ece8d0764a7" providerId="LiveId" clId="{E040C4FD-A350-48D1-9FBA-8D0B272720DB}" dt="2024-11-18T11:30:15.664" v="89" actId="47"/>
        <pc:sldMkLst>
          <pc:docMk/>
          <pc:sldMk cId="2167895979" sldId="545"/>
        </pc:sldMkLst>
      </pc:sldChg>
      <pc:sldChg chg="addSp delSp modSp add mod">
        <pc:chgData name="Ibrahim NIANG" userId="acdf7ece8d0764a7" providerId="LiveId" clId="{E040C4FD-A350-48D1-9FBA-8D0B272720DB}" dt="2024-11-21T11:07:23.572" v="2839"/>
        <pc:sldMkLst>
          <pc:docMk/>
          <pc:sldMk cId="974544387" sldId="546"/>
        </pc:sldMkLst>
        <pc:spChg chg="del">
          <ac:chgData name="Ibrahim NIANG" userId="acdf7ece8d0764a7" providerId="LiveId" clId="{E040C4FD-A350-48D1-9FBA-8D0B272720DB}" dt="2024-11-21T11:07:22.530" v="2838" actId="478"/>
          <ac:spMkLst>
            <pc:docMk/>
            <pc:sldMk cId="974544387" sldId="546"/>
            <ac:spMk id="3" creationId="{912531FD-D511-2CC1-8AE2-3876D4941784}"/>
          </ac:spMkLst>
        </pc:spChg>
        <pc:spChg chg="add del mod">
          <ac:chgData name="Ibrahim NIANG" userId="acdf7ece8d0764a7" providerId="LiveId" clId="{E040C4FD-A350-48D1-9FBA-8D0B272720DB}" dt="2024-11-18T15:09:19.976" v="1708" actId="478"/>
          <ac:spMkLst>
            <pc:docMk/>
            <pc:sldMk cId="974544387" sldId="546"/>
            <ac:spMk id="7" creationId="{98CC7B4D-C9CF-7F9B-CB08-3D6165ACD608}"/>
          </ac:spMkLst>
        </pc:spChg>
        <pc:spChg chg="add mod">
          <ac:chgData name="Ibrahim NIANG" userId="acdf7ece8d0764a7" providerId="LiveId" clId="{E040C4FD-A350-48D1-9FBA-8D0B272720DB}" dt="2024-11-21T11:07:23.572" v="2839"/>
          <ac:spMkLst>
            <pc:docMk/>
            <pc:sldMk cId="974544387" sldId="546"/>
            <ac:spMk id="7" creationId="{CD2C1820-1500-64D8-D5B0-DE8456F19918}"/>
          </ac:spMkLst>
        </pc:spChg>
        <pc:spChg chg="del mod">
          <ac:chgData name="Ibrahim NIANG" userId="acdf7ece8d0764a7" providerId="LiveId" clId="{E040C4FD-A350-48D1-9FBA-8D0B272720DB}" dt="2024-11-18T15:09:20.623" v="1709" actId="478"/>
          <ac:spMkLst>
            <pc:docMk/>
            <pc:sldMk cId="974544387" sldId="546"/>
            <ac:spMk id="9" creationId="{51D8850F-ECD0-9221-69D3-BCF6EDB82316}"/>
          </ac:spMkLst>
        </pc:spChg>
        <pc:spChg chg="add mod">
          <ac:chgData name="Ibrahim NIANG" userId="acdf7ece8d0764a7" providerId="LiveId" clId="{E040C4FD-A350-48D1-9FBA-8D0B272720DB}" dt="2024-11-18T15:54:45.389" v="1834" actId="14100"/>
          <ac:spMkLst>
            <pc:docMk/>
            <pc:sldMk cId="974544387" sldId="546"/>
            <ac:spMk id="11" creationId="{3657DE74-040D-FB26-8092-FC281AC2600F}"/>
          </ac:spMkLst>
        </pc:spChg>
        <pc:spChg chg="del mod">
          <ac:chgData name="Ibrahim NIANG" userId="acdf7ece8d0764a7" providerId="LiveId" clId="{E040C4FD-A350-48D1-9FBA-8D0B272720DB}" dt="2024-11-18T15:09:18.712" v="1707" actId="478"/>
          <ac:spMkLst>
            <pc:docMk/>
            <pc:sldMk cId="974544387" sldId="546"/>
            <ac:spMk id="13" creationId="{9E8E3B41-ED0F-D859-74E3-B517789C59D3}"/>
          </ac:spMkLst>
        </pc:spChg>
        <pc:spChg chg="mod">
          <ac:chgData name="Ibrahim NIANG" userId="acdf7ece8d0764a7" providerId="LiveId" clId="{E040C4FD-A350-48D1-9FBA-8D0B272720DB}" dt="2024-11-18T15:53:06.879" v="1822" actId="1076"/>
          <ac:spMkLst>
            <pc:docMk/>
            <pc:sldMk cId="974544387" sldId="546"/>
            <ac:spMk id="14" creationId="{CA62A2FE-3663-3C34-C387-14D01EFC0758}"/>
          </ac:spMkLst>
        </pc:spChg>
        <pc:spChg chg="del">
          <ac:chgData name="Ibrahim NIANG" userId="acdf7ece8d0764a7" providerId="LiveId" clId="{E040C4FD-A350-48D1-9FBA-8D0B272720DB}" dt="2024-11-18T14:45:06.229" v="1499" actId="478"/>
          <ac:spMkLst>
            <pc:docMk/>
            <pc:sldMk cId="974544387" sldId="546"/>
            <ac:spMk id="15" creationId="{F89F46D5-7EAB-0591-6750-B0A695F83C52}"/>
          </ac:spMkLst>
        </pc:spChg>
        <pc:picChg chg="add mod">
          <ac:chgData name="Ibrahim NIANG" userId="acdf7ece8d0764a7" providerId="LiveId" clId="{E040C4FD-A350-48D1-9FBA-8D0B272720DB}" dt="2024-11-18T15:56:03.209" v="1841" actId="1076"/>
          <ac:picMkLst>
            <pc:docMk/>
            <pc:sldMk cId="974544387" sldId="546"/>
            <ac:picMk id="5122" creationId="{49CB3F26-669B-3CA5-AEF4-AD4F32E56D90}"/>
          </ac:picMkLst>
        </pc:picChg>
        <pc:picChg chg="add mod">
          <ac:chgData name="Ibrahim NIANG" userId="acdf7ece8d0764a7" providerId="LiveId" clId="{E040C4FD-A350-48D1-9FBA-8D0B272720DB}" dt="2024-11-18T15:55:40.395" v="1840" actId="1076"/>
          <ac:picMkLst>
            <pc:docMk/>
            <pc:sldMk cId="974544387" sldId="546"/>
            <ac:picMk id="5124" creationId="{7A04DDF8-A11F-7AB6-8E2D-593787B0A4C1}"/>
          </ac:picMkLst>
        </pc:picChg>
      </pc:sldChg>
      <pc:sldChg chg="del">
        <pc:chgData name="Ibrahim NIANG" userId="acdf7ece8d0764a7" providerId="LiveId" clId="{E040C4FD-A350-48D1-9FBA-8D0B272720DB}" dt="2024-11-18T11:30:15.302" v="87" actId="47"/>
        <pc:sldMkLst>
          <pc:docMk/>
          <pc:sldMk cId="2482163205" sldId="546"/>
        </pc:sldMkLst>
      </pc:sldChg>
      <pc:sldChg chg="del">
        <pc:chgData name="Ibrahim NIANG" userId="acdf7ece8d0764a7" providerId="LiveId" clId="{E040C4FD-A350-48D1-9FBA-8D0B272720DB}" dt="2024-11-18T11:30:15.506" v="88" actId="47"/>
        <pc:sldMkLst>
          <pc:docMk/>
          <pc:sldMk cId="2111166100" sldId="547"/>
        </pc:sldMkLst>
      </pc:sldChg>
      <pc:sldChg chg="addSp delSp modSp add mod">
        <pc:chgData name="Ibrahim NIANG" userId="acdf7ece8d0764a7" providerId="LiveId" clId="{E040C4FD-A350-48D1-9FBA-8D0B272720DB}" dt="2024-11-21T15:02:07.276" v="3577" actId="1076"/>
        <pc:sldMkLst>
          <pc:docMk/>
          <pc:sldMk cId="2511281477" sldId="547"/>
        </pc:sldMkLst>
        <pc:spChg chg="mod">
          <ac:chgData name="Ibrahim NIANG" userId="acdf7ece8d0764a7" providerId="LiveId" clId="{E040C4FD-A350-48D1-9FBA-8D0B272720DB}" dt="2024-11-21T11:07:03.824" v="2831" actId="11"/>
          <ac:spMkLst>
            <pc:docMk/>
            <pc:sldMk cId="2511281477" sldId="547"/>
            <ac:spMk id="3" creationId="{EC184529-1EE6-B8D9-A91C-A920C4DD69B9}"/>
          </ac:spMkLst>
        </pc:spChg>
        <pc:spChg chg="add mod">
          <ac:chgData name="Ibrahim NIANG" userId="acdf7ece8d0764a7" providerId="LiveId" clId="{E040C4FD-A350-48D1-9FBA-8D0B272720DB}" dt="2024-11-21T15:02:07.276" v="3577" actId="1076"/>
          <ac:spMkLst>
            <pc:docMk/>
            <pc:sldMk cId="2511281477" sldId="547"/>
            <ac:spMk id="7" creationId="{AAC4CA78-2C4F-39C2-1B4E-B9BACF43EE48}"/>
          </ac:spMkLst>
        </pc:spChg>
        <pc:spChg chg="del mod">
          <ac:chgData name="Ibrahim NIANG" userId="acdf7ece8d0764a7" providerId="LiveId" clId="{E040C4FD-A350-48D1-9FBA-8D0B272720DB}" dt="2024-11-18T14:54:19.562" v="1584" actId="478"/>
          <ac:spMkLst>
            <pc:docMk/>
            <pc:sldMk cId="2511281477" sldId="547"/>
            <ac:spMk id="9" creationId="{8DA45CF9-52C8-53B5-D751-F0429BFEDAF1}"/>
          </ac:spMkLst>
        </pc:spChg>
        <pc:spChg chg="add mod">
          <ac:chgData name="Ibrahim NIANG" userId="acdf7ece8d0764a7" providerId="LiveId" clId="{E040C4FD-A350-48D1-9FBA-8D0B272720DB}" dt="2024-11-18T14:54:37.428" v="1590" actId="1076"/>
          <ac:spMkLst>
            <pc:docMk/>
            <pc:sldMk cId="2511281477" sldId="547"/>
            <ac:spMk id="10" creationId="{FB3E5DEC-157B-89D2-D086-7DE4E9CBB5EA}"/>
          </ac:spMkLst>
        </pc:spChg>
        <pc:spChg chg="add mod">
          <ac:chgData name="Ibrahim NIANG" userId="acdf7ece8d0764a7" providerId="LiveId" clId="{E040C4FD-A350-48D1-9FBA-8D0B272720DB}" dt="2024-11-18T14:55:10.824" v="1601" actId="1076"/>
          <ac:spMkLst>
            <pc:docMk/>
            <pc:sldMk cId="2511281477" sldId="547"/>
            <ac:spMk id="12" creationId="{A6D04CF8-FAC9-61E8-7F84-3CF5F1A53F5C}"/>
          </ac:spMkLst>
        </pc:spChg>
        <pc:spChg chg="mod">
          <ac:chgData name="Ibrahim NIANG" userId="acdf7ece8d0764a7" providerId="LiveId" clId="{E040C4FD-A350-48D1-9FBA-8D0B272720DB}" dt="2024-11-18T14:54:40.874" v="1591" actId="403"/>
          <ac:spMkLst>
            <pc:docMk/>
            <pc:sldMk cId="2511281477" sldId="547"/>
            <ac:spMk id="13" creationId="{E4F2F38C-97E5-7081-F6F8-1D3D469ED60F}"/>
          </ac:spMkLst>
        </pc:spChg>
        <pc:spChg chg="add del mod">
          <ac:chgData name="Ibrahim NIANG" userId="acdf7ece8d0764a7" providerId="LiveId" clId="{E040C4FD-A350-48D1-9FBA-8D0B272720DB}" dt="2024-11-18T14:55:01.950" v="1598" actId="403"/>
          <ac:spMkLst>
            <pc:docMk/>
            <pc:sldMk cId="2511281477" sldId="547"/>
            <ac:spMk id="14" creationId="{A026A71E-7C93-17EF-C59A-9B8C5CD7993A}"/>
          </ac:spMkLst>
        </pc:spChg>
        <pc:spChg chg="del">
          <ac:chgData name="Ibrahim NIANG" userId="acdf7ece8d0764a7" providerId="LiveId" clId="{E040C4FD-A350-48D1-9FBA-8D0B272720DB}" dt="2024-11-18T14:46:17.807" v="1508" actId="478"/>
          <ac:spMkLst>
            <pc:docMk/>
            <pc:sldMk cId="2511281477" sldId="547"/>
            <ac:spMk id="15" creationId="{A0E0312B-150F-DFA5-D25B-FD062B031544}"/>
          </ac:spMkLst>
        </pc:spChg>
        <pc:picChg chg="del">
          <ac:chgData name="Ibrahim NIANG" userId="acdf7ece8d0764a7" providerId="LiveId" clId="{E040C4FD-A350-48D1-9FBA-8D0B272720DB}" dt="2024-11-18T14:46:50.996" v="1511" actId="478"/>
          <ac:picMkLst>
            <pc:docMk/>
            <pc:sldMk cId="2511281477" sldId="547"/>
            <ac:picMk id="2050" creationId="{D706D150-08B5-27D8-AD74-4CE0A1850EC1}"/>
          </ac:picMkLst>
        </pc:picChg>
        <pc:picChg chg="add mod">
          <ac:chgData name="Ibrahim NIANG" userId="acdf7ece8d0764a7" providerId="LiveId" clId="{E040C4FD-A350-48D1-9FBA-8D0B272720DB}" dt="2024-11-18T14:54:32.996" v="1588" actId="1076"/>
          <ac:picMkLst>
            <pc:docMk/>
            <pc:sldMk cId="2511281477" sldId="547"/>
            <ac:picMk id="3074" creationId="{55000419-5CE8-9082-C4DF-A06591ADECC2}"/>
          </ac:picMkLst>
        </pc:picChg>
        <pc:picChg chg="add del mod">
          <ac:chgData name="Ibrahim NIANG" userId="acdf7ece8d0764a7" providerId="LiveId" clId="{E040C4FD-A350-48D1-9FBA-8D0B272720DB}" dt="2024-11-18T14:47:34.165" v="1522" actId="478"/>
          <ac:picMkLst>
            <pc:docMk/>
            <pc:sldMk cId="2511281477" sldId="547"/>
            <ac:picMk id="3076" creationId="{50EDF7CB-2CA0-E37C-B84E-29F911FF0009}"/>
          </ac:picMkLst>
        </pc:picChg>
        <pc:picChg chg="add mod">
          <ac:chgData name="Ibrahim NIANG" userId="acdf7ece8d0764a7" providerId="LiveId" clId="{E040C4FD-A350-48D1-9FBA-8D0B272720DB}" dt="2024-11-18T14:54:35.423" v="1589" actId="1076"/>
          <ac:picMkLst>
            <pc:docMk/>
            <pc:sldMk cId="2511281477" sldId="547"/>
            <ac:picMk id="3078" creationId="{7062AE39-0151-E3B7-6734-2AC1E3D55A43}"/>
          </ac:picMkLst>
        </pc:picChg>
        <pc:picChg chg="add mod">
          <ac:chgData name="Ibrahim NIANG" userId="acdf7ece8d0764a7" providerId="LiveId" clId="{E040C4FD-A350-48D1-9FBA-8D0B272720DB}" dt="2024-11-18T14:54:54.245" v="1595" actId="1076"/>
          <ac:picMkLst>
            <pc:docMk/>
            <pc:sldMk cId="2511281477" sldId="547"/>
            <ac:picMk id="3080" creationId="{B7F29BAF-2438-DA2F-AF3C-CC10B83080DA}"/>
          </ac:picMkLst>
        </pc:picChg>
        <pc:picChg chg="add mod">
          <ac:chgData name="Ibrahim NIANG" userId="acdf7ece8d0764a7" providerId="LiveId" clId="{E040C4FD-A350-48D1-9FBA-8D0B272720DB}" dt="2024-11-18T14:54:56.430" v="1596" actId="14100"/>
          <ac:picMkLst>
            <pc:docMk/>
            <pc:sldMk cId="2511281477" sldId="547"/>
            <ac:picMk id="3082" creationId="{5BCCD93B-D3F7-2ADC-D5D9-E81A08CF2371}"/>
          </ac:picMkLst>
        </pc:picChg>
      </pc:sldChg>
      <pc:sldChg chg="addSp delSp modSp add mod">
        <pc:chgData name="Ibrahim NIANG" userId="acdf7ece8d0764a7" providerId="LiveId" clId="{E040C4FD-A350-48D1-9FBA-8D0B272720DB}" dt="2024-11-21T11:07:14.599" v="2835"/>
        <pc:sldMkLst>
          <pc:docMk/>
          <pc:sldMk cId="200079084" sldId="548"/>
        </pc:sldMkLst>
        <pc:spChg chg="del">
          <ac:chgData name="Ibrahim NIANG" userId="acdf7ece8d0764a7" providerId="LiveId" clId="{E040C4FD-A350-48D1-9FBA-8D0B272720DB}" dt="2024-11-21T11:07:13.649" v="2834" actId="478"/>
          <ac:spMkLst>
            <pc:docMk/>
            <pc:sldMk cId="200079084" sldId="548"/>
            <ac:spMk id="3" creationId="{69D2C8F4-CB39-CB4E-89C2-0A42190DEECF}"/>
          </ac:spMkLst>
        </pc:spChg>
        <pc:spChg chg="add mod">
          <ac:chgData name="Ibrahim NIANG" userId="acdf7ece8d0764a7" providerId="LiveId" clId="{E040C4FD-A350-48D1-9FBA-8D0B272720DB}" dt="2024-11-21T11:07:14.599" v="2835"/>
          <ac:spMkLst>
            <pc:docMk/>
            <pc:sldMk cId="200079084" sldId="548"/>
            <ac:spMk id="7" creationId="{F38488F8-872B-970C-42A7-F1645F9B5BF9}"/>
          </ac:spMkLst>
        </pc:spChg>
        <pc:spChg chg="add mod">
          <ac:chgData name="Ibrahim NIANG" userId="acdf7ece8d0764a7" providerId="LiveId" clId="{E040C4FD-A350-48D1-9FBA-8D0B272720DB}" dt="2024-11-18T15:40:20.332" v="1751" actId="1076"/>
          <ac:spMkLst>
            <pc:docMk/>
            <pc:sldMk cId="200079084" sldId="548"/>
            <ac:spMk id="9" creationId="{E0BE8457-1110-2D83-FF40-1623CE0DD1DD}"/>
          </ac:spMkLst>
        </pc:spChg>
        <pc:spChg chg="del">
          <ac:chgData name="Ibrahim NIANG" userId="acdf7ece8d0764a7" providerId="LiveId" clId="{E040C4FD-A350-48D1-9FBA-8D0B272720DB}" dt="2024-11-18T15:09:13.247" v="1705" actId="478"/>
          <ac:spMkLst>
            <pc:docMk/>
            <pc:sldMk cId="200079084" sldId="548"/>
            <ac:spMk id="10" creationId="{35C9813E-2C78-F646-BDC8-DF1BE9E691A1}"/>
          </ac:spMkLst>
        </pc:spChg>
        <pc:spChg chg="del">
          <ac:chgData name="Ibrahim NIANG" userId="acdf7ece8d0764a7" providerId="LiveId" clId="{E040C4FD-A350-48D1-9FBA-8D0B272720DB}" dt="2024-11-18T15:09:14.511" v="1706" actId="478"/>
          <ac:spMkLst>
            <pc:docMk/>
            <pc:sldMk cId="200079084" sldId="548"/>
            <ac:spMk id="12" creationId="{2A738DBE-8678-4F6F-6059-293ACC287484}"/>
          </ac:spMkLst>
        </pc:spChg>
        <pc:spChg chg="mod">
          <ac:chgData name="Ibrahim NIANG" userId="acdf7ece8d0764a7" providerId="LiveId" clId="{E040C4FD-A350-48D1-9FBA-8D0B272720DB}" dt="2024-11-18T15:14:45.196" v="1735" actId="1076"/>
          <ac:spMkLst>
            <pc:docMk/>
            <pc:sldMk cId="200079084" sldId="548"/>
            <ac:spMk id="13" creationId="{030F0DF4-2E6B-829F-1641-90DE11803056}"/>
          </ac:spMkLst>
        </pc:spChg>
        <pc:spChg chg="del mod">
          <ac:chgData name="Ibrahim NIANG" userId="acdf7ece8d0764a7" providerId="LiveId" clId="{E040C4FD-A350-48D1-9FBA-8D0B272720DB}" dt="2024-11-18T15:14:37.484" v="1732" actId="478"/>
          <ac:spMkLst>
            <pc:docMk/>
            <pc:sldMk cId="200079084" sldId="548"/>
            <ac:spMk id="14" creationId="{55EB1895-CBE4-BEC5-EC1E-FC22B5D8F441}"/>
          </ac:spMkLst>
        </pc:spChg>
        <pc:picChg chg="del">
          <ac:chgData name="Ibrahim NIANG" userId="acdf7ece8d0764a7" providerId="LiveId" clId="{E040C4FD-A350-48D1-9FBA-8D0B272720DB}" dt="2024-11-18T14:55:43.610" v="1620" actId="478"/>
          <ac:picMkLst>
            <pc:docMk/>
            <pc:sldMk cId="200079084" sldId="548"/>
            <ac:picMk id="3074" creationId="{DD8439B5-7A87-39AF-13D6-FE271770BF65}"/>
          </ac:picMkLst>
        </pc:picChg>
        <pc:picChg chg="del">
          <ac:chgData name="Ibrahim NIANG" userId="acdf7ece8d0764a7" providerId="LiveId" clId="{E040C4FD-A350-48D1-9FBA-8D0B272720DB}" dt="2024-11-18T14:55:44.024" v="1621" actId="478"/>
          <ac:picMkLst>
            <pc:docMk/>
            <pc:sldMk cId="200079084" sldId="548"/>
            <ac:picMk id="3078" creationId="{701FB2E4-65F0-CF4D-B8A2-57F3B8837FA0}"/>
          </ac:picMkLst>
        </pc:picChg>
        <pc:picChg chg="del">
          <ac:chgData name="Ibrahim NIANG" userId="acdf7ece8d0764a7" providerId="LiveId" clId="{E040C4FD-A350-48D1-9FBA-8D0B272720DB}" dt="2024-11-18T14:55:44.562" v="1622" actId="478"/>
          <ac:picMkLst>
            <pc:docMk/>
            <pc:sldMk cId="200079084" sldId="548"/>
            <ac:picMk id="3080" creationId="{77F54460-AA57-1666-9701-95F3D9D2C99B}"/>
          </ac:picMkLst>
        </pc:picChg>
        <pc:picChg chg="del">
          <ac:chgData name="Ibrahim NIANG" userId="acdf7ece8d0764a7" providerId="LiveId" clId="{E040C4FD-A350-48D1-9FBA-8D0B272720DB}" dt="2024-11-18T14:55:44.936" v="1623" actId="478"/>
          <ac:picMkLst>
            <pc:docMk/>
            <pc:sldMk cId="200079084" sldId="548"/>
            <ac:picMk id="3082" creationId="{7DB42B14-EAA4-7BA2-7335-92FCD58C5A79}"/>
          </ac:picMkLst>
        </pc:picChg>
        <pc:picChg chg="add mod">
          <ac:chgData name="Ibrahim NIANG" userId="acdf7ece8d0764a7" providerId="LiveId" clId="{E040C4FD-A350-48D1-9FBA-8D0B272720DB}" dt="2024-11-18T15:42:52.981" v="1760" actId="14100"/>
          <ac:picMkLst>
            <pc:docMk/>
            <pc:sldMk cId="200079084" sldId="548"/>
            <ac:picMk id="4098" creationId="{3D94563A-7485-4851-5C44-B80F885941F2}"/>
          </ac:picMkLst>
        </pc:picChg>
        <pc:picChg chg="add mod">
          <ac:chgData name="Ibrahim NIANG" userId="acdf7ece8d0764a7" providerId="LiveId" clId="{E040C4FD-A350-48D1-9FBA-8D0B272720DB}" dt="2024-11-18T15:42:54.761" v="1761" actId="1076"/>
          <ac:picMkLst>
            <pc:docMk/>
            <pc:sldMk cId="200079084" sldId="548"/>
            <ac:picMk id="4100" creationId="{1B81A494-3FA1-91EC-2251-59267EA522AC}"/>
          </ac:picMkLst>
        </pc:picChg>
        <pc:picChg chg="add mod">
          <ac:chgData name="Ibrahim NIANG" userId="acdf7ece8d0764a7" providerId="LiveId" clId="{E040C4FD-A350-48D1-9FBA-8D0B272720DB}" dt="2024-11-18T15:43:02.714" v="1763" actId="1076"/>
          <ac:picMkLst>
            <pc:docMk/>
            <pc:sldMk cId="200079084" sldId="548"/>
            <ac:picMk id="4102" creationId="{AB24206E-76B0-F440-FBDF-48007759F047}"/>
          </ac:picMkLst>
        </pc:picChg>
      </pc:sldChg>
      <pc:sldChg chg="del">
        <pc:chgData name="Ibrahim NIANG" userId="acdf7ece8d0764a7" providerId="LiveId" clId="{E040C4FD-A350-48D1-9FBA-8D0B272720DB}" dt="2024-11-18T11:30:15.095" v="86" actId="47"/>
        <pc:sldMkLst>
          <pc:docMk/>
          <pc:sldMk cId="350110426" sldId="549"/>
        </pc:sldMkLst>
      </pc:sldChg>
      <pc:sldChg chg="addSp delSp modSp add mod">
        <pc:chgData name="Ibrahim NIANG" userId="acdf7ece8d0764a7" providerId="LiveId" clId="{E040C4FD-A350-48D1-9FBA-8D0B272720DB}" dt="2024-11-21T11:07:17.886" v="2837"/>
        <pc:sldMkLst>
          <pc:docMk/>
          <pc:sldMk cId="1703448516" sldId="549"/>
        </pc:sldMkLst>
        <pc:spChg chg="del">
          <ac:chgData name="Ibrahim NIANG" userId="acdf7ece8d0764a7" providerId="LiveId" clId="{E040C4FD-A350-48D1-9FBA-8D0B272720DB}" dt="2024-11-21T11:07:16.953" v="2836" actId="478"/>
          <ac:spMkLst>
            <pc:docMk/>
            <pc:sldMk cId="1703448516" sldId="549"/>
            <ac:spMk id="3" creationId="{356573D7-EDE8-0559-9ECF-5C7D9FF40F69}"/>
          </ac:spMkLst>
        </pc:spChg>
        <pc:spChg chg="add mod">
          <ac:chgData name="Ibrahim NIANG" userId="acdf7ece8d0764a7" providerId="LiveId" clId="{E040C4FD-A350-48D1-9FBA-8D0B272720DB}" dt="2024-11-21T11:07:17.886" v="2837"/>
          <ac:spMkLst>
            <pc:docMk/>
            <pc:sldMk cId="1703448516" sldId="549"/>
            <ac:spMk id="7" creationId="{5CFB0A1A-421D-C0E6-E448-EE0D29E4C015}"/>
          </ac:spMkLst>
        </pc:spChg>
        <pc:spChg chg="add del mod">
          <ac:chgData name="Ibrahim NIANG" userId="acdf7ece8d0764a7" providerId="LiveId" clId="{E040C4FD-A350-48D1-9FBA-8D0B272720DB}" dt="2024-11-18T15:50:26.907" v="1798" actId="478"/>
          <ac:spMkLst>
            <pc:docMk/>
            <pc:sldMk cId="1703448516" sldId="549"/>
            <ac:spMk id="7" creationId="{F9BEECF5-AD47-CB8A-C976-17FDD6350A20}"/>
          </ac:spMkLst>
        </pc:spChg>
        <pc:spChg chg="del">
          <ac:chgData name="Ibrahim NIANG" userId="acdf7ece8d0764a7" providerId="LiveId" clId="{E040C4FD-A350-48D1-9FBA-8D0B272720DB}" dt="2024-11-18T15:14:57.941" v="1736" actId="478"/>
          <ac:spMkLst>
            <pc:docMk/>
            <pc:sldMk cId="1703448516" sldId="549"/>
            <ac:spMk id="9" creationId="{8183849E-261E-BF62-5F88-7A105196A778}"/>
          </ac:spMkLst>
        </pc:spChg>
        <pc:spChg chg="add mod">
          <ac:chgData name="Ibrahim NIANG" userId="acdf7ece8d0764a7" providerId="LiveId" clId="{E040C4FD-A350-48D1-9FBA-8D0B272720DB}" dt="2024-11-18T15:51:11.139" v="1808" actId="1076"/>
          <ac:spMkLst>
            <pc:docMk/>
            <pc:sldMk cId="1703448516" sldId="549"/>
            <ac:spMk id="11" creationId="{A68F3104-E2CB-420F-73D2-27CF0AD9D8A3}"/>
          </ac:spMkLst>
        </pc:spChg>
        <pc:spChg chg="del">
          <ac:chgData name="Ibrahim NIANG" userId="acdf7ece8d0764a7" providerId="LiveId" clId="{E040C4FD-A350-48D1-9FBA-8D0B272720DB}" dt="2024-11-18T15:15:03.373" v="1737" actId="478"/>
          <ac:spMkLst>
            <pc:docMk/>
            <pc:sldMk cId="1703448516" sldId="549"/>
            <ac:spMk id="13" creationId="{4603720F-31B2-4BBB-BB6C-8D63D38235CA}"/>
          </ac:spMkLst>
        </pc:spChg>
        <pc:spChg chg="mod">
          <ac:chgData name="Ibrahim NIANG" userId="acdf7ece8d0764a7" providerId="LiveId" clId="{E040C4FD-A350-48D1-9FBA-8D0B272720DB}" dt="2024-11-18T15:50:29.403" v="1799" actId="1076"/>
          <ac:spMkLst>
            <pc:docMk/>
            <pc:sldMk cId="1703448516" sldId="549"/>
            <ac:spMk id="14" creationId="{D3E93F6D-671A-5513-2CEB-5CB2A1CB42AD}"/>
          </ac:spMkLst>
        </pc:spChg>
        <pc:picChg chg="add mod">
          <ac:chgData name="Ibrahim NIANG" userId="acdf7ece8d0764a7" providerId="LiveId" clId="{E040C4FD-A350-48D1-9FBA-8D0B272720DB}" dt="2024-11-18T15:52:14.240" v="1819" actId="1076"/>
          <ac:picMkLst>
            <pc:docMk/>
            <pc:sldMk cId="1703448516" sldId="549"/>
            <ac:picMk id="7170" creationId="{892EA6C6-AD2E-9A88-44A9-5F166F18BB53}"/>
          </ac:picMkLst>
        </pc:picChg>
        <pc:picChg chg="add mod">
          <ac:chgData name="Ibrahim NIANG" userId="acdf7ece8d0764a7" providerId="LiveId" clId="{E040C4FD-A350-48D1-9FBA-8D0B272720DB}" dt="2024-11-18T15:52:26.718" v="1821" actId="1076"/>
          <ac:picMkLst>
            <pc:docMk/>
            <pc:sldMk cId="1703448516" sldId="549"/>
            <ac:picMk id="7172" creationId="{50EBE945-813B-06B7-2EC7-D88F92E4FBAB}"/>
          </ac:picMkLst>
        </pc:picChg>
      </pc:sldChg>
      <pc:sldChg chg="del">
        <pc:chgData name="Ibrahim NIANG" userId="acdf7ece8d0764a7" providerId="LiveId" clId="{E040C4FD-A350-48D1-9FBA-8D0B272720DB}" dt="2024-11-18T11:30:14.885" v="85" actId="47"/>
        <pc:sldMkLst>
          <pc:docMk/>
          <pc:sldMk cId="1658903904" sldId="550"/>
        </pc:sldMkLst>
      </pc:sldChg>
      <pc:sldChg chg="addSp delSp modSp add mod ord">
        <pc:chgData name="Ibrahim NIANG" userId="acdf7ece8d0764a7" providerId="LiveId" clId="{E040C4FD-A350-48D1-9FBA-8D0B272720DB}" dt="2024-11-21T11:07:11.333" v="2833"/>
        <pc:sldMkLst>
          <pc:docMk/>
          <pc:sldMk cId="2340111284" sldId="550"/>
        </pc:sldMkLst>
        <pc:spChg chg="del">
          <ac:chgData name="Ibrahim NIANG" userId="acdf7ece8d0764a7" providerId="LiveId" clId="{E040C4FD-A350-48D1-9FBA-8D0B272720DB}" dt="2024-11-21T11:07:09.572" v="2832" actId="478"/>
          <ac:spMkLst>
            <pc:docMk/>
            <pc:sldMk cId="2340111284" sldId="550"/>
            <ac:spMk id="3" creationId="{8D2FAF1F-0F79-A6AC-7838-C2C798CB4160}"/>
          </ac:spMkLst>
        </pc:spChg>
        <pc:spChg chg="add mod">
          <ac:chgData name="Ibrahim NIANG" userId="acdf7ece8d0764a7" providerId="LiveId" clId="{E040C4FD-A350-48D1-9FBA-8D0B272720DB}" dt="2024-11-21T11:07:11.333" v="2833"/>
          <ac:spMkLst>
            <pc:docMk/>
            <pc:sldMk cId="2340111284" sldId="550"/>
            <ac:spMk id="7" creationId="{CBF26C1E-07DB-E2C7-B1D7-938F66DA94F3}"/>
          </ac:spMkLst>
        </pc:spChg>
        <pc:spChg chg="del">
          <ac:chgData name="Ibrahim NIANG" userId="acdf7ece8d0764a7" providerId="LiveId" clId="{E040C4FD-A350-48D1-9FBA-8D0B272720DB}" dt="2024-11-18T15:44:51.428" v="1773" actId="478"/>
          <ac:spMkLst>
            <pc:docMk/>
            <pc:sldMk cId="2340111284" sldId="550"/>
            <ac:spMk id="9" creationId="{C66D4769-DC89-0B75-0A5C-FCE1AA41D24C}"/>
          </ac:spMkLst>
        </pc:spChg>
        <pc:spChg chg="add mod">
          <ac:chgData name="Ibrahim NIANG" userId="acdf7ece8d0764a7" providerId="LiveId" clId="{E040C4FD-A350-48D1-9FBA-8D0B272720DB}" dt="2024-11-18T15:45:31.022" v="1785" actId="113"/>
          <ac:spMkLst>
            <pc:docMk/>
            <pc:sldMk cId="2340111284" sldId="550"/>
            <ac:spMk id="10" creationId="{39528FD7-07F2-C3EE-0E57-D47D624F54BD}"/>
          </ac:spMkLst>
        </pc:spChg>
        <pc:spChg chg="mod">
          <ac:chgData name="Ibrahim NIANG" userId="acdf7ece8d0764a7" providerId="LiveId" clId="{E040C4FD-A350-48D1-9FBA-8D0B272720DB}" dt="2024-11-18T15:44:05.957" v="1770" actId="20577"/>
          <ac:spMkLst>
            <pc:docMk/>
            <pc:sldMk cId="2340111284" sldId="550"/>
            <ac:spMk id="13" creationId="{A94EB8BD-A6D9-31FA-7455-C7EEBFFBB3B8}"/>
          </ac:spMkLst>
        </pc:spChg>
        <pc:picChg chg="del">
          <ac:chgData name="Ibrahim NIANG" userId="acdf7ece8d0764a7" providerId="LiveId" clId="{E040C4FD-A350-48D1-9FBA-8D0B272720DB}" dt="2024-11-18T15:45:32.587" v="1786" actId="478"/>
          <ac:picMkLst>
            <pc:docMk/>
            <pc:sldMk cId="2340111284" sldId="550"/>
            <ac:picMk id="4098" creationId="{5B1F0AEA-0F09-E873-F280-03ECE8BF06A2}"/>
          </ac:picMkLst>
        </pc:picChg>
        <pc:picChg chg="del">
          <ac:chgData name="Ibrahim NIANG" userId="acdf7ece8d0764a7" providerId="LiveId" clId="{E040C4FD-A350-48D1-9FBA-8D0B272720DB}" dt="2024-11-18T15:45:33.034" v="1787" actId="478"/>
          <ac:picMkLst>
            <pc:docMk/>
            <pc:sldMk cId="2340111284" sldId="550"/>
            <ac:picMk id="4100" creationId="{FF3A3055-DD38-B41F-54DF-A56419AA0D83}"/>
          </ac:picMkLst>
        </pc:picChg>
        <pc:picChg chg="del">
          <ac:chgData name="Ibrahim NIANG" userId="acdf7ece8d0764a7" providerId="LiveId" clId="{E040C4FD-A350-48D1-9FBA-8D0B272720DB}" dt="2024-11-18T15:45:33.898" v="1788" actId="478"/>
          <ac:picMkLst>
            <pc:docMk/>
            <pc:sldMk cId="2340111284" sldId="550"/>
            <ac:picMk id="4102" creationId="{51AA9880-5038-ECF2-8CBD-45886975F74A}"/>
          </ac:picMkLst>
        </pc:picChg>
        <pc:picChg chg="add mod">
          <ac:chgData name="Ibrahim NIANG" userId="acdf7ece8d0764a7" providerId="LiveId" clId="{E040C4FD-A350-48D1-9FBA-8D0B272720DB}" dt="2024-11-18T15:46:40.463" v="1793" actId="1076"/>
          <ac:picMkLst>
            <pc:docMk/>
            <pc:sldMk cId="2340111284" sldId="550"/>
            <ac:picMk id="6146" creationId="{E19DA923-D225-60BE-EF22-4E4AACB0A155}"/>
          </ac:picMkLst>
        </pc:picChg>
        <pc:picChg chg="add mod">
          <ac:chgData name="Ibrahim NIANG" userId="acdf7ece8d0764a7" providerId="LiveId" clId="{E040C4FD-A350-48D1-9FBA-8D0B272720DB}" dt="2024-11-18T15:46:55.016" v="1797" actId="1076"/>
          <ac:picMkLst>
            <pc:docMk/>
            <pc:sldMk cId="2340111284" sldId="550"/>
            <ac:picMk id="6148" creationId="{447C6E23-D900-D93E-31F6-18594B5C259B}"/>
          </ac:picMkLst>
        </pc:picChg>
        <pc:picChg chg="add mod">
          <ac:chgData name="Ibrahim NIANG" userId="acdf7ece8d0764a7" providerId="LiveId" clId="{E040C4FD-A350-48D1-9FBA-8D0B272720DB}" dt="2024-11-18T15:46:53.925" v="1796" actId="1076"/>
          <ac:picMkLst>
            <pc:docMk/>
            <pc:sldMk cId="2340111284" sldId="550"/>
            <ac:picMk id="6150" creationId="{15870AF2-202D-7D0C-E52F-A86CF7F952E6}"/>
          </ac:picMkLst>
        </pc:picChg>
      </pc:sldChg>
      <pc:sldChg chg="del">
        <pc:chgData name="Ibrahim NIANG" userId="acdf7ece8d0764a7" providerId="LiveId" clId="{E040C4FD-A350-48D1-9FBA-8D0B272720DB}" dt="2024-11-18T11:30:14.702" v="84" actId="47"/>
        <pc:sldMkLst>
          <pc:docMk/>
          <pc:sldMk cId="840544288" sldId="551"/>
        </pc:sldMkLst>
      </pc:sldChg>
      <pc:sldChg chg="addSp delSp modSp add mod">
        <pc:chgData name="Ibrahim NIANG" userId="acdf7ece8d0764a7" providerId="LiveId" clId="{E040C4FD-A350-48D1-9FBA-8D0B272720DB}" dt="2024-11-21T11:07:27.318" v="2841"/>
        <pc:sldMkLst>
          <pc:docMk/>
          <pc:sldMk cId="2081210618" sldId="551"/>
        </pc:sldMkLst>
        <pc:spChg chg="del">
          <ac:chgData name="Ibrahim NIANG" userId="acdf7ece8d0764a7" providerId="LiveId" clId="{E040C4FD-A350-48D1-9FBA-8D0B272720DB}" dt="2024-11-21T11:07:26.249" v="2840" actId="478"/>
          <ac:spMkLst>
            <pc:docMk/>
            <pc:sldMk cId="2081210618" sldId="551"/>
            <ac:spMk id="3" creationId="{0917C0F8-F01C-1DF0-CDCB-48D3BE9C532C}"/>
          </ac:spMkLst>
        </pc:spChg>
        <pc:spChg chg="mod">
          <ac:chgData name="Ibrahim NIANG" userId="acdf7ece8d0764a7" providerId="LiveId" clId="{E040C4FD-A350-48D1-9FBA-8D0B272720DB}" dt="2024-11-21T08:55:31.510" v="1863" actId="5793"/>
          <ac:spMkLst>
            <pc:docMk/>
            <pc:sldMk cId="2081210618" sldId="551"/>
            <ac:spMk id="4" creationId="{87BE8645-DBE3-FF00-6519-B13579E20E42}"/>
          </ac:spMkLst>
        </pc:spChg>
        <pc:spChg chg="add mod">
          <ac:chgData name="Ibrahim NIANG" userId="acdf7ece8d0764a7" providerId="LiveId" clId="{E040C4FD-A350-48D1-9FBA-8D0B272720DB}" dt="2024-11-21T08:58:41.285" v="1917" actId="404"/>
          <ac:spMkLst>
            <pc:docMk/>
            <pc:sldMk cId="2081210618" sldId="551"/>
            <ac:spMk id="9" creationId="{ECF8051E-13D1-6FDC-4A26-82343879B5F2}"/>
          </ac:spMkLst>
        </pc:spChg>
        <pc:spChg chg="add mod">
          <ac:chgData name="Ibrahim NIANG" userId="acdf7ece8d0764a7" providerId="LiveId" clId="{E040C4FD-A350-48D1-9FBA-8D0B272720DB}" dt="2024-11-21T11:07:27.318" v="2841"/>
          <ac:spMkLst>
            <pc:docMk/>
            <pc:sldMk cId="2081210618" sldId="551"/>
            <ac:spMk id="10" creationId="{BA634FF3-9849-9B8D-119C-A94163D3A478}"/>
          </ac:spMkLst>
        </pc:spChg>
        <pc:spChg chg="del">
          <ac:chgData name="Ibrahim NIANG" userId="acdf7ece8d0764a7" providerId="LiveId" clId="{E040C4FD-A350-48D1-9FBA-8D0B272720DB}" dt="2024-11-21T08:57:10.029" v="1900" actId="478"/>
          <ac:spMkLst>
            <pc:docMk/>
            <pc:sldMk cId="2081210618" sldId="551"/>
            <ac:spMk id="11" creationId="{4102CD2C-00D2-0EE0-40D2-8ED7AFFEEE85}"/>
          </ac:spMkLst>
        </pc:spChg>
        <pc:spChg chg="mod">
          <ac:chgData name="Ibrahim NIANG" userId="acdf7ece8d0764a7" providerId="LiveId" clId="{E040C4FD-A350-48D1-9FBA-8D0B272720DB}" dt="2024-11-21T08:57:08.759" v="1899" actId="20577"/>
          <ac:spMkLst>
            <pc:docMk/>
            <pc:sldMk cId="2081210618" sldId="551"/>
            <ac:spMk id="14" creationId="{F474BA93-F913-ED46-EED8-8D0FC3D47185}"/>
          </ac:spMkLst>
        </pc:spChg>
        <pc:picChg chg="add mod">
          <ac:chgData name="Ibrahim NIANG" userId="acdf7ece8d0764a7" providerId="LiveId" clId="{E040C4FD-A350-48D1-9FBA-8D0B272720DB}" dt="2024-11-21T09:00:18.379" v="1929" actId="1076"/>
          <ac:picMkLst>
            <pc:docMk/>
            <pc:sldMk cId="2081210618" sldId="551"/>
            <ac:picMk id="1026" creationId="{5C6D8822-1242-88B0-07FF-40E55B4FED8E}"/>
          </ac:picMkLst>
        </pc:picChg>
        <pc:picChg chg="add mod">
          <ac:chgData name="Ibrahim NIANG" userId="acdf7ece8d0764a7" providerId="LiveId" clId="{E040C4FD-A350-48D1-9FBA-8D0B272720DB}" dt="2024-11-21T09:00:16.889" v="1928" actId="1076"/>
          <ac:picMkLst>
            <pc:docMk/>
            <pc:sldMk cId="2081210618" sldId="551"/>
            <ac:picMk id="1028" creationId="{BAF72177-6D0C-0122-C8DB-093C10C24368}"/>
          </ac:picMkLst>
        </pc:picChg>
        <pc:picChg chg="add mod">
          <ac:chgData name="Ibrahim NIANG" userId="acdf7ece8d0764a7" providerId="LiveId" clId="{E040C4FD-A350-48D1-9FBA-8D0B272720DB}" dt="2024-11-21T09:00:15.680" v="1927" actId="1076"/>
          <ac:picMkLst>
            <pc:docMk/>
            <pc:sldMk cId="2081210618" sldId="551"/>
            <ac:picMk id="1030" creationId="{D375CCB2-6D17-72BF-4BF4-0C03930FFD8F}"/>
          </ac:picMkLst>
        </pc:picChg>
        <pc:picChg chg="add del mod">
          <ac:chgData name="Ibrahim NIANG" userId="acdf7ece8d0764a7" providerId="LiveId" clId="{E040C4FD-A350-48D1-9FBA-8D0B272720DB}" dt="2024-11-21T09:00:27.060" v="1934" actId="478"/>
          <ac:picMkLst>
            <pc:docMk/>
            <pc:sldMk cId="2081210618" sldId="551"/>
            <ac:picMk id="1032" creationId="{2EF5006C-4884-7E62-5704-2F8B3083DB98}"/>
          </ac:picMkLst>
        </pc:picChg>
        <pc:picChg chg="add mod">
          <ac:chgData name="Ibrahim NIANG" userId="acdf7ece8d0764a7" providerId="LiveId" clId="{E040C4FD-A350-48D1-9FBA-8D0B272720DB}" dt="2024-11-21T09:00:34.535" v="1936" actId="1076"/>
          <ac:picMkLst>
            <pc:docMk/>
            <pc:sldMk cId="2081210618" sldId="551"/>
            <ac:picMk id="1034" creationId="{737A4E59-5788-4171-582D-F1CEDCCAF8E2}"/>
          </ac:picMkLst>
        </pc:picChg>
        <pc:picChg chg="del">
          <ac:chgData name="Ibrahim NIANG" userId="acdf7ece8d0764a7" providerId="LiveId" clId="{E040C4FD-A350-48D1-9FBA-8D0B272720DB}" dt="2024-11-21T08:57:44.492" v="1902" actId="478"/>
          <ac:picMkLst>
            <pc:docMk/>
            <pc:sldMk cId="2081210618" sldId="551"/>
            <ac:picMk id="5122" creationId="{87D3FB97-BE2D-EEB8-8E78-B170F8EF0B0F}"/>
          </ac:picMkLst>
        </pc:picChg>
        <pc:picChg chg="del">
          <ac:chgData name="Ibrahim NIANG" userId="acdf7ece8d0764a7" providerId="LiveId" clId="{E040C4FD-A350-48D1-9FBA-8D0B272720DB}" dt="2024-11-21T08:57:43.879" v="1901" actId="478"/>
          <ac:picMkLst>
            <pc:docMk/>
            <pc:sldMk cId="2081210618" sldId="551"/>
            <ac:picMk id="5124" creationId="{7E4326DC-3A79-8FBD-D012-E5BE44C05243}"/>
          </ac:picMkLst>
        </pc:picChg>
      </pc:sldChg>
      <pc:sldChg chg="addSp delSp modSp add mod">
        <pc:chgData name="Ibrahim NIANG" userId="acdf7ece8d0764a7" providerId="LiveId" clId="{E040C4FD-A350-48D1-9FBA-8D0B272720DB}" dt="2024-11-21T11:07:31.409" v="2843"/>
        <pc:sldMkLst>
          <pc:docMk/>
          <pc:sldMk cId="1413211029" sldId="552"/>
        </pc:sldMkLst>
        <pc:spChg chg="del">
          <ac:chgData name="Ibrahim NIANG" userId="acdf7ece8d0764a7" providerId="LiveId" clId="{E040C4FD-A350-48D1-9FBA-8D0B272720DB}" dt="2024-11-21T11:07:30.346" v="2842" actId="478"/>
          <ac:spMkLst>
            <pc:docMk/>
            <pc:sldMk cId="1413211029" sldId="552"/>
            <ac:spMk id="3" creationId="{B6251189-9602-F4DD-2A5D-CC8B81AA8262}"/>
          </ac:spMkLst>
        </pc:spChg>
        <pc:spChg chg="del">
          <ac:chgData name="Ibrahim NIANG" userId="acdf7ece8d0764a7" providerId="LiveId" clId="{E040C4FD-A350-48D1-9FBA-8D0B272720DB}" dt="2024-11-21T09:01:07.813" v="1941" actId="478"/>
          <ac:spMkLst>
            <pc:docMk/>
            <pc:sldMk cId="1413211029" sldId="552"/>
            <ac:spMk id="9" creationId="{C5B0BAE1-E234-982B-1420-895C40B00A89}"/>
          </ac:spMkLst>
        </pc:spChg>
        <pc:spChg chg="add mod">
          <ac:chgData name="Ibrahim NIANG" userId="acdf7ece8d0764a7" providerId="LiveId" clId="{E040C4FD-A350-48D1-9FBA-8D0B272720DB}" dt="2024-11-21T09:10:39.686" v="2124" actId="404"/>
          <ac:spMkLst>
            <pc:docMk/>
            <pc:sldMk cId="1413211029" sldId="552"/>
            <ac:spMk id="10" creationId="{FEB41A7C-0553-BF1A-7255-217B330E79A2}"/>
          </ac:spMkLst>
        </pc:spChg>
        <pc:spChg chg="add mod">
          <ac:chgData name="Ibrahim NIANG" userId="acdf7ece8d0764a7" providerId="LiveId" clId="{E040C4FD-A350-48D1-9FBA-8D0B272720DB}" dt="2024-11-21T11:07:31.409" v="2843"/>
          <ac:spMkLst>
            <pc:docMk/>
            <pc:sldMk cId="1413211029" sldId="552"/>
            <ac:spMk id="11" creationId="{E64D6585-4699-43CE-CE02-844778E35390}"/>
          </ac:spMkLst>
        </pc:spChg>
        <pc:spChg chg="mod">
          <ac:chgData name="Ibrahim NIANG" userId="acdf7ece8d0764a7" providerId="LiveId" clId="{E040C4FD-A350-48D1-9FBA-8D0B272720DB}" dt="2024-11-21T09:00:55.884" v="1940" actId="1076"/>
          <ac:spMkLst>
            <pc:docMk/>
            <pc:sldMk cId="1413211029" sldId="552"/>
            <ac:spMk id="14" creationId="{209B4164-9751-67CE-1A08-A5BC2532B879}"/>
          </ac:spMkLst>
        </pc:spChg>
        <pc:picChg chg="del">
          <ac:chgData name="Ibrahim NIANG" userId="acdf7ece8d0764a7" providerId="LiveId" clId="{E040C4FD-A350-48D1-9FBA-8D0B272720DB}" dt="2024-11-21T09:05:25.490" v="2060" actId="478"/>
          <ac:picMkLst>
            <pc:docMk/>
            <pc:sldMk cId="1413211029" sldId="552"/>
            <ac:picMk id="1026" creationId="{88CF85C1-5D63-E694-313A-CEDB5BB441A9}"/>
          </ac:picMkLst>
        </pc:picChg>
        <pc:picChg chg="del">
          <ac:chgData name="Ibrahim NIANG" userId="acdf7ece8d0764a7" providerId="LiveId" clId="{E040C4FD-A350-48D1-9FBA-8D0B272720DB}" dt="2024-11-21T09:05:25.899" v="2061" actId="478"/>
          <ac:picMkLst>
            <pc:docMk/>
            <pc:sldMk cId="1413211029" sldId="552"/>
            <ac:picMk id="1028" creationId="{239B988A-0C3A-6C31-3120-6F28C9062519}"/>
          </ac:picMkLst>
        </pc:picChg>
        <pc:picChg chg="del">
          <ac:chgData name="Ibrahim NIANG" userId="acdf7ece8d0764a7" providerId="LiveId" clId="{E040C4FD-A350-48D1-9FBA-8D0B272720DB}" dt="2024-11-21T09:05:26.394" v="2062" actId="478"/>
          <ac:picMkLst>
            <pc:docMk/>
            <pc:sldMk cId="1413211029" sldId="552"/>
            <ac:picMk id="1030" creationId="{7BB86AAA-93A5-9B04-FE4E-DD3BA15E0FD8}"/>
          </ac:picMkLst>
        </pc:picChg>
        <pc:picChg chg="del mod">
          <ac:chgData name="Ibrahim NIANG" userId="acdf7ece8d0764a7" providerId="LiveId" clId="{E040C4FD-A350-48D1-9FBA-8D0B272720DB}" dt="2024-11-21T09:05:24.943" v="2059" actId="478"/>
          <ac:picMkLst>
            <pc:docMk/>
            <pc:sldMk cId="1413211029" sldId="552"/>
            <ac:picMk id="1034" creationId="{8B973146-B148-716D-6CA9-B145D1558DF6}"/>
          </ac:picMkLst>
        </pc:picChg>
        <pc:picChg chg="add del mod">
          <ac:chgData name="Ibrahim NIANG" userId="acdf7ece8d0764a7" providerId="LiveId" clId="{E040C4FD-A350-48D1-9FBA-8D0B272720DB}" dt="2024-11-21T09:06:03.882" v="2065" actId="478"/>
          <ac:picMkLst>
            <pc:docMk/>
            <pc:sldMk cId="1413211029" sldId="552"/>
            <ac:picMk id="2050" creationId="{6BF7703A-ECC2-9431-FA12-7519DF99CA36}"/>
          </ac:picMkLst>
        </pc:picChg>
        <pc:picChg chg="add del mod">
          <ac:chgData name="Ibrahim NIANG" userId="acdf7ece8d0764a7" providerId="LiveId" clId="{E040C4FD-A350-48D1-9FBA-8D0B272720DB}" dt="2024-11-21T09:06:20.370" v="2068" actId="478"/>
          <ac:picMkLst>
            <pc:docMk/>
            <pc:sldMk cId="1413211029" sldId="552"/>
            <ac:picMk id="2052" creationId="{A92D6FE0-4C78-F323-EF6C-C54928F93311}"/>
          </ac:picMkLst>
        </pc:picChg>
        <pc:picChg chg="add mod">
          <ac:chgData name="Ibrahim NIANG" userId="acdf7ece8d0764a7" providerId="LiveId" clId="{E040C4FD-A350-48D1-9FBA-8D0B272720DB}" dt="2024-11-21T09:06:42.051" v="2072" actId="14100"/>
          <ac:picMkLst>
            <pc:docMk/>
            <pc:sldMk cId="1413211029" sldId="552"/>
            <ac:picMk id="2054" creationId="{FF9E930A-D0F4-DE61-2BBD-D77C310B3067}"/>
          </ac:picMkLst>
        </pc:picChg>
        <pc:picChg chg="add mod">
          <ac:chgData name="Ibrahim NIANG" userId="acdf7ece8d0764a7" providerId="LiveId" clId="{E040C4FD-A350-48D1-9FBA-8D0B272720DB}" dt="2024-11-21T09:07:21.364" v="2074" actId="1076"/>
          <ac:picMkLst>
            <pc:docMk/>
            <pc:sldMk cId="1413211029" sldId="552"/>
            <ac:picMk id="2056" creationId="{72ED120A-F575-EC88-9AA5-BE6069351E21}"/>
          </ac:picMkLst>
        </pc:picChg>
        <pc:picChg chg="add mod">
          <ac:chgData name="Ibrahim NIANG" userId="acdf7ece8d0764a7" providerId="LiveId" clId="{E040C4FD-A350-48D1-9FBA-8D0B272720DB}" dt="2024-11-21T09:07:30.417" v="2076" actId="1076"/>
          <ac:picMkLst>
            <pc:docMk/>
            <pc:sldMk cId="1413211029" sldId="552"/>
            <ac:picMk id="2058" creationId="{76810F50-36EC-4E5C-0304-8FFCE3B98235}"/>
          </ac:picMkLst>
        </pc:picChg>
        <pc:picChg chg="add mod">
          <ac:chgData name="Ibrahim NIANG" userId="acdf7ece8d0764a7" providerId="LiveId" clId="{E040C4FD-A350-48D1-9FBA-8D0B272720DB}" dt="2024-11-21T09:07:47.640" v="2079" actId="14100"/>
          <ac:picMkLst>
            <pc:docMk/>
            <pc:sldMk cId="1413211029" sldId="552"/>
            <ac:picMk id="2060" creationId="{E683E577-DD1C-6C01-87F2-378141CE8507}"/>
          </ac:picMkLst>
        </pc:picChg>
      </pc:sldChg>
      <pc:sldChg chg="del">
        <pc:chgData name="Ibrahim NIANG" userId="acdf7ece8d0764a7" providerId="LiveId" clId="{E040C4FD-A350-48D1-9FBA-8D0B272720DB}" dt="2024-11-18T11:30:14.513" v="83" actId="47"/>
        <pc:sldMkLst>
          <pc:docMk/>
          <pc:sldMk cId="1910478981" sldId="552"/>
        </pc:sldMkLst>
      </pc:sldChg>
      <pc:sldChg chg="del">
        <pc:chgData name="Ibrahim NIANG" userId="acdf7ece8d0764a7" providerId="LiveId" clId="{E040C4FD-A350-48D1-9FBA-8D0B272720DB}" dt="2024-11-18T11:30:12.602" v="77" actId="47"/>
        <pc:sldMkLst>
          <pc:docMk/>
          <pc:sldMk cId="2104246072" sldId="553"/>
        </pc:sldMkLst>
      </pc:sldChg>
      <pc:sldChg chg="addSp delSp modSp add mod">
        <pc:chgData name="Ibrahim NIANG" userId="acdf7ece8d0764a7" providerId="LiveId" clId="{E040C4FD-A350-48D1-9FBA-8D0B272720DB}" dt="2024-11-21T11:07:35.894" v="2845"/>
        <pc:sldMkLst>
          <pc:docMk/>
          <pc:sldMk cId="4135655232" sldId="553"/>
        </pc:sldMkLst>
        <pc:spChg chg="del">
          <ac:chgData name="Ibrahim NIANG" userId="acdf7ece8d0764a7" providerId="LiveId" clId="{E040C4FD-A350-48D1-9FBA-8D0B272720DB}" dt="2024-11-21T11:07:34.881" v="2844" actId="478"/>
          <ac:spMkLst>
            <pc:docMk/>
            <pc:sldMk cId="4135655232" sldId="553"/>
            <ac:spMk id="3" creationId="{EBAC5E0B-F35F-0E25-39CA-F4D0CFF2A5E0}"/>
          </ac:spMkLst>
        </pc:spChg>
        <pc:spChg chg="add mod">
          <ac:chgData name="Ibrahim NIANG" userId="acdf7ece8d0764a7" providerId="LiveId" clId="{E040C4FD-A350-48D1-9FBA-8D0B272720DB}" dt="2024-11-21T11:07:35.894" v="2845"/>
          <ac:spMkLst>
            <pc:docMk/>
            <pc:sldMk cId="4135655232" sldId="553"/>
            <ac:spMk id="7" creationId="{D1200030-5A01-41D6-1390-D17F81CE7E12}"/>
          </ac:spMkLst>
        </pc:spChg>
        <pc:spChg chg="mod">
          <ac:chgData name="Ibrahim NIANG" userId="acdf7ece8d0764a7" providerId="LiveId" clId="{E040C4FD-A350-48D1-9FBA-8D0B272720DB}" dt="2024-11-21T09:10:52.441" v="2126" actId="1076"/>
          <ac:spMkLst>
            <pc:docMk/>
            <pc:sldMk cId="4135655232" sldId="553"/>
            <ac:spMk id="10" creationId="{A4E90761-97E4-AAAB-0E05-C94A1EC9CD28}"/>
          </ac:spMkLst>
        </pc:spChg>
        <pc:picChg chg="del">
          <ac:chgData name="Ibrahim NIANG" userId="acdf7ece8d0764a7" providerId="LiveId" clId="{E040C4FD-A350-48D1-9FBA-8D0B272720DB}" dt="2024-11-21T09:07:54.297" v="2081" actId="478"/>
          <ac:picMkLst>
            <pc:docMk/>
            <pc:sldMk cId="4135655232" sldId="553"/>
            <ac:picMk id="2054" creationId="{EE2CD070-5450-D61D-2D75-7B3C08B84079}"/>
          </ac:picMkLst>
        </pc:picChg>
        <pc:picChg chg="del">
          <ac:chgData name="Ibrahim NIANG" userId="acdf7ece8d0764a7" providerId="LiveId" clId="{E040C4FD-A350-48D1-9FBA-8D0B272720DB}" dt="2024-11-21T09:07:54.789" v="2082" actId="478"/>
          <ac:picMkLst>
            <pc:docMk/>
            <pc:sldMk cId="4135655232" sldId="553"/>
            <ac:picMk id="2056" creationId="{5FF7F4E6-B4E1-D8CE-2349-C37619E81C7D}"/>
          </ac:picMkLst>
        </pc:picChg>
        <pc:picChg chg="del">
          <ac:chgData name="Ibrahim NIANG" userId="acdf7ece8d0764a7" providerId="LiveId" clId="{E040C4FD-A350-48D1-9FBA-8D0B272720DB}" dt="2024-11-21T09:07:55.238" v="2083" actId="478"/>
          <ac:picMkLst>
            <pc:docMk/>
            <pc:sldMk cId="4135655232" sldId="553"/>
            <ac:picMk id="2058" creationId="{835BE42D-2368-C367-141F-16E67A0F7C5F}"/>
          </ac:picMkLst>
        </pc:picChg>
        <pc:picChg chg="del">
          <ac:chgData name="Ibrahim NIANG" userId="acdf7ece8d0764a7" providerId="LiveId" clId="{E040C4FD-A350-48D1-9FBA-8D0B272720DB}" dt="2024-11-21T09:07:56.820" v="2084" actId="478"/>
          <ac:picMkLst>
            <pc:docMk/>
            <pc:sldMk cId="4135655232" sldId="553"/>
            <ac:picMk id="2060" creationId="{549697E8-F327-F341-CFD2-90EE11C6FE80}"/>
          </ac:picMkLst>
        </pc:picChg>
        <pc:picChg chg="add mod">
          <ac:chgData name="Ibrahim NIANG" userId="acdf7ece8d0764a7" providerId="LiveId" clId="{E040C4FD-A350-48D1-9FBA-8D0B272720DB}" dt="2024-11-21T09:08:15.467" v="2088" actId="1076"/>
          <ac:picMkLst>
            <pc:docMk/>
            <pc:sldMk cId="4135655232" sldId="553"/>
            <ac:picMk id="3074" creationId="{F70E2BAF-66AF-5D92-46FA-67C9114B9570}"/>
          </ac:picMkLst>
        </pc:picChg>
        <pc:picChg chg="add mod">
          <ac:chgData name="Ibrahim NIANG" userId="acdf7ece8d0764a7" providerId="LiveId" clId="{E040C4FD-A350-48D1-9FBA-8D0B272720DB}" dt="2024-11-21T09:08:48.680" v="2092" actId="1076"/>
          <ac:picMkLst>
            <pc:docMk/>
            <pc:sldMk cId="4135655232" sldId="553"/>
            <ac:picMk id="3076" creationId="{5E0E1618-57A0-0A9B-7B60-6125E8E9948F}"/>
          </ac:picMkLst>
        </pc:picChg>
        <pc:picChg chg="add del mod">
          <ac:chgData name="Ibrahim NIANG" userId="acdf7ece8d0764a7" providerId="LiveId" clId="{E040C4FD-A350-48D1-9FBA-8D0B272720DB}" dt="2024-11-21T09:09:24.090" v="2095" actId="478"/>
          <ac:picMkLst>
            <pc:docMk/>
            <pc:sldMk cId="4135655232" sldId="553"/>
            <ac:picMk id="3078" creationId="{6C67799B-F628-1DA2-B904-1D28BD97F5E9}"/>
          </ac:picMkLst>
        </pc:picChg>
        <pc:picChg chg="add del mod">
          <ac:chgData name="Ibrahim NIANG" userId="acdf7ece8d0764a7" providerId="LiveId" clId="{E040C4FD-A350-48D1-9FBA-8D0B272720DB}" dt="2024-11-21T09:09:35.517" v="2098" actId="478"/>
          <ac:picMkLst>
            <pc:docMk/>
            <pc:sldMk cId="4135655232" sldId="553"/>
            <ac:picMk id="3080" creationId="{9A884511-7A53-3CEB-5202-81E343A6701B}"/>
          </ac:picMkLst>
        </pc:picChg>
        <pc:picChg chg="add mod">
          <ac:chgData name="Ibrahim NIANG" userId="acdf7ece8d0764a7" providerId="LiveId" clId="{E040C4FD-A350-48D1-9FBA-8D0B272720DB}" dt="2024-11-21T09:09:50.742" v="2103" actId="1076"/>
          <ac:picMkLst>
            <pc:docMk/>
            <pc:sldMk cId="4135655232" sldId="553"/>
            <ac:picMk id="3082" creationId="{DC9D9F67-D672-D3D0-BEFF-5AA8DD57FC7B}"/>
          </ac:picMkLst>
        </pc:picChg>
      </pc:sldChg>
      <pc:sldChg chg="addSp delSp modSp add mod">
        <pc:chgData name="Ibrahim NIANG" userId="acdf7ece8d0764a7" providerId="LiveId" clId="{E040C4FD-A350-48D1-9FBA-8D0B272720DB}" dt="2024-11-21T11:07:39.711" v="2847"/>
        <pc:sldMkLst>
          <pc:docMk/>
          <pc:sldMk cId="3005910671" sldId="554"/>
        </pc:sldMkLst>
        <pc:spChg chg="del">
          <ac:chgData name="Ibrahim NIANG" userId="acdf7ece8d0764a7" providerId="LiveId" clId="{E040C4FD-A350-48D1-9FBA-8D0B272720DB}" dt="2024-11-21T11:07:38.732" v="2846" actId="478"/>
          <ac:spMkLst>
            <pc:docMk/>
            <pc:sldMk cId="3005910671" sldId="554"/>
            <ac:spMk id="3" creationId="{BB1C3309-75F0-F48D-3CF9-9C0EBAD996E6}"/>
          </ac:spMkLst>
        </pc:spChg>
        <pc:spChg chg="add mod">
          <ac:chgData name="Ibrahim NIANG" userId="acdf7ece8d0764a7" providerId="LiveId" clId="{E040C4FD-A350-48D1-9FBA-8D0B272720DB}" dt="2024-11-21T09:16:52.768" v="2215" actId="20577"/>
          <ac:spMkLst>
            <pc:docMk/>
            <pc:sldMk cId="3005910671" sldId="554"/>
            <ac:spMk id="9" creationId="{A58610AF-1C1B-B0DA-F3F7-A26F7C4F8F43}"/>
          </ac:spMkLst>
        </pc:spChg>
        <pc:spChg chg="del">
          <ac:chgData name="Ibrahim NIANG" userId="acdf7ece8d0764a7" providerId="LiveId" clId="{E040C4FD-A350-48D1-9FBA-8D0B272720DB}" dt="2024-11-21T09:10:31.947" v="2123" actId="478"/>
          <ac:spMkLst>
            <pc:docMk/>
            <pc:sldMk cId="3005910671" sldId="554"/>
            <ac:spMk id="10" creationId="{F04CDD1A-73FE-6925-02CA-2F0876C1F124}"/>
          </ac:spMkLst>
        </pc:spChg>
        <pc:spChg chg="add mod">
          <ac:chgData name="Ibrahim NIANG" userId="acdf7ece8d0764a7" providerId="LiveId" clId="{E040C4FD-A350-48D1-9FBA-8D0B272720DB}" dt="2024-11-21T11:07:39.711" v="2847"/>
          <ac:spMkLst>
            <pc:docMk/>
            <pc:sldMk cId="3005910671" sldId="554"/>
            <ac:spMk id="11" creationId="{90338C2C-DA12-F069-92C7-437D93EE7752}"/>
          </ac:spMkLst>
        </pc:spChg>
        <pc:spChg chg="mod">
          <ac:chgData name="Ibrahim NIANG" userId="acdf7ece8d0764a7" providerId="LiveId" clId="{E040C4FD-A350-48D1-9FBA-8D0B272720DB}" dt="2024-11-21T09:10:29.477" v="2122" actId="403"/>
          <ac:spMkLst>
            <pc:docMk/>
            <pc:sldMk cId="3005910671" sldId="554"/>
            <ac:spMk id="14" creationId="{935911C2-089A-F7F0-4518-CF87EE90D85B}"/>
          </ac:spMkLst>
        </pc:spChg>
        <pc:picChg chg="del mod">
          <ac:chgData name="Ibrahim NIANG" userId="acdf7ece8d0764a7" providerId="LiveId" clId="{E040C4FD-A350-48D1-9FBA-8D0B272720DB}" dt="2024-11-21T09:11:08.234" v="2130" actId="478"/>
          <ac:picMkLst>
            <pc:docMk/>
            <pc:sldMk cId="3005910671" sldId="554"/>
            <ac:picMk id="3074" creationId="{871477FF-6440-BBB7-4D85-EE139A874ABC}"/>
          </ac:picMkLst>
        </pc:picChg>
        <pc:picChg chg="del">
          <ac:chgData name="Ibrahim NIANG" userId="acdf7ece8d0764a7" providerId="LiveId" clId="{E040C4FD-A350-48D1-9FBA-8D0B272720DB}" dt="2024-11-21T09:11:06.979" v="2127" actId="478"/>
          <ac:picMkLst>
            <pc:docMk/>
            <pc:sldMk cId="3005910671" sldId="554"/>
            <ac:picMk id="3076" creationId="{1E775F3A-6A9D-E33A-9E0C-E5AF0847D857}"/>
          </ac:picMkLst>
        </pc:picChg>
        <pc:picChg chg="del">
          <ac:chgData name="Ibrahim NIANG" userId="acdf7ece8d0764a7" providerId="LiveId" clId="{E040C4FD-A350-48D1-9FBA-8D0B272720DB}" dt="2024-11-21T09:11:07.401" v="2128" actId="478"/>
          <ac:picMkLst>
            <pc:docMk/>
            <pc:sldMk cId="3005910671" sldId="554"/>
            <ac:picMk id="3082" creationId="{CAB96606-33AF-C26B-E325-F16CA6238D5E}"/>
          </ac:picMkLst>
        </pc:picChg>
        <pc:picChg chg="add mod">
          <ac:chgData name="Ibrahim NIANG" userId="acdf7ece8d0764a7" providerId="LiveId" clId="{E040C4FD-A350-48D1-9FBA-8D0B272720DB}" dt="2024-11-21T09:13:01.626" v="2157" actId="14100"/>
          <ac:picMkLst>
            <pc:docMk/>
            <pc:sldMk cId="3005910671" sldId="554"/>
            <ac:picMk id="4098" creationId="{60E3DA17-41B1-5165-867E-E9E17D068000}"/>
          </ac:picMkLst>
        </pc:picChg>
        <pc:picChg chg="add mod">
          <ac:chgData name="Ibrahim NIANG" userId="acdf7ece8d0764a7" providerId="LiveId" clId="{E040C4FD-A350-48D1-9FBA-8D0B272720DB}" dt="2024-11-21T09:12:58.636" v="2155" actId="1076"/>
          <ac:picMkLst>
            <pc:docMk/>
            <pc:sldMk cId="3005910671" sldId="554"/>
            <ac:picMk id="4100" creationId="{DCB10159-48F0-6D2D-8D5C-2E5DF47AB9E5}"/>
          </ac:picMkLst>
        </pc:picChg>
        <pc:picChg chg="add mod">
          <ac:chgData name="Ibrahim NIANG" userId="acdf7ece8d0764a7" providerId="LiveId" clId="{E040C4FD-A350-48D1-9FBA-8D0B272720DB}" dt="2024-11-21T09:13:05.390" v="2159" actId="1076"/>
          <ac:picMkLst>
            <pc:docMk/>
            <pc:sldMk cId="3005910671" sldId="554"/>
            <ac:picMk id="4102" creationId="{ACF94BDF-7C67-4541-338F-4D04DFC82AB9}"/>
          </ac:picMkLst>
        </pc:picChg>
        <pc:picChg chg="add del mod">
          <ac:chgData name="Ibrahim NIANG" userId="acdf7ece8d0764a7" providerId="LiveId" clId="{E040C4FD-A350-48D1-9FBA-8D0B272720DB}" dt="2024-11-21T09:15:33.282" v="2164" actId="478"/>
          <ac:picMkLst>
            <pc:docMk/>
            <pc:sldMk cId="3005910671" sldId="554"/>
            <ac:picMk id="4104" creationId="{48996FEF-9B03-35AE-778A-4B707AB34AAB}"/>
          </ac:picMkLst>
        </pc:picChg>
        <pc:picChg chg="add mod">
          <ac:chgData name="Ibrahim NIANG" userId="acdf7ece8d0764a7" providerId="LiveId" clId="{E040C4FD-A350-48D1-9FBA-8D0B272720DB}" dt="2024-11-21T09:13:56.288" v="2163" actId="1076"/>
          <ac:picMkLst>
            <pc:docMk/>
            <pc:sldMk cId="3005910671" sldId="554"/>
            <ac:picMk id="4106" creationId="{3EDE9C0F-F27F-B7F3-03EE-C9E6F56A944C}"/>
          </ac:picMkLst>
        </pc:picChg>
        <pc:picChg chg="add mod">
          <ac:chgData name="Ibrahim NIANG" userId="acdf7ece8d0764a7" providerId="LiveId" clId="{E040C4FD-A350-48D1-9FBA-8D0B272720DB}" dt="2024-11-21T09:15:37.686" v="2166" actId="1076"/>
          <ac:picMkLst>
            <pc:docMk/>
            <pc:sldMk cId="3005910671" sldId="554"/>
            <ac:picMk id="4108" creationId="{BE5887FF-753C-4870-5B12-49A6F09088C1}"/>
          </ac:picMkLst>
        </pc:picChg>
      </pc:sldChg>
      <pc:sldChg chg="del">
        <pc:chgData name="Ibrahim NIANG" userId="acdf7ece8d0764a7" providerId="LiveId" clId="{E040C4FD-A350-48D1-9FBA-8D0B272720DB}" dt="2024-11-18T11:30:07.562" v="73" actId="47"/>
        <pc:sldMkLst>
          <pc:docMk/>
          <pc:sldMk cId="3244769883" sldId="554"/>
        </pc:sldMkLst>
      </pc:sldChg>
      <pc:sldChg chg="del">
        <pc:chgData name="Ibrahim NIANG" userId="acdf7ece8d0764a7" providerId="LiveId" clId="{E040C4FD-A350-48D1-9FBA-8D0B272720DB}" dt="2024-11-18T11:30:05.244" v="69" actId="47"/>
        <pc:sldMkLst>
          <pc:docMk/>
          <pc:sldMk cId="2364556023" sldId="555"/>
        </pc:sldMkLst>
      </pc:sldChg>
      <pc:sldChg chg="addSp delSp modSp add mod">
        <pc:chgData name="Ibrahim NIANG" userId="acdf7ece8d0764a7" providerId="LiveId" clId="{E040C4FD-A350-48D1-9FBA-8D0B272720DB}" dt="2024-11-21T11:07:44.585" v="2849"/>
        <pc:sldMkLst>
          <pc:docMk/>
          <pc:sldMk cId="3547184459" sldId="555"/>
        </pc:sldMkLst>
        <pc:spChg chg="del">
          <ac:chgData name="Ibrahim NIANG" userId="acdf7ece8d0764a7" providerId="LiveId" clId="{E040C4FD-A350-48D1-9FBA-8D0B272720DB}" dt="2024-11-21T11:07:43.474" v="2848" actId="478"/>
          <ac:spMkLst>
            <pc:docMk/>
            <pc:sldMk cId="3547184459" sldId="555"/>
            <ac:spMk id="3" creationId="{61FF2E0C-1DED-372E-D090-5F22E11839A5}"/>
          </ac:spMkLst>
        </pc:spChg>
        <pc:spChg chg="del">
          <ac:chgData name="Ibrahim NIANG" userId="acdf7ece8d0764a7" providerId="LiveId" clId="{E040C4FD-A350-48D1-9FBA-8D0B272720DB}" dt="2024-11-21T09:18:48.571" v="2222" actId="478"/>
          <ac:spMkLst>
            <pc:docMk/>
            <pc:sldMk cId="3547184459" sldId="555"/>
            <ac:spMk id="9" creationId="{6F98A7A6-F5FF-C485-DF35-8374836F1382}"/>
          </ac:spMkLst>
        </pc:spChg>
        <pc:spChg chg="add mod">
          <ac:chgData name="Ibrahim NIANG" userId="acdf7ece8d0764a7" providerId="LiveId" clId="{E040C4FD-A350-48D1-9FBA-8D0B272720DB}" dt="2024-11-21T09:19:38.358" v="2243" actId="113"/>
          <ac:spMkLst>
            <pc:docMk/>
            <pc:sldMk cId="3547184459" sldId="555"/>
            <ac:spMk id="10" creationId="{B82D1247-C0EE-EAD2-114E-A33774D9A663}"/>
          </ac:spMkLst>
        </pc:spChg>
        <pc:spChg chg="add mod">
          <ac:chgData name="Ibrahim NIANG" userId="acdf7ece8d0764a7" providerId="LiveId" clId="{E040C4FD-A350-48D1-9FBA-8D0B272720DB}" dt="2024-11-21T11:07:44.585" v="2849"/>
          <ac:spMkLst>
            <pc:docMk/>
            <pc:sldMk cId="3547184459" sldId="555"/>
            <ac:spMk id="11" creationId="{3FFA3C7D-DA15-759E-2539-B6341B4F5471}"/>
          </ac:spMkLst>
        </pc:spChg>
        <pc:spChg chg="mod">
          <ac:chgData name="Ibrahim NIANG" userId="acdf7ece8d0764a7" providerId="LiveId" clId="{E040C4FD-A350-48D1-9FBA-8D0B272720DB}" dt="2024-11-21T09:19:06.978" v="2235" actId="20577"/>
          <ac:spMkLst>
            <pc:docMk/>
            <pc:sldMk cId="3547184459" sldId="555"/>
            <ac:spMk id="14" creationId="{98660C09-74E4-E266-8954-CD8FF7E95FC4}"/>
          </ac:spMkLst>
        </pc:spChg>
        <pc:picChg chg="del">
          <ac:chgData name="Ibrahim NIANG" userId="acdf7ece8d0764a7" providerId="LiveId" clId="{E040C4FD-A350-48D1-9FBA-8D0B272720DB}" dt="2024-11-21T09:18:41.067" v="2217" actId="478"/>
          <ac:picMkLst>
            <pc:docMk/>
            <pc:sldMk cId="3547184459" sldId="555"/>
            <ac:picMk id="4098" creationId="{3C50050B-081D-A4C4-FDA1-D035750D51F6}"/>
          </ac:picMkLst>
        </pc:picChg>
        <pc:picChg chg="del">
          <ac:chgData name="Ibrahim NIANG" userId="acdf7ece8d0764a7" providerId="LiveId" clId="{E040C4FD-A350-48D1-9FBA-8D0B272720DB}" dt="2024-11-21T09:18:41.968" v="2219" actId="478"/>
          <ac:picMkLst>
            <pc:docMk/>
            <pc:sldMk cId="3547184459" sldId="555"/>
            <ac:picMk id="4100" creationId="{00FA62EA-9CC9-22ED-D786-3BDAB1CA7AD6}"/>
          </ac:picMkLst>
        </pc:picChg>
        <pc:picChg chg="del">
          <ac:chgData name="Ibrahim NIANG" userId="acdf7ece8d0764a7" providerId="LiveId" clId="{E040C4FD-A350-48D1-9FBA-8D0B272720DB}" dt="2024-11-21T09:18:41.456" v="2218" actId="478"/>
          <ac:picMkLst>
            <pc:docMk/>
            <pc:sldMk cId="3547184459" sldId="555"/>
            <ac:picMk id="4102" creationId="{0EDEA502-9513-E2B4-6B96-59910D2D195C}"/>
          </ac:picMkLst>
        </pc:picChg>
        <pc:picChg chg="del">
          <ac:chgData name="Ibrahim NIANG" userId="acdf7ece8d0764a7" providerId="LiveId" clId="{E040C4FD-A350-48D1-9FBA-8D0B272720DB}" dt="2024-11-21T09:18:43.113" v="2221" actId="478"/>
          <ac:picMkLst>
            <pc:docMk/>
            <pc:sldMk cId="3547184459" sldId="555"/>
            <ac:picMk id="4106" creationId="{2EBF9D13-AB6E-EE36-574C-47C2FAE363C1}"/>
          </ac:picMkLst>
        </pc:picChg>
        <pc:picChg chg="del">
          <ac:chgData name="Ibrahim NIANG" userId="acdf7ece8d0764a7" providerId="LiveId" clId="{E040C4FD-A350-48D1-9FBA-8D0B272720DB}" dt="2024-11-21T09:18:42.657" v="2220" actId="478"/>
          <ac:picMkLst>
            <pc:docMk/>
            <pc:sldMk cId="3547184459" sldId="555"/>
            <ac:picMk id="4108" creationId="{2D12681F-A8AA-EFB1-16A4-C973AA6510E9}"/>
          </ac:picMkLst>
        </pc:picChg>
        <pc:picChg chg="add mod">
          <ac:chgData name="Ibrahim NIANG" userId="acdf7ece8d0764a7" providerId="LiveId" clId="{E040C4FD-A350-48D1-9FBA-8D0B272720DB}" dt="2024-11-21T09:20:45.065" v="2251" actId="1076"/>
          <ac:picMkLst>
            <pc:docMk/>
            <pc:sldMk cId="3547184459" sldId="555"/>
            <ac:picMk id="5122" creationId="{C2C7E258-D2CC-292C-F256-C28BE71D997D}"/>
          </ac:picMkLst>
        </pc:picChg>
        <pc:picChg chg="add mod">
          <ac:chgData name="Ibrahim NIANG" userId="acdf7ece8d0764a7" providerId="LiveId" clId="{E040C4FD-A350-48D1-9FBA-8D0B272720DB}" dt="2024-11-21T09:20:43.278" v="2250" actId="1076"/>
          <ac:picMkLst>
            <pc:docMk/>
            <pc:sldMk cId="3547184459" sldId="555"/>
            <ac:picMk id="5124" creationId="{3B32C7F9-5383-4D09-1316-71E625D6FF19}"/>
          </ac:picMkLst>
        </pc:picChg>
      </pc:sldChg>
      <pc:sldChg chg="addSp delSp modSp add mod">
        <pc:chgData name="Ibrahim NIANG" userId="acdf7ece8d0764a7" providerId="LiveId" clId="{E040C4FD-A350-48D1-9FBA-8D0B272720DB}" dt="2024-11-21T11:07:49.599" v="2851"/>
        <pc:sldMkLst>
          <pc:docMk/>
          <pc:sldMk cId="1210054496" sldId="556"/>
        </pc:sldMkLst>
        <pc:spChg chg="del">
          <ac:chgData name="Ibrahim NIANG" userId="acdf7ece8d0764a7" providerId="LiveId" clId="{E040C4FD-A350-48D1-9FBA-8D0B272720DB}" dt="2024-11-21T11:07:48.513" v="2850" actId="478"/>
          <ac:spMkLst>
            <pc:docMk/>
            <pc:sldMk cId="1210054496" sldId="556"/>
            <ac:spMk id="3" creationId="{F9962933-72FC-F001-E229-9953CD3333E4}"/>
          </ac:spMkLst>
        </pc:spChg>
        <pc:spChg chg="add mod">
          <ac:chgData name="Ibrahim NIANG" userId="acdf7ece8d0764a7" providerId="LiveId" clId="{E040C4FD-A350-48D1-9FBA-8D0B272720DB}" dt="2024-11-21T11:07:49.599" v="2851"/>
          <ac:spMkLst>
            <pc:docMk/>
            <pc:sldMk cId="1210054496" sldId="556"/>
            <ac:spMk id="7" creationId="{68CB102C-6160-13EC-29DE-2485753F3BB7}"/>
          </ac:spMkLst>
        </pc:spChg>
        <pc:picChg chg="del">
          <ac:chgData name="Ibrahim NIANG" userId="acdf7ece8d0764a7" providerId="LiveId" clId="{E040C4FD-A350-48D1-9FBA-8D0B272720DB}" dt="2024-11-21T09:20:49.601" v="2253" actId="478"/>
          <ac:picMkLst>
            <pc:docMk/>
            <pc:sldMk cId="1210054496" sldId="556"/>
            <ac:picMk id="5122" creationId="{7D478D3B-9822-59ED-C940-4EFF3BB500EF}"/>
          </ac:picMkLst>
        </pc:picChg>
        <pc:picChg chg="del">
          <ac:chgData name="Ibrahim NIANG" userId="acdf7ece8d0764a7" providerId="LiveId" clId="{E040C4FD-A350-48D1-9FBA-8D0B272720DB}" dt="2024-11-21T09:20:50.218" v="2254" actId="478"/>
          <ac:picMkLst>
            <pc:docMk/>
            <pc:sldMk cId="1210054496" sldId="556"/>
            <ac:picMk id="5124" creationId="{DF1630F0-0F98-F3AB-B503-AFD7AA91918A}"/>
          </ac:picMkLst>
        </pc:picChg>
        <pc:picChg chg="add mod">
          <ac:chgData name="Ibrahim NIANG" userId="acdf7ece8d0764a7" providerId="LiveId" clId="{E040C4FD-A350-48D1-9FBA-8D0B272720DB}" dt="2024-11-21T09:21:30.571" v="2261" actId="1076"/>
          <ac:picMkLst>
            <pc:docMk/>
            <pc:sldMk cId="1210054496" sldId="556"/>
            <ac:picMk id="6146" creationId="{C5DC6652-A582-E60F-FB97-A96F032DCB7E}"/>
          </ac:picMkLst>
        </pc:picChg>
        <pc:picChg chg="add mod">
          <ac:chgData name="Ibrahim NIANG" userId="acdf7ece8d0764a7" providerId="LiveId" clId="{E040C4FD-A350-48D1-9FBA-8D0B272720DB}" dt="2024-11-21T09:21:36.088" v="2265" actId="1076"/>
          <ac:picMkLst>
            <pc:docMk/>
            <pc:sldMk cId="1210054496" sldId="556"/>
            <ac:picMk id="6148" creationId="{1E0AA267-0920-926E-8BDA-B8239D231B52}"/>
          </ac:picMkLst>
        </pc:picChg>
        <pc:picChg chg="add mod">
          <ac:chgData name="Ibrahim NIANG" userId="acdf7ece8d0764a7" providerId="LiveId" clId="{E040C4FD-A350-48D1-9FBA-8D0B272720DB}" dt="2024-11-21T09:21:59.726" v="2267" actId="1076"/>
          <ac:picMkLst>
            <pc:docMk/>
            <pc:sldMk cId="1210054496" sldId="556"/>
            <ac:picMk id="6150" creationId="{A6151BBB-6784-A19C-1DF3-13FBC49FF052}"/>
          </ac:picMkLst>
        </pc:picChg>
        <pc:picChg chg="add mod">
          <ac:chgData name="Ibrahim NIANG" userId="acdf7ece8d0764a7" providerId="LiveId" clId="{E040C4FD-A350-48D1-9FBA-8D0B272720DB}" dt="2024-11-21T09:22:30.855" v="2271" actId="1076"/>
          <ac:picMkLst>
            <pc:docMk/>
            <pc:sldMk cId="1210054496" sldId="556"/>
            <ac:picMk id="6152" creationId="{51F917DA-1418-DBF2-91E9-5F37BDD7E2FA}"/>
          </ac:picMkLst>
        </pc:picChg>
      </pc:sldChg>
      <pc:sldChg chg="del">
        <pc:chgData name="Ibrahim NIANG" userId="acdf7ece8d0764a7" providerId="LiveId" clId="{E040C4FD-A350-48D1-9FBA-8D0B272720DB}" dt="2024-11-18T11:30:13.464" v="80" actId="47"/>
        <pc:sldMkLst>
          <pc:docMk/>
          <pc:sldMk cId="1766580762" sldId="556"/>
        </pc:sldMkLst>
      </pc:sldChg>
      <pc:sldChg chg="del">
        <pc:chgData name="Ibrahim NIANG" userId="acdf7ece8d0764a7" providerId="LiveId" clId="{E040C4FD-A350-48D1-9FBA-8D0B272720DB}" dt="2024-11-18T11:30:12.793" v="78" actId="47"/>
        <pc:sldMkLst>
          <pc:docMk/>
          <pc:sldMk cId="1033359560" sldId="557"/>
        </pc:sldMkLst>
      </pc:sldChg>
      <pc:sldChg chg="addSp delSp modSp add mod">
        <pc:chgData name="Ibrahim NIANG" userId="acdf7ece8d0764a7" providerId="LiveId" clId="{E040C4FD-A350-48D1-9FBA-8D0B272720DB}" dt="2024-11-21T11:07:54.014" v="2853"/>
        <pc:sldMkLst>
          <pc:docMk/>
          <pc:sldMk cId="4220757500" sldId="557"/>
        </pc:sldMkLst>
        <pc:spChg chg="del">
          <ac:chgData name="Ibrahim NIANG" userId="acdf7ece8d0764a7" providerId="LiveId" clId="{E040C4FD-A350-48D1-9FBA-8D0B272720DB}" dt="2024-11-21T11:07:53.002" v="2852" actId="478"/>
          <ac:spMkLst>
            <pc:docMk/>
            <pc:sldMk cId="4220757500" sldId="557"/>
            <ac:spMk id="3" creationId="{85E3C4DB-80FE-0A54-8219-F6B14C5F077C}"/>
          </ac:spMkLst>
        </pc:spChg>
        <pc:spChg chg="add mod">
          <ac:chgData name="Ibrahim NIANG" userId="acdf7ece8d0764a7" providerId="LiveId" clId="{E040C4FD-A350-48D1-9FBA-8D0B272720DB}" dt="2024-11-21T09:24:06.486" v="2283" actId="1076"/>
          <ac:spMkLst>
            <pc:docMk/>
            <pc:sldMk cId="4220757500" sldId="557"/>
            <ac:spMk id="9" creationId="{04F74E8D-E5B8-552B-41C5-39570B8FE7EF}"/>
          </ac:spMkLst>
        </pc:spChg>
        <pc:spChg chg="del">
          <ac:chgData name="Ibrahim NIANG" userId="acdf7ece8d0764a7" providerId="LiveId" clId="{E040C4FD-A350-48D1-9FBA-8D0B272720DB}" dt="2024-11-21T09:23:43.586" v="2277" actId="478"/>
          <ac:spMkLst>
            <pc:docMk/>
            <pc:sldMk cId="4220757500" sldId="557"/>
            <ac:spMk id="10" creationId="{C44FEEE6-88FB-CD3C-5AF0-4B9582D06537}"/>
          </ac:spMkLst>
        </pc:spChg>
        <pc:spChg chg="add mod">
          <ac:chgData name="Ibrahim NIANG" userId="acdf7ece8d0764a7" providerId="LiveId" clId="{E040C4FD-A350-48D1-9FBA-8D0B272720DB}" dt="2024-11-21T09:24:57.179" v="2298" actId="113"/>
          <ac:spMkLst>
            <pc:docMk/>
            <pc:sldMk cId="4220757500" sldId="557"/>
            <ac:spMk id="12" creationId="{7F3F353C-B5BE-2307-63BB-EE730382BAA9}"/>
          </ac:spMkLst>
        </pc:spChg>
        <pc:spChg chg="add mod">
          <ac:chgData name="Ibrahim NIANG" userId="acdf7ece8d0764a7" providerId="LiveId" clId="{E040C4FD-A350-48D1-9FBA-8D0B272720DB}" dt="2024-11-21T11:07:54.014" v="2853"/>
          <ac:spMkLst>
            <pc:docMk/>
            <pc:sldMk cId="4220757500" sldId="557"/>
            <ac:spMk id="13" creationId="{19DC1E71-0239-8BAF-A7B5-7174E34213E8}"/>
          </ac:spMkLst>
        </pc:spChg>
        <pc:spChg chg="del">
          <ac:chgData name="Ibrahim NIANG" userId="acdf7ece8d0764a7" providerId="LiveId" clId="{E040C4FD-A350-48D1-9FBA-8D0B272720DB}" dt="2024-11-21T09:23:53.225" v="2280" actId="478"/>
          <ac:spMkLst>
            <pc:docMk/>
            <pc:sldMk cId="4220757500" sldId="557"/>
            <ac:spMk id="14" creationId="{A09EC948-42B9-1D15-DC98-81601041F60A}"/>
          </ac:spMkLst>
        </pc:spChg>
        <pc:picChg chg="del">
          <ac:chgData name="Ibrahim NIANG" userId="acdf7ece8d0764a7" providerId="LiveId" clId="{E040C4FD-A350-48D1-9FBA-8D0B272720DB}" dt="2024-11-21T09:23:41.303" v="2273" actId="478"/>
          <ac:picMkLst>
            <pc:docMk/>
            <pc:sldMk cId="4220757500" sldId="557"/>
            <ac:picMk id="6146" creationId="{ADEA9287-F159-1E3F-E815-ECD1780694CC}"/>
          </ac:picMkLst>
        </pc:picChg>
        <pc:picChg chg="del">
          <ac:chgData name="Ibrahim NIANG" userId="acdf7ece8d0764a7" providerId="LiveId" clId="{E040C4FD-A350-48D1-9FBA-8D0B272720DB}" dt="2024-11-21T09:23:41.678" v="2274" actId="478"/>
          <ac:picMkLst>
            <pc:docMk/>
            <pc:sldMk cId="4220757500" sldId="557"/>
            <ac:picMk id="6148" creationId="{A67E9AE0-FFD6-9357-D44B-08A258BD2453}"/>
          </ac:picMkLst>
        </pc:picChg>
        <pc:picChg chg="del">
          <ac:chgData name="Ibrahim NIANG" userId="acdf7ece8d0764a7" providerId="LiveId" clId="{E040C4FD-A350-48D1-9FBA-8D0B272720DB}" dt="2024-11-21T09:23:42.005" v="2275" actId="478"/>
          <ac:picMkLst>
            <pc:docMk/>
            <pc:sldMk cId="4220757500" sldId="557"/>
            <ac:picMk id="6150" creationId="{DC1199BE-94FD-E38D-F1FB-1FC1FE595723}"/>
          </ac:picMkLst>
        </pc:picChg>
        <pc:picChg chg="del">
          <ac:chgData name="Ibrahim NIANG" userId="acdf7ece8d0764a7" providerId="LiveId" clId="{E040C4FD-A350-48D1-9FBA-8D0B272720DB}" dt="2024-11-21T09:23:42.375" v="2276" actId="478"/>
          <ac:picMkLst>
            <pc:docMk/>
            <pc:sldMk cId="4220757500" sldId="557"/>
            <ac:picMk id="6152" creationId="{F5726B17-6628-530F-8D58-D876A7F13398}"/>
          </ac:picMkLst>
        </pc:picChg>
        <pc:picChg chg="add mod">
          <ac:chgData name="Ibrahim NIANG" userId="acdf7ece8d0764a7" providerId="LiveId" clId="{E040C4FD-A350-48D1-9FBA-8D0B272720DB}" dt="2024-11-21T09:28:06.543" v="2331" actId="1076"/>
          <ac:picMkLst>
            <pc:docMk/>
            <pc:sldMk cId="4220757500" sldId="557"/>
            <ac:picMk id="7170" creationId="{B387A9F0-52A7-4AB7-76A7-F254ABBB559B}"/>
          </ac:picMkLst>
        </pc:picChg>
        <pc:picChg chg="add mod">
          <ac:chgData name="Ibrahim NIANG" userId="acdf7ece8d0764a7" providerId="LiveId" clId="{E040C4FD-A350-48D1-9FBA-8D0B272720DB}" dt="2024-11-21T09:28:05.696" v="2330" actId="14100"/>
          <ac:picMkLst>
            <pc:docMk/>
            <pc:sldMk cId="4220757500" sldId="557"/>
            <ac:picMk id="7172" creationId="{19D2F6F4-2070-C988-FAFA-8C2C33B03378}"/>
          </ac:picMkLst>
        </pc:picChg>
        <pc:picChg chg="add mod">
          <ac:chgData name="Ibrahim NIANG" userId="acdf7ece8d0764a7" providerId="LiveId" clId="{E040C4FD-A350-48D1-9FBA-8D0B272720DB}" dt="2024-11-21T09:28:01.333" v="2328" actId="14100"/>
          <ac:picMkLst>
            <pc:docMk/>
            <pc:sldMk cId="4220757500" sldId="557"/>
            <ac:picMk id="7174" creationId="{28F3206C-C83C-538A-9DAB-41E3170B4EFD}"/>
          </ac:picMkLst>
        </pc:picChg>
        <pc:picChg chg="add mod">
          <ac:chgData name="Ibrahim NIANG" userId="acdf7ece8d0764a7" providerId="LiveId" clId="{E040C4FD-A350-48D1-9FBA-8D0B272720DB}" dt="2024-11-21T09:28:08.310" v="2332" actId="14100"/>
          <ac:picMkLst>
            <pc:docMk/>
            <pc:sldMk cId="4220757500" sldId="557"/>
            <ac:picMk id="7176" creationId="{78D34D73-CB56-8C1B-5163-0DCEBEA8872A}"/>
          </ac:picMkLst>
        </pc:picChg>
      </pc:sldChg>
      <pc:sldChg chg="addSp delSp modSp add mod">
        <pc:chgData name="Ibrahim NIANG" userId="acdf7ece8d0764a7" providerId="LiveId" clId="{E040C4FD-A350-48D1-9FBA-8D0B272720DB}" dt="2024-11-21T11:08:02.078" v="2855"/>
        <pc:sldMkLst>
          <pc:docMk/>
          <pc:sldMk cId="592659565" sldId="558"/>
        </pc:sldMkLst>
        <pc:spChg chg="del">
          <ac:chgData name="Ibrahim NIANG" userId="acdf7ece8d0764a7" providerId="LiveId" clId="{E040C4FD-A350-48D1-9FBA-8D0B272720DB}" dt="2024-11-21T11:08:01.145" v="2854" actId="478"/>
          <ac:spMkLst>
            <pc:docMk/>
            <pc:sldMk cId="592659565" sldId="558"/>
            <ac:spMk id="3" creationId="{23A72A3C-B722-CC18-8048-DC312BB9AFFC}"/>
          </ac:spMkLst>
        </pc:spChg>
        <pc:spChg chg="del">
          <ac:chgData name="Ibrahim NIANG" userId="acdf7ece8d0764a7" providerId="LiveId" clId="{E040C4FD-A350-48D1-9FBA-8D0B272720DB}" dt="2024-11-21T09:28:41.697" v="2341" actId="478"/>
          <ac:spMkLst>
            <pc:docMk/>
            <pc:sldMk cId="592659565" sldId="558"/>
            <ac:spMk id="9" creationId="{37A9E3B6-80A4-0F93-6A69-48E17E171C9B}"/>
          </ac:spMkLst>
        </pc:spChg>
        <pc:spChg chg="add mod">
          <ac:chgData name="Ibrahim NIANG" userId="acdf7ece8d0764a7" providerId="LiveId" clId="{E040C4FD-A350-48D1-9FBA-8D0B272720DB}" dt="2024-11-21T09:29:45.971" v="2349" actId="1076"/>
          <ac:spMkLst>
            <pc:docMk/>
            <pc:sldMk cId="592659565" sldId="558"/>
            <ac:spMk id="10" creationId="{7CAA12C4-CB2A-35BA-C589-F849F39D476F}"/>
          </ac:spMkLst>
        </pc:spChg>
        <pc:spChg chg="del">
          <ac:chgData name="Ibrahim NIANG" userId="acdf7ece8d0764a7" providerId="LiveId" clId="{E040C4FD-A350-48D1-9FBA-8D0B272720DB}" dt="2024-11-21T09:28:34.079" v="2338" actId="478"/>
          <ac:spMkLst>
            <pc:docMk/>
            <pc:sldMk cId="592659565" sldId="558"/>
            <ac:spMk id="12" creationId="{AF485599-C9E1-8016-E03B-23EB72F057BE}"/>
          </ac:spMkLst>
        </pc:spChg>
        <pc:spChg chg="add mod">
          <ac:chgData name="Ibrahim NIANG" userId="acdf7ece8d0764a7" providerId="LiveId" clId="{E040C4FD-A350-48D1-9FBA-8D0B272720DB}" dt="2024-11-21T10:39:28.793" v="2533" actId="1076"/>
          <ac:spMkLst>
            <pc:docMk/>
            <pc:sldMk cId="592659565" sldId="558"/>
            <ac:spMk id="13" creationId="{E742DAAE-EA5C-8601-EBF5-34ABCC0E3030}"/>
          </ac:spMkLst>
        </pc:spChg>
        <pc:spChg chg="add mod">
          <ac:chgData name="Ibrahim NIANG" userId="acdf7ece8d0764a7" providerId="LiveId" clId="{E040C4FD-A350-48D1-9FBA-8D0B272720DB}" dt="2024-11-21T11:08:02.078" v="2855"/>
          <ac:spMkLst>
            <pc:docMk/>
            <pc:sldMk cId="592659565" sldId="558"/>
            <ac:spMk id="14" creationId="{325B308B-87F8-7436-A461-5752ADF8AF25}"/>
          </ac:spMkLst>
        </pc:spChg>
        <pc:picChg chg="del">
          <ac:chgData name="Ibrahim NIANG" userId="acdf7ece8d0764a7" providerId="LiveId" clId="{E040C4FD-A350-48D1-9FBA-8D0B272720DB}" dt="2024-11-21T09:28:31.320" v="2334" actId="478"/>
          <ac:picMkLst>
            <pc:docMk/>
            <pc:sldMk cId="592659565" sldId="558"/>
            <ac:picMk id="7170" creationId="{1CDBE775-A059-C9E9-2A7D-F64A60E5EF7F}"/>
          </ac:picMkLst>
        </pc:picChg>
        <pc:picChg chg="del">
          <ac:chgData name="Ibrahim NIANG" userId="acdf7ece8d0764a7" providerId="LiveId" clId="{E040C4FD-A350-48D1-9FBA-8D0B272720DB}" dt="2024-11-21T09:28:31.895" v="2335" actId="478"/>
          <ac:picMkLst>
            <pc:docMk/>
            <pc:sldMk cId="592659565" sldId="558"/>
            <ac:picMk id="7172" creationId="{B1E8DBA5-B55B-02CC-36EE-1E29AE6AF743}"/>
          </ac:picMkLst>
        </pc:picChg>
        <pc:picChg chg="del">
          <ac:chgData name="Ibrahim NIANG" userId="acdf7ece8d0764a7" providerId="LiveId" clId="{E040C4FD-A350-48D1-9FBA-8D0B272720DB}" dt="2024-11-21T09:28:32.684" v="2337" actId="478"/>
          <ac:picMkLst>
            <pc:docMk/>
            <pc:sldMk cId="592659565" sldId="558"/>
            <ac:picMk id="7174" creationId="{714D4272-6040-85F3-FE0A-FC01A37942F1}"/>
          </ac:picMkLst>
        </pc:picChg>
        <pc:picChg chg="del">
          <ac:chgData name="Ibrahim NIANG" userId="acdf7ece8d0764a7" providerId="LiveId" clId="{E040C4FD-A350-48D1-9FBA-8D0B272720DB}" dt="2024-11-21T09:28:32.294" v="2336" actId="478"/>
          <ac:picMkLst>
            <pc:docMk/>
            <pc:sldMk cId="592659565" sldId="558"/>
            <ac:picMk id="7176" creationId="{80C8B572-DCB2-5F4D-1C5F-0E4B94728031}"/>
          </ac:picMkLst>
        </pc:picChg>
        <pc:picChg chg="add mod">
          <ac:chgData name="Ibrahim NIANG" userId="acdf7ece8d0764a7" providerId="LiveId" clId="{E040C4FD-A350-48D1-9FBA-8D0B272720DB}" dt="2024-11-21T10:41:40.158" v="2551" actId="1076"/>
          <ac:picMkLst>
            <pc:docMk/>
            <pc:sldMk cId="592659565" sldId="558"/>
            <ac:picMk id="8194" creationId="{D79E8CDE-C688-3B4D-9554-D3FE25B731A8}"/>
          </ac:picMkLst>
        </pc:picChg>
        <pc:picChg chg="add del mod">
          <ac:chgData name="Ibrahim NIANG" userId="acdf7ece8d0764a7" providerId="LiveId" clId="{E040C4FD-A350-48D1-9FBA-8D0B272720DB}" dt="2024-11-21T10:40:14.252" v="2539" actId="478"/>
          <ac:picMkLst>
            <pc:docMk/>
            <pc:sldMk cId="592659565" sldId="558"/>
            <ac:picMk id="8196" creationId="{DD115BF2-24A9-7016-EECD-69285B31A746}"/>
          </ac:picMkLst>
        </pc:picChg>
        <pc:picChg chg="add del mod">
          <ac:chgData name="Ibrahim NIANG" userId="acdf7ece8d0764a7" providerId="LiveId" clId="{E040C4FD-A350-48D1-9FBA-8D0B272720DB}" dt="2024-11-21T10:40:19.981" v="2542" actId="478"/>
          <ac:picMkLst>
            <pc:docMk/>
            <pc:sldMk cId="592659565" sldId="558"/>
            <ac:picMk id="8198" creationId="{1991A5DF-5722-1025-4B12-A478F07CEF89}"/>
          </ac:picMkLst>
        </pc:picChg>
        <pc:picChg chg="add mod">
          <ac:chgData name="Ibrahim NIANG" userId="acdf7ece8d0764a7" providerId="LiveId" clId="{E040C4FD-A350-48D1-9FBA-8D0B272720DB}" dt="2024-11-21T10:41:59.294" v="2554" actId="1076"/>
          <ac:picMkLst>
            <pc:docMk/>
            <pc:sldMk cId="592659565" sldId="558"/>
            <ac:picMk id="8200" creationId="{2BA38D78-A82B-9ECF-4BAD-5E07A257895F}"/>
          </ac:picMkLst>
        </pc:picChg>
        <pc:picChg chg="add mod">
          <ac:chgData name="Ibrahim NIANG" userId="acdf7ece8d0764a7" providerId="LiveId" clId="{E040C4FD-A350-48D1-9FBA-8D0B272720DB}" dt="2024-11-21T10:42:00.454" v="2555" actId="1076"/>
          <ac:picMkLst>
            <pc:docMk/>
            <pc:sldMk cId="592659565" sldId="558"/>
            <ac:picMk id="8202" creationId="{3C4E098D-F9B7-00A5-6BEA-D60A7F47AC19}"/>
          </ac:picMkLst>
        </pc:picChg>
        <pc:picChg chg="add del mod">
          <ac:chgData name="Ibrahim NIANG" userId="acdf7ece8d0764a7" providerId="LiveId" clId="{E040C4FD-A350-48D1-9FBA-8D0B272720DB}" dt="2024-11-21T10:42:27.502" v="2564" actId="478"/>
          <ac:picMkLst>
            <pc:docMk/>
            <pc:sldMk cId="592659565" sldId="558"/>
            <ac:picMk id="8204" creationId="{3980AE63-82E2-5C2C-F644-9EBD4F680CF3}"/>
          </ac:picMkLst>
        </pc:picChg>
        <pc:picChg chg="add mod">
          <ac:chgData name="Ibrahim NIANG" userId="acdf7ece8d0764a7" providerId="LiveId" clId="{E040C4FD-A350-48D1-9FBA-8D0B272720DB}" dt="2024-11-21T10:42:17.245" v="2563" actId="1076"/>
          <ac:picMkLst>
            <pc:docMk/>
            <pc:sldMk cId="592659565" sldId="558"/>
            <ac:picMk id="8206" creationId="{68F899A1-9A50-72D4-E610-5C3BE1A67A9B}"/>
          </ac:picMkLst>
        </pc:picChg>
        <pc:picChg chg="add mod">
          <ac:chgData name="Ibrahim NIANG" userId="acdf7ece8d0764a7" providerId="LiveId" clId="{E040C4FD-A350-48D1-9FBA-8D0B272720DB}" dt="2024-11-21T10:42:35.895" v="2568" actId="1076"/>
          <ac:picMkLst>
            <pc:docMk/>
            <pc:sldMk cId="592659565" sldId="558"/>
            <ac:picMk id="8208" creationId="{DAFAB909-9A2F-43BF-0F75-CFFF010643F4}"/>
          </ac:picMkLst>
        </pc:picChg>
      </pc:sldChg>
      <pc:sldChg chg="del">
        <pc:chgData name="Ibrahim NIANG" userId="acdf7ece8d0764a7" providerId="LiveId" clId="{E040C4FD-A350-48D1-9FBA-8D0B272720DB}" dt="2024-11-18T11:30:12.384" v="76" actId="47"/>
        <pc:sldMkLst>
          <pc:docMk/>
          <pc:sldMk cId="4174677024" sldId="558"/>
        </pc:sldMkLst>
      </pc:sldChg>
      <pc:sldChg chg="del">
        <pc:chgData name="Ibrahim NIANG" userId="acdf7ece8d0764a7" providerId="LiveId" clId="{E040C4FD-A350-48D1-9FBA-8D0B272720DB}" dt="2024-11-18T11:30:09.502" v="74" actId="47"/>
        <pc:sldMkLst>
          <pc:docMk/>
          <pc:sldMk cId="667452722" sldId="559"/>
        </pc:sldMkLst>
      </pc:sldChg>
      <pc:sldChg chg="addSp delSp modSp add mod">
        <pc:chgData name="Ibrahim NIANG" userId="acdf7ece8d0764a7" providerId="LiveId" clId="{E040C4FD-A350-48D1-9FBA-8D0B272720DB}" dt="2024-11-21T11:08:07.019" v="2857"/>
        <pc:sldMkLst>
          <pc:docMk/>
          <pc:sldMk cId="675674695" sldId="559"/>
        </pc:sldMkLst>
        <pc:spChg chg="del">
          <ac:chgData name="Ibrahim NIANG" userId="acdf7ece8d0764a7" providerId="LiveId" clId="{E040C4FD-A350-48D1-9FBA-8D0B272720DB}" dt="2024-11-21T11:08:06.010" v="2856" actId="478"/>
          <ac:spMkLst>
            <pc:docMk/>
            <pc:sldMk cId="675674695" sldId="559"/>
            <ac:spMk id="3" creationId="{DF02D06D-3829-74E8-EB68-BC56E8AC91E6}"/>
          </ac:spMkLst>
        </pc:spChg>
        <pc:spChg chg="add mod">
          <ac:chgData name="Ibrahim NIANG" userId="acdf7ece8d0764a7" providerId="LiveId" clId="{E040C4FD-A350-48D1-9FBA-8D0B272720DB}" dt="2024-11-21T10:43:58.608" v="2584" actId="113"/>
          <ac:spMkLst>
            <pc:docMk/>
            <pc:sldMk cId="675674695" sldId="559"/>
            <ac:spMk id="9" creationId="{EEB1797D-0653-E0E7-4B8C-C3FB0487FD91}"/>
          </ac:spMkLst>
        </pc:spChg>
        <pc:spChg chg="mod">
          <ac:chgData name="Ibrahim NIANG" userId="acdf7ece8d0764a7" providerId="LiveId" clId="{E040C4FD-A350-48D1-9FBA-8D0B272720DB}" dt="2024-11-21T10:43:14.655" v="2572"/>
          <ac:spMkLst>
            <pc:docMk/>
            <pc:sldMk cId="675674695" sldId="559"/>
            <ac:spMk id="10" creationId="{68BA8214-50EB-4625-467E-33CE5EB55F8A}"/>
          </ac:spMkLst>
        </pc:spChg>
        <pc:spChg chg="add mod">
          <ac:chgData name="Ibrahim NIANG" userId="acdf7ece8d0764a7" providerId="LiveId" clId="{E040C4FD-A350-48D1-9FBA-8D0B272720DB}" dt="2024-11-21T11:08:07.019" v="2857"/>
          <ac:spMkLst>
            <pc:docMk/>
            <pc:sldMk cId="675674695" sldId="559"/>
            <ac:spMk id="11" creationId="{F0B2E369-4051-828F-3ECE-C7A1E570CFAC}"/>
          </ac:spMkLst>
        </pc:spChg>
        <pc:spChg chg="del">
          <ac:chgData name="Ibrahim NIANG" userId="acdf7ece8d0764a7" providerId="LiveId" clId="{E040C4FD-A350-48D1-9FBA-8D0B272720DB}" dt="2024-11-21T10:43:22.497" v="2573" actId="478"/>
          <ac:spMkLst>
            <pc:docMk/>
            <pc:sldMk cId="675674695" sldId="559"/>
            <ac:spMk id="13" creationId="{41D038EE-46EB-DF57-DEDD-5DD5AEBFC1C7}"/>
          </ac:spMkLst>
        </pc:spChg>
        <pc:picChg chg="del">
          <ac:chgData name="Ibrahim NIANG" userId="acdf7ece8d0764a7" providerId="LiveId" clId="{E040C4FD-A350-48D1-9FBA-8D0B272720DB}" dt="2024-11-21T10:44:03.125" v="2589" actId="478"/>
          <ac:picMkLst>
            <pc:docMk/>
            <pc:sldMk cId="675674695" sldId="559"/>
            <ac:picMk id="8194" creationId="{2B553666-D56B-18BF-34DB-9E9C31732150}"/>
          </ac:picMkLst>
        </pc:picChg>
        <pc:picChg chg="del">
          <ac:chgData name="Ibrahim NIANG" userId="acdf7ece8d0764a7" providerId="LiveId" clId="{E040C4FD-A350-48D1-9FBA-8D0B272720DB}" dt="2024-11-21T10:44:01.636" v="2588" actId="478"/>
          <ac:picMkLst>
            <pc:docMk/>
            <pc:sldMk cId="675674695" sldId="559"/>
            <ac:picMk id="8200" creationId="{E953D34E-9BE8-32ED-0895-C007D038ACE6}"/>
          </ac:picMkLst>
        </pc:picChg>
        <pc:picChg chg="del">
          <ac:chgData name="Ibrahim NIANG" userId="acdf7ece8d0764a7" providerId="LiveId" clId="{E040C4FD-A350-48D1-9FBA-8D0B272720DB}" dt="2024-11-21T10:43:59.998" v="2585" actId="478"/>
          <ac:picMkLst>
            <pc:docMk/>
            <pc:sldMk cId="675674695" sldId="559"/>
            <ac:picMk id="8202" creationId="{9162838F-1608-C911-B284-D503DD5E58A6}"/>
          </ac:picMkLst>
        </pc:picChg>
        <pc:picChg chg="del">
          <ac:chgData name="Ibrahim NIANG" userId="acdf7ece8d0764a7" providerId="LiveId" clId="{E040C4FD-A350-48D1-9FBA-8D0B272720DB}" dt="2024-11-21T10:44:00.580" v="2586" actId="478"/>
          <ac:picMkLst>
            <pc:docMk/>
            <pc:sldMk cId="675674695" sldId="559"/>
            <ac:picMk id="8206" creationId="{AE2DC30A-71AA-1710-D9B7-BE1ADD4D84EF}"/>
          </ac:picMkLst>
        </pc:picChg>
        <pc:picChg chg="del">
          <ac:chgData name="Ibrahim NIANG" userId="acdf7ece8d0764a7" providerId="LiveId" clId="{E040C4FD-A350-48D1-9FBA-8D0B272720DB}" dt="2024-11-21T10:44:00.924" v="2587" actId="478"/>
          <ac:picMkLst>
            <pc:docMk/>
            <pc:sldMk cId="675674695" sldId="559"/>
            <ac:picMk id="8208" creationId="{FE152762-9B10-70D6-DB48-394CD8DD34B4}"/>
          </ac:picMkLst>
        </pc:picChg>
        <pc:picChg chg="add mod">
          <ac:chgData name="Ibrahim NIANG" userId="acdf7ece8d0764a7" providerId="LiveId" clId="{E040C4FD-A350-48D1-9FBA-8D0B272720DB}" dt="2024-11-21T10:50:09.070" v="2647" actId="1076"/>
          <ac:picMkLst>
            <pc:docMk/>
            <pc:sldMk cId="675674695" sldId="559"/>
            <ac:picMk id="9218" creationId="{884DC785-9018-777C-84ED-CEDE6A674F75}"/>
          </ac:picMkLst>
        </pc:picChg>
        <pc:picChg chg="add mod">
          <ac:chgData name="Ibrahim NIANG" userId="acdf7ece8d0764a7" providerId="LiveId" clId="{E040C4FD-A350-48D1-9FBA-8D0B272720DB}" dt="2024-11-21T10:50:08.093" v="2646" actId="1076"/>
          <ac:picMkLst>
            <pc:docMk/>
            <pc:sldMk cId="675674695" sldId="559"/>
            <ac:picMk id="9220" creationId="{83871436-9E0A-CFFC-A1AD-3360FB891A96}"/>
          </ac:picMkLst>
        </pc:picChg>
        <pc:picChg chg="add del mod">
          <ac:chgData name="Ibrahim NIANG" userId="acdf7ece8d0764a7" providerId="LiveId" clId="{E040C4FD-A350-48D1-9FBA-8D0B272720DB}" dt="2024-11-21T10:50:37.164" v="2653" actId="478"/>
          <ac:picMkLst>
            <pc:docMk/>
            <pc:sldMk cId="675674695" sldId="559"/>
            <ac:picMk id="9222" creationId="{3F210BBF-3FC1-B25C-0FE2-76C1B6E062F2}"/>
          </ac:picMkLst>
        </pc:picChg>
        <pc:picChg chg="add del mod">
          <ac:chgData name="Ibrahim NIANG" userId="acdf7ece8d0764a7" providerId="LiveId" clId="{E040C4FD-A350-48D1-9FBA-8D0B272720DB}" dt="2024-11-21T10:49:31.684" v="2643" actId="478"/>
          <ac:picMkLst>
            <pc:docMk/>
            <pc:sldMk cId="675674695" sldId="559"/>
            <ac:picMk id="9224" creationId="{AA3BD6F9-A757-0365-AE9D-9ACB5053ED93}"/>
          </ac:picMkLst>
        </pc:picChg>
        <pc:picChg chg="add mod">
          <ac:chgData name="Ibrahim NIANG" userId="acdf7ece8d0764a7" providerId="LiveId" clId="{E040C4FD-A350-48D1-9FBA-8D0B272720DB}" dt="2024-11-21T10:50:36.175" v="2652" actId="1076"/>
          <ac:picMkLst>
            <pc:docMk/>
            <pc:sldMk cId="675674695" sldId="559"/>
            <ac:picMk id="9226" creationId="{0B961627-DE9D-BF56-F2A4-C2F3E836C822}"/>
          </ac:picMkLst>
        </pc:picChg>
      </pc:sldChg>
      <pc:sldChg chg="addSp delSp modSp add mod">
        <pc:chgData name="Ibrahim NIANG" userId="acdf7ece8d0764a7" providerId="LiveId" clId="{E040C4FD-A350-48D1-9FBA-8D0B272720DB}" dt="2024-11-21T11:08:11.167" v="2859"/>
        <pc:sldMkLst>
          <pc:docMk/>
          <pc:sldMk cId="3149754995" sldId="560"/>
        </pc:sldMkLst>
        <pc:spChg chg="del">
          <ac:chgData name="Ibrahim NIANG" userId="acdf7ece8d0764a7" providerId="LiveId" clId="{E040C4FD-A350-48D1-9FBA-8D0B272720DB}" dt="2024-11-21T11:08:10.250" v="2858" actId="478"/>
          <ac:spMkLst>
            <pc:docMk/>
            <pc:sldMk cId="3149754995" sldId="560"/>
            <ac:spMk id="3" creationId="{70B02642-1FE1-3C54-DCE2-2910F6E7C7A8}"/>
          </ac:spMkLst>
        </pc:spChg>
        <pc:spChg chg="del">
          <ac:chgData name="Ibrahim NIANG" userId="acdf7ece8d0764a7" providerId="LiveId" clId="{E040C4FD-A350-48D1-9FBA-8D0B272720DB}" dt="2024-11-21T10:46:41.079" v="2613" actId="478"/>
          <ac:spMkLst>
            <pc:docMk/>
            <pc:sldMk cId="3149754995" sldId="560"/>
            <ac:spMk id="9" creationId="{062E1697-0027-B3BF-2C04-BDC9771002CE}"/>
          </ac:spMkLst>
        </pc:spChg>
        <pc:spChg chg="mod">
          <ac:chgData name="Ibrahim NIANG" userId="acdf7ece8d0764a7" providerId="LiveId" clId="{E040C4FD-A350-48D1-9FBA-8D0B272720DB}" dt="2024-11-21T10:46:38.877" v="2612"/>
          <ac:spMkLst>
            <pc:docMk/>
            <pc:sldMk cId="3149754995" sldId="560"/>
            <ac:spMk id="10" creationId="{96031184-C953-6C9D-FDB9-70D9777059BB}"/>
          </ac:spMkLst>
        </pc:spChg>
        <pc:spChg chg="add mod">
          <ac:chgData name="Ibrahim NIANG" userId="acdf7ece8d0764a7" providerId="LiveId" clId="{E040C4FD-A350-48D1-9FBA-8D0B272720DB}" dt="2024-11-21T10:47:26.507" v="2626" actId="113"/>
          <ac:spMkLst>
            <pc:docMk/>
            <pc:sldMk cId="3149754995" sldId="560"/>
            <ac:spMk id="11" creationId="{63A5254D-611D-4E06-DB7E-DFAA860F31F7}"/>
          </ac:spMkLst>
        </pc:spChg>
        <pc:spChg chg="add mod">
          <ac:chgData name="Ibrahim NIANG" userId="acdf7ece8d0764a7" providerId="LiveId" clId="{E040C4FD-A350-48D1-9FBA-8D0B272720DB}" dt="2024-11-21T11:08:11.167" v="2859"/>
          <ac:spMkLst>
            <pc:docMk/>
            <pc:sldMk cId="3149754995" sldId="560"/>
            <ac:spMk id="12" creationId="{A342EAF8-6E72-8752-C81F-FCA444D6F40B}"/>
          </ac:spMkLst>
        </pc:spChg>
        <pc:picChg chg="del">
          <ac:chgData name="Ibrahim NIANG" userId="acdf7ece8d0764a7" providerId="LiveId" clId="{E040C4FD-A350-48D1-9FBA-8D0B272720DB}" dt="2024-11-21T10:47:30.407" v="2630" actId="478"/>
          <ac:picMkLst>
            <pc:docMk/>
            <pc:sldMk cId="3149754995" sldId="560"/>
            <ac:picMk id="9218" creationId="{084A4F3B-9148-1912-C8E3-A0E2E7B4F4E7}"/>
          </ac:picMkLst>
        </pc:picChg>
        <pc:picChg chg="del">
          <ac:chgData name="Ibrahim NIANG" userId="acdf7ece8d0764a7" providerId="LiveId" clId="{E040C4FD-A350-48D1-9FBA-8D0B272720DB}" dt="2024-11-21T10:47:28.740" v="2627" actId="478"/>
          <ac:picMkLst>
            <pc:docMk/>
            <pc:sldMk cId="3149754995" sldId="560"/>
            <ac:picMk id="9220" creationId="{02D480C3-C14C-8F62-AAB5-61417B03F7EF}"/>
          </ac:picMkLst>
        </pc:picChg>
        <pc:picChg chg="del">
          <ac:chgData name="Ibrahim NIANG" userId="acdf7ece8d0764a7" providerId="LiveId" clId="{E040C4FD-A350-48D1-9FBA-8D0B272720DB}" dt="2024-11-21T10:47:29.259" v="2628" actId="478"/>
          <ac:picMkLst>
            <pc:docMk/>
            <pc:sldMk cId="3149754995" sldId="560"/>
            <ac:picMk id="9222" creationId="{5E7FB0A1-CC40-A59A-7A8E-BA0A2AEE8C5A}"/>
          </ac:picMkLst>
        </pc:picChg>
        <pc:picChg chg="del">
          <ac:chgData name="Ibrahim NIANG" userId="acdf7ece8d0764a7" providerId="LiveId" clId="{E040C4FD-A350-48D1-9FBA-8D0B272720DB}" dt="2024-11-21T10:47:29.686" v="2629" actId="478"/>
          <ac:picMkLst>
            <pc:docMk/>
            <pc:sldMk cId="3149754995" sldId="560"/>
            <ac:picMk id="9224" creationId="{0E9F493A-9806-B831-4C83-103B028F4938}"/>
          </ac:picMkLst>
        </pc:picChg>
        <pc:picChg chg="add mod">
          <ac:chgData name="Ibrahim NIANG" userId="acdf7ece8d0764a7" providerId="LiveId" clId="{E040C4FD-A350-48D1-9FBA-8D0B272720DB}" dt="2024-11-21T10:49:24.434" v="2641" actId="1076"/>
          <ac:picMkLst>
            <pc:docMk/>
            <pc:sldMk cId="3149754995" sldId="560"/>
            <ac:picMk id="10242" creationId="{F939E9CB-A6EA-CEDE-16FD-126DB4D1137B}"/>
          </ac:picMkLst>
        </pc:picChg>
        <pc:picChg chg="add mod">
          <ac:chgData name="Ibrahim NIANG" userId="acdf7ece8d0764a7" providerId="LiveId" clId="{E040C4FD-A350-48D1-9FBA-8D0B272720DB}" dt="2024-11-21T10:48:17.605" v="2637" actId="14100"/>
          <ac:picMkLst>
            <pc:docMk/>
            <pc:sldMk cId="3149754995" sldId="560"/>
            <ac:picMk id="10244" creationId="{5C3D830B-E316-C9E0-02A9-D761B6998C5F}"/>
          </ac:picMkLst>
        </pc:picChg>
        <pc:picChg chg="add mod">
          <ac:chgData name="Ibrahim NIANG" userId="acdf7ece8d0764a7" providerId="LiveId" clId="{E040C4FD-A350-48D1-9FBA-8D0B272720DB}" dt="2024-11-21T10:49:25.435" v="2642" actId="1076"/>
          <ac:picMkLst>
            <pc:docMk/>
            <pc:sldMk cId="3149754995" sldId="560"/>
            <ac:picMk id="10246" creationId="{7841C4FE-E1A4-BDD2-A17D-437CB7C525B8}"/>
          </ac:picMkLst>
        </pc:picChg>
      </pc:sldChg>
      <pc:sldChg chg="del">
        <pc:chgData name="Ibrahim NIANG" userId="acdf7ece8d0764a7" providerId="LiveId" clId="{E040C4FD-A350-48D1-9FBA-8D0B272720DB}" dt="2024-11-18T11:30:05.457" v="70" actId="47"/>
        <pc:sldMkLst>
          <pc:docMk/>
          <pc:sldMk cId="3970048665" sldId="560"/>
        </pc:sldMkLst>
      </pc:sldChg>
      <pc:sldChg chg="del">
        <pc:chgData name="Ibrahim NIANG" userId="acdf7ece8d0764a7" providerId="LiveId" clId="{E040C4FD-A350-48D1-9FBA-8D0B272720DB}" dt="2024-11-18T11:30:06.363" v="72" actId="47"/>
        <pc:sldMkLst>
          <pc:docMk/>
          <pc:sldMk cId="3128149916" sldId="561"/>
        </pc:sldMkLst>
      </pc:sldChg>
      <pc:sldChg chg="addSp delSp modSp add mod">
        <pc:chgData name="Ibrahim NIANG" userId="acdf7ece8d0764a7" providerId="LiveId" clId="{E040C4FD-A350-48D1-9FBA-8D0B272720DB}" dt="2024-11-21T11:08:16.185" v="2861"/>
        <pc:sldMkLst>
          <pc:docMk/>
          <pc:sldMk cId="3986737361" sldId="561"/>
        </pc:sldMkLst>
        <pc:spChg chg="del">
          <ac:chgData name="Ibrahim NIANG" userId="acdf7ece8d0764a7" providerId="LiveId" clId="{E040C4FD-A350-48D1-9FBA-8D0B272720DB}" dt="2024-11-21T11:08:15.147" v="2860" actId="478"/>
          <ac:spMkLst>
            <pc:docMk/>
            <pc:sldMk cId="3986737361" sldId="561"/>
            <ac:spMk id="3" creationId="{6378AA4B-F4E5-7B5A-760E-6A4D6A505A15}"/>
          </ac:spMkLst>
        </pc:spChg>
        <pc:spChg chg="add mod">
          <ac:chgData name="Ibrahim NIANG" userId="acdf7ece8d0764a7" providerId="LiveId" clId="{E040C4FD-A350-48D1-9FBA-8D0B272720DB}" dt="2024-11-21T10:57:46.470" v="2754" actId="113"/>
          <ac:spMkLst>
            <pc:docMk/>
            <pc:sldMk cId="3986737361" sldId="561"/>
            <ac:spMk id="9" creationId="{14B30E7A-A94F-0B4C-688E-4BDB3DE62E56}"/>
          </ac:spMkLst>
        </pc:spChg>
        <pc:spChg chg="mod">
          <ac:chgData name="Ibrahim NIANG" userId="acdf7ece8d0764a7" providerId="LiveId" clId="{E040C4FD-A350-48D1-9FBA-8D0B272720DB}" dt="2024-11-21T10:51:11.703" v="2656" actId="113"/>
          <ac:spMkLst>
            <pc:docMk/>
            <pc:sldMk cId="3986737361" sldId="561"/>
            <ac:spMk id="10" creationId="{1983CD86-60D3-577C-5AED-521A43038022}"/>
          </ac:spMkLst>
        </pc:spChg>
        <pc:spChg chg="del">
          <ac:chgData name="Ibrahim NIANG" userId="acdf7ece8d0764a7" providerId="LiveId" clId="{E040C4FD-A350-48D1-9FBA-8D0B272720DB}" dt="2024-11-21T10:51:13.805" v="2657" actId="478"/>
          <ac:spMkLst>
            <pc:docMk/>
            <pc:sldMk cId="3986737361" sldId="561"/>
            <ac:spMk id="11" creationId="{5899D718-ECF6-F27B-6DCF-0FE9AB988979}"/>
          </ac:spMkLst>
        </pc:spChg>
        <pc:spChg chg="add mod">
          <ac:chgData name="Ibrahim NIANG" userId="acdf7ece8d0764a7" providerId="LiveId" clId="{E040C4FD-A350-48D1-9FBA-8D0B272720DB}" dt="2024-11-21T11:08:16.185" v="2861"/>
          <ac:spMkLst>
            <pc:docMk/>
            <pc:sldMk cId="3986737361" sldId="561"/>
            <ac:spMk id="12" creationId="{73E95209-5110-C06F-7E91-93885FAC5B24}"/>
          </ac:spMkLst>
        </pc:spChg>
        <pc:picChg chg="del mod">
          <ac:chgData name="Ibrahim NIANG" userId="acdf7ece8d0764a7" providerId="LiveId" clId="{E040C4FD-A350-48D1-9FBA-8D0B272720DB}" dt="2024-11-21T10:51:30.338" v="2660" actId="478"/>
          <ac:picMkLst>
            <pc:docMk/>
            <pc:sldMk cId="3986737361" sldId="561"/>
            <ac:picMk id="10242" creationId="{12AC2DA2-D5BA-A3E5-DE9B-93058488E660}"/>
          </ac:picMkLst>
        </pc:picChg>
        <pc:picChg chg="del">
          <ac:chgData name="Ibrahim NIANG" userId="acdf7ece8d0764a7" providerId="LiveId" clId="{E040C4FD-A350-48D1-9FBA-8D0B272720DB}" dt="2024-11-21T10:51:29.683" v="2658" actId="478"/>
          <ac:picMkLst>
            <pc:docMk/>
            <pc:sldMk cId="3986737361" sldId="561"/>
            <ac:picMk id="10244" creationId="{8E320653-D24F-4904-D436-CDBFF06A4699}"/>
          </ac:picMkLst>
        </pc:picChg>
        <pc:picChg chg="del">
          <ac:chgData name="Ibrahim NIANG" userId="acdf7ece8d0764a7" providerId="LiveId" clId="{E040C4FD-A350-48D1-9FBA-8D0B272720DB}" dt="2024-11-21T10:51:30.795" v="2661" actId="478"/>
          <ac:picMkLst>
            <pc:docMk/>
            <pc:sldMk cId="3986737361" sldId="561"/>
            <ac:picMk id="10246" creationId="{0DFC30EF-FC98-DCA7-8E81-D9A7A916AB2C}"/>
          </ac:picMkLst>
        </pc:picChg>
        <pc:picChg chg="add mod">
          <ac:chgData name="Ibrahim NIANG" userId="acdf7ece8d0764a7" providerId="LiveId" clId="{E040C4FD-A350-48D1-9FBA-8D0B272720DB}" dt="2024-11-21T10:53:32.229" v="2743" actId="1076"/>
          <ac:picMkLst>
            <pc:docMk/>
            <pc:sldMk cId="3986737361" sldId="561"/>
            <ac:picMk id="11266" creationId="{63AEDE3C-7E3E-1666-8431-4C6A35013310}"/>
          </ac:picMkLst>
        </pc:picChg>
        <pc:picChg chg="add mod">
          <ac:chgData name="Ibrahim NIANG" userId="acdf7ece8d0764a7" providerId="LiveId" clId="{E040C4FD-A350-48D1-9FBA-8D0B272720DB}" dt="2024-11-21T10:53:32.922" v="2744" actId="1076"/>
          <ac:picMkLst>
            <pc:docMk/>
            <pc:sldMk cId="3986737361" sldId="561"/>
            <ac:picMk id="11268" creationId="{BF5B0823-3735-F8BA-354C-06A9D6E180B9}"/>
          </ac:picMkLst>
        </pc:picChg>
        <pc:picChg chg="add mod">
          <ac:chgData name="Ibrahim NIANG" userId="acdf7ece8d0764a7" providerId="LiveId" clId="{E040C4FD-A350-48D1-9FBA-8D0B272720DB}" dt="2024-11-21T10:54:00.617" v="2750" actId="1076"/>
          <ac:picMkLst>
            <pc:docMk/>
            <pc:sldMk cId="3986737361" sldId="561"/>
            <ac:picMk id="11270" creationId="{7A26ABBB-18C7-A855-CC6A-EB0AC0F78B92}"/>
          </ac:picMkLst>
        </pc:picChg>
        <pc:picChg chg="add mod">
          <ac:chgData name="Ibrahim NIANG" userId="acdf7ece8d0764a7" providerId="LiveId" clId="{E040C4FD-A350-48D1-9FBA-8D0B272720DB}" dt="2024-11-21T10:54:15.009" v="2752" actId="1076"/>
          <ac:picMkLst>
            <pc:docMk/>
            <pc:sldMk cId="3986737361" sldId="561"/>
            <ac:picMk id="11272" creationId="{D2B04028-C666-F858-8CD9-797AED06768A}"/>
          </ac:picMkLst>
        </pc:picChg>
      </pc:sldChg>
      <pc:sldChg chg="addSp delSp modSp add mod">
        <pc:chgData name="Ibrahim NIANG" userId="acdf7ece8d0764a7" providerId="LiveId" clId="{E040C4FD-A350-48D1-9FBA-8D0B272720DB}" dt="2024-11-21T11:08:21.232" v="2863"/>
        <pc:sldMkLst>
          <pc:docMk/>
          <pc:sldMk cId="84676860" sldId="562"/>
        </pc:sldMkLst>
        <pc:spChg chg="del">
          <ac:chgData name="Ibrahim NIANG" userId="acdf7ece8d0764a7" providerId="LiveId" clId="{E040C4FD-A350-48D1-9FBA-8D0B272720DB}" dt="2024-11-21T11:08:20.113" v="2862" actId="478"/>
          <ac:spMkLst>
            <pc:docMk/>
            <pc:sldMk cId="84676860" sldId="562"/>
            <ac:spMk id="3" creationId="{196A0A47-DD2E-C099-2E74-161F5D450016}"/>
          </ac:spMkLst>
        </pc:spChg>
        <pc:spChg chg="del">
          <ac:chgData name="Ibrahim NIANG" userId="acdf7ece8d0764a7" providerId="LiveId" clId="{E040C4FD-A350-48D1-9FBA-8D0B272720DB}" dt="2024-11-21T10:58:09.508" v="2758" actId="478"/>
          <ac:spMkLst>
            <pc:docMk/>
            <pc:sldMk cId="84676860" sldId="562"/>
            <ac:spMk id="9" creationId="{8677A902-957A-EB38-8849-FA344E3F11B6}"/>
          </ac:spMkLst>
        </pc:spChg>
        <pc:spChg chg="mod">
          <ac:chgData name="Ibrahim NIANG" userId="acdf7ece8d0764a7" providerId="LiveId" clId="{E040C4FD-A350-48D1-9FBA-8D0B272720DB}" dt="2024-11-21T10:58:07.449" v="2757" actId="113"/>
          <ac:spMkLst>
            <pc:docMk/>
            <pc:sldMk cId="84676860" sldId="562"/>
            <ac:spMk id="10" creationId="{3EF38DCF-6E5B-8526-3E3F-8DAB2890685E}"/>
          </ac:spMkLst>
        </pc:spChg>
        <pc:spChg chg="add mod">
          <ac:chgData name="Ibrahim NIANG" userId="acdf7ece8d0764a7" providerId="LiveId" clId="{E040C4FD-A350-48D1-9FBA-8D0B272720DB}" dt="2024-11-21T10:59:49.896" v="2783" actId="14100"/>
          <ac:spMkLst>
            <pc:docMk/>
            <pc:sldMk cId="84676860" sldId="562"/>
            <ac:spMk id="11" creationId="{F67865FD-C965-B070-6316-E3C52875CFA8}"/>
          </ac:spMkLst>
        </pc:spChg>
        <pc:spChg chg="add mod">
          <ac:chgData name="Ibrahim NIANG" userId="acdf7ece8d0764a7" providerId="LiveId" clId="{E040C4FD-A350-48D1-9FBA-8D0B272720DB}" dt="2024-11-21T11:08:21.232" v="2863"/>
          <ac:spMkLst>
            <pc:docMk/>
            <pc:sldMk cId="84676860" sldId="562"/>
            <ac:spMk id="12" creationId="{43512FDB-0078-88C0-0F20-DD53152135F7}"/>
          </ac:spMkLst>
        </pc:spChg>
        <pc:picChg chg="del">
          <ac:chgData name="Ibrahim NIANG" userId="acdf7ece8d0764a7" providerId="LiveId" clId="{E040C4FD-A350-48D1-9FBA-8D0B272720DB}" dt="2024-11-21T10:58:53.155" v="2770" actId="478"/>
          <ac:picMkLst>
            <pc:docMk/>
            <pc:sldMk cId="84676860" sldId="562"/>
            <ac:picMk id="11266" creationId="{8E5B6991-DFA9-CC7A-3DAF-739864504E29}"/>
          </ac:picMkLst>
        </pc:picChg>
        <pc:picChg chg="del">
          <ac:chgData name="Ibrahim NIANG" userId="acdf7ece8d0764a7" providerId="LiveId" clId="{E040C4FD-A350-48D1-9FBA-8D0B272720DB}" dt="2024-11-21T10:58:53.610" v="2771" actId="478"/>
          <ac:picMkLst>
            <pc:docMk/>
            <pc:sldMk cId="84676860" sldId="562"/>
            <ac:picMk id="11268" creationId="{5A3FA974-5B86-93D9-F881-4DE18438063D}"/>
          </ac:picMkLst>
        </pc:picChg>
        <pc:picChg chg="del">
          <ac:chgData name="Ibrahim NIANG" userId="acdf7ece8d0764a7" providerId="LiveId" clId="{E040C4FD-A350-48D1-9FBA-8D0B272720DB}" dt="2024-11-21T10:58:53.969" v="2772" actId="478"/>
          <ac:picMkLst>
            <pc:docMk/>
            <pc:sldMk cId="84676860" sldId="562"/>
            <ac:picMk id="11270" creationId="{9130845B-E353-950A-5692-C7149E44CD3F}"/>
          </ac:picMkLst>
        </pc:picChg>
        <pc:picChg chg="del">
          <ac:chgData name="Ibrahim NIANG" userId="acdf7ece8d0764a7" providerId="LiveId" clId="{E040C4FD-A350-48D1-9FBA-8D0B272720DB}" dt="2024-11-21T10:58:54.353" v="2773" actId="478"/>
          <ac:picMkLst>
            <pc:docMk/>
            <pc:sldMk cId="84676860" sldId="562"/>
            <ac:picMk id="11272" creationId="{2DE6D40E-3913-3C8F-D02C-D0B58A75C0E9}"/>
          </ac:picMkLst>
        </pc:picChg>
        <pc:picChg chg="add mod">
          <ac:chgData name="Ibrahim NIANG" userId="acdf7ece8d0764a7" providerId="LiveId" clId="{E040C4FD-A350-48D1-9FBA-8D0B272720DB}" dt="2024-11-21T10:59:34.553" v="2778" actId="1076"/>
          <ac:picMkLst>
            <pc:docMk/>
            <pc:sldMk cId="84676860" sldId="562"/>
            <ac:picMk id="12290" creationId="{A29490A1-51D4-39F4-ABE4-5F95B4286AE3}"/>
          </ac:picMkLst>
        </pc:picChg>
        <pc:picChg chg="add mod">
          <ac:chgData name="Ibrahim NIANG" userId="acdf7ece8d0764a7" providerId="LiveId" clId="{E040C4FD-A350-48D1-9FBA-8D0B272720DB}" dt="2024-11-21T10:59:43.045" v="2782" actId="14100"/>
          <ac:picMkLst>
            <pc:docMk/>
            <pc:sldMk cId="84676860" sldId="562"/>
            <ac:picMk id="12292" creationId="{4A927951-2812-CD10-B8E4-6C6ABD66921F}"/>
          </ac:picMkLst>
        </pc:picChg>
        <pc:picChg chg="add mod">
          <ac:chgData name="Ibrahim NIANG" userId="acdf7ece8d0764a7" providerId="LiveId" clId="{E040C4FD-A350-48D1-9FBA-8D0B272720DB}" dt="2024-11-21T11:00:14.424" v="2785" actId="1076"/>
          <ac:picMkLst>
            <pc:docMk/>
            <pc:sldMk cId="84676860" sldId="562"/>
            <ac:picMk id="12294" creationId="{A78AE9EA-07BD-B54A-61E0-23B00000BE09}"/>
          </ac:picMkLst>
        </pc:picChg>
        <pc:picChg chg="add mod">
          <ac:chgData name="Ibrahim NIANG" userId="acdf7ece8d0764a7" providerId="LiveId" clId="{E040C4FD-A350-48D1-9FBA-8D0B272720DB}" dt="2024-11-21T11:01:22.076" v="2791" actId="1076"/>
          <ac:picMkLst>
            <pc:docMk/>
            <pc:sldMk cId="84676860" sldId="562"/>
            <ac:picMk id="12296" creationId="{CFD2256B-31ED-652F-3F04-D666D897DF9C}"/>
          </ac:picMkLst>
        </pc:picChg>
      </pc:sldChg>
      <pc:sldChg chg="del">
        <pc:chgData name="Ibrahim NIANG" userId="acdf7ece8d0764a7" providerId="LiveId" clId="{E040C4FD-A350-48D1-9FBA-8D0B272720DB}" dt="2024-11-18T11:30:04.852" v="67" actId="47"/>
        <pc:sldMkLst>
          <pc:docMk/>
          <pc:sldMk cId="143433085" sldId="562"/>
        </pc:sldMkLst>
      </pc:sldChg>
      <pc:sldChg chg="del">
        <pc:chgData name="Ibrahim NIANG" userId="acdf7ece8d0764a7" providerId="LiveId" clId="{E040C4FD-A350-48D1-9FBA-8D0B272720DB}" dt="2024-11-18T11:30:04.287" v="65" actId="47"/>
        <pc:sldMkLst>
          <pc:docMk/>
          <pc:sldMk cId="74138148" sldId="563"/>
        </pc:sldMkLst>
      </pc:sldChg>
      <pc:sldChg chg="addSp delSp modSp add mod">
        <pc:chgData name="Ibrahim NIANG" userId="acdf7ece8d0764a7" providerId="LiveId" clId="{E040C4FD-A350-48D1-9FBA-8D0B272720DB}" dt="2024-11-21T11:08:26.051" v="2865"/>
        <pc:sldMkLst>
          <pc:docMk/>
          <pc:sldMk cId="1254654348" sldId="563"/>
        </pc:sldMkLst>
        <pc:spChg chg="del">
          <ac:chgData name="Ibrahim NIANG" userId="acdf7ece8d0764a7" providerId="LiveId" clId="{E040C4FD-A350-48D1-9FBA-8D0B272720DB}" dt="2024-11-21T11:08:25.048" v="2864" actId="478"/>
          <ac:spMkLst>
            <pc:docMk/>
            <pc:sldMk cId="1254654348" sldId="563"/>
            <ac:spMk id="3" creationId="{796CC764-141B-95E3-02B7-DB14B41A2A9C}"/>
          </ac:spMkLst>
        </pc:spChg>
        <pc:spChg chg="add mod">
          <ac:chgData name="Ibrahim NIANG" userId="acdf7ece8d0764a7" providerId="LiveId" clId="{E040C4FD-A350-48D1-9FBA-8D0B272720DB}" dt="2024-11-21T11:02:36.879" v="2809" actId="1076"/>
          <ac:spMkLst>
            <pc:docMk/>
            <pc:sldMk cId="1254654348" sldId="563"/>
            <ac:spMk id="9" creationId="{148A1DBE-2288-2E8B-8C65-9540798E35DA}"/>
          </ac:spMkLst>
        </pc:spChg>
        <pc:spChg chg="mod">
          <ac:chgData name="Ibrahim NIANG" userId="acdf7ece8d0764a7" providerId="LiveId" clId="{E040C4FD-A350-48D1-9FBA-8D0B272720DB}" dt="2024-11-21T11:01:52.947" v="2794" actId="113"/>
          <ac:spMkLst>
            <pc:docMk/>
            <pc:sldMk cId="1254654348" sldId="563"/>
            <ac:spMk id="10" creationId="{262630C5-E51D-9B74-480A-9ACF78BB0847}"/>
          </ac:spMkLst>
        </pc:spChg>
        <pc:spChg chg="del">
          <ac:chgData name="Ibrahim NIANG" userId="acdf7ece8d0764a7" providerId="LiveId" clId="{E040C4FD-A350-48D1-9FBA-8D0B272720DB}" dt="2024-11-21T11:01:55.171" v="2795" actId="478"/>
          <ac:spMkLst>
            <pc:docMk/>
            <pc:sldMk cId="1254654348" sldId="563"/>
            <ac:spMk id="11" creationId="{8A45DBC5-97E9-8729-6B38-C294860866A4}"/>
          </ac:spMkLst>
        </pc:spChg>
        <pc:spChg chg="add mod">
          <ac:chgData name="Ibrahim NIANG" userId="acdf7ece8d0764a7" providerId="LiveId" clId="{E040C4FD-A350-48D1-9FBA-8D0B272720DB}" dt="2024-11-21T11:08:26.051" v="2865"/>
          <ac:spMkLst>
            <pc:docMk/>
            <pc:sldMk cId="1254654348" sldId="563"/>
            <ac:spMk id="12" creationId="{2E6F2F71-8D5C-688F-1AE8-F9EA8839F330}"/>
          </ac:spMkLst>
        </pc:spChg>
        <pc:picChg chg="del">
          <ac:chgData name="Ibrahim NIANG" userId="acdf7ece8d0764a7" providerId="LiveId" clId="{E040C4FD-A350-48D1-9FBA-8D0B272720DB}" dt="2024-11-21T11:01:55.883" v="2796" actId="478"/>
          <ac:picMkLst>
            <pc:docMk/>
            <pc:sldMk cId="1254654348" sldId="563"/>
            <ac:picMk id="12290" creationId="{45CE5FF1-0E9E-9D7E-BB08-6A7E62D3A329}"/>
          </ac:picMkLst>
        </pc:picChg>
        <pc:picChg chg="del">
          <ac:chgData name="Ibrahim NIANG" userId="acdf7ece8d0764a7" providerId="LiveId" clId="{E040C4FD-A350-48D1-9FBA-8D0B272720DB}" dt="2024-11-21T11:01:56.297" v="2797" actId="478"/>
          <ac:picMkLst>
            <pc:docMk/>
            <pc:sldMk cId="1254654348" sldId="563"/>
            <ac:picMk id="12292" creationId="{A4582084-553A-AB74-A1FE-EB8001C0DC3A}"/>
          </ac:picMkLst>
        </pc:picChg>
        <pc:picChg chg="del">
          <ac:chgData name="Ibrahim NIANG" userId="acdf7ece8d0764a7" providerId="LiveId" clId="{E040C4FD-A350-48D1-9FBA-8D0B272720DB}" dt="2024-11-21T11:01:56.712" v="2798" actId="478"/>
          <ac:picMkLst>
            <pc:docMk/>
            <pc:sldMk cId="1254654348" sldId="563"/>
            <ac:picMk id="12294" creationId="{D1C8A2FE-C4F8-D2C7-F3B6-759E6B8B27A4}"/>
          </ac:picMkLst>
        </pc:picChg>
        <pc:picChg chg="del">
          <ac:chgData name="Ibrahim NIANG" userId="acdf7ece8d0764a7" providerId="LiveId" clId="{E040C4FD-A350-48D1-9FBA-8D0B272720DB}" dt="2024-11-21T11:01:57.137" v="2799" actId="478"/>
          <ac:picMkLst>
            <pc:docMk/>
            <pc:sldMk cId="1254654348" sldId="563"/>
            <ac:picMk id="12296" creationId="{7FFD0105-0487-FA4C-1D44-9472411A9E48}"/>
          </ac:picMkLst>
        </pc:picChg>
        <pc:picChg chg="add mod">
          <ac:chgData name="Ibrahim NIANG" userId="acdf7ece8d0764a7" providerId="LiveId" clId="{E040C4FD-A350-48D1-9FBA-8D0B272720DB}" dt="2024-11-21T11:03:19.347" v="2813" actId="1076"/>
          <ac:picMkLst>
            <pc:docMk/>
            <pc:sldMk cId="1254654348" sldId="563"/>
            <ac:picMk id="13314" creationId="{BB3FB2CA-1F1A-AD0C-02C4-65E4972E8154}"/>
          </ac:picMkLst>
        </pc:picChg>
        <pc:picChg chg="add mod">
          <ac:chgData name="Ibrahim NIANG" userId="acdf7ece8d0764a7" providerId="LiveId" clId="{E040C4FD-A350-48D1-9FBA-8D0B272720DB}" dt="2024-11-21T11:03:51.451" v="2815" actId="1076"/>
          <ac:picMkLst>
            <pc:docMk/>
            <pc:sldMk cId="1254654348" sldId="563"/>
            <ac:picMk id="13316" creationId="{94BA5D20-E1ED-9204-E03A-9FB8F9DACC15}"/>
          </ac:picMkLst>
        </pc:picChg>
        <pc:picChg chg="add del mod">
          <ac:chgData name="Ibrahim NIANG" userId="acdf7ece8d0764a7" providerId="LiveId" clId="{E040C4FD-A350-48D1-9FBA-8D0B272720DB}" dt="2024-11-21T11:04:45.498" v="2818" actId="478"/>
          <ac:picMkLst>
            <pc:docMk/>
            <pc:sldMk cId="1254654348" sldId="563"/>
            <ac:picMk id="13318" creationId="{8676AD44-6DB3-789C-5967-4224FCC5D4F9}"/>
          </ac:picMkLst>
        </pc:picChg>
        <pc:picChg chg="add del mod">
          <ac:chgData name="Ibrahim NIANG" userId="acdf7ece8d0764a7" providerId="LiveId" clId="{E040C4FD-A350-48D1-9FBA-8D0B272720DB}" dt="2024-11-21T11:05:32.040" v="2823" actId="478"/>
          <ac:picMkLst>
            <pc:docMk/>
            <pc:sldMk cId="1254654348" sldId="563"/>
            <ac:picMk id="13320" creationId="{9FBD8B50-BCCE-6CD7-7E8B-FE2C931FEB4A}"/>
          </ac:picMkLst>
        </pc:picChg>
        <pc:picChg chg="add mod">
          <ac:chgData name="Ibrahim NIANG" userId="acdf7ece8d0764a7" providerId="LiveId" clId="{E040C4FD-A350-48D1-9FBA-8D0B272720DB}" dt="2024-11-21T11:06:00.759" v="2830" actId="1076"/>
          <ac:picMkLst>
            <pc:docMk/>
            <pc:sldMk cId="1254654348" sldId="563"/>
            <ac:picMk id="13322" creationId="{D5B7993D-B96A-B5C5-0A13-A45E8B599D1B}"/>
          </ac:picMkLst>
        </pc:picChg>
      </pc:sldChg>
      <pc:sldChg chg="addSp delSp modSp add mod">
        <pc:chgData name="Ibrahim NIANG" userId="acdf7ece8d0764a7" providerId="LiveId" clId="{E040C4FD-A350-48D1-9FBA-8D0B272720DB}" dt="2024-11-21T15:02:39.071" v="3581" actId="1076"/>
        <pc:sldMkLst>
          <pc:docMk/>
          <pc:sldMk cId="1530165513" sldId="564"/>
        </pc:sldMkLst>
        <pc:spChg chg="add mod">
          <ac:chgData name="Ibrahim NIANG" userId="acdf7ece8d0764a7" providerId="LiveId" clId="{E040C4FD-A350-48D1-9FBA-8D0B272720DB}" dt="2024-11-21T15:02:39.071" v="3581" actId="1076"/>
          <ac:spMkLst>
            <pc:docMk/>
            <pc:sldMk cId="1530165513" sldId="564"/>
            <ac:spMk id="3" creationId="{91EA915A-3678-23BF-FCC5-DE308B39F32F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3" creationId="{EC0934B4-A520-B513-90BC-7F8C46FA7780}"/>
          </ac:spMkLst>
        </pc:spChg>
        <pc:spChg chg="del mod">
          <ac:chgData name="Ibrahim NIANG" userId="acdf7ece8d0764a7" providerId="LiveId" clId="{E040C4FD-A350-48D1-9FBA-8D0B272720DB}" dt="2024-11-21T11:19:52.814" v="3114" actId="478"/>
          <ac:spMkLst>
            <pc:docMk/>
            <pc:sldMk cId="1530165513" sldId="564"/>
            <ac:spMk id="7" creationId="{8DCC2C9C-6E4E-C48C-161C-7FCF8B7E1BEA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9" creationId="{ADE8D20C-DC95-8211-F8D2-0588AB8F3FF4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10" creationId="{27136E51-0A86-6C24-CD77-BC6BF9BC9424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11" creationId="{47C38DF5-A63F-AC15-710F-69E355E75A16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12" creationId="{7DCB6A01-4997-C007-56D8-34EBA37C50E3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13" creationId="{C3404CF3-D444-D0C9-0B13-AC24A8928320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15" creationId="{08E14310-1A42-AD72-93FA-FA8A50D2FF69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16" creationId="{3FE8F7BB-96B7-492A-31BD-E8A3BECAE882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17" creationId="{F6521FB9-C5BD-1E5F-0761-A28E4D001C6E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18" creationId="{679FAF49-D72A-5F90-0B6B-D2FD93AABBCB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19" creationId="{FCFF692F-0BCD-E5EC-6BD7-FB9577C3789F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20" creationId="{F2C0ED42-93D1-B00B-787E-A06FEA5C7291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21" creationId="{B5917333-9055-8193-C94E-0B03BCCBD5C3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22" creationId="{52F73B64-8224-2C6A-B38B-9D61F948791F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23" creationId="{EF628090-DDF2-DACE-56D1-B7F036C96531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24" creationId="{25C60D18-C5BC-6A22-25E5-E24197C5D57E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25" creationId="{32016181-A1F1-5637-EB55-F2CB1628EB92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26" creationId="{6AB112B6-64DD-A10A-3E9D-3B905AD58522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27" creationId="{3731D947-D4BE-AE3E-D6F0-12E430FBD16D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28" creationId="{C26DD7FF-F7DD-9EF7-4939-A2B6A6BE7A4F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29" creationId="{D2D36B61-ADE3-D180-C2B7-DF079B3B1ABC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30" creationId="{595AE877-105D-2153-7795-A7C50671431F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31" creationId="{CF48D116-49D5-0FBF-9FCA-F9A3453873CF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32" creationId="{654630B8-83CD-651D-A850-7479FC6DEC97}"/>
          </ac:spMkLst>
        </pc:spChg>
        <pc:spChg chg="add">
          <ac:chgData name="Ibrahim NIANG" userId="acdf7ece8d0764a7" providerId="LiveId" clId="{E040C4FD-A350-48D1-9FBA-8D0B272720DB}" dt="2024-11-21T11:19:53.904" v="3115"/>
          <ac:spMkLst>
            <pc:docMk/>
            <pc:sldMk cId="1530165513" sldId="564"/>
            <ac:spMk id="33" creationId="{3374FE1E-3394-40FB-6431-34D2839F0A18}"/>
          </ac:spMkLst>
        </pc:spChg>
        <pc:spChg chg="add del">
          <ac:chgData name="Ibrahim NIANG" userId="acdf7ece8d0764a7" providerId="LiveId" clId="{E040C4FD-A350-48D1-9FBA-8D0B272720DB}" dt="2024-11-21T11:19:58.723" v="3118" actId="22"/>
          <ac:spMkLst>
            <pc:docMk/>
            <pc:sldMk cId="1530165513" sldId="564"/>
            <ac:spMk id="35" creationId="{E8D640FA-4BED-30C4-A251-A0C611965101}"/>
          </ac:spMkLst>
        </pc:spChg>
        <pc:spChg chg="add mod">
          <ac:chgData name="Ibrahim NIANG" userId="acdf7ece8d0764a7" providerId="LiveId" clId="{E040C4FD-A350-48D1-9FBA-8D0B272720DB}" dt="2024-11-21T11:23:48.166" v="3142" actId="1076"/>
          <ac:spMkLst>
            <pc:docMk/>
            <pc:sldMk cId="1530165513" sldId="564"/>
            <ac:spMk id="37" creationId="{8CE76558-C1DF-6682-DB65-1CD43BA5D748}"/>
          </ac:spMkLst>
        </pc:spChg>
        <pc:picChg chg="add del mod">
          <ac:chgData name="Ibrahim NIANG" userId="acdf7ece8d0764a7" providerId="LiveId" clId="{E040C4FD-A350-48D1-9FBA-8D0B272720DB}" dt="2024-11-21T11:23:28.062" v="3134" actId="478"/>
          <ac:picMkLst>
            <pc:docMk/>
            <pc:sldMk cId="1530165513" sldId="564"/>
            <ac:picMk id="15387" creationId="{2C5BAF5E-E5E8-BC97-0C23-EC291CB8E845}"/>
          </ac:picMkLst>
        </pc:picChg>
        <pc:picChg chg="add del mod">
          <ac:chgData name="Ibrahim NIANG" userId="acdf7ece8d0764a7" providerId="LiveId" clId="{E040C4FD-A350-48D1-9FBA-8D0B272720DB}" dt="2024-11-21T11:23:31.981" v="3137" actId="478"/>
          <ac:picMkLst>
            <pc:docMk/>
            <pc:sldMk cId="1530165513" sldId="564"/>
            <ac:picMk id="15389" creationId="{DBF4B9C0-F14A-B582-5BBF-6F40840E4FE6}"/>
          </ac:picMkLst>
        </pc:picChg>
        <pc:picChg chg="add mod">
          <ac:chgData name="Ibrahim NIANG" userId="acdf7ece8d0764a7" providerId="LiveId" clId="{E040C4FD-A350-48D1-9FBA-8D0B272720DB}" dt="2024-11-21T11:24:21.013" v="3147" actId="1076"/>
          <ac:picMkLst>
            <pc:docMk/>
            <pc:sldMk cId="1530165513" sldId="564"/>
            <ac:picMk id="15391" creationId="{8625131D-85AB-7C8F-03D3-BA29829826A7}"/>
          </ac:picMkLst>
        </pc:picChg>
        <pc:picChg chg="add mod">
          <ac:chgData name="Ibrahim NIANG" userId="acdf7ece8d0764a7" providerId="LiveId" clId="{E040C4FD-A350-48D1-9FBA-8D0B272720DB}" dt="2024-11-21T11:24:23.667" v="3148" actId="1076"/>
          <ac:picMkLst>
            <pc:docMk/>
            <pc:sldMk cId="1530165513" sldId="564"/>
            <ac:picMk id="15393" creationId="{E2FEFB35-83A0-5736-FD1B-63B87819C88C}"/>
          </ac:picMkLst>
        </pc:picChg>
        <pc:picChg chg="add mod">
          <ac:chgData name="Ibrahim NIANG" userId="acdf7ece8d0764a7" providerId="LiveId" clId="{E040C4FD-A350-48D1-9FBA-8D0B272720DB}" dt="2024-11-21T11:24:28.397" v="3152" actId="1076"/>
          <ac:picMkLst>
            <pc:docMk/>
            <pc:sldMk cId="1530165513" sldId="564"/>
            <ac:picMk id="15395" creationId="{70DBEB13-08A1-CF5C-E6E7-D77EB8552AF0}"/>
          </ac:picMkLst>
        </pc:picChg>
      </pc:sldChg>
      <pc:sldChg chg="del">
        <pc:chgData name="Ibrahim NIANG" userId="acdf7ece8d0764a7" providerId="LiveId" clId="{E040C4FD-A350-48D1-9FBA-8D0B272720DB}" dt="2024-11-18T11:30:04.622" v="66" actId="47"/>
        <pc:sldMkLst>
          <pc:docMk/>
          <pc:sldMk cId="2971887564" sldId="564"/>
        </pc:sldMkLst>
      </pc:sldChg>
      <pc:sldChg chg="add del">
        <pc:chgData name="Ibrahim NIANG" userId="acdf7ece8d0764a7" providerId="LiveId" clId="{E040C4FD-A350-48D1-9FBA-8D0B272720DB}" dt="2024-11-21T12:17:33.061" v="3267" actId="47"/>
        <pc:sldMkLst>
          <pc:docMk/>
          <pc:sldMk cId="2279300224" sldId="565"/>
        </pc:sldMkLst>
      </pc:sldChg>
      <pc:sldChg chg="del">
        <pc:chgData name="Ibrahim NIANG" userId="acdf7ece8d0764a7" providerId="LiveId" clId="{E040C4FD-A350-48D1-9FBA-8D0B272720DB}" dt="2024-11-18T11:30:05.067" v="68" actId="47"/>
        <pc:sldMkLst>
          <pc:docMk/>
          <pc:sldMk cId="2432346136" sldId="565"/>
        </pc:sldMkLst>
      </pc:sldChg>
      <pc:sldChg chg="del">
        <pc:chgData name="Ibrahim NIANG" userId="acdf7ece8d0764a7" providerId="LiveId" clId="{E040C4FD-A350-48D1-9FBA-8D0B272720DB}" dt="2024-11-18T11:30:06.167" v="71" actId="47"/>
        <pc:sldMkLst>
          <pc:docMk/>
          <pc:sldMk cId="2257937470" sldId="566"/>
        </pc:sldMkLst>
      </pc:sldChg>
      <pc:sldChg chg="addSp delSp modSp add mod">
        <pc:chgData name="Ibrahim NIANG" userId="acdf7ece8d0764a7" providerId="LiveId" clId="{E040C4FD-A350-48D1-9FBA-8D0B272720DB}" dt="2024-11-21T15:02:45.649" v="3583" actId="1076"/>
        <pc:sldMkLst>
          <pc:docMk/>
          <pc:sldMk cId="2901763863" sldId="566"/>
        </pc:sldMkLst>
        <pc:spChg chg="add mod">
          <ac:chgData name="Ibrahim NIANG" userId="acdf7ece8d0764a7" providerId="LiveId" clId="{E040C4FD-A350-48D1-9FBA-8D0B272720DB}" dt="2024-11-21T15:02:45.649" v="3583" actId="1076"/>
          <ac:spMkLst>
            <pc:docMk/>
            <pc:sldMk cId="2901763863" sldId="566"/>
            <ac:spMk id="3" creationId="{1BA10436-EC08-3FAB-8EDB-811597BF5965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3" creationId="{E6B97AB7-3029-55CF-8457-D330825B39DA}"/>
          </ac:spMkLst>
        </pc:spChg>
        <pc:spChg chg="mod">
          <ac:chgData name="Ibrahim NIANG" userId="acdf7ece8d0764a7" providerId="LiveId" clId="{E040C4FD-A350-48D1-9FBA-8D0B272720DB}" dt="2024-11-21T12:12:23.707" v="3203" actId="20577"/>
          <ac:spMkLst>
            <pc:docMk/>
            <pc:sldMk cId="2901763863" sldId="566"/>
            <ac:spMk id="4" creationId="{25B63505-E1A7-BB7F-6CEB-13998FC29F51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7" creationId="{3140BF5D-5366-2619-F185-7859A5413469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9" creationId="{063828BA-B36D-2E14-8A3C-C601F948EA81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10" creationId="{5092216B-7E5D-6D21-3F78-BB585E5D80E0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11" creationId="{6CB30C68-B86F-E85F-CFC3-FE9C134E174C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12" creationId="{2A673CB1-2067-53BE-0B33-EC8B27FD4F2E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13" creationId="{50FD478B-7BA5-495B-26BA-428BA854AB52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15" creationId="{D24E67CA-3B15-FBDF-F3AA-7FF52723D52B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16" creationId="{5B61EBE6-FC4B-E3DC-223C-95073076CF2E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17" creationId="{822497A1-B841-AD9A-1D22-CE78E3732822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18" creationId="{30E6F8BB-2B45-2504-AAA5-DDA6F8E33540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19" creationId="{2D498C70-4468-3983-F17E-6E28256003F7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20" creationId="{4A262683-369A-E48E-7756-AD73116577B1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21" creationId="{0340CE56-B7E3-B627-15E5-ACB943739124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22" creationId="{9A2DF2DF-5DCE-1AAF-729D-E2DBB7A45B43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23" creationId="{AE9F40DC-489A-E748-DDAC-B95D5194324B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24" creationId="{A11CC07C-8239-0364-E9B4-D73D6E81E54A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25" creationId="{B1EDA63F-A872-41D6-5715-37DC70389953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26" creationId="{F30E5FCE-0B9E-6F6B-664A-07C0C069F737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27" creationId="{B55FD870-8ED1-B84A-A00F-62DCD10A3A40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28" creationId="{6E33A0CC-C48C-0719-B51E-E122BB874C95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29" creationId="{118527EA-7A0D-D108-73C1-C99202072435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30" creationId="{6A327ED9-4DF0-EE2D-6743-D1CEF988307E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31" creationId="{C3724166-41F6-49FB-36FD-ECC620FA948F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32" creationId="{FE32A627-0B87-D346-8DAB-5D97C97D4511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33" creationId="{AC7B1EA6-173C-094E-51FD-8598306D61AA}"/>
          </ac:spMkLst>
        </pc:spChg>
        <pc:spChg chg="add">
          <ac:chgData name="Ibrahim NIANG" userId="acdf7ece8d0764a7" providerId="LiveId" clId="{E040C4FD-A350-48D1-9FBA-8D0B272720DB}" dt="2024-11-21T12:10:34.943" v="3155"/>
          <ac:spMkLst>
            <pc:docMk/>
            <pc:sldMk cId="2901763863" sldId="566"/>
            <ac:spMk id="34" creationId="{924941EF-4AFD-628D-9BCE-F0CD57368FE0}"/>
          </ac:spMkLst>
        </pc:spChg>
        <pc:spChg chg="add del">
          <ac:chgData name="Ibrahim NIANG" userId="acdf7ece8d0764a7" providerId="LiveId" clId="{E040C4FD-A350-48D1-9FBA-8D0B272720DB}" dt="2024-11-21T12:10:40.300" v="3158" actId="22"/>
          <ac:spMkLst>
            <pc:docMk/>
            <pc:sldMk cId="2901763863" sldId="566"/>
            <ac:spMk id="36" creationId="{7EAFB7D3-C02D-BF95-143A-E4A859CB6D64}"/>
          </ac:spMkLst>
        </pc:spChg>
        <pc:spChg chg="del">
          <ac:chgData name="Ibrahim NIANG" userId="acdf7ece8d0764a7" providerId="LiveId" clId="{E040C4FD-A350-48D1-9FBA-8D0B272720DB}" dt="2024-11-21T12:10:30.922" v="3154" actId="478"/>
          <ac:spMkLst>
            <pc:docMk/>
            <pc:sldMk cId="2901763863" sldId="566"/>
            <ac:spMk id="37" creationId="{1009316A-C368-E150-2AB6-A695C912E582}"/>
          </ac:spMkLst>
        </pc:spChg>
        <pc:spChg chg="add mod">
          <ac:chgData name="Ibrahim NIANG" userId="acdf7ece8d0764a7" providerId="LiveId" clId="{E040C4FD-A350-48D1-9FBA-8D0B272720DB}" dt="2024-11-21T12:12:18.150" v="3183" actId="1076"/>
          <ac:spMkLst>
            <pc:docMk/>
            <pc:sldMk cId="2901763863" sldId="566"/>
            <ac:spMk id="39" creationId="{ABD7CA86-AC62-1BFE-AA0F-5170202E3F3E}"/>
          </ac:spMkLst>
        </pc:spChg>
        <pc:picChg chg="del">
          <ac:chgData name="Ibrahim NIANG" userId="acdf7ece8d0764a7" providerId="LiveId" clId="{E040C4FD-A350-48D1-9FBA-8D0B272720DB}" dt="2024-11-21T12:11:02.113" v="3167" actId="478"/>
          <ac:picMkLst>
            <pc:docMk/>
            <pc:sldMk cId="2901763863" sldId="566"/>
            <ac:picMk id="15391" creationId="{A583E355-C23D-4BC7-A379-A531A977D57D}"/>
          </ac:picMkLst>
        </pc:picChg>
        <pc:picChg chg="del mod">
          <ac:chgData name="Ibrahim NIANG" userId="acdf7ece8d0764a7" providerId="LiveId" clId="{E040C4FD-A350-48D1-9FBA-8D0B272720DB}" dt="2024-11-21T12:11:01.480" v="3166" actId="478"/>
          <ac:picMkLst>
            <pc:docMk/>
            <pc:sldMk cId="2901763863" sldId="566"/>
            <ac:picMk id="15393" creationId="{F2B36AD2-9F52-EE58-0BE2-8479D98904C9}"/>
          </ac:picMkLst>
        </pc:picChg>
        <pc:picChg chg="del">
          <ac:chgData name="Ibrahim NIANG" userId="acdf7ece8d0764a7" providerId="LiveId" clId="{E040C4FD-A350-48D1-9FBA-8D0B272720DB}" dt="2024-11-21T12:11:00.987" v="3165" actId="478"/>
          <ac:picMkLst>
            <pc:docMk/>
            <pc:sldMk cId="2901763863" sldId="566"/>
            <ac:picMk id="15395" creationId="{0DF8D67E-8229-C7B4-492F-C407D99727C8}"/>
          </ac:picMkLst>
        </pc:picChg>
        <pc:picChg chg="add mod">
          <ac:chgData name="Ibrahim NIANG" userId="acdf7ece8d0764a7" providerId="LiveId" clId="{E040C4FD-A350-48D1-9FBA-8D0B272720DB}" dt="2024-11-21T12:12:55.827" v="3207" actId="1076"/>
          <ac:picMkLst>
            <pc:docMk/>
            <pc:sldMk cId="2901763863" sldId="566"/>
            <ac:picMk id="16413" creationId="{705FFD72-CB82-F2B7-B7B2-962A4E50EA28}"/>
          </ac:picMkLst>
        </pc:picChg>
        <pc:picChg chg="add mod">
          <ac:chgData name="Ibrahim NIANG" userId="acdf7ece8d0764a7" providerId="LiveId" clId="{E040C4FD-A350-48D1-9FBA-8D0B272720DB}" dt="2024-11-21T12:12:56.683" v="3208" actId="1076"/>
          <ac:picMkLst>
            <pc:docMk/>
            <pc:sldMk cId="2901763863" sldId="566"/>
            <ac:picMk id="16415" creationId="{265F362F-40D3-2BE4-EF84-B55D45778D0D}"/>
          </ac:picMkLst>
        </pc:picChg>
        <pc:picChg chg="add mod">
          <ac:chgData name="Ibrahim NIANG" userId="acdf7ece8d0764a7" providerId="LiveId" clId="{E040C4FD-A350-48D1-9FBA-8D0B272720DB}" dt="2024-11-21T12:13:15.182" v="3212" actId="1076"/>
          <ac:picMkLst>
            <pc:docMk/>
            <pc:sldMk cId="2901763863" sldId="566"/>
            <ac:picMk id="16417" creationId="{9F920341-74AF-D26E-BC38-74E99E2A3941}"/>
          </ac:picMkLst>
        </pc:picChg>
      </pc:sldChg>
      <pc:sldChg chg="del">
        <pc:chgData name="Ibrahim NIANG" userId="acdf7ece8d0764a7" providerId="LiveId" clId="{E040C4FD-A350-48D1-9FBA-8D0B272720DB}" dt="2024-11-18T11:30:12.210" v="75" actId="47"/>
        <pc:sldMkLst>
          <pc:docMk/>
          <pc:sldMk cId="1371932112" sldId="567"/>
        </pc:sldMkLst>
      </pc:sldChg>
      <pc:sldChg chg="addSp delSp modSp add mod">
        <pc:chgData name="Ibrahim NIANG" userId="acdf7ece8d0764a7" providerId="LiveId" clId="{E040C4FD-A350-48D1-9FBA-8D0B272720DB}" dt="2024-11-21T15:02:53.884" v="3585" actId="1076"/>
        <pc:sldMkLst>
          <pc:docMk/>
          <pc:sldMk cId="3186115315" sldId="567"/>
        </pc:sldMkLst>
        <pc:spChg chg="add mod">
          <ac:chgData name="Ibrahim NIANG" userId="acdf7ece8d0764a7" providerId="LiveId" clId="{E040C4FD-A350-48D1-9FBA-8D0B272720DB}" dt="2024-11-21T15:02:53.884" v="3585" actId="1076"/>
          <ac:spMkLst>
            <pc:docMk/>
            <pc:sldMk cId="3186115315" sldId="567"/>
            <ac:spMk id="3" creationId="{4B696D90-9C9B-263A-9708-C08EBBD8ABC2}"/>
          </ac:spMkLst>
        </pc:spChg>
        <pc:spChg chg="mod">
          <ac:chgData name="Ibrahim NIANG" userId="acdf7ece8d0764a7" providerId="LiveId" clId="{E040C4FD-A350-48D1-9FBA-8D0B272720DB}" dt="2024-11-21T12:13:52.375" v="3246" actId="313"/>
          <ac:spMkLst>
            <pc:docMk/>
            <pc:sldMk cId="3186115315" sldId="567"/>
            <ac:spMk id="4" creationId="{666616FE-C941-04D0-3E02-44D587BF384C}"/>
          </ac:spMkLst>
        </pc:spChg>
        <pc:spChg chg="add mod">
          <ac:chgData name="Ibrahim NIANG" userId="acdf7ece8d0764a7" providerId="LiveId" clId="{E040C4FD-A350-48D1-9FBA-8D0B272720DB}" dt="2024-11-21T12:17:19.682" v="3266" actId="113"/>
          <ac:spMkLst>
            <pc:docMk/>
            <pc:sldMk cId="3186115315" sldId="567"/>
            <ac:spMk id="7" creationId="{42067E5A-937D-C04D-70A2-4F1B68B7037E}"/>
          </ac:spMkLst>
        </pc:spChg>
        <pc:spChg chg="del">
          <ac:chgData name="Ibrahim NIANG" userId="acdf7ece8d0764a7" providerId="LiveId" clId="{E040C4FD-A350-48D1-9FBA-8D0B272720DB}" dt="2024-11-21T12:13:36.195" v="3238" actId="478"/>
          <ac:spMkLst>
            <pc:docMk/>
            <pc:sldMk cId="3186115315" sldId="567"/>
            <ac:spMk id="39" creationId="{6CB37841-DF32-8818-EC1F-AC56D4F1A18C}"/>
          </ac:spMkLst>
        </pc:spChg>
        <pc:picChg chg="del">
          <ac:chgData name="Ibrahim NIANG" userId="acdf7ece8d0764a7" providerId="LiveId" clId="{E040C4FD-A350-48D1-9FBA-8D0B272720DB}" dt="2024-11-21T12:13:36.854" v="3239" actId="478"/>
          <ac:picMkLst>
            <pc:docMk/>
            <pc:sldMk cId="3186115315" sldId="567"/>
            <ac:picMk id="16413" creationId="{7E14917F-2C11-7095-1CDD-6D8A5F167146}"/>
          </ac:picMkLst>
        </pc:picChg>
        <pc:picChg chg="del">
          <ac:chgData name="Ibrahim NIANG" userId="acdf7ece8d0764a7" providerId="LiveId" clId="{E040C4FD-A350-48D1-9FBA-8D0B272720DB}" dt="2024-11-21T12:13:37.720" v="3240" actId="478"/>
          <ac:picMkLst>
            <pc:docMk/>
            <pc:sldMk cId="3186115315" sldId="567"/>
            <ac:picMk id="16415" creationId="{5538F49A-1840-5603-6EBD-E48BF84E9467}"/>
          </ac:picMkLst>
        </pc:picChg>
        <pc:picChg chg="del">
          <ac:chgData name="Ibrahim NIANG" userId="acdf7ece8d0764a7" providerId="LiveId" clId="{E040C4FD-A350-48D1-9FBA-8D0B272720DB}" dt="2024-11-21T12:13:38.543" v="3241" actId="478"/>
          <ac:picMkLst>
            <pc:docMk/>
            <pc:sldMk cId="3186115315" sldId="567"/>
            <ac:picMk id="16417" creationId="{64AB0C2F-B564-87AD-02C3-7AC5DFF8A215}"/>
          </ac:picMkLst>
        </pc:picChg>
        <pc:picChg chg="add mod">
          <ac:chgData name="Ibrahim NIANG" userId="acdf7ece8d0764a7" providerId="LiveId" clId="{E040C4FD-A350-48D1-9FBA-8D0B272720DB}" dt="2024-11-21T12:14:33.474" v="3250" actId="1076"/>
          <ac:picMkLst>
            <pc:docMk/>
            <pc:sldMk cId="3186115315" sldId="567"/>
            <ac:picMk id="17410" creationId="{EA2D26B7-42DD-F8E1-668C-83483DC783D7}"/>
          </ac:picMkLst>
        </pc:picChg>
        <pc:picChg chg="add mod">
          <ac:chgData name="Ibrahim NIANG" userId="acdf7ece8d0764a7" providerId="LiveId" clId="{E040C4FD-A350-48D1-9FBA-8D0B272720DB}" dt="2024-11-21T12:14:34.687" v="3251" actId="1076"/>
          <ac:picMkLst>
            <pc:docMk/>
            <pc:sldMk cId="3186115315" sldId="567"/>
            <ac:picMk id="17412" creationId="{96718A6A-6555-ADBD-CF05-D768B5C8F183}"/>
          </ac:picMkLst>
        </pc:picChg>
        <pc:picChg chg="add mod">
          <ac:chgData name="Ibrahim NIANG" userId="acdf7ece8d0764a7" providerId="LiveId" clId="{E040C4FD-A350-48D1-9FBA-8D0B272720DB}" dt="2024-11-21T12:15:07.705" v="3255" actId="1076"/>
          <ac:picMkLst>
            <pc:docMk/>
            <pc:sldMk cId="3186115315" sldId="567"/>
            <ac:picMk id="17414" creationId="{CBBDB05A-4DA7-1D6F-40A0-2A5B8316A631}"/>
          </ac:picMkLst>
        </pc:picChg>
      </pc:sldChg>
      <pc:sldChg chg="del">
        <pc:chgData name="Ibrahim NIANG" userId="acdf7ece8d0764a7" providerId="LiveId" clId="{E040C4FD-A350-48D1-9FBA-8D0B272720DB}" dt="2024-11-18T11:30:12.994" v="79" actId="47"/>
        <pc:sldMkLst>
          <pc:docMk/>
          <pc:sldMk cId="2662994852" sldId="568"/>
        </pc:sldMkLst>
      </pc:sldChg>
      <pc:sldChg chg="addSp delSp modSp add mod">
        <pc:chgData name="Ibrahim NIANG" userId="acdf7ece8d0764a7" providerId="LiveId" clId="{E040C4FD-A350-48D1-9FBA-8D0B272720DB}" dt="2024-11-25T12:17:55.232" v="3647"/>
        <pc:sldMkLst>
          <pc:docMk/>
          <pc:sldMk cId="3658356511" sldId="568"/>
        </pc:sldMkLst>
        <pc:spChg chg="add mod">
          <ac:chgData name="Ibrahim NIANG" userId="acdf7ece8d0764a7" providerId="LiveId" clId="{E040C4FD-A350-48D1-9FBA-8D0B272720DB}" dt="2024-11-21T15:03:01.057" v="3587" actId="1076"/>
          <ac:spMkLst>
            <pc:docMk/>
            <pc:sldMk cId="3658356511" sldId="568"/>
            <ac:spMk id="3" creationId="{0AD446A5-62D5-1E13-6EB5-64479502034A}"/>
          </ac:spMkLst>
        </pc:spChg>
        <pc:spChg chg="del mod">
          <ac:chgData name="Ibrahim NIANG" userId="acdf7ece8d0764a7" providerId="LiveId" clId="{E040C4FD-A350-48D1-9FBA-8D0B272720DB}" dt="2024-11-21T12:21:20.125" v="3354" actId="478"/>
          <ac:spMkLst>
            <pc:docMk/>
            <pc:sldMk cId="3658356511" sldId="568"/>
            <ac:spMk id="4" creationId="{D957F0D2-A6AC-3214-3EBA-8936984854B8}"/>
          </ac:spMkLst>
        </pc:spChg>
        <pc:spChg chg="add mod">
          <ac:chgData name="Ibrahim NIANG" userId="acdf7ece8d0764a7" providerId="LiveId" clId="{E040C4FD-A350-48D1-9FBA-8D0B272720DB}" dt="2024-11-25T12:17:07.994" v="3640" actId="1076"/>
          <ac:spMkLst>
            <pc:docMk/>
            <pc:sldMk cId="3658356511" sldId="568"/>
            <ac:spMk id="7" creationId="{270BC478-0D63-63DE-0FC0-E3D11ED35678}"/>
          </ac:spMkLst>
        </pc:spChg>
        <pc:spChg chg="del">
          <ac:chgData name="Ibrahim NIANG" userId="acdf7ece8d0764a7" providerId="LiveId" clId="{E040C4FD-A350-48D1-9FBA-8D0B272720DB}" dt="2024-11-21T12:19:43.423" v="3339" actId="478"/>
          <ac:spMkLst>
            <pc:docMk/>
            <pc:sldMk cId="3658356511" sldId="568"/>
            <ac:spMk id="7" creationId="{7DD05A09-16F0-E628-4859-BF0CA6DF572D}"/>
          </ac:spMkLst>
        </pc:spChg>
        <pc:spChg chg="add mod">
          <ac:chgData name="Ibrahim NIANG" userId="acdf7ece8d0764a7" providerId="LiveId" clId="{E040C4FD-A350-48D1-9FBA-8D0B272720DB}" dt="2024-11-21T12:21:56.985" v="3361" actId="108"/>
          <ac:spMkLst>
            <pc:docMk/>
            <pc:sldMk cId="3658356511" sldId="568"/>
            <ac:spMk id="9" creationId="{B5270016-AF0E-7014-1398-A8B0D1B09EE3}"/>
          </ac:spMkLst>
        </pc:spChg>
        <pc:spChg chg="add mod">
          <ac:chgData name="Ibrahim NIANG" userId="acdf7ece8d0764a7" providerId="LiveId" clId="{E040C4FD-A350-48D1-9FBA-8D0B272720DB}" dt="2024-11-25T12:17:55.232" v="3647"/>
          <ac:spMkLst>
            <pc:docMk/>
            <pc:sldMk cId="3658356511" sldId="568"/>
            <ac:spMk id="10" creationId="{740A365F-1649-E7EA-B31B-AD88C86BBFB6}"/>
          </ac:spMkLst>
        </pc:spChg>
        <pc:spChg chg="add">
          <ac:chgData name="Ibrahim NIANG" userId="acdf7ece8d0764a7" providerId="LiveId" clId="{E040C4FD-A350-48D1-9FBA-8D0B272720DB}" dt="2024-11-21T12:21:39.493" v="3356"/>
          <ac:spMkLst>
            <pc:docMk/>
            <pc:sldMk cId="3658356511" sldId="568"/>
            <ac:spMk id="10" creationId="{9DE7E20D-ECE1-118E-E965-7C1CECB39425}"/>
          </ac:spMkLst>
        </pc:spChg>
        <pc:spChg chg="add mod">
          <ac:chgData name="Ibrahim NIANG" userId="acdf7ece8d0764a7" providerId="LiveId" clId="{E040C4FD-A350-48D1-9FBA-8D0B272720DB}" dt="2024-11-25T12:16:37.684" v="3628" actId="20577"/>
          <ac:spMkLst>
            <pc:docMk/>
            <pc:sldMk cId="3658356511" sldId="568"/>
            <ac:spMk id="12" creationId="{216551A1-E627-9E6A-550F-53939E049FEA}"/>
          </ac:spMkLst>
        </pc:spChg>
        <pc:spChg chg="mod">
          <ac:chgData name="Ibrahim NIANG" userId="acdf7ece8d0764a7" providerId="LiveId" clId="{E040C4FD-A350-48D1-9FBA-8D0B272720DB}" dt="2024-11-21T12:18:38.983" v="3338" actId="20577"/>
          <ac:spMkLst>
            <pc:docMk/>
            <pc:sldMk cId="3658356511" sldId="568"/>
            <ac:spMk id="14" creationId="{51B86632-83BC-2E62-7977-DED68CC90D26}"/>
          </ac:spMkLst>
        </pc:spChg>
        <pc:picChg chg="add mod">
          <ac:chgData name="Ibrahim NIANG" userId="acdf7ece8d0764a7" providerId="LiveId" clId="{E040C4FD-A350-48D1-9FBA-8D0B272720DB}" dt="2024-11-25T12:17:06.422" v="3639" actId="1076"/>
          <ac:picMkLst>
            <pc:docMk/>
            <pc:sldMk cId="3658356511" sldId="568"/>
            <ac:picMk id="1026" creationId="{88E393C3-035C-A85F-54BE-D0F2CD9D2D55}"/>
          </ac:picMkLst>
        </pc:picChg>
        <pc:picChg chg="add mod">
          <ac:chgData name="Ibrahim NIANG" userId="acdf7ece8d0764a7" providerId="LiveId" clId="{E040C4FD-A350-48D1-9FBA-8D0B272720DB}" dt="2024-11-25T12:17:40.808" v="3644" actId="1076"/>
          <ac:picMkLst>
            <pc:docMk/>
            <pc:sldMk cId="3658356511" sldId="568"/>
            <ac:picMk id="1028" creationId="{77498886-BC4B-BA63-99FF-C6BE0845F0B2}"/>
          </ac:picMkLst>
        </pc:picChg>
        <pc:picChg chg="del">
          <ac:chgData name="Ibrahim NIANG" userId="acdf7ece8d0764a7" providerId="LiveId" clId="{E040C4FD-A350-48D1-9FBA-8D0B272720DB}" dt="2024-11-21T12:19:44.512" v="3340" actId="478"/>
          <ac:picMkLst>
            <pc:docMk/>
            <pc:sldMk cId="3658356511" sldId="568"/>
            <ac:picMk id="17410" creationId="{E35759BA-0F46-3E6D-9CC4-07C7C792D6FD}"/>
          </ac:picMkLst>
        </pc:picChg>
        <pc:picChg chg="del">
          <ac:chgData name="Ibrahim NIANG" userId="acdf7ece8d0764a7" providerId="LiveId" clId="{E040C4FD-A350-48D1-9FBA-8D0B272720DB}" dt="2024-11-21T12:19:45.103" v="3341" actId="478"/>
          <ac:picMkLst>
            <pc:docMk/>
            <pc:sldMk cId="3658356511" sldId="568"/>
            <ac:picMk id="17412" creationId="{464A7462-22B6-60A6-9D2E-17944FF1B7BB}"/>
          </ac:picMkLst>
        </pc:picChg>
        <pc:picChg chg="del">
          <ac:chgData name="Ibrahim NIANG" userId="acdf7ece8d0764a7" providerId="LiveId" clId="{E040C4FD-A350-48D1-9FBA-8D0B272720DB}" dt="2024-11-21T12:19:45.494" v="3342" actId="478"/>
          <ac:picMkLst>
            <pc:docMk/>
            <pc:sldMk cId="3658356511" sldId="568"/>
            <ac:picMk id="17414" creationId="{349F6CA8-1163-E22D-CE31-15AA93BEB6AD}"/>
          </ac:picMkLst>
        </pc:picChg>
        <pc:picChg chg="add del mod">
          <ac:chgData name="Ibrahim NIANG" userId="acdf7ece8d0764a7" providerId="LiveId" clId="{E040C4FD-A350-48D1-9FBA-8D0B272720DB}" dt="2024-11-25T12:16:38.758" v="3629" actId="478"/>
          <ac:picMkLst>
            <pc:docMk/>
            <pc:sldMk cId="3658356511" sldId="568"/>
            <ac:picMk id="18435" creationId="{2B59FC63-F26F-C443-BFB0-C6A541810278}"/>
          </ac:picMkLst>
        </pc:picChg>
        <pc:picChg chg="add del mod">
          <ac:chgData name="Ibrahim NIANG" userId="acdf7ece8d0764a7" providerId="LiveId" clId="{E040C4FD-A350-48D1-9FBA-8D0B272720DB}" dt="2024-11-25T12:16:39.226" v="3630" actId="478"/>
          <ac:picMkLst>
            <pc:docMk/>
            <pc:sldMk cId="3658356511" sldId="568"/>
            <ac:picMk id="18437" creationId="{2EDB6B99-8F8D-7D88-52DB-FFEB162C7282}"/>
          </ac:picMkLst>
        </pc:picChg>
      </pc:sldChg>
      <pc:sldChg chg="addSp modSp add mod">
        <pc:chgData name="Ibrahim NIANG" userId="acdf7ece8d0764a7" providerId="LiveId" clId="{E040C4FD-A350-48D1-9FBA-8D0B272720DB}" dt="2024-11-27T09:19:45.973" v="4328"/>
        <pc:sldMkLst>
          <pc:docMk/>
          <pc:sldMk cId="3242736320" sldId="569"/>
        </pc:sldMkLst>
        <pc:spChg chg="add mod">
          <ac:chgData name="Ibrahim NIANG" userId="acdf7ece8d0764a7" providerId="LiveId" clId="{E040C4FD-A350-48D1-9FBA-8D0B272720DB}" dt="2024-11-27T09:19:45.973" v="4328"/>
          <ac:spMkLst>
            <pc:docMk/>
            <pc:sldMk cId="3242736320" sldId="569"/>
            <ac:spMk id="3" creationId="{DD02C40F-14A1-D9BD-1029-EC08EDB92746}"/>
          </ac:spMkLst>
        </pc:spChg>
        <pc:spChg chg="mod">
          <ac:chgData name="Ibrahim NIANG" userId="acdf7ece8d0764a7" providerId="LiveId" clId="{E040C4FD-A350-48D1-9FBA-8D0B272720DB}" dt="2024-11-21T12:25:36.126" v="3402" actId="1076"/>
          <ac:spMkLst>
            <pc:docMk/>
            <pc:sldMk cId="3242736320" sldId="569"/>
            <ac:spMk id="12" creationId="{7A6766F9-BE69-6362-8E55-9A4A7F0B51CC}"/>
          </ac:spMkLst>
        </pc:spChg>
        <pc:picChg chg="add mod">
          <ac:chgData name="Ibrahim NIANG" userId="acdf7ece8d0764a7" providerId="LiveId" clId="{E040C4FD-A350-48D1-9FBA-8D0B272720DB}" dt="2024-11-21T12:25:33.686" v="3401" actId="1076"/>
          <ac:picMkLst>
            <pc:docMk/>
            <pc:sldMk cId="3242736320" sldId="569"/>
            <ac:picMk id="19458" creationId="{31737DCE-6910-0CF2-A110-101B800A55E7}"/>
          </ac:picMkLst>
        </pc:picChg>
      </pc:sldChg>
      <pc:sldChg chg="addSp delSp modSp add mod">
        <pc:chgData name="Ibrahim NIANG" userId="acdf7ece8d0764a7" providerId="LiveId" clId="{E040C4FD-A350-48D1-9FBA-8D0B272720DB}" dt="2024-11-21T12:28:05.602" v="3440" actId="1076"/>
        <pc:sldMkLst>
          <pc:docMk/>
          <pc:sldMk cId="3903250699" sldId="570"/>
        </pc:sldMkLst>
        <pc:spChg chg="add mod">
          <ac:chgData name="Ibrahim NIANG" userId="acdf7ece8d0764a7" providerId="LiveId" clId="{E040C4FD-A350-48D1-9FBA-8D0B272720DB}" dt="2024-11-21T12:27:42.358" v="3435" actId="1076"/>
          <ac:spMkLst>
            <pc:docMk/>
            <pc:sldMk cId="3903250699" sldId="570"/>
            <ac:spMk id="4" creationId="{04384CB7-72B8-D53E-3148-C20E0534A49C}"/>
          </ac:spMkLst>
        </pc:spChg>
        <pc:spChg chg="del">
          <ac:chgData name="Ibrahim NIANG" userId="acdf7ece8d0764a7" providerId="LiveId" clId="{E040C4FD-A350-48D1-9FBA-8D0B272720DB}" dt="2024-11-21T12:26:37.951" v="3410" actId="478"/>
          <ac:spMkLst>
            <pc:docMk/>
            <pc:sldMk cId="3903250699" sldId="570"/>
            <ac:spMk id="9" creationId="{ABFE4231-4232-D54F-511D-526EE1E66E47}"/>
          </ac:spMkLst>
        </pc:spChg>
        <pc:spChg chg="add mod">
          <ac:chgData name="Ibrahim NIANG" userId="acdf7ece8d0764a7" providerId="LiveId" clId="{E040C4FD-A350-48D1-9FBA-8D0B272720DB}" dt="2024-11-21T12:26:41.756" v="3412" actId="1076"/>
          <ac:spMkLst>
            <pc:docMk/>
            <pc:sldMk cId="3903250699" sldId="570"/>
            <ac:spMk id="10" creationId="{E42538FF-7CFE-B181-F7B4-7B8EF415AFEF}"/>
          </ac:spMkLst>
        </pc:spChg>
        <pc:spChg chg="del">
          <ac:chgData name="Ibrahim NIANG" userId="acdf7ece8d0764a7" providerId="LiveId" clId="{E040C4FD-A350-48D1-9FBA-8D0B272720DB}" dt="2024-11-21T12:26:15.495" v="3404" actId="478"/>
          <ac:spMkLst>
            <pc:docMk/>
            <pc:sldMk cId="3903250699" sldId="570"/>
            <ac:spMk id="12" creationId="{D0F4ACBA-DEFB-86AB-AAA0-0B900CD82C50}"/>
          </ac:spMkLst>
        </pc:spChg>
        <pc:picChg chg="del">
          <ac:chgData name="Ibrahim NIANG" userId="acdf7ece8d0764a7" providerId="LiveId" clId="{E040C4FD-A350-48D1-9FBA-8D0B272720DB}" dt="2024-11-21T12:27:36.358" v="3431" actId="478"/>
          <ac:picMkLst>
            <pc:docMk/>
            <pc:sldMk cId="3903250699" sldId="570"/>
            <ac:picMk id="19458" creationId="{489103A3-FA48-FCDD-3E3D-0622839591AC}"/>
          </ac:picMkLst>
        </pc:picChg>
        <pc:picChg chg="add mod">
          <ac:chgData name="Ibrahim NIANG" userId="acdf7ece8d0764a7" providerId="LiveId" clId="{E040C4FD-A350-48D1-9FBA-8D0B272720DB}" dt="2024-11-21T12:27:44.917" v="3438" actId="1076"/>
          <ac:picMkLst>
            <pc:docMk/>
            <pc:sldMk cId="3903250699" sldId="570"/>
            <ac:picMk id="20482" creationId="{54187C01-D3D3-5AA2-BA98-A840AF1622A5}"/>
          </ac:picMkLst>
        </pc:picChg>
        <pc:picChg chg="add mod">
          <ac:chgData name="Ibrahim NIANG" userId="acdf7ece8d0764a7" providerId="LiveId" clId="{E040C4FD-A350-48D1-9FBA-8D0B272720DB}" dt="2024-11-21T12:28:05.602" v="3440" actId="1076"/>
          <ac:picMkLst>
            <pc:docMk/>
            <pc:sldMk cId="3903250699" sldId="570"/>
            <ac:picMk id="20484" creationId="{1E5077D2-DF10-11F5-E446-86833896E5D9}"/>
          </ac:picMkLst>
        </pc:picChg>
      </pc:sldChg>
      <pc:sldChg chg="addSp delSp modSp add mod">
        <pc:chgData name="Ibrahim NIANG" userId="acdf7ece8d0764a7" providerId="LiveId" clId="{E040C4FD-A350-48D1-9FBA-8D0B272720DB}" dt="2024-11-21T12:30:55.507" v="3480" actId="1076"/>
        <pc:sldMkLst>
          <pc:docMk/>
          <pc:sldMk cId="3548126246" sldId="571"/>
        </pc:sldMkLst>
        <pc:spChg chg="del">
          <ac:chgData name="Ibrahim NIANG" userId="acdf7ece8d0764a7" providerId="LiveId" clId="{E040C4FD-A350-48D1-9FBA-8D0B272720DB}" dt="2024-11-21T12:29:07.221" v="3442" actId="478"/>
          <ac:spMkLst>
            <pc:docMk/>
            <pc:sldMk cId="3548126246" sldId="571"/>
            <ac:spMk id="4" creationId="{BD5B074C-B42E-0E8A-E451-39A638800E80}"/>
          </ac:spMkLst>
        </pc:spChg>
        <pc:spChg chg="add mod">
          <ac:chgData name="Ibrahim NIANG" userId="acdf7ece8d0764a7" providerId="LiveId" clId="{E040C4FD-A350-48D1-9FBA-8D0B272720DB}" dt="2024-11-21T12:29:20.977" v="3447" actId="1076"/>
          <ac:spMkLst>
            <pc:docMk/>
            <pc:sldMk cId="3548126246" sldId="571"/>
            <ac:spMk id="7" creationId="{AAB92E81-0506-2A0D-0193-599D7A6D3B35}"/>
          </ac:spMkLst>
        </pc:spChg>
        <pc:spChg chg="add">
          <ac:chgData name="Ibrahim NIANG" userId="acdf7ece8d0764a7" providerId="LiveId" clId="{E040C4FD-A350-48D1-9FBA-8D0B272720DB}" dt="2024-11-21T12:29:34.961" v="3450"/>
          <ac:spMkLst>
            <pc:docMk/>
            <pc:sldMk cId="3548126246" sldId="571"/>
            <ac:spMk id="9" creationId="{B13BE71D-B83A-F6BF-2D71-1CC47628C797}"/>
          </ac:spMkLst>
        </pc:spChg>
        <pc:spChg chg="del">
          <ac:chgData name="Ibrahim NIANG" userId="acdf7ece8d0764a7" providerId="LiveId" clId="{E040C4FD-A350-48D1-9FBA-8D0B272720DB}" dt="2024-11-21T12:29:15.959" v="3445" actId="478"/>
          <ac:spMkLst>
            <pc:docMk/>
            <pc:sldMk cId="3548126246" sldId="571"/>
            <ac:spMk id="10" creationId="{983F65EB-0863-A87D-3E69-BB1A6905715B}"/>
          </ac:spMkLst>
        </pc:spChg>
        <pc:spChg chg="add del mod">
          <ac:chgData name="Ibrahim NIANG" userId="acdf7ece8d0764a7" providerId="LiveId" clId="{E040C4FD-A350-48D1-9FBA-8D0B272720DB}" dt="2024-11-21T12:30:52.366" v="3478"/>
          <ac:spMkLst>
            <pc:docMk/>
            <pc:sldMk cId="3548126246" sldId="571"/>
            <ac:spMk id="12" creationId="{CCEDF849-D73F-0C06-9ABC-BA74B7FCEA29}"/>
          </ac:spMkLst>
        </pc:spChg>
        <pc:graphicFrameChg chg="add del">
          <ac:chgData name="Ibrahim NIANG" userId="acdf7ece8d0764a7" providerId="LiveId" clId="{E040C4FD-A350-48D1-9FBA-8D0B272720DB}" dt="2024-11-21T12:30:52.366" v="3478"/>
          <ac:graphicFrameMkLst>
            <pc:docMk/>
            <pc:sldMk cId="3548126246" sldId="571"/>
            <ac:graphicFrameMk id="21509" creationId="{C48D4506-C23B-714C-B188-C6C36685B313}"/>
          </ac:graphicFrameMkLst>
        </pc:graphicFrameChg>
        <pc:picChg chg="mod">
          <ac:chgData name="Ibrahim NIANG" userId="acdf7ece8d0764a7" providerId="LiveId" clId="{E040C4FD-A350-48D1-9FBA-8D0B272720DB}" dt="2024-11-21T12:30:52.366" v="3478"/>
          <ac:picMkLst>
            <pc:docMk/>
            <pc:sldMk cId="3548126246" sldId="571"/>
            <ac:picMk id="5" creationId="{A3A06536-A8AF-DA1C-A95D-D426ACD4E1A2}"/>
          </ac:picMkLst>
        </pc:picChg>
        <pc:picChg chg="mod">
          <ac:chgData name="Ibrahim NIANG" userId="acdf7ece8d0764a7" providerId="LiveId" clId="{E040C4FD-A350-48D1-9FBA-8D0B272720DB}" dt="2024-11-21T12:30:50.615" v="3476" actId="962"/>
          <ac:picMkLst>
            <pc:docMk/>
            <pc:sldMk cId="3548126246" sldId="571"/>
            <ac:picMk id="6" creationId="{ABBD5C79-FEF6-A066-120E-0FF01918F567}"/>
          </ac:picMkLst>
        </pc:picChg>
        <pc:picChg chg="del">
          <ac:chgData name="Ibrahim NIANG" userId="acdf7ece8d0764a7" providerId="LiveId" clId="{E040C4FD-A350-48D1-9FBA-8D0B272720DB}" dt="2024-11-21T12:29:25.421" v="3448" actId="478"/>
          <ac:picMkLst>
            <pc:docMk/>
            <pc:sldMk cId="3548126246" sldId="571"/>
            <ac:picMk id="20482" creationId="{152B5D1C-D720-FF03-65B3-BDDA66123117}"/>
          </ac:picMkLst>
        </pc:picChg>
        <pc:picChg chg="del">
          <ac:chgData name="Ibrahim NIANG" userId="acdf7ece8d0764a7" providerId="LiveId" clId="{E040C4FD-A350-48D1-9FBA-8D0B272720DB}" dt="2024-11-21T12:29:25.949" v="3449" actId="478"/>
          <ac:picMkLst>
            <pc:docMk/>
            <pc:sldMk cId="3548126246" sldId="571"/>
            <ac:picMk id="20484" creationId="{91EB30F7-3976-F1CD-1084-A9167F5CF92E}"/>
          </ac:picMkLst>
        </pc:picChg>
        <pc:picChg chg="add mod">
          <ac:chgData name="Ibrahim NIANG" userId="acdf7ece8d0764a7" providerId="LiveId" clId="{E040C4FD-A350-48D1-9FBA-8D0B272720DB}" dt="2024-11-21T12:30:55.507" v="3480" actId="1076"/>
          <ac:picMkLst>
            <pc:docMk/>
            <pc:sldMk cId="3548126246" sldId="571"/>
            <ac:picMk id="21507" creationId="{4A6D16C2-6FA2-D0A6-641F-A5E6D51F81D6}"/>
          </ac:picMkLst>
        </pc:picChg>
      </pc:sldChg>
      <pc:sldChg chg="addSp delSp modSp add mod">
        <pc:chgData name="Ibrahim NIANG" userId="acdf7ece8d0764a7" providerId="LiveId" clId="{E040C4FD-A350-48D1-9FBA-8D0B272720DB}" dt="2024-11-21T12:32:31.122" v="3504" actId="1076"/>
        <pc:sldMkLst>
          <pc:docMk/>
          <pc:sldMk cId="2983344229" sldId="572"/>
        </pc:sldMkLst>
        <pc:spChg chg="add mod">
          <ac:chgData name="Ibrahim NIANG" userId="acdf7ece8d0764a7" providerId="LiveId" clId="{E040C4FD-A350-48D1-9FBA-8D0B272720DB}" dt="2024-11-21T12:31:43.423" v="3488" actId="1076"/>
          <ac:spMkLst>
            <pc:docMk/>
            <pc:sldMk cId="2983344229" sldId="572"/>
            <ac:spMk id="4" creationId="{B466D73F-A44C-E93A-897A-BA967EA23655}"/>
          </ac:spMkLst>
        </pc:spChg>
        <pc:spChg chg="del">
          <ac:chgData name="Ibrahim NIANG" userId="acdf7ece8d0764a7" providerId="LiveId" clId="{E040C4FD-A350-48D1-9FBA-8D0B272720DB}" dt="2024-11-21T12:31:38.439" v="3486" actId="478"/>
          <ac:spMkLst>
            <pc:docMk/>
            <pc:sldMk cId="2983344229" sldId="572"/>
            <ac:spMk id="7" creationId="{F3B3AD00-2AF9-FEF3-F6EB-9F26A1A7B977}"/>
          </ac:spMkLst>
        </pc:spChg>
        <pc:spChg chg="add mod">
          <ac:chgData name="Ibrahim NIANG" userId="acdf7ece8d0764a7" providerId="LiveId" clId="{E040C4FD-A350-48D1-9FBA-8D0B272720DB}" dt="2024-11-21T12:32:30.362" v="3503" actId="14100"/>
          <ac:spMkLst>
            <pc:docMk/>
            <pc:sldMk cId="2983344229" sldId="572"/>
            <ac:spMk id="10" creationId="{6021933B-D7B8-372D-DD1C-9C83095AFB1B}"/>
          </ac:spMkLst>
        </pc:spChg>
        <pc:spChg chg="del">
          <ac:chgData name="Ibrahim NIANG" userId="acdf7ece8d0764a7" providerId="LiveId" clId="{E040C4FD-A350-48D1-9FBA-8D0B272720DB}" dt="2024-11-21T12:31:29.085" v="3482" actId="478"/>
          <ac:spMkLst>
            <pc:docMk/>
            <pc:sldMk cId="2983344229" sldId="572"/>
            <ac:spMk id="12" creationId="{18C2D2B8-3FA4-3013-68CA-391C1C9EA929}"/>
          </ac:spMkLst>
        </pc:spChg>
        <pc:picChg chg="del">
          <ac:chgData name="Ibrahim NIANG" userId="acdf7ece8d0764a7" providerId="LiveId" clId="{E040C4FD-A350-48D1-9FBA-8D0B272720DB}" dt="2024-11-21T12:31:29.620" v="3483" actId="478"/>
          <ac:picMkLst>
            <pc:docMk/>
            <pc:sldMk cId="2983344229" sldId="572"/>
            <ac:picMk id="21507" creationId="{8CC89434-4EED-4205-77A5-7CF77E3C3ECA}"/>
          </ac:picMkLst>
        </pc:picChg>
        <pc:picChg chg="add mod">
          <ac:chgData name="Ibrahim NIANG" userId="acdf7ece8d0764a7" providerId="LiveId" clId="{E040C4FD-A350-48D1-9FBA-8D0B272720DB}" dt="2024-11-21T12:32:31.122" v="3504" actId="1076"/>
          <ac:picMkLst>
            <pc:docMk/>
            <pc:sldMk cId="2983344229" sldId="572"/>
            <ac:picMk id="22530" creationId="{FCCF1530-6A10-E797-21A4-104B6CA08D6D}"/>
          </ac:picMkLst>
        </pc:picChg>
      </pc:sldChg>
      <pc:sldChg chg="addSp delSp modSp add mod">
        <pc:chgData name="Ibrahim NIANG" userId="acdf7ece8d0764a7" providerId="LiveId" clId="{E040C4FD-A350-48D1-9FBA-8D0B272720DB}" dt="2024-11-21T12:34:15.564" v="3522" actId="1076"/>
        <pc:sldMkLst>
          <pc:docMk/>
          <pc:sldMk cId="398623334" sldId="573"/>
        </pc:sldMkLst>
        <pc:spChg chg="add">
          <ac:chgData name="Ibrahim NIANG" userId="acdf7ece8d0764a7" providerId="LiveId" clId="{E040C4FD-A350-48D1-9FBA-8D0B272720DB}" dt="2024-11-21T12:33:27.084" v="3509"/>
          <ac:spMkLst>
            <pc:docMk/>
            <pc:sldMk cId="398623334" sldId="573"/>
            <ac:spMk id="3" creationId="{EE6D9407-6405-28AE-49B1-0C57BB840515}"/>
          </ac:spMkLst>
        </pc:spChg>
        <pc:spChg chg="mod">
          <ac:chgData name="Ibrahim NIANG" userId="acdf7ece8d0764a7" providerId="LiveId" clId="{E040C4FD-A350-48D1-9FBA-8D0B272720DB}" dt="2024-11-21T12:32:56.355" v="3507" actId="1076"/>
          <ac:spMkLst>
            <pc:docMk/>
            <pc:sldMk cId="398623334" sldId="573"/>
            <ac:spMk id="4" creationId="{35EB1D76-87DA-D608-B24F-44956B5734FF}"/>
          </ac:spMkLst>
        </pc:spChg>
        <pc:spChg chg="add mod">
          <ac:chgData name="Ibrahim NIANG" userId="acdf7ece8d0764a7" providerId="LiveId" clId="{E040C4FD-A350-48D1-9FBA-8D0B272720DB}" dt="2024-11-21T12:33:48.424" v="3519" actId="1076"/>
          <ac:spMkLst>
            <pc:docMk/>
            <pc:sldMk cId="398623334" sldId="573"/>
            <ac:spMk id="9" creationId="{BFCBD534-83E2-33C5-176B-6EACC68A2DE9}"/>
          </ac:spMkLst>
        </pc:spChg>
        <pc:spChg chg="del">
          <ac:chgData name="Ibrahim NIANG" userId="acdf7ece8d0764a7" providerId="LiveId" clId="{E040C4FD-A350-48D1-9FBA-8D0B272720DB}" dt="2024-11-21T12:33:25.936" v="3508" actId="478"/>
          <ac:spMkLst>
            <pc:docMk/>
            <pc:sldMk cId="398623334" sldId="573"/>
            <ac:spMk id="10" creationId="{8A401E94-0B9D-BED7-45D5-3391F18CA1AC}"/>
          </ac:spMkLst>
        </pc:spChg>
        <pc:picChg chg="del">
          <ac:chgData name="Ibrahim NIANG" userId="acdf7ece8d0764a7" providerId="LiveId" clId="{E040C4FD-A350-48D1-9FBA-8D0B272720DB}" dt="2024-11-21T12:34:13.514" v="3520" actId="478"/>
          <ac:picMkLst>
            <pc:docMk/>
            <pc:sldMk cId="398623334" sldId="573"/>
            <ac:picMk id="22530" creationId="{96606B5B-1643-B852-8F6B-A0F15FB8CAEB}"/>
          </ac:picMkLst>
        </pc:picChg>
        <pc:picChg chg="add mod">
          <ac:chgData name="Ibrahim NIANG" userId="acdf7ece8d0764a7" providerId="LiveId" clId="{E040C4FD-A350-48D1-9FBA-8D0B272720DB}" dt="2024-11-21T12:34:15.564" v="3522" actId="1076"/>
          <ac:picMkLst>
            <pc:docMk/>
            <pc:sldMk cId="398623334" sldId="573"/>
            <ac:picMk id="23555" creationId="{2154B6B2-7689-01F3-453A-4713B15D202D}"/>
          </ac:picMkLst>
        </pc:picChg>
      </pc:sldChg>
      <pc:sldChg chg="addSp delSp modSp add mod">
        <pc:chgData name="Ibrahim NIANG" userId="acdf7ece8d0764a7" providerId="LiveId" clId="{E040C4FD-A350-48D1-9FBA-8D0B272720DB}" dt="2024-11-27T09:52:31.879" v="4490"/>
        <pc:sldMkLst>
          <pc:docMk/>
          <pc:sldMk cId="2513092308" sldId="574"/>
        </pc:sldMkLst>
        <pc:spChg chg="add">
          <ac:chgData name="Ibrahim NIANG" userId="acdf7ece8d0764a7" providerId="LiveId" clId="{E040C4FD-A350-48D1-9FBA-8D0B272720DB}" dt="2024-11-21T12:36:02.858" v="3526"/>
          <ac:spMkLst>
            <pc:docMk/>
            <pc:sldMk cId="2513092308" sldId="574"/>
            <ac:spMk id="3" creationId="{1FC413B3-06B5-3015-4389-17E952ED7230}"/>
          </ac:spMkLst>
        </pc:spChg>
        <pc:spChg chg="add mod">
          <ac:chgData name="Ibrahim NIANG" userId="acdf7ece8d0764a7" providerId="LiveId" clId="{E040C4FD-A350-48D1-9FBA-8D0B272720DB}" dt="2024-11-27T09:52:31.879" v="4490"/>
          <ac:spMkLst>
            <pc:docMk/>
            <pc:sldMk cId="2513092308" sldId="574"/>
            <ac:spMk id="3" creationId="{471B67E3-0D6C-98D3-49B2-7846844AA685}"/>
          </ac:spMkLst>
        </pc:spChg>
        <pc:spChg chg="add del mod">
          <ac:chgData name="Ibrahim NIANG" userId="acdf7ece8d0764a7" providerId="LiveId" clId="{E040C4FD-A350-48D1-9FBA-8D0B272720DB}" dt="2024-11-21T12:38:27.333" v="3547" actId="478"/>
          <ac:spMkLst>
            <pc:docMk/>
            <pc:sldMk cId="2513092308" sldId="574"/>
            <ac:spMk id="9" creationId="{61C24284-CAD0-9F6A-C024-2CCB6BFBF28E}"/>
          </ac:spMkLst>
        </pc:spChg>
        <pc:spChg chg="del">
          <ac:chgData name="Ibrahim NIANG" userId="acdf7ece8d0764a7" providerId="LiveId" clId="{E040C4FD-A350-48D1-9FBA-8D0B272720DB}" dt="2024-11-21T12:35:38.158" v="3524" actId="478"/>
          <ac:spMkLst>
            <pc:docMk/>
            <pc:sldMk cId="2513092308" sldId="574"/>
            <ac:spMk id="10" creationId="{23C112E4-DFB7-345C-50BD-73A77B910525}"/>
          </ac:spMkLst>
        </pc:spChg>
        <pc:spChg chg="add mod">
          <ac:chgData name="Ibrahim NIANG" userId="acdf7ece8d0764a7" providerId="LiveId" clId="{E040C4FD-A350-48D1-9FBA-8D0B272720DB}" dt="2024-11-21T12:39:00.133" v="3553" actId="1076"/>
          <ac:spMkLst>
            <pc:docMk/>
            <pc:sldMk cId="2513092308" sldId="574"/>
            <ac:spMk id="12" creationId="{201D519A-3A0D-1ADB-A7D7-5B575BBE13CA}"/>
          </ac:spMkLst>
        </pc:spChg>
        <pc:picChg chg="del">
          <ac:chgData name="Ibrahim NIANG" userId="acdf7ece8d0764a7" providerId="LiveId" clId="{E040C4FD-A350-48D1-9FBA-8D0B272720DB}" dt="2024-11-21T12:35:38.571" v="3525" actId="478"/>
          <ac:picMkLst>
            <pc:docMk/>
            <pc:sldMk cId="2513092308" sldId="574"/>
            <ac:picMk id="22530" creationId="{86EF7E0A-5B6D-A2F0-C2F5-EC93DE35E3C4}"/>
          </ac:picMkLst>
        </pc:picChg>
        <pc:picChg chg="add del mod">
          <ac:chgData name="Ibrahim NIANG" userId="acdf7ece8d0764a7" providerId="LiveId" clId="{E040C4FD-A350-48D1-9FBA-8D0B272720DB}" dt="2024-11-21T12:39:01.316" v="3554" actId="478"/>
          <ac:picMkLst>
            <pc:docMk/>
            <pc:sldMk cId="2513092308" sldId="574"/>
            <ac:picMk id="24579" creationId="{3D5DE105-DE58-4D3C-D012-B8954F4DDED9}"/>
          </ac:picMkLst>
        </pc:picChg>
        <pc:picChg chg="add mod">
          <ac:chgData name="Ibrahim NIANG" userId="acdf7ece8d0764a7" providerId="LiveId" clId="{E040C4FD-A350-48D1-9FBA-8D0B272720DB}" dt="2024-11-21T12:39:05.443" v="3558" actId="1076"/>
          <ac:picMkLst>
            <pc:docMk/>
            <pc:sldMk cId="2513092308" sldId="574"/>
            <ac:picMk id="24581" creationId="{65BF1603-AF63-CA70-9138-0643505BB2D7}"/>
          </ac:picMkLst>
        </pc:picChg>
      </pc:sldChg>
      <pc:sldChg chg="addSp modSp add mod">
        <pc:chgData name="Ibrahim NIANG" userId="acdf7ece8d0764a7" providerId="LiveId" clId="{E040C4FD-A350-48D1-9FBA-8D0B272720DB}" dt="2024-11-27T09:52:39.139" v="4492" actId="1076"/>
        <pc:sldMkLst>
          <pc:docMk/>
          <pc:sldMk cId="2198530513" sldId="575"/>
        </pc:sldMkLst>
        <pc:spChg chg="add mod">
          <ac:chgData name="Ibrahim NIANG" userId="acdf7ece8d0764a7" providerId="LiveId" clId="{E040C4FD-A350-48D1-9FBA-8D0B272720DB}" dt="2024-11-27T09:52:39.139" v="4492" actId="1076"/>
          <ac:spMkLst>
            <pc:docMk/>
            <pc:sldMk cId="2198530513" sldId="575"/>
            <ac:spMk id="3" creationId="{8699364D-90C7-2188-36C5-187B04FCD173}"/>
          </ac:spMkLst>
        </pc:spChg>
        <pc:spChg chg="add mod">
          <ac:chgData name="Ibrahim NIANG" userId="acdf7ece8d0764a7" providerId="LiveId" clId="{E040C4FD-A350-48D1-9FBA-8D0B272720DB}" dt="2024-11-25T12:49:15.930" v="3731" actId="1076"/>
          <ac:spMkLst>
            <pc:docMk/>
            <pc:sldMk cId="2198530513" sldId="575"/>
            <ac:spMk id="7" creationId="{CB86D634-83C5-4EF3-C2A3-6767624DFCBA}"/>
          </ac:spMkLst>
        </pc:spChg>
        <pc:spChg chg="add mod">
          <ac:chgData name="Ibrahim NIANG" userId="acdf7ece8d0764a7" providerId="LiveId" clId="{E040C4FD-A350-48D1-9FBA-8D0B272720DB}" dt="2024-11-25T12:49:53.335" v="3741" actId="1076"/>
          <ac:spMkLst>
            <pc:docMk/>
            <pc:sldMk cId="2198530513" sldId="575"/>
            <ac:spMk id="11" creationId="{FAA7467C-7398-65F2-4875-9EC0014BD1A7}"/>
          </ac:spMkLst>
        </pc:spChg>
        <pc:picChg chg="mod">
          <ac:chgData name="Ibrahim NIANG" userId="acdf7ece8d0764a7" providerId="LiveId" clId="{E040C4FD-A350-48D1-9FBA-8D0B272720DB}" dt="2024-11-25T12:49:36.536" v="3732" actId="1076"/>
          <ac:picMkLst>
            <pc:docMk/>
            <pc:sldMk cId="2198530513" sldId="575"/>
            <ac:picMk id="24579" creationId="{47889CB9-34FA-9DEE-20CD-2377D4AFAF95}"/>
          </ac:picMkLst>
        </pc:picChg>
      </pc:sldChg>
      <pc:sldChg chg="addSp delSp modSp add mod">
        <pc:chgData name="Ibrahim NIANG" userId="acdf7ece8d0764a7" providerId="LiveId" clId="{E040C4FD-A350-48D1-9FBA-8D0B272720DB}" dt="2024-11-21T15:04:33.797" v="3625" actId="20577"/>
        <pc:sldMkLst>
          <pc:docMk/>
          <pc:sldMk cId="1241657389" sldId="576"/>
        </pc:sldMkLst>
        <pc:spChg chg="mod">
          <ac:chgData name="Ibrahim NIANG" userId="acdf7ece8d0764a7" providerId="LiveId" clId="{E040C4FD-A350-48D1-9FBA-8D0B272720DB}" dt="2024-11-21T15:04:33.797" v="3625" actId="20577"/>
          <ac:spMkLst>
            <pc:docMk/>
            <pc:sldMk cId="1241657389" sldId="576"/>
            <ac:spMk id="4" creationId="{83354831-A66E-E4AB-2874-23C92B4F4ADF}"/>
          </ac:spMkLst>
        </pc:spChg>
        <pc:spChg chg="del">
          <ac:chgData name="Ibrahim NIANG" userId="acdf7ece8d0764a7" providerId="LiveId" clId="{E040C4FD-A350-48D1-9FBA-8D0B272720DB}" dt="2024-11-21T15:04:17.070" v="3596" actId="478"/>
          <ac:spMkLst>
            <pc:docMk/>
            <pc:sldMk cId="1241657389" sldId="576"/>
            <ac:spMk id="11" creationId="{66867F2F-7533-5617-A8B4-BC70FE6D1ECC}"/>
          </ac:spMkLst>
        </pc:spChg>
        <pc:spChg chg="del">
          <ac:chgData name="Ibrahim NIANG" userId="acdf7ece8d0764a7" providerId="LiveId" clId="{E040C4FD-A350-48D1-9FBA-8D0B272720DB}" dt="2024-11-21T15:04:12.389" v="3591" actId="478"/>
          <ac:spMkLst>
            <pc:docMk/>
            <pc:sldMk cId="1241657389" sldId="576"/>
            <ac:spMk id="13" creationId="{847104E6-20BD-D669-85AC-093B7783CA66}"/>
          </ac:spMkLst>
        </pc:spChg>
        <pc:spChg chg="del">
          <ac:chgData name="Ibrahim NIANG" userId="acdf7ece8d0764a7" providerId="LiveId" clId="{E040C4FD-A350-48D1-9FBA-8D0B272720DB}" dt="2024-11-21T15:04:13.379" v="3592" actId="478"/>
          <ac:spMkLst>
            <pc:docMk/>
            <pc:sldMk cId="1241657389" sldId="576"/>
            <ac:spMk id="14" creationId="{0BCEEE4F-00A3-A77A-A2E5-49F393B75197}"/>
          </ac:spMkLst>
        </pc:spChg>
        <pc:spChg chg="del">
          <ac:chgData name="Ibrahim NIANG" userId="acdf7ece8d0764a7" providerId="LiveId" clId="{E040C4FD-A350-48D1-9FBA-8D0B272720DB}" dt="2024-11-21T15:04:15.583" v="3595" actId="478"/>
          <ac:spMkLst>
            <pc:docMk/>
            <pc:sldMk cId="1241657389" sldId="576"/>
            <ac:spMk id="15" creationId="{ECE3F6B4-6D52-ED95-9831-22AD5314C835}"/>
          </ac:spMkLst>
        </pc:spChg>
        <pc:picChg chg="add mod">
          <ac:chgData name="Ibrahim NIANG" userId="acdf7ece8d0764a7" providerId="LiveId" clId="{E040C4FD-A350-48D1-9FBA-8D0B272720DB}" dt="2024-11-21T15:04:19.852" v="3598" actId="1076"/>
          <ac:picMkLst>
            <pc:docMk/>
            <pc:sldMk cId="1241657389" sldId="576"/>
            <ac:picMk id="9" creationId="{B057FD12-2B98-E440-A7F8-E0F5CD06A0A8}"/>
          </ac:picMkLst>
        </pc:picChg>
        <pc:picChg chg="add mod">
          <ac:chgData name="Ibrahim NIANG" userId="acdf7ece8d0764a7" providerId="LiveId" clId="{E040C4FD-A350-48D1-9FBA-8D0B272720DB}" dt="2024-11-21T15:04:19.852" v="3598" actId="1076"/>
          <ac:picMkLst>
            <pc:docMk/>
            <pc:sldMk cId="1241657389" sldId="576"/>
            <ac:picMk id="10" creationId="{EFCDA961-8C4D-8BD0-8610-68ED4CFEB8D6}"/>
          </ac:picMkLst>
        </pc:picChg>
        <pc:picChg chg="del">
          <ac:chgData name="Ibrahim NIANG" userId="acdf7ece8d0764a7" providerId="LiveId" clId="{E040C4FD-A350-48D1-9FBA-8D0B272720DB}" dt="2024-11-21T15:04:10.568" v="3589" actId="478"/>
          <ac:picMkLst>
            <pc:docMk/>
            <pc:sldMk cId="1241657389" sldId="576"/>
            <ac:picMk id="1030" creationId="{3591CD70-EB46-5114-6E08-8B40577F3346}"/>
          </ac:picMkLst>
        </pc:picChg>
        <pc:picChg chg="del">
          <ac:chgData name="Ibrahim NIANG" userId="acdf7ece8d0764a7" providerId="LiveId" clId="{E040C4FD-A350-48D1-9FBA-8D0B272720DB}" dt="2024-11-21T15:04:11.181" v="3590" actId="478"/>
          <ac:picMkLst>
            <pc:docMk/>
            <pc:sldMk cId="1241657389" sldId="576"/>
            <ac:picMk id="1032" creationId="{E623AED9-54CC-B476-C628-EFB77D311F3E}"/>
          </ac:picMkLst>
        </pc:picChg>
        <pc:picChg chg="del mod">
          <ac:chgData name="Ibrahim NIANG" userId="acdf7ece8d0764a7" providerId="LiveId" clId="{E040C4FD-A350-48D1-9FBA-8D0B272720DB}" dt="2024-11-21T15:04:14.558" v="3594" actId="478"/>
          <ac:picMkLst>
            <pc:docMk/>
            <pc:sldMk cId="1241657389" sldId="576"/>
            <ac:picMk id="1034" creationId="{23B75816-D8F8-F091-7C3E-EAB4F04A0352}"/>
          </ac:picMkLst>
        </pc:picChg>
      </pc:sldChg>
      <pc:sldChg chg="modSp add mod">
        <pc:chgData name="Ibrahim NIANG" userId="acdf7ece8d0764a7" providerId="LiveId" clId="{E040C4FD-A350-48D1-9FBA-8D0B272720DB}" dt="2024-11-25T12:16:34.512" v="3627" actId="20577"/>
        <pc:sldMkLst>
          <pc:docMk/>
          <pc:sldMk cId="172413238" sldId="577"/>
        </pc:sldMkLst>
        <pc:spChg chg="mod">
          <ac:chgData name="Ibrahim NIANG" userId="acdf7ece8d0764a7" providerId="LiveId" clId="{E040C4FD-A350-48D1-9FBA-8D0B272720DB}" dt="2024-11-25T12:16:34.512" v="3627" actId="20577"/>
          <ac:spMkLst>
            <pc:docMk/>
            <pc:sldMk cId="172413238" sldId="577"/>
            <ac:spMk id="12" creationId="{47CF32C5-147F-6434-76A1-98A879A7C12C}"/>
          </ac:spMkLst>
        </pc:spChg>
      </pc:sldChg>
      <pc:sldChg chg="addSp delSp modSp add mod">
        <pc:chgData name="Ibrahim NIANG" userId="acdf7ece8d0764a7" providerId="LiveId" clId="{E040C4FD-A350-48D1-9FBA-8D0B272720DB}" dt="2024-11-25T12:22:39.340" v="3722" actId="1076"/>
        <pc:sldMkLst>
          <pc:docMk/>
          <pc:sldMk cId="1657560919" sldId="578"/>
        </pc:sldMkLst>
        <pc:spChg chg="mod">
          <ac:chgData name="Ibrahim NIANG" userId="acdf7ece8d0764a7" providerId="LiveId" clId="{E040C4FD-A350-48D1-9FBA-8D0B272720DB}" dt="2024-11-25T12:20:16.704" v="3704" actId="1076"/>
          <ac:spMkLst>
            <pc:docMk/>
            <pc:sldMk cId="1657560919" sldId="578"/>
            <ac:spMk id="7" creationId="{84363479-F07A-C82C-B6C7-94BF40235CA4}"/>
          </ac:spMkLst>
        </pc:spChg>
        <pc:spChg chg="del mod">
          <ac:chgData name="Ibrahim NIANG" userId="acdf7ece8d0764a7" providerId="LiveId" clId="{E040C4FD-A350-48D1-9FBA-8D0B272720DB}" dt="2024-11-25T12:20:07.798" v="3699" actId="478"/>
          <ac:spMkLst>
            <pc:docMk/>
            <pc:sldMk cId="1657560919" sldId="578"/>
            <ac:spMk id="10" creationId="{353A7CBA-CB91-7E29-8D95-0EE4D1848832}"/>
          </ac:spMkLst>
        </pc:spChg>
        <pc:picChg chg="add del mod">
          <ac:chgData name="Ibrahim NIANG" userId="acdf7ece8d0764a7" providerId="LiveId" clId="{E040C4FD-A350-48D1-9FBA-8D0B272720DB}" dt="2024-11-25T12:21:07.810" v="3708" actId="1076"/>
          <ac:picMkLst>
            <pc:docMk/>
            <pc:sldMk cId="1657560919" sldId="578"/>
            <ac:picMk id="11" creationId="{34E63508-1045-9164-78E0-C7BD7546F813}"/>
          </ac:picMkLst>
        </pc:picChg>
        <pc:picChg chg="add mod">
          <ac:chgData name="Ibrahim NIANG" userId="acdf7ece8d0764a7" providerId="LiveId" clId="{E040C4FD-A350-48D1-9FBA-8D0B272720DB}" dt="2024-11-25T12:22:39.340" v="3722" actId="1076"/>
          <ac:picMkLst>
            <pc:docMk/>
            <pc:sldMk cId="1657560919" sldId="578"/>
            <ac:picMk id="15" creationId="{332A01CB-9C56-800D-3B3C-C0B2FB073F6D}"/>
          </ac:picMkLst>
        </pc:picChg>
        <pc:picChg chg="del">
          <ac:chgData name="Ibrahim NIANG" userId="acdf7ece8d0764a7" providerId="LiveId" clId="{E040C4FD-A350-48D1-9FBA-8D0B272720DB}" dt="2024-11-25T12:18:28.683" v="3683" actId="478"/>
          <ac:picMkLst>
            <pc:docMk/>
            <pc:sldMk cId="1657560919" sldId="578"/>
            <ac:picMk id="1026" creationId="{12E2C76E-1519-9B9D-B0A0-9CABFA8D0CC6}"/>
          </ac:picMkLst>
        </pc:picChg>
        <pc:picChg chg="del">
          <ac:chgData name="Ibrahim NIANG" userId="acdf7ece8d0764a7" providerId="LiveId" clId="{E040C4FD-A350-48D1-9FBA-8D0B272720DB}" dt="2024-11-25T12:18:27.345" v="3682" actId="478"/>
          <ac:picMkLst>
            <pc:docMk/>
            <pc:sldMk cId="1657560919" sldId="578"/>
            <ac:picMk id="1028" creationId="{3EBB8C4D-6D6B-98DD-CE26-D7F438DF2F55}"/>
          </ac:picMkLst>
        </pc:picChg>
        <pc:picChg chg="add del">
          <ac:chgData name="Ibrahim NIANG" userId="acdf7ece8d0764a7" providerId="LiveId" clId="{E040C4FD-A350-48D1-9FBA-8D0B272720DB}" dt="2024-11-25T12:19:00.546" v="3687" actId="478"/>
          <ac:picMkLst>
            <pc:docMk/>
            <pc:sldMk cId="1657560919" sldId="578"/>
            <ac:picMk id="2050" creationId="{C488D0A3-805D-B458-DB5A-941061C85881}"/>
          </ac:picMkLst>
        </pc:picChg>
        <pc:picChg chg="add del mod">
          <ac:chgData name="Ibrahim NIANG" userId="acdf7ece8d0764a7" providerId="LiveId" clId="{E040C4FD-A350-48D1-9FBA-8D0B272720DB}" dt="2024-11-25T12:21:08.994" v="3709" actId="478"/>
          <ac:picMkLst>
            <pc:docMk/>
            <pc:sldMk cId="1657560919" sldId="578"/>
            <ac:picMk id="2052" creationId="{9FFB12FD-DA4D-FB36-B263-1A20B6814235}"/>
          </ac:picMkLst>
        </pc:picChg>
        <pc:picChg chg="add del mod">
          <ac:chgData name="Ibrahim NIANG" userId="acdf7ece8d0764a7" providerId="LiveId" clId="{E040C4FD-A350-48D1-9FBA-8D0B272720DB}" dt="2024-11-25T12:19:33.836" v="3698" actId="478"/>
          <ac:picMkLst>
            <pc:docMk/>
            <pc:sldMk cId="1657560919" sldId="578"/>
            <ac:picMk id="2054" creationId="{0184CDAD-2291-350E-FADF-336FF521157B}"/>
          </ac:picMkLst>
        </pc:picChg>
        <pc:picChg chg="add mod">
          <ac:chgData name="Ibrahim NIANG" userId="acdf7ece8d0764a7" providerId="LiveId" clId="{E040C4FD-A350-48D1-9FBA-8D0B272720DB}" dt="2024-11-25T12:22:35.432" v="3720" actId="1076"/>
          <ac:picMkLst>
            <pc:docMk/>
            <pc:sldMk cId="1657560919" sldId="578"/>
            <ac:picMk id="2056" creationId="{62774FDB-5ED4-BCD1-9C5D-121B513950F2}"/>
          </ac:picMkLst>
        </pc:picChg>
      </pc:sldChg>
      <pc:sldChg chg="addSp delSp modSp add mod">
        <pc:chgData name="Ibrahim NIANG" userId="acdf7ece8d0764a7" providerId="LiveId" clId="{E040C4FD-A350-48D1-9FBA-8D0B272720DB}" dt="2024-11-27T09:40:15.158" v="4424" actId="1076"/>
        <pc:sldMkLst>
          <pc:docMk/>
          <pc:sldMk cId="1699416882" sldId="579"/>
        </pc:sldMkLst>
        <pc:spChg chg="add mod">
          <ac:chgData name="Ibrahim NIANG" userId="acdf7ece8d0764a7" providerId="LiveId" clId="{E040C4FD-A350-48D1-9FBA-8D0B272720DB}" dt="2024-11-27T09:32:52.021" v="4384"/>
          <ac:spMkLst>
            <pc:docMk/>
            <pc:sldMk cId="1699416882" sldId="579"/>
            <ac:spMk id="3" creationId="{CC03B19C-D7DA-98A2-46CB-6F02EDEB70C0}"/>
          </ac:spMkLst>
        </pc:spChg>
        <pc:spChg chg="del mod">
          <ac:chgData name="Ibrahim NIANG" userId="acdf7ece8d0764a7" providerId="LiveId" clId="{E040C4FD-A350-48D1-9FBA-8D0B272720DB}" dt="2024-11-25T14:47:27.144" v="3977" actId="478"/>
          <ac:spMkLst>
            <pc:docMk/>
            <pc:sldMk cId="1699416882" sldId="579"/>
            <ac:spMk id="4" creationId="{C4B0AF55-0824-A585-216C-2698541C348F}"/>
          </ac:spMkLst>
        </pc:spChg>
        <pc:spChg chg="add del mod">
          <ac:chgData name="Ibrahim NIANG" userId="acdf7ece8d0764a7" providerId="LiveId" clId="{E040C4FD-A350-48D1-9FBA-8D0B272720DB}" dt="2024-11-25T14:41:46.624" v="3891" actId="478"/>
          <ac:spMkLst>
            <pc:docMk/>
            <pc:sldMk cId="1699416882" sldId="579"/>
            <ac:spMk id="7" creationId="{481A219D-1700-2192-E5C8-B58347155A5B}"/>
          </ac:spMkLst>
        </pc:spChg>
        <pc:spChg chg="del">
          <ac:chgData name="Ibrahim NIANG" userId="acdf7ece8d0764a7" providerId="LiveId" clId="{E040C4FD-A350-48D1-9FBA-8D0B272720DB}" dt="2024-11-25T12:52:24.527" v="3765" actId="478"/>
          <ac:spMkLst>
            <pc:docMk/>
            <pc:sldMk cId="1699416882" sldId="579"/>
            <ac:spMk id="9" creationId="{9D858601-3C3F-D336-C571-B762EB6E282E}"/>
          </ac:spMkLst>
        </pc:spChg>
        <pc:spChg chg="add del mod">
          <ac:chgData name="Ibrahim NIANG" userId="acdf7ece8d0764a7" providerId="LiveId" clId="{E040C4FD-A350-48D1-9FBA-8D0B272720DB}" dt="2024-11-25T14:41:45.391" v="3890" actId="478"/>
          <ac:spMkLst>
            <pc:docMk/>
            <pc:sldMk cId="1699416882" sldId="579"/>
            <ac:spMk id="11" creationId="{BDFB6880-5370-1D79-0355-973F03BF68A8}"/>
          </ac:spMkLst>
        </pc:spChg>
        <pc:spChg chg="add mod">
          <ac:chgData name="Ibrahim NIANG" userId="acdf7ece8d0764a7" providerId="LiveId" clId="{E040C4FD-A350-48D1-9FBA-8D0B272720DB}" dt="2024-11-27T09:39:36.294" v="4414" actId="1076"/>
          <ac:spMkLst>
            <pc:docMk/>
            <pc:sldMk cId="1699416882" sldId="579"/>
            <ac:spMk id="13" creationId="{B8B51E31-6F4F-940C-B491-75F8C8C01C45}"/>
          </ac:spMkLst>
        </pc:spChg>
        <pc:graphicFrameChg chg="add mod modGraphic">
          <ac:chgData name="Ibrahim NIANG" userId="acdf7ece8d0764a7" providerId="LiveId" clId="{E040C4FD-A350-48D1-9FBA-8D0B272720DB}" dt="2024-11-27T09:40:15.158" v="4424" actId="1076"/>
          <ac:graphicFrameMkLst>
            <pc:docMk/>
            <pc:sldMk cId="1699416882" sldId="579"/>
            <ac:graphicFrameMk id="12" creationId="{F2E08A87-2DEF-8463-B5F3-6F345DC8B8B2}"/>
          </ac:graphicFrameMkLst>
        </pc:graphicFrameChg>
        <pc:picChg chg="del">
          <ac:chgData name="Ibrahim NIANG" userId="acdf7ece8d0764a7" providerId="LiveId" clId="{E040C4FD-A350-48D1-9FBA-8D0B272720DB}" dt="2024-11-25T12:51:08.948" v="3743" actId="478"/>
          <ac:picMkLst>
            <pc:docMk/>
            <pc:sldMk cId="1699416882" sldId="579"/>
            <ac:picMk id="23555" creationId="{B34C39EA-8EFB-CFAA-4A0C-8FEA44BDECAF}"/>
          </ac:picMkLst>
        </pc:picChg>
      </pc:sldChg>
      <pc:sldChg chg="addSp delSp modSp add mod">
        <pc:chgData name="Ibrahim NIANG" userId="acdf7ece8d0764a7" providerId="LiveId" clId="{E040C4FD-A350-48D1-9FBA-8D0B272720DB}" dt="2024-11-25T14:37:57.728" v="3844" actId="14100"/>
        <pc:sldMkLst>
          <pc:docMk/>
          <pc:sldMk cId="3178492382" sldId="580"/>
        </pc:sldMkLst>
        <pc:spChg chg="del">
          <ac:chgData name="Ibrahim NIANG" userId="acdf7ece8d0764a7" providerId="LiveId" clId="{E040C4FD-A350-48D1-9FBA-8D0B272720DB}" dt="2024-11-25T14:37:52.591" v="3842" actId="478"/>
          <ac:spMkLst>
            <pc:docMk/>
            <pc:sldMk cId="3178492382" sldId="580"/>
            <ac:spMk id="4" creationId="{933DBBF9-0D0B-7FC5-299D-422260C09EF3}"/>
          </ac:spMkLst>
        </pc:spChg>
        <pc:spChg chg="del">
          <ac:chgData name="Ibrahim NIANG" userId="acdf7ece8d0764a7" providerId="LiveId" clId="{E040C4FD-A350-48D1-9FBA-8D0B272720DB}" dt="2024-11-25T12:55:03.752" v="3791" actId="478"/>
          <ac:spMkLst>
            <pc:docMk/>
            <pc:sldMk cId="3178492382" sldId="580"/>
            <ac:spMk id="7" creationId="{F2B8DAA4-3FB8-E7D3-10F3-1D5067DCF7BE}"/>
          </ac:spMkLst>
        </pc:spChg>
        <pc:spChg chg="add del">
          <ac:chgData name="Ibrahim NIANG" userId="acdf7ece8d0764a7" providerId="LiveId" clId="{E040C4FD-A350-48D1-9FBA-8D0B272720DB}" dt="2024-11-25T12:56:08.137" v="3793" actId="478"/>
          <ac:spMkLst>
            <pc:docMk/>
            <pc:sldMk cId="3178492382" sldId="580"/>
            <ac:spMk id="9" creationId="{457452A9-7516-EB07-0BDD-84558B7EF9B2}"/>
          </ac:spMkLst>
        </pc:spChg>
        <pc:spChg chg="del">
          <ac:chgData name="Ibrahim NIANG" userId="acdf7ece8d0764a7" providerId="LiveId" clId="{E040C4FD-A350-48D1-9FBA-8D0B272720DB}" dt="2024-11-25T12:55:02.182" v="3790" actId="478"/>
          <ac:spMkLst>
            <pc:docMk/>
            <pc:sldMk cId="3178492382" sldId="580"/>
            <ac:spMk id="11" creationId="{B14F8415-17C4-91EC-58F8-CC539287A903}"/>
          </ac:spMkLst>
        </pc:spChg>
        <pc:spChg chg="add del">
          <ac:chgData name="Ibrahim NIANG" userId="acdf7ece8d0764a7" providerId="LiveId" clId="{E040C4FD-A350-48D1-9FBA-8D0B272720DB}" dt="2024-11-25T12:56:13.287" v="3795" actId="478"/>
          <ac:spMkLst>
            <pc:docMk/>
            <pc:sldMk cId="3178492382" sldId="580"/>
            <ac:spMk id="12" creationId="{51DE747B-A68F-F024-8134-F255B372BE19}"/>
          </ac:spMkLst>
        </pc:spChg>
        <pc:spChg chg="add mod">
          <ac:chgData name="Ibrahim NIANG" userId="acdf7ece8d0764a7" providerId="LiveId" clId="{E040C4FD-A350-48D1-9FBA-8D0B272720DB}" dt="2024-11-25T14:37:57.728" v="3844" actId="14100"/>
          <ac:spMkLst>
            <pc:docMk/>
            <pc:sldMk cId="3178492382" sldId="580"/>
            <ac:spMk id="16" creationId="{A6AE4602-7CE1-F3B0-D85D-EDEBAB431C78}"/>
          </ac:spMkLst>
        </pc:spChg>
        <pc:picChg chg="add mod">
          <ac:chgData name="Ibrahim NIANG" userId="acdf7ece8d0764a7" providerId="LiveId" clId="{E040C4FD-A350-48D1-9FBA-8D0B272720DB}" dt="2024-11-25T12:56:41.571" v="3799" actId="1076"/>
          <ac:picMkLst>
            <pc:docMk/>
            <pc:sldMk cId="3178492382" sldId="580"/>
            <ac:picMk id="15" creationId="{9F4CFA8C-D9EE-CA36-BC43-61881B1FB49F}"/>
          </ac:picMkLst>
        </pc:picChg>
        <pc:picChg chg="add mod">
          <ac:chgData name="Ibrahim NIANG" userId="acdf7ece8d0764a7" providerId="LiveId" clId="{E040C4FD-A350-48D1-9FBA-8D0B272720DB}" dt="2024-11-25T12:58:08.290" v="3818" actId="1076"/>
          <ac:picMkLst>
            <pc:docMk/>
            <pc:sldMk cId="3178492382" sldId="580"/>
            <ac:picMk id="3074" creationId="{1F5B22BD-797C-C02B-D4E4-389A849F30D7}"/>
          </ac:picMkLst>
        </pc:picChg>
        <pc:picChg chg="add del mod">
          <ac:chgData name="Ibrahim NIANG" userId="acdf7ece8d0764a7" providerId="LiveId" clId="{E040C4FD-A350-48D1-9FBA-8D0B272720DB}" dt="2024-11-25T12:57:59.660" v="3813" actId="478"/>
          <ac:picMkLst>
            <pc:docMk/>
            <pc:sldMk cId="3178492382" sldId="580"/>
            <ac:picMk id="3076" creationId="{88262A17-DF86-0F7A-16E7-A2E8A99F6104}"/>
          </ac:picMkLst>
        </pc:picChg>
        <pc:picChg chg="add mod">
          <ac:chgData name="Ibrahim NIANG" userId="acdf7ece8d0764a7" providerId="LiveId" clId="{E040C4FD-A350-48D1-9FBA-8D0B272720DB}" dt="2024-11-25T12:58:13.701" v="3821" actId="688"/>
          <ac:picMkLst>
            <pc:docMk/>
            <pc:sldMk cId="3178492382" sldId="580"/>
            <ac:picMk id="3078" creationId="{745023E2-EE6E-0220-B6B0-DA5B7B15A67B}"/>
          </ac:picMkLst>
        </pc:picChg>
      </pc:sldChg>
      <pc:sldChg chg="addSp delSp modSp add mod">
        <pc:chgData name="Ibrahim NIANG" userId="acdf7ece8d0764a7" providerId="LiveId" clId="{E040C4FD-A350-48D1-9FBA-8D0B272720DB}" dt="2024-11-25T14:38:07.359" v="3848"/>
        <pc:sldMkLst>
          <pc:docMk/>
          <pc:sldMk cId="3658795830" sldId="581"/>
        </pc:sldMkLst>
        <pc:spChg chg="add mod">
          <ac:chgData name="Ibrahim NIANG" userId="acdf7ece8d0764a7" providerId="LiveId" clId="{E040C4FD-A350-48D1-9FBA-8D0B272720DB}" dt="2024-11-25T14:38:07.359" v="3848"/>
          <ac:spMkLst>
            <pc:docMk/>
            <pc:sldMk cId="3658795830" sldId="581"/>
            <ac:spMk id="3" creationId="{FE93DB72-9455-6C04-3734-3BE0C05B491D}"/>
          </ac:spMkLst>
        </pc:spChg>
        <pc:spChg chg="del">
          <ac:chgData name="Ibrahim NIANG" userId="acdf7ece8d0764a7" providerId="LiveId" clId="{E040C4FD-A350-48D1-9FBA-8D0B272720DB}" dt="2024-11-25T14:38:06.142" v="3847" actId="478"/>
          <ac:spMkLst>
            <pc:docMk/>
            <pc:sldMk cId="3658795830" sldId="581"/>
            <ac:spMk id="4" creationId="{85A268EF-513B-A232-B78E-37DBE4F14386}"/>
          </ac:spMkLst>
        </pc:spChg>
      </pc:sldChg>
      <pc:sldChg chg="addSp delSp modSp add mod">
        <pc:chgData name="Ibrahim NIANG" userId="acdf7ece8d0764a7" providerId="LiveId" clId="{E040C4FD-A350-48D1-9FBA-8D0B272720DB}" dt="2024-11-25T14:38:03.048" v="3846"/>
        <pc:sldMkLst>
          <pc:docMk/>
          <pc:sldMk cId="647802522" sldId="582"/>
        </pc:sldMkLst>
        <pc:spChg chg="del">
          <ac:chgData name="Ibrahim NIANG" userId="acdf7ece8d0764a7" providerId="LiveId" clId="{E040C4FD-A350-48D1-9FBA-8D0B272720DB}" dt="2024-11-25T14:38:01.933" v="3845" actId="478"/>
          <ac:spMkLst>
            <pc:docMk/>
            <pc:sldMk cId="647802522" sldId="582"/>
            <ac:spMk id="4" creationId="{C4ED3475-897A-2B70-0E2A-7E046B59153E}"/>
          </ac:spMkLst>
        </pc:spChg>
        <pc:spChg chg="add mod">
          <ac:chgData name="Ibrahim NIANG" userId="acdf7ece8d0764a7" providerId="LiveId" clId="{E040C4FD-A350-48D1-9FBA-8D0B272720DB}" dt="2024-11-25T13:01:33.295" v="3839" actId="113"/>
          <ac:spMkLst>
            <pc:docMk/>
            <pc:sldMk cId="647802522" sldId="582"/>
            <ac:spMk id="7" creationId="{F77A518E-D88A-6674-39B0-1C38D875A420}"/>
          </ac:spMkLst>
        </pc:spChg>
        <pc:spChg chg="add mod">
          <ac:chgData name="Ibrahim NIANG" userId="acdf7ece8d0764a7" providerId="LiveId" clId="{E040C4FD-A350-48D1-9FBA-8D0B272720DB}" dt="2024-11-25T14:38:03.048" v="3846"/>
          <ac:spMkLst>
            <pc:docMk/>
            <pc:sldMk cId="647802522" sldId="582"/>
            <ac:spMk id="9" creationId="{B912616B-AF38-7CE7-2D9A-73B3993A8A79}"/>
          </ac:spMkLst>
        </pc:spChg>
        <pc:picChg chg="mod">
          <ac:chgData name="Ibrahim NIANG" userId="acdf7ece8d0764a7" providerId="LiveId" clId="{E040C4FD-A350-48D1-9FBA-8D0B272720DB}" dt="2024-11-25T13:01:06.383" v="3834" actId="1076"/>
          <ac:picMkLst>
            <pc:docMk/>
            <pc:sldMk cId="647802522" sldId="582"/>
            <ac:picMk id="15" creationId="{81ED626D-5806-D385-4E2A-4E81902C39D5}"/>
          </ac:picMkLst>
        </pc:picChg>
        <pc:picChg chg="del">
          <ac:chgData name="Ibrahim NIANG" userId="acdf7ece8d0764a7" providerId="LiveId" clId="{E040C4FD-A350-48D1-9FBA-8D0B272720DB}" dt="2024-11-25T13:00:45.428" v="3825" actId="478"/>
          <ac:picMkLst>
            <pc:docMk/>
            <pc:sldMk cId="647802522" sldId="582"/>
            <ac:picMk id="3074" creationId="{24E6587B-BA95-4ECA-5294-A9B12EC61968}"/>
          </ac:picMkLst>
        </pc:picChg>
        <pc:picChg chg="del">
          <ac:chgData name="Ibrahim NIANG" userId="acdf7ece8d0764a7" providerId="LiveId" clId="{E040C4FD-A350-48D1-9FBA-8D0B272720DB}" dt="2024-11-25T13:00:44.364" v="3824" actId="478"/>
          <ac:picMkLst>
            <pc:docMk/>
            <pc:sldMk cId="647802522" sldId="582"/>
            <ac:picMk id="3078" creationId="{E4826DC3-5A23-0772-8BF4-12271E64D8E9}"/>
          </ac:picMkLst>
        </pc:picChg>
      </pc:sldChg>
      <pc:sldChg chg="addSp delSp modSp add mod">
        <pc:chgData name="Ibrahim NIANG" userId="acdf7ece8d0764a7" providerId="LiveId" clId="{E040C4FD-A350-48D1-9FBA-8D0B272720DB}" dt="2024-11-25T14:40:35.121" v="3864" actId="1076"/>
        <pc:sldMkLst>
          <pc:docMk/>
          <pc:sldMk cId="2718505669" sldId="583"/>
        </pc:sldMkLst>
        <pc:spChg chg="add">
          <ac:chgData name="Ibrahim NIANG" userId="acdf7ece8d0764a7" providerId="LiveId" clId="{E040C4FD-A350-48D1-9FBA-8D0B272720DB}" dt="2024-11-25T14:39:59.253" v="3851"/>
          <ac:spMkLst>
            <pc:docMk/>
            <pc:sldMk cId="2718505669" sldId="583"/>
            <ac:spMk id="3" creationId="{6F073C0E-958A-A38C-3880-8A61A112AE3C}"/>
          </ac:spMkLst>
        </pc:spChg>
        <pc:spChg chg="del">
          <ac:chgData name="Ibrahim NIANG" userId="acdf7ece8d0764a7" providerId="LiveId" clId="{E040C4FD-A350-48D1-9FBA-8D0B272720DB}" dt="2024-11-25T14:39:53.645" v="3850" actId="478"/>
          <ac:spMkLst>
            <pc:docMk/>
            <pc:sldMk cId="2718505669" sldId="583"/>
            <ac:spMk id="7" creationId="{AC5124D0-82A6-C03D-90C8-4A471D072205}"/>
          </ac:spMkLst>
        </pc:spChg>
        <pc:spChg chg="add mod">
          <ac:chgData name="Ibrahim NIANG" userId="acdf7ece8d0764a7" providerId="LiveId" clId="{E040C4FD-A350-48D1-9FBA-8D0B272720DB}" dt="2024-11-25T14:40:35.121" v="3864" actId="1076"/>
          <ac:spMkLst>
            <pc:docMk/>
            <pc:sldMk cId="2718505669" sldId="583"/>
            <ac:spMk id="10" creationId="{151EE0EA-96C6-6523-50CD-6AB9474D6E22}"/>
          </ac:spMkLst>
        </pc:spChg>
      </pc:sldChg>
      <pc:sldChg chg="addSp delSp modSp add mod">
        <pc:chgData name="Ibrahim NIANG" userId="acdf7ece8d0764a7" providerId="LiveId" clId="{E040C4FD-A350-48D1-9FBA-8D0B272720DB}" dt="2024-11-25T14:58:11.101" v="4086" actId="1076"/>
        <pc:sldMkLst>
          <pc:docMk/>
          <pc:sldMk cId="1553519615" sldId="584"/>
        </pc:sldMkLst>
        <pc:spChg chg="mod">
          <ac:chgData name="Ibrahim NIANG" userId="acdf7ece8d0764a7" providerId="LiveId" clId="{E040C4FD-A350-48D1-9FBA-8D0B272720DB}" dt="2024-11-25T14:49:16.507" v="3996" actId="1076"/>
          <ac:spMkLst>
            <pc:docMk/>
            <pc:sldMk cId="1553519615" sldId="584"/>
            <ac:spMk id="4" creationId="{D40012F4-8898-DF6C-C230-514D20FD8C9D}"/>
          </ac:spMkLst>
        </pc:spChg>
        <pc:spChg chg="del">
          <ac:chgData name="Ibrahim NIANG" userId="acdf7ece8d0764a7" providerId="LiveId" clId="{E040C4FD-A350-48D1-9FBA-8D0B272720DB}" dt="2024-11-25T14:51:50.698" v="4012" actId="478"/>
          <ac:spMkLst>
            <pc:docMk/>
            <pc:sldMk cId="1553519615" sldId="584"/>
            <ac:spMk id="7" creationId="{5F1D334C-365C-7B07-7FF2-DB4CE0A0719A}"/>
          </ac:spMkLst>
        </pc:spChg>
        <pc:spChg chg="add mod">
          <ac:chgData name="Ibrahim NIANG" userId="acdf7ece8d0764a7" providerId="LiveId" clId="{E040C4FD-A350-48D1-9FBA-8D0B272720DB}" dt="2024-11-25T14:51:14.337" v="4011" actId="1076"/>
          <ac:spMkLst>
            <pc:docMk/>
            <pc:sldMk cId="1553519615" sldId="584"/>
            <ac:spMk id="9" creationId="{43A5DA21-81EA-960C-7DAD-2DB8CE1E4993}"/>
          </ac:spMkLst>
        </pc:spChg>
        <pc:spChg chg="del">
          <ac:chgData name="Ibrahim NIANG" userId="acdf7ece8d0764a7" providerId="LiveId" clId="{E040C4FD-A350-48D1-9FBA-8D0B272720DB}" dt="2024-11-25T14:50:27.725" v="3997" actId="478"/>
          <ac:spMkLst>
            <pc:docMk/>
            <pc:sldMk cId="1553519615" sldId="584"/>
            <ac:spMk id="11" creationId="{D82BFD1A-D723-CCCA-C4B5-1E148B048B42}"/>
          </ac:spMkLst>
        </pc:spChg>
        <pc:spChg chg="add del mod">
          <ac:chgData name="Ibrahim NIANG" userId="acdf7ece8d0764a7" providerId="LiveId" clId="{E040C4FD-A350-48D1-9FBA-8D0B272720DB}" dt="2024-11-25T14:57:48.619" v="4079" actId="478"/>
          <ac:spMkLst>
            <pc:docMk/>
            <pc:sldMk cId="1553519615" sldId="584"/>
            <ac:spMk id="12" creationId="{3D3DA664-A6E4-040A-05F0-1959C6E11A4A}"/>
          </ac:spMkLst>
        </pc:spChg>
        <pc:spChg chg="add mod">
          <ac:chgData name="Ibrahim NIANG" userId="acdf7ece8d0764a7" providerId="LiveId" clId="{E040C4FD-A350-48D1-9FBA-8D0B272720DB}" dt="2024-11-25T14:58:11.101" v="4086" actId="1076"/>
          <ac:spMkLst>
            <pc:docMk/>
            <pc:sldMk cId="1553519615" sldId="584"/>
            <ac:spMk id="17" creationId="{547CB75A-E343-5661-1A30-F9F754682180}"/>
          </ac:spMkLst>
        </pc:spChg>
        <pc:picChg chg="add mod">
          <ac:chgData name="Ibrahim NIANG" userId="acdf7ece8d0764a7" providerId="LiveId" clId="{E040C4FD-A350-48D1-9FBA-8D0B272720DB}" dt="2024-11-25T14:57:50.938" v="4081" actId="1076"/>
          <ac:picMkLst>
            <pc:docMk/>
            <pc:sldMk cId="1553519615" sldId="584"/>
            <ac:picMk id="15" creationId="{9A5320DD-C6F5-F3C0-9E43-02CB816E8D29}"/>
          </ac:picMkLst>
        </pc:picChg>
        <pc:picChg chg="add del mod">
          <ac:chgData name="Ibrahim NIANG" userId="acdf7ece8d0764a7" providerId="LiveId" clId="{E040C4FD-A350-48D1-9FBA-8D0B272720DB}" dt="2024-11-25T14:57:45.367" v="4078" actId="478"/>
          <ac:picMkLst>
            <pc:docMk/>
            <pc:sldMk cId="1553519615" sldId="584"/>
            <ac:picMk id="9218" creationId="{C8B81524-4939-0F34-3DBB-C4C7BEE236E0}"/>
          </ac:picMkLst>
        </pc:picChg>
      </pc:sldChg>
      <pc:sldChg chg="addSp delSp modSp add mod">
        <pc:chgData name="Ibrahim NIANG" userId="acdf7ece8d0764a7" providerId="LiveId" clId="{E040C4FD-A350-48D1-9FBA-8D0B272720DB}" dt="2024-11-27T09:32:54.999" v="4385"/>
        <pc:sldMkLst>
          <pc:docMk/>
          <pc:sldMk cId="1202725284" sldId="585"/>
        </pc:sldMkLst>
        <pc:spChg chg="mod">
          <ac:chgData name="Ibrahim NIANG" userId="acdf7ece8d0764a7" providerId="LiveId" clId="{E040C4FD-A350-48D1-9FBA-8D0B272720DB}" dt="2024-11-25T14:47:18.695" v="3976" actId="20577"/>
          <ac:spMkLst>
            <pc:docMk/>
            <pc:sldMk cId="1202725284" sldId="585"/>
            <ac:spMk id="4" creationId="{C76536DF-71CD-66E5-AB52-71C5AD45A86E}"/>
          </ac:spMkLst>
        </pc:spChg>
        <pc:spChg chg="add del mod">
          <ac:chgData name="Ibrahim NIANG" userId="acdf7ece8d0764a7" providerId="LiveId" clId="{E040C4FD-A350-48D1-9FBA-8D0B272720DB}" dt="2024-11-27T09:28:49.013" v="4340" actId="478"/>
          <ac:spMkLst>
            <pc:docMk/>
            <pc:sldMk cId="1202725284" sldId="585"/>
            <ac:spMk id="7" creationId="{73983FE0-F36F-D1BD-D5DA-D6AF93BA98E7}"/>
          </ac:spMkLst>
        </pc:spChg>
        <pc:spChg chg="add">
          <ac:chgData name="Ibrahim NIANG" userId="acdf7ece8d0764a7" providerId="LiveId" clId="{E040C4FD-A350-48D1-9FBA-8D0B272720DB}" dt="2024-11-25T14:46:06.526" v="3938"/>
          <ac:spMkLst>
            <pc:docMk/>
            <pc:sldMk cId="1202725284" sldId="585"/>
            <ac:spMk id="9" creationId="{64299172-D75D-757F-9D64-19AAD9B22916}"/>
          </ac:spMkLst>
        </pc:spChg>
        <pc:spChg chg="add del mod">
          <ac:chgData name="Ibrahim NIANG" userId="acdf7ece8d0764a7" providerId="LiveId" clId="{E040C4FD-A350-48D1-9FBA-8D0B272720DB}" dt="2024-11-27T09:29:07.116" v="4345" actId="478"/>
          <ac:spMkLst>
            <pc:docMk/>
            <pc:sldMk cId="1202725284" sldId="585"/>
            <ac:spMk id="9" creationId="{A4DFB9EC-D28C-D38E-1CAA-97E2FF0ABC65}"/>
          </ac:spMkLst>
        </pc:spChg>
        <pc:spChg chg="add mod">
          <ac:chgData name="Ibrahim NIANG" userId="acdf7ece8d0764a7" providerId="LiveId" clId="{E040C4FD-A350-48D1-9FBA-8D0B272720DB}" dt="2024-11-27T09:31:55.592" v="4380" actId="115"/>
          <ac:spMkLst>
            <pc:docMk/>
            <pc:sldMk cId="1202725284" sldId="585"/>
            <ac:spMk id="11" creationId="{20A60775-411E-1872-D739-C6BE72F26279}"/>
          </ac:spMkLst>
        </pc:spChg>
        <pc:spChg chg="add del mod">
          <ac:chgData name="Ibrahim NIANG" userId="acdf7ece8d0764a7" providerId="LiveId" clId="{E040C4FD-A350-48D1-9FBA-8D0B272720DB}" dt="2024-11-25T14:46:20.405" v="3943" actId="478"/>
          <ac:spMkLst>
            <pc:docMk/>
            <pc:sldMk cId="1202725284" sldId="585"/>
            <ac:spMk id="11" creationId="{54A3D373-2D1B-A4E3-60EF-AE989A3FA9C0}"/>
          </ac:spMkLst>
        </pc:spChg>
        <pc:spChg chg="add mod">
          <ac:chgData name="Ibrahim NIANG" userId="acdf7ece8d0764a7" providerId="LiveId" clId="{E040C4FD-A350-48D1-9FBA-8D0B272720DB}" dt="2024-11-27T09:32:15.832" v="4383" actId="115"/>
          <ac:spMkLst>
            <pc:docMk/>
            <pc:sldMk cId="1202725284" sldId="585"/>
            <ac:spMk id="12" creationId="{57E4323A-E100-7707-103B-E78B88F340DA}"/>
          </ac:spMkLst>
        </pc:spChg>
        <pc:spChg chg="add mod">
          <ac:chgData name="Ibrahim NIANG" userId="acdf7ece8d0764a7" providerId="LiveId" clId="{E040C4FD-A350-48D1-9FBA-8D0B272720DB}" dt="2024-11-27T09:32:54.999" v="4385"/>
          <ac:spMkLst>
            <pc:docMk/>
            <pc:sldMk cId="1202725284" sldId="585"/>
            <ac:spMk id="13" creationId="{5B49A376-D7C0-9593-5E22-9ECBDEF30BFB}"/>
          </ac:spMkLst>
        </pc:spChg>
        <pc:graphicFrameChg chg="del">
          <ac:chgData name="Ibrahim NIANG" userId="acdf7ece8d0764a7" providerId="LiveId" clId="{E040C4FD-A350-48D1-9FBA-8D0B272720DB}" dt="2024-11-25T14:44:50.455" v="3919" actId="478"/>
          <ac:graphicFrameMkLst>
            <pc:docMk/>
            <pc:sldMk cId="1202725284" sldId="585"/>
            <ac:graphicFrameMk id="12" creationId="{5C923F89-0D9D-1F38-F7CA-10752DD4D835}"/>
          </ac:graphicFrameMkLst>
        </pc:graphicFrameChg>
      </pc:sldChg>
      <pc:sldChg chg="add">
        <pc:chgData name="Ibrahim NIANG" userId="acdf7ece8d0764a7" providerId="LiveId" clId="{E040C4FD-A350-48D1-9FBA-8D0B272720DB}" dt="2024-11-25T14:49:07.346" v="3979" actId="2890"/>
        <pc:sldMkLst>
          <pc:docMk/>
          <pc:sldMk cId="757173420" sldId="586"/>
        </pc:sldMkLst>
      </pc:sldChg>
      <pc:sldChg chg="addSp delSp modSp add mod">
        <pc:chgData name="Ibrahim NIANG" userId="acdf7ece8d0764a7" providerId="LiveId" clId="{E040C4FD-A350-48D1-9FBA-8D0B272720DB}" dt="2024-11-25T14:55:54.304" v="4077" actId="113"/>
        <pc:sldMkLst>
          <pc:docMk/>
          <pc:sldMk cId="2937442055" sldId="587"/>
        </pc:sldMkLst>
        <pc:spChg chg="mod">
          <ac:chgData name="Ibrahim NIANG" userId="acdf7ece8d0764a7" providerId="LiveId" clId="{E040C4FD-A350-48D1-9FBA-8D0B272720DB}" dt="2024-11-25T14:54:31.484" v="4062" actId="33524"/>
          <ac:spMkLst>
            <pc:docMk/>
            <pc:sldMk cId="2937442055" sldId="587"/>
            <ac:spMk id="4" creationId="{23EA65E0-9587-F337-B25D-EFE9E3DCB603}"/>
          </ac:spMkLst>
        </pc:spChg>
        <pc:spChg chg="add del">
          <ac:chgData name="Ibrahim NIANG" userId="acdf7ece8d0764a7" providerId="LiveId" clId="{E040C4FD-A350-48D1-9FBA-8D0B272720DB}" dt="2024-11-25T14:55:13.897" v="4064" actId="22"/>
          <ac:spMkLst>
            <pc:docMk/>
            <pc:sldMk cId="2937442055" sldId="587"/>
            <ac:spMk id="7" creationId="{2CE1C890-5AC3-DA4B-C4F9-ECA2522B8BB4}"/>
          </ac:spMkLst>
        </pc:spChg>
        <pc:spChg chg="del">
          <ac:chgData name="Ibrahim NIANG" userId="acdf7ece8d0764a7" providerId="LiveId" clId="{E040C4FD-A350-48D1-9FBA-8D0B272720DB}" dt="2024-11-25T14:54:28.403" v="4061" actId="478"/>
          <ac:spMkLst>
            <pc:docMk/>
            <pc:sldMk cId="2937442055" sldId="587"/>
            <ac:spMk id="9" creationId="{038D3547-8746-7DB9-4907-AC119F844F6D}"/>
          </ac:spMkLst>
        </pc:spChg>
        <pc:spChg chg="add mod">
          <ac:chgData name="Ibrahim NIANG" userId="acdf7ece8d0764a7" providerId="LiveId" clId="{E040C4FD-A350-48D1-9FBA-8D0B272720DB}" dt="2024-11-25T14:55:54.304" v="4077" actId="113"/>
          <ac:spMkLst>
            <pc:docMk/>
            <pc:sldMk cId="2937442055" sldId="587"/>
            <ac:spMk id="11" creationId="{77991743-62C6-E387-D458-78E6BCAC4742}"/>
          </ac:spMkLst>
        </pc:spChg>
      </pc:sldChg>
      <pc:sldChg chg="addSp delSp modSp add mod ord">
        <pc:chgData name="Ibrahim NIANG" userId="acdf7ece8d0764a7" providerId="LiveId" clId="{E040C4FD-A350-48D1-9FBA-8D0B272720DB}" dt="2024-11-25T15:07:58.734" v="4189"/>
        <pc:sldMkLst>
          <pc:docMk/>
          <pc:sldMk cId="3573528163" sldId="588"/>
        </pc:sldMkLst>
        <pc:spChg chg="del">
          <ac:chgData name="Ibrahim NIANG" userId="acdf7ece8d0764a7" providerId="LiveId" clId="{E040C4FD-A350-48D1-9FBA-8D0B272720DB}" dt="2024-11-25T15:00:33.885" v="4102" actId="478"/>
          <ac:spMkLst>
            <pc:docMk/>
            <pc:sldMk cId="3573528163" sldId="588"/>
            <ac:spMk id="3" creationId="{B515A9F3-4818-03E8-8522-66B1B7EDE881}"/>
          </ac:spMkLst>
        </pc:spChg>
        <pc:spChg chg="add del mod">
          <ac:chgData name="Ibrahim NIANG" userId="acdf7ece8d0764a7" providerId="LiveId" clId="{E040C4FD-A350-48D1-9FBA-8D0B272720DB}" dt="2024-11-25T15:05:20.054" v="4172" actId="478"/>
          <ac:spMkLst>
            <pc:docMk/>
            <pc:sldMk cId="3573528163" sldId="588"/>
            <ac:spMk id="7" creationId="{EECE88B9-7891-8A3B-42B8-EA76C5CA3806}"/>
          </ac:spMkLst>
        </pc:spChg>
        <pc:spChg chg="add mod">
          <ac:chgData name="Ibrahim NIANG" userId="acdf7ece8d0764a7" providerId="LiveId" clId="{E040C4FD-A350-48D1-9FBA-8D0B272720DB}" dt="2024-11-25T15:00:36.130" v="4103" actId="1076"/>
          <ac:spMkLst>
            <pc:docMk/>
            <pc:sldMk cId="3573528163" sldId="588"/>
            <ac:spMk id="10" creationId="{D27EBAF7-92DA-3D1A-2A59-E1C396D91706}"/>
          </ac:spMkLst>
        </pc:spChg>
        <pc:graphicFrameChg chg="add mod modGraphic">
          <ac:chgData name="Ibrahim NIANG" userId="acdf7ece8d0764a7" providerId="LiveId" clId="{E040C4FD-A350-48D1-9FBA-8D0B272720DB}" dt="2024-11-25T15:07:58.734" v="4189"/>
          <ac:graphicFrameMkLst>
            <pc:docMk/>
            <pc:sldMk cId="3573528163" sldId="588"/>
            <ac:graphicFrameMk id="11" creationId="{9C3CCBEC-EDAE-CC9E-A295-56170DFD8A04}"/>
          </ac:graphicFrameMkLst>
        </pc:graphicFrameChg>
        <pc:picChg chg="del mod">
          <ac:chgData name="Ibrahim NIANG" userId="acdf7ece8d0764a7" providerId="LiveId" clId="{E040C4FD-A350-48D1-9FBA-8D0B272720DB}" dt="2024-11-25T14:59:59.757" v="4089" actId="478"/>
          <ac:picMkLst>
            <pc:docMk/>
            <pc:sldMk cId="3573528163" sldId="588"/>
            <ac:picMk id="15" creationId="{EFD0E07E-E98A-D673-E8E2-38584ED203D0}"/>
          </ac:picMkLst>
        </pc:picChg>
        <pc:picChg chg="del">
          <ac:chgData name="Ibrahim NIANG" userId="acdf7ece8d0764a7" providerId="LiveId" clId="{E040C4FD-A350-48D1-9FBA-8D0B272720DB}" dt="2024-11-25T15:00:00.738" v="4091" actId="478"/>
          <ac:picMkLst>
            <pc:docMk/>
            <pc:sldMk cId="3573528163" sldId="588"/>
            <ac:picMk id="3074" creationId="{5DF5194B-1256-4E24-C742-67830F72A0CF}"/>
          </ac:picMkLst>
        </pc:picChg>
        <pc:picChg chg="del">
          <ac:chgData name="Ibrahim NIANG" userId="acdf7ece8d0764a7" providerId="LiveId" clId="{E040C4FD-A350-48D1-9FBA-8D0B272720DB}" dt="2024-11-25T15:00:00.228" v="4090" actId="478"/>
          <ac:picMkLst>
            <pc:docMk/>
            <pc:sldMk cId="3573528163" sldId="588"/>
            <ac:picMk id="3078" creationId="{4276F7DB-346C-F60E-6669-DD90124979B1}"/>
          </ac:picMkLst>
        </pc:picChg>
      </pc:sldChg>
      <pc:sldChg chg="addSp delSp modSp add mod">
        <pc:chgData name="Ibrahim NIANG" userId="acdf7ece8d0764a7" providerId="LiveId" clId="{E040C4FD-A350-48D1-9FBA-8D0B272720DB}" dt="2024-11-25T15:08:13.348" v="4190" actId="1076"/>
        <pc:sldMkLst>
          <pc:docMk/>
          <pc:sldMk cId="318221856" sldId="589"/>
        </pc:sldMkLst>
        <pc:spChg chg="mod">
          <ac:chgData name="Ibrahim NIANG" userId="acdf7ece8d0764a7" providerId="LiveId" clId="{E040C4FD-A350-48D1-9FBA-8D0B272720DB}" dt="2024-11-25T15:05:05.034" v="4169" actId="1076"/>
          <ac:spMkLst>
            <pc:docMk/>
            <pc:sldMk cId="318221856" sldId="589"/>
            <ac:spMk id="7" creationId="{A0DBE515-2D21-6025-1D7C-377FCF584CAA}"/>
          </ac:spMkLst>
        </pc:spChg>
        <pc:graphicFrameChg chg="del">
          <ac:chgData name="Ibrahim NIANG" userId="acdf7ece8d0764a7" providerId="LiveId" clId="{E040C4FD-A350-48D1-9FBA-8D0B272720DB}" dt="2024-11-25T15:04:46.412" v="4163" actId="478"/>
          <ac:graphicFrameMkLst>
            <pc:docMk/>
            <pc:sldMk cId="318221856" sldId="589"/>
            <ac:graphicFrameMk id="11" creationId="{D9F1F6A1-6CDC-7C06-30BA-00D00FE64FA5}"/>
          </ac:graphicFrameMkLst>
        </pc:graphicFrameChg>
        <pc:picChg chg="add mod">
          <ac:chgData name="Ibrahim NIANG" userId="acdf7ece8d0764a7" providerId="LiveId" clId="{E040C4FD-A350-48D1-9FBA-8D0B272720DB}" dt="2024-11-25T15:08:13.348" v="4190" actId="1076"/>
          <ac:picMkLst>
            <pc:docMk/>
            <pc:sldMk cId="318221856" sldId="589"/>
            <ac:picMk id="12290" creationId="{F8E8AE44-E92C-AF11-3E14-3377B46C6F72}"/>
          </ac:picMkLst>
        </pc:picChg>
      </pc:sldChg>
      <pc:sldChg chg="addSp delSp modSp add mod ord">
        <pc:chgData name="Ibrahim NIANG" userId="acdf7ece8d0764a7" providerId="LiveId" clId="{E040C4FD-A350-48D1-9FBA-8D0B272720DB}" dt="2024-11-25T15:15:30.243" v="4259" actId="122"/>
        <pc:sldMkLst>
          <pc:docMk/>
          <pc:sldMk cId="234096490" sldId="590"/>
        </pc:sldMkLst>
        <pc:spChg chg="add mod">
          <ac:chgData name="Ibrahim NIANG" userId="acdf7ece8d0764a7" providerId="LiveId" clId="{E040C4FD-A350-48D1-9FBA-8D0B272720DB}" dt="2024-11-25T15:15:30.243" v="4259" actId="122"/>
          <ac:spMkLst>
            <pc:docMk/>
            <pc:sldMk cId="234096490" sldId="590"/>
            <ac:spMk id="4" creationId="{7383B59D-4EE8-AE35-22D8-850333BA74D6}"/>
          </ac:spMkLst>
        </pc:spChg>
        <pc:spChg chg="del">
          <ac:chgData name="Ibrahim NIANG" userId="acdf7ece8d0764a7" providerId="LiveId" clId="{E040C4FD-A350-48D1-9FBA-8D0B272720DB}" dt="2024-11-25T15:09:17.739" v="4220" actId="478"/>
          <ac:spMkLst>
            <pc:docMk/>
            <pc:sldMk cId="234096490" sldId="590"/>
            <ac:spMk id="7" creationId="{52635B41-0F85-57DB-2FD6-19D966FAB89F}"/>
          </ac:spMkLst>
        </pc:spChg>
        <pc:spChg chg="mod">
          <ac:chgData name="Ibrahim NIANG" userId="acdf7ece8d0764a7" providerId="LiveId" clId="{E040C4FD-A350-48D1-9FBA-8D0B272720DB}" dt="2024-11-25T15:14:55.376" v="4246" actId="1076"/>
          <ac:spMkLst>
            <pc:docMk/>
            <pc:sldMk cId="234096490" sldId="590"/>
            <ac:spMk id="10" creationId="{5683C930-CE4A-9584-664F-010515CF6A47}"/>
          </ac:spMkLst>
        </pc:spChg>
        <pc:spChg chg="add mod">
          <ac:chgData name="Ibrahim NIANG" userId="acdf7ece8d0764a7" providerId="LiveId" clId="{E040C4FD-A350-48D1-9FBA-8D0B272720DB}" dt="2024-11-25T15:15:26.927" v="4258" actId="1076"/>
          <ac:spMkLst>
            <pc:docMk/>
            <pc:sldMk cId="234096490" sldId="590"/>
            <ac:spMk id="24" creationId="{0B8BF460-437F-6F41-2931-7F29CF3A3A6D}"/>
          </ac:spMkLst>
        </pc:spChg>
        <pc:graphicFrameChg chg="add del mod">
          <ac:chgData name="Ibrahim NIANG" userId="acdf7ece8d0764a7" providerId="LiveId" clId="{E040C4FD-A350-48D1-9FBA-8D0B272720DB}" dt="2024-11-25T15:14:45.778" v="4240" actId="478"/>
          <ac:graphicFrameMkLst>
            <pc:docMk/>
            <pc:sldMk cId="234096490" sldId="590"/>
            <ac:graphicFrameMk id="9" creationId="{7DEF89FB-EE8A-C1D9-2A33-28DE963998B3}"/>
          </ac:graphicFrameMkLst>
        </pc:graphicFrameChg>
        <pc:graphicFrameChg chg="add del mod">
          <ac:chgData name="Ibrahim NIANG" userId="acdf7ece8d0764a7" providerId="LiveId" clId="{E040C4FD-A350-48D1-9FBA-8D0B272720DB}" dt="2024-11-25T15:14:43.863" v="4239" actId="478"/>
          <ac:graphicFrameMkLst>
            <pc:docMk/>
            <pc:sldMk cId="234096490" sldId="590"/>
            <ac:graphicFrameMk id="11" creationId="{49949300-ADC8-889C-375F-246A99F816A0}"/>
          </ac:graphicFrameMkLst>
        </pc:graphicFrameChg>
        <pc:graphicFrameChg chg="add del mod">
          <ac:chgData name="Ibrahim NIANG" userId="acdf7ece8d0764a7" providerId="LiveId" clId="{E040C4FD-A350-48D1-9FBA-8D0B272720DB}" dt="2024-11-25T15:14:43.210" v="4238" actId="478"/>
          <ac:graphicFrameMkLst>
            <pc:docMk/>
            <pc:sldMk cId="234096490" sldId="590"/>
            <ac:graphicFrameMk id="12" creationId="{F941495A-1453-389F-BB4E-E4579156B959}"/>
          </ac:graphicFrameMkLst>
        </pc:graphicFrameChg>
        <pc:graphicFrameChg chg="add del mod modGraphic">
          <ac:chgData name="Ibrahim NIANG" userId="acdf7ece8d0764a7" providerId="LiveId" clId="{E040C4FD-A350-48D1-9FBA-8D0B272720DB}" dt="2024-11-25T15:14:48.994" v="4242" actId="478"/>
          <ac:graphicFrameMkLst>
            <pc:docMk/>
            <pc:sldMk cId="234096490" sldId="590"/>
            <ac:graphicFrameMk id="13" creationId="{FFF906A0-CDB8-7B6E-0EDB-C0295D1B9171}"/>
          </ac:graphicFrameMkLst>
        </pc:graphicFrameChg>
        <pc:graphicFrameChg chg="add del mod">
          <ac:chgData name="Ibrahim NIANG" userId="acdf7ece8d0764a7" providerId="LiveId" clId="{E040C4FD-A350-48D1-9FBA-8D0B272720DB}" dt="2024-11-25T15:14:41.906" v="4236" actId="478"/>
          <ac:graphicFrameMkLst>
            <pc:docMk/>
            <pc:sldMk cId="234096490" sldId="590"/>
            <ac:graphicFrameMk id="15" creationId="{D0B5A43A-897C-6315-D82A-954024C3BCF5}"/>
          </ac:graphicFrameMkLst>
        </pc:graphicFrameChg>
        <pc:graphicFrameChg chg="add del mod">
          <ac:chgData name="Ibrahim NIANG" userId="acdf7ece8d0764a7" providerId="LiveId" clId="{E040C4FD-A350-48D1-9FBA-8D0B272720DB}" dt="2024-11-25T15:14:41.522" v="4235" actId="478"/>
          <ac:graphicFrameMkLst>
            <pc:docMk/>
            <pc:sldMk cId="234096490" sldId="590"/>
            <ac:graphicFrameMk id="16" creationId="{5ECD368D-3086-0674-69BB-6465B399ED01}"/>
          </ac:graphicFrameMkLst>
        </pc:graphicFrameChg>
        <pc:graphicFrameChg chg="add del mod">
          <ac:chgData name="Ibrahim NIANG" userId="acdf7ece8d0764a7" providerId="LiveId" clId="{E040C4FD-A350-48D1-9FBA-8D0B272720DB}" dt="2024-11-25T15:14:41.011" v="4234" actId="478"/>
          <ac:graphicFrameMkLst>
            <pc:docMk/>
            <pc:sldMk cId="234096490" sldId="590"/>
            <ac:graphicFrameMk id="17" creationId="{4DB625A1-8011-D641-18C2-EB6BF12D9BF8}"/>
          </ac:graphicFrameMkLst>
        </pc:graphicFrameChg>
        <pc:graphicFrameChg chg="add del mod">
          <ac:chgData name="Ibrahim NIANG" userId="acdf7ece8d0764a7" providerId="LiveId" clId="{E040C4FD-A350-48D1-9FBA-8D0B272720DB}" dt="2024-11-25T15:14:40.268" v="4233" actId="478"/>
          <ac:graphicFrameMkLst>
            <pc:docMk/>
            <pc:sldMk cId="234096490" sldId="590"/>
            <ac:graphicFrameMk id="18" creationId="{5231E243-E5FE-57CD-111A-131248254BE3}"/>
          </ac:graphicFrameMkLst>
        </pc:graphicFrameChg>
        <pc:graphicFrameChg chg="add del mod">
          <ac:chgData name="Ibrahim NIANG" userId="acdf7ece8d0764a7" providerId="LiveId" clId="{E040C4FD-A350-48D1-9FBA-8D0B272720DB}" dt="2024-11-25T15:13:53.123" v="4232" actId="478"/>
          <ac:graphicFrameMkLst>
            <pc:docMk/>
            <pc:sldMk cId="234096490" sldId="590"/>
            <ac:graphicFrameMk id="19" creationId="{AF6FE679-3CFD-5D2A-6527-5D8D21C565E4}"/>
          </ac:graphicFrameMkLst>
        </pc:graphicFrameChg>
        <pc:graphicFrameChg chg="add del mod">
          <ac:chgData name="Ibrahim NIANG" userId="acdf7ece8d0764a7" providerId="LiveId" clId="{E040C4FD-A350-48D1-9FBA-8D0B272720DB}" dt="2024-11-25T15:13:26.146" v="4231" actId="478"/>
          <ac:graphicFrameMkLst>
            <pc:docMk/>
            <pc:sldMk cId="234096490" sldId="590"/>
            <ac:graphicFrameMk id="20" creationId="{FD3F7CF5-C405-2281-243E-AB7D3D9E3649}"/>
          </ac:graphicFrameMkLst>
        </pc:graphicFrameChg>
        <pc:graphicFrameChg chg="add del mod">
          <ac:chgData name="Ibrahim NIANG" userId="acdf7ece8d0764a7" providerId="LiveId" clId="{E040C4FD-A350-48D1-9FBA-8D0B272720DB}" dt="2024-11-25T15:13:24.731" v="4230" actId="478"/>
          <ac:graphicFrameMkLst>
            <pc:docMk/>
            <pc:sldMk cId="234096490" sldId="590"/>
            <ac:graphicFrameMk id="21" creationId="{E1812CC7-9177-BE12-5037-43AA5653F464}"/>
          </ac:graphicFrameMkLst>
        </pc:graphicFrameChg>
        <pc:graphicFrameChg chg="add del mod">
          <ac:chgData name="Ibrahim NIANG" userId="acdf7ece8d0764a7" providerId="LiveId" clId="{E040C4FD-A350-48D1-9FBA-8D0B272720DB}" dt="2024-11-25T15:13:13.645" v="4229" actId="478"/>
          <ac:graphicFrameMkLst>
            <pc:docMk/>
            <pc:sldMk cId="234096490" sldId="590"/>
            <ac:graphicFrameMk id="22" creationId="{C2B3276E-D48B-888A-5650-545067D547D5}"/>
          </ac:graphicFrameMkLst>
        </pc:graphicFrameChg>
        <pc:picChg chg="del">
          <ac:chgData name="Ibrahim NIANG" userId="acdf7ece8d0764a7" providerId="LiveId" clId="{E040C4FD-A350-48D1-9FBA-8D0B272720DB}" dt="2024-11-25T15:09:43.091" v="4227" actId="478"/>
          <ac:picMkLst>
            <pc:docMk/>
            <pc:sldMk cId="234096490" sldId="590"/>
            <ac:picMk id="12290" creationId="{DCC590BD-3234-A024-677C-18292B517361}"/>
          </ac:picMkLst>
        </pc:picChg>
      </pc:sldChg>
      <pc:sldChg chg="addSp delSp modSp add mod">
        <pc:chgData name="Ibrahim NIANG" userId="acdf7ece8d0764a7" providerId="LiveId" clId="{E040C4FD-A350-48D1-9FBA-8D0B272720DB}" dt="2024-11-25T15:36:02.504" v="4320" actId="14100"/>
        <pc:sldMkLst>
          <pc:docMk/>
          <pc:sldMk cId="1690179196" sldId="591"/>
        </pc:sldMkLst>
        <pc:spChg chg="del">
          <ac:chgData name="Ibrahim NIANG" userId="acdf7ece8d0764a7" providerId="LiveId" clId="{E040C4FD-A350-48D1-9FBA-8D0B272720DB}" dt="2024-11-25T15:18:02.651" v="4282" actId="478"/>
          <ac:spMkLst>
            <pc:docMk/>
            <pc:sldMk cId="1690179196" sldId="591"/>
            <ac:spMk id="4" creationId="{485D7581-80C1-DBAF-A8D5-31BE82A4A13F}"/>
          </ac:spMkLst>
        </pc:spChg>
        <pc:spChg chg="add mod">
          <ac:chgData name="Ibrahim NIANG" userId="acdf7ece8d0764a7" providerId="LiveId" clId="{E040C4FD-A350-48D1-9FBA-8D0B272720DB}" dt="2024-11-25T15:36:00.397" v="4319" actId="14100"/>
          <ac:spMkLst>
            <pc:docMk/>
            <pc:sldMk cId="1690179196" sldId="591"/>
            <ac:spMk id="7" creationId="{68B18F10-70FC-D0DC-1FDB-06924C4B1DD4}"/>
          </ac:spMkLst>
        </pc:spChg>
        <pc:spChg chg="mod">
          <ac:chgData name="Ibrahim NIANG" userId="acdf7ece8d0764a7" providerId="LiveId" clId="{E040C4FD-A350-48D1-9FBA-8D0B272720DB}" dt="2024-11-25T15:17:59.259" v="4281" actId="20577"/>
          <ac:spMkLst>
            <pc:docMk/>
            <pc:sldMk cId="1690179196" sldId="591"/>
            <ac:spMk id="14" creationId="{A32B3567-3846-AD0D-0E06-9D572F4260F8}"/>
          </ac:spMkLst>
        </pc:spChg>
        <pc:spChg chg="del">
          <ac:chgData name="Ibrahim NIANG" userId="acdf7ece8d0764a7" providerId="LiveId" clId="{E040C4FD-A350-48D1-9FBA-8D0B272720DB}" dt="2024-11-25T15:18:03.962" v="4283" actId="478"/>
          <ac:spMkLst>
            <pc:docMk/>
            <pc:sldMk cId="1690179196" sldId="591"/>
            <ac:spMk id="24" creationId="{170131E5-02FE-703F-7DBF-3A057B94AEBB}"/>
          </ac:spMkLst>
        </pc:spChg>
        <pc:picChg chg="add mod">
          <ac:chgData name="Ibrahim NIANG" userId="acdf7ece8d0764a7" providerId="LiveId" clId="{E040C4FD-A350-48D1-9FBA-8D0B272720DB}" dt="2024-11-25T15:36:02.504" v="4320" actId="14100"/>
          <ac:picMkLst>
            <pc:docMk/>
            <pc:sldMk cId="1690179196" sldId="591"/>
            <ac:picMk id="11" creationId="{3349FCE7-FCC5-E49A-68EB-2DECD00D5E10}"/>
          </ac:picMkLst>
        </pc:picChg>
      </pc:sldChg>
      <pc:sldChg chg="addSp delSp modSp add mod">
        <pc:chgData name="Ibrahim NIANG" userId="acdf7ece8d0764a7" providerId="LiveId" clId="{E040C4FD-A350-48D1-9FBA-8D0B272720DB}" dt="2024-11-27T09:19:55.356" v="4330" actId="1076"/>
        <pc:sldMkLst>
          <pc:docMk/>
          <pc:sldMk cId="2686968891" sldId="592"/>
        </pc:sldMkLst>
        <pc:spChg chg="add mod">
          <ac:chgData name="Ibrahim NIANG" userId="acdf7ece8d0764a7" providerId="LiveId" clId="{E040C4FD-A350-48D1-9FBA-8D0B272720DB}" dt="2024-11-27T09:19:55.356" v="4330" actId="1076"/>
          <ac:spMkLst>
            <pc:docMk/>
            <pc:sldMk cId="2686968891" sldId="592"/>
            <ac:spMk id="3" creationId="{F30476DB-88D5-AB29-902D-1EC32EC8E558}"/>
          </ac:spMkLst>
        </pc:spChg>
        <pc:picChg chg="add mod">
          <ac:chgData name="Ibrahim NIANG" userId="acdf7ece8d0764a7" providerId="LiveId" clId="{E040C4FD-A350-48D1-9FBA-8D0B272720DB}" dt="2024-11-25T17:55:54.354" v="4327" actId="1076"/>
          <ac:picMkLst>
            <pc:docMk/>
            <pc:sldMk cId="2686968891" sldId="592"/>
            <ac:picMk id="7" creationId="{14121705-4F4A-0AF2-080F-E5564EFE5D91}"/>
          </ac:picMkLst>
        </pc:picChg>
        <pc:picChg chg="del">
          <ac:chgData name="Ibrahim NIANG" userId="acdf7ece8d0764a7" providerId="LiveId" clId="{E040C4FD-A350-48D1-9FBA-8D0B272720DB}" dt="2024-11-25T17:55:35.484" v="4323" actId="478"/>
          <ac:picMkLst>
            <pc:docMk/>
            <pc:sldMk cId="2686968891" sldId="592"/>
            <ac:picMk id="20482" creationId="{7D0FE246-DB61-0BB4-3251-68274EC00858}"/>
          </ac:picMkLst>
        </pc:picChg>
        <pc:picChg chg="del">
          <ac:chgData name="Ibrahim NIANG" userId="acdf7ece8d0764a7" providerId="LiveId" clId="{E040C4FD-A350-48D1-9FBA-8D0B272720DB}" dt="2024-11-25T17:55:33.600" v="4322" actId="478"/>
          <ac:picMkLst>
            <pc:docMk/>
            <pc:sldMk cId="2686968891" sldId="592"/>
            <ac:picMk id="20484" creationId="{5903E646-E2D2-3861-9A72-7916C11D80F1}"/>
          </ac:picMkLst>
        </pc:picChg>
      </pc:sldChg>
      <pc:sldChg chg="addSp delSp modSp add mod">
        <pc:chgData name="Ibrahim NIANG" userId="acdf7ece8d0764a7" providerId="LiveId" clId="{E040C4FD-A350-48D1-9FBA-8D0B272720DB}" dt="2024-11-27T09:27:23.081" v="4339" actId="1076"/>
        <pc:sldMkLst>
          <pc:docMk/>
          <pc:sldMk cId="4278918976" sldId="593"/>
        </pc:sldMkLst>
        <pc:spChg chg="del mod">
          <ac:chgData name="Ibrahim NIANG" userId="acdf7ece8d0764a7" providerId="LiveId" clId="{E040C4FD-A350-48D1-9FBA-8D0B272720DB}" dt="2024-11-27T09:27:10.017" v="4334" actId="478"/>
          <ac:spMkLst>
            <pc:docMk/>
            <pc:sldMk cId="4278918976" sldId="593"/>
            <ac:spMk id="12" creationId="{A7D8BD77-CF66-D25B-28B2-642A3555A084}"/>
          </ac:spMkLst>
        </pc:spChg>
        <pc:picChg chg="add mod modCrop">
          <ac:chgData name="Ibrahim NIANG" userId="acdf7ece8d0764a7" providerId="LiveId" clId="{E040C4FD-A350-48D1-9FBA-8D0B272720DB}" dt="2024-11-27T09:27:23.081" v="4339" actId="1076"/>
          <ac:picMkLst>
            <pc:docMk/>
            <pc:sldMk cId="4278918976" sldId="593"/>
            <ac:picMk id="7" creationId="{A63EC67F-CD09-7D96-9717-EF12BEF38EDD}"/>
          </ac:picMkLst>
        </pc:picChg>
        <pc:picChg chg="del">
          <ac:chgData name="Ibrahim NIANG" userId="acdf7ece8d0764a7" providerId="LiveId" clId="{E040C4FD-A350-48D1-9FBA-8D0B272720DB}" dt="2024-11-27T09:27:08.363" v="4332" actId="478"/>
          <ac:picMkLst>
            <pc:docMk/>
            <pc:sldMk cId="4278918976" sldId="593"/>
            <ac:picMk id="9218" creationId="{3CD534E5-FCE1-4363-EB8A-F2D8FE165325}"/>
          </ac:picMkLst>
        </pc:picChg>
      </pc:sldChg>
      <pc:sldChg chg="addSp delSp modSp add mod">
        <pc:chgData name="Ibrahim NIANG" userId="acdf7ece8d0764a7" providerId="LiveId" clId="{E040C4FD-A350-48D1-9FBA-8D0B272720DB}" dt="2024-11-27T09:47:36.007" v="4489" actId="1076"/>
        <pc:sldMkLst>
          <pc:docMk/>
          <pc:sldMk cId="2474052985" sldId="594"/>
        </pc:sldMkLst>
        <pc:spChg chg="mod">
          <ac:chgData name="Ibrahim NIANG" userId="acdf7ece8d0764a7" providerId="LiveId" clId="{E040C4FD-A350-48D1-9FBA-8D0B272720DB}" dt="2024-11-27T09:41:49.314" v="4450" actId="20577"/>
          <ac:spMkLst>
            <pc:docMk/>
            <pc:sldMk cId="2474052985" sldId="594"/>
            <ac:spMk id="4" creationId="{2A307F27-414A-7873-2608-A8E6BD436954}"/>
          </ac:spMkLst>
        </pc:spChg>
        <pc:spChg chg="add mod">
          <ac:chgData name="Ibrahim NIANG" userId="acdf7ece8d0764a7" providerId="LiveId" clId="{E040C4FD-A350-48D1-9FBA-8D0B272720DB}" dt="2024-11-27T09:47:35.201" v="4488" actId="1076"/>
          <ac:spMkLst>
            <pc:docMk/>
            <pc:sldMk cId="2474052985" sldId="594"/>
            <ac:spMk id="9" creationId="{156452E6-5184-7179-E504-686A8129C576}"/>
          </ac:spMkLst>
        </pc:spChg>
        <pc:spChg chg="del">
          <ac:chgData name="Ibrahim NIANG" userId="acdf7ece8d0764a7" providerId="LiveId" clId="{E040C4FD-A350-48D1-9FBA-8D0B272720DB}" dt="2024-11-27T09:43:32.435" v="4451" actId="478"/>
          <ac:spMkLst>
            <pc:docMk/>
            <pc:sldMk cId="2474052985" sldId="594"/>
            <ac:spMk id="11" creationId="{BCA6A6B4-84EE-71EF-067A-7917E3507DE7}"/>
          </ac:spMkLst>
        </pc:spChg>
        <pc:picChg chg="del">
          <ac:chgData name="Ibrahim NIANG" userId="acdf7ece8d0764a7" providerId="LiveId" clId="{E040C4FD-A350-48D1-9FBA-8D0B272720DB}" dt="2024-11-27T09:44:13.993" v="4466" actId="478"/>
          <ac:picMkLst>
            <pc:docMk/>
            <pc:sldMk cId="2474052985" sldId="594"/>
            <ac:picMk id="7" creationId="{DE6E49C6-E4A5-0BFA-F4CD-E4E1F78E5E51}"/>
          </ac:picMkLst>
        </pc:picChg>
        <pc:picChg chg="add del mod">
          <ac:chgData name="Ibrahim NIANG" userId="acdf7ece8d0764a7" providerId="LiveId" clId="{E040C4FD-A350-48D1-9FBA-8D0B272720DB}" dt="2024-11-27T09:45:31.587" v="4472" actId="478"/>
          <ac:picMkLst>
            <pc:docMk/>
            <pc:sldMk cId="2474052985" sldId="594"/>
            <ac:picMk id="12" creationId="{E9279DC0-1DA4-B4B1-09BF-548259FC30FA}"/>
          </ac:picMkLst>
        </pc:picChg>
        <pc:picChg chg="add mod">
          <ac:chgData name="Ibrahim NIANG" userId="acdf7ece8d0764a7" providerId="LiveId" clId="{E040C4FD-A350-48D1-9FBA-8D0B272720DB}" dt="2024-11-27T09:47:36.007" v="4489" actId="1076"/>
          <ac:picMkLst>
            <pc:docMk/>
            <pc:sldMk cId="2474052985" sldId="594"/>
            <ac:picMk id="15" creationId="{5D54E908-86A3-02CB-AB88-4EB46949E2C4}"/>
          </ac:picMkLst>
        </pc:picChg>
        <pc:picChg chg="add mod">
          <ac:chgData name="Ibrahim NIANG" userId="acdf7ece8d0764a7" providerId="LiveId" clId="{E040C4FD-A350-48D1-9FBA-8D0B272720DB}" dt="2024-11-27T09:47:33.091" v="4487" actId="1076"/>
          <ac:picMkLst>
            <pc:docMk/>
            <pc:sldMk cId="2474052985" sldId="594"/>
            <ac:picMk id="1026" creationId="{D60B5F15-358D-F6D6-3D08-11416A2ED5D3}"/>
          </ac:picMkLst>
        </pc:picChg>
      </pc:sldChg>
      <pc:sldMasterChg chg="modSldLayout">
        <pc:chgData name="Ibrahim NIANG" userId="acdf7ece8d0764a7" providerId="LiveId" clId="{E040C4FD-A350-48D1-9FBA-8D0B272720DB}" dt="2024-11-18T11:35:21.835" v="208" actId="1076"/>
        <pc:sldMasterMkLst>
          <pc:docMk/>
          <pc:sldMasterMk cId="4227476695" sldId="2147483648"/>
        </pc:sldMasterMkLst>
        <pc:sldLayoutChg chg="addSp modSp mod">
          <pc:chgData name="Ibrahim NIANG" userId="acdf7ece8d0764a7" providerId="LiveId" clId="{E040C4FD-A350-48D1-9FBA-8D0B272720DB}" dt="2024-11-18T11:35:21.835" v="208" actId="1076"/>
          <pc:sldLayoutMkLst>
            <pc:docMk/>
            <pc:sldMasterMk cId="4227476695" sldId="2147483648"/>
            <pc:sldLayoutMk cId="3275750867" sldId="2147483656"/>
          </pc:sldLayoutMkLst>
          <pc:spChg chg="mod">
            <ac:chgData name="Ibrahim NIANG" userId="acdf7ece8d0764a7" providerId="LiveId" clId="{E040C4FD-A350-48D1-9FBA-8D0B272720DB}" dt="2024-11-18T11:35:21.835" v="208" actId="1076"/>
            <ac:spMkLst>
              <pc:docMk/>
              <pc:sldMasterMk cId="4227476695" sldId="2147483648"/>
              <pc:sldLayoutMk cId="3275750867" sldId="2147483656"/>
              <ac:spMk id="3" creationId="{BC0193A9-A81B-E55C-22B8-9290B49A983F}"/>
            </ac:spMkLst>
          </pc:spChg>
          <pc:picChg chg="add mod">
            <ac:chgData name="Ibrahim NIANG" userId="acdf7ece8d0764a7" providerId="LiveId" clId="{E040C4FD-A350-48D1-9FBA-8D0B272720DB}" dt="2024-11-18T11:35:17.706" v="205"/>
            <ac:picMkLst>
              <pc:docMk/>
              <pc:sldMasterMk cId="4227476695" sldId="2147483648"/>
              <pc:sldLayoutMk cId="3275750867" sldId="2147483656"/>
              <ac:picMk id="8" creationId="{B0E566A2-13DD-3891-4B34-4A2E6F0AEC3B}"/>
            </ac:picMkLst>
          </pc:picChg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6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F88074-BDCF-48DA-A8F6-20E807057966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0A9554-72D9-4EF8-8895-E9EE3DB8250A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/>
            <a:t>Termes &amp; définitions  </a:t>
          </a:r>
          <a:endParaRPr lang="en-US" dirty="0"/>
        </a:p>
      </dgm:t>
    </dgm:pt>
    <dgm:pt modelId="{FC278F9B-3849-40AC-9331-4F45CD5A8612}" type="parTrans" cxnId="{FF629D02-6FBA-483F-B88D-555FCA67F14B}">
      <dgm:prSet/>
      <dgm:spPr/>
      <dgm:t>
        <a:bodyPr/>
        <a:lstStyle/>
        <a:p>
          <a:endParaRPr lang="en-US"/>
        </a:p>
      </dgm:t>
    </dgm:pt>
    <dgm:pt modelId="{7AC5A304-E626-4AD5-91D4-9C06FD66743B}" type="sibTrans" cxnId="{FF629D02-6FBA-483F-B88D-555FCA67F14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5292F5A-18A9-4B4F-96E8-E42102114643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/>
            <a:t>Batiment &amp; lots techniques </a:t>
          </a:r>
          <a:endParaRPr lang="en-US"/>
        </a:p>
      </dgm:t>
    </dgm:pt>
    <dgm:pt modelId="{9B5889B4-B7B8-4B17-816D-BD40488328BB}" type="parTrans" cxnId="{9E792875-1259-437A-8DC3-9C7F9ACA8094}">
      <dgm:prSet/>
      <dgm:spPr/>
      <dgm:t>
        <a:bodyPr/>
        <a:lstStyle/>
        <a:p>
          <a:endParaRPr lang="en-US"/>
        </a:p>
      </dgm:t>
    </dgm:pt>
    <dgm:pt modelId="{14099BFA-D9DE-41E2-B9B9-D2F6A1A3700E}" type="sibTrans" cxnId="{9E792875-1259-437A-8DC3-9C7F9ACA809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EDF33B0-6D9A-45DD-AC10-904D35069D5E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/>
            <a:t>Techniques de construction </a:t>
          </a:r>
          <a:endParaRPr lang="en-US" dirty="0"/>
        </a:p>
      </dgm:t>
    </dgm:pt>
    <dgm:pt modelId="{989F7EA4-BC31-47CE-A7BB-C80EE69D9E5F}" type="parTrans" cxnId="{65BBF551-CDE0-465B-83BA-FEA10B716A6D}">
      <dgm:prSet/>
      <dgm:spPr/>
      <dgm:t>
        <a:bodyPr/>
        <a:lstStyle/>
        <a:p>
          <a:endParaRPr lang="en-US"/>
        </a:p>
      </dgm:t>
    </dgm:pt>
    <dgm:pt modelId="{2ADF1478-2038-4588-A21B-2143D560E39E}" type="sibTrans" cxnId="{65BBF551-CDE0-465B-83BA-FEA10B716A6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BC35D71-FD24-4D0D-8E4E-0CA932873714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/>
            <a:t>Documents techniques </a:t>
          </a:r>
          <a:endParaRPr lang="en-US"/>
        </a:p>
      </dgm:t>
    </dgm:pt>
    <dgm:pt modelId="{31A77542-A70E-4A7C-936A-3D1CD33A64C8}" type="parTrans" cxnId="{4A96D6BE-7B1F-4F38-8717-C6F1490984F5}">
      <dgm:prSet/>
      <dgm:spPr/>
      <dgm:t>
        <a:bodyPr/>
        <a:lstStyle/>
        <a:p>
          <a:endParaRPr lang="en-US"/>
        </a:p>
      </dgm:t>
    </dgm:pt>
    <dgm:pt modelId="{96AC9D91-C3E1-45B8-896E-7A26FB63C32A}" type="sibTrans" cxnId="{4A96D6BE-7B1F-4F38-8717-C6F1490984F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EE8DE96-1D22-4C48-A145-EDC1417C9346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/>
            <a:t>Réglementation </a:t>
          </a:r>
          <a:endParaRPr lang="en-US"/>
        </a:p>
      </dgm:t>
    </dgm:pt>
    <dgm:pt modelId="{A0ED9BD8-E153-484B-BF03-59E331BED090}" type="parTrans" cxnId="{2010D97E-6265-4EB1-8857-821DC3CF29BF}">
      <dgm:prSet/>
      <dgm:spPr/>
      <dgm:t>
        <a:bodyPr/>
        <a:lstStyle/>
        <a:p>
          <a:endParaRPr lang="en-US"/>
        </a:p>
      </dgm:t>
    </dgm:pt>
    <dgm:pt modelId="{D05EAA2E-16B8-4B33-B567-5E44D2303FC1}" type="sibTrans" cxnId="{2010D97E-6265-4EB1-8857-821DC3CF29BF}">
      <dgm:prSet/>
      <dgm:spPr/>
      <dgm:t>
        <a:bodyPr/>
        <a:lstStyle/>
        <a:p>
          <a:endParaRPr lang="en-US"/>
        </a:p>
      </dgm:t>
    </dgm:pt>
    <dgm:pt modelId="{E45A670B-7F77-437B-9CE9-6794C0EE845C}" type="pres">
      <dgm:prSet presAssocID="{EBF88074-BDCF-48DA-A8F6-20E807057966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27D91EA2-C86F-409C-89AC-18B445E8CDC7}" type="pres">
      <dgm:prSet presAssocID="{EBF88074-BDCF-48DA-A8F6-20E807057966}" presName="container" presStyleCnt="0">
        <dgm:presLayoutVars>
          <dgm:dir/>
          <dgm:resizeHandles val="exact"/>
        </dgm:presLayoutVars>
      </dgm:prSet>
      <dgm:spPr/>
    </dgm:pt>
    <dgm:pt modelId="{17966E69-5241-4BF3-A61B-7907AB8528E4}" type="pres">
      <dgm:prSet presAssocID="{270A9554-72D9-4EF8-8895-E9EE3DB8250A}" presName="compNode" presStyleCnt="0"/>
      <dgm:spPr/>
    </dgm:pt>
    <dgm:pt modelId="{4AFC4BF9-8DE1-41BA-93D0-7E843A45188A}" type="pres">
      <dgm:prSet presAssocID="{270A9554-72D9-4EF8-8895-E9EE3DB8250A}" presName="iconBgRect" presStyleLbl="bgShp" presStyleIdx="0" presStyleCnt="5"/>
      <dgm:spPr/>
    </dgm:pt>
    <dgm:pt modelId="{C7963891-CFCB-41E2-A664-5501F551B931}" type="pres">
      <dgm:prSet presAssocID="{270A9554-72D9-4EF8-8895-E9EE3DB8250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E0699B7-4137-4C24-AE8E-0162D0FAFCAF}" type="pres">
      <dgm:prSet presAssocID="{270A9554-72D9-4EF8-8895-E9EE3DB8250A}" presName="spaceRect" presStyleCnt="0"/>
      <dgm:spPr/>
    </dgm:pt>
    <dgm:pt modelId="{B7B46C44-CB8E-4298-AF9C-81B8EA349FF4}" type="pres">
      <dgm:prSet presAssocID="{270A9554-72D9-4EF8-8895-E9EE3DB8250A}" presName="textRect" presStyleLbl="revTx" presStyleIdx="0" presStyleCnt="5">
        <dgm:presLayoutVars>
          <dgm:chMax val="1"/>
          <dgm:chPref val="1"/>
        </dgm:presLayoutVars>
      </dgm:prSet>
      <dgm:spPr/>
      <dgm:t>
        <a:bodyPr/>
        <a:lstStyle/>
        <a:p>
          <a:endParaRPr lang="fr-FR"/>
        </a:p>
      </dgm:t>
    </dgm:pt>
    <dgm:pt modelId="{D058B88A-A76F-4138-AA65-082B28E7D39B}" type="pres">
      <dgm:prSet presAssocID="{7AC5A304-E626-4AD5-91D4-9C06FD66743B}" presName="sibTrans" presStyleLbl="sibTrans2D1" presStyleIdx="0" presStyleCnt="0"/>
      <dgm:spPr/>
      <dgm:t>
        <a:bodyPr/>
        <a:lstStyle/>
        <a:p>
          <a:endParaRPr lang="fr-FR"/>
        </a:p>
      </dgm:t>
    </dgm:pt>
    <dgm:pt modelId="{5A6EC602-6240-4B19-8D04-73437BCEB5AE}" type="pres">
      <dgm:prSet presAssocID="{45292F5A-18A9-4B4F-96E8-E42102114643}" presName="compNode" presStyleCnt="0"/>
      <dgm:spPr/>
    </dgm:pt>
    <dgm:pt modelId="{D363A9AE-7F3D-4628-8346-AF7A464AD8DB}" type="pres">
      <dgm:prSet presAssocID="{45292F5A-18A9-4B4F-96E8-E42102114643}" presName="iconBgRect" presStyleLbl="bgShp" presStyleIdx="1" presStyleCnt="5"/>
      <dgm:spPr/>
    </dgm:pt>
    <dgm:pt modelId="{E73AD46A-B8E4-4BEE-8B35-DD2C436E840E}" type="pres">
      <dgm:prSet presAssocID="{45292F5A-18A9-4B4F-96E8-E4210211464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utils"/>
        </a:ext>
      </dgm:extLst>
    </dgm:pt>
    <dgm:pt modelId="{A1C9F49E-80F6-4BC5-8898-8358D4806174}" type="pres">
      <dgm:prSet presAssocID="{45292F5A-18A9-4B4F-96E8-E42102114643}" presName="spaceRect" presStyleCnt="0"/>
      <dgm:spPr/>
    </dgm:pt>
    <dgm:pt modelId="{151593D2-536D-438A-8C59-38785A266FEF}" type="pres">
      <dgm:prSet presAssocID="{45292F5A-18A9-4B4F-96E8-E42102114643}" presName="textRect" presStyleLbl="revTx" presStyleIdx="1" presStyleCnt="5">
        <dgm:presLayoutVars>
          <dgm:chMax val="1"/>
          <dgm:chPref val="1"/>
        </dgm:presLayoutVars>
      </dgm:prSet>
      <dgm:spPr/>
      <dgm:t>
        <a:bodyPr/>
        <a:lstStyle/>
        <a:p>
          <a:endParaRPr lang="fr-FR"/>
        </a:p>
      </dgm:t>
    </dgm:pt>
    <dgm:pt modelId="{ABF24A0B-CBAD-4FCB-882A-9D9FD373E580}" type="pres">
      <dgm:prSet presAssocID="{14099BFA-D9DE-41E2-B9B9-D2F6A1A3700E}" presName="sibTrans" presStyleLbl="sibTrans2D1" presStyleIdx="0" presStyleCnt="0"/>
      <dgm:spPr/>
      <dgm:t>
        <a:bodyPr/>
        <a:lstStyle/>
        <a:p>
          <a:endParaRPr lang="fr-FR"/>
        </a:p>
      </dgm:t>
    </dgm:pt>
    <dgm:pt modelId="{26F2F5BF-D2B6-4485-B234-81436425892A}" type="pres">
      <dgm:prSet presAssocID="{0EDF33B0-6D9A-45DD-AC10-904D35069D5E}" presName="compNode" presStyleCnt="0"/>
      <dgm:spPr/>
    </dgm:pt>
    <dgm:pt modelId="{73D9F645-510D-4884-AC08-A8E46AEBF7CA}" type="pres">
      <dgm:prSet presAssocID="{0EDF33B0-6D9A-45DD-AC10-904D35069D5E}" presName="iconBgRect" presStyleLbl="bgShp" presStyleIdx="2" presStyleCnt="5"/>
      <dgm:spPr/>
    </dgm:pt>
    <dgm:pt modelId="{0D9F48CE-0524-4885-8241-7FFBA35177FD}" type="pres">
      <dgm:prSet presAssocID="{0EDF33B0-6D9A-45DD-AC10-904D35069D5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E2D06F22-C0D5-40A1-8900-4E294D272586}" type="pres">
      <dgm:prSet presAssocID="{0EDF33B0-6D9A-45DD-AC10-904D35069D5E}" presName="spaceRect" presStyleCnt="0"/>
      <dgm:spPr/>
    </dgm:pt>
    <dgm:pt modelId="{A58B0C45-9C98-4204-A424-D51F9BAC4C9E}" type="pres">
      <dgm:prSet presAssocID="{0EDF33B0-6D9A-45DD-AC10-904D35069D5E}" presName="textRect" presStyleLbl="revTx" presStyleIdx="2" presStyleCnt="5">
        <dgm:presLayoutVars>
          <dgm:chMax val="1"/>
          <dgm:chPref val="1"/>
        </dgm:presLayoutVars>
      </dgm:prSet>
      <dgm:spPr/>
      <dgm:t>
        <a:bodyPr/>
        <a:lstStyle/>
        <a:p>
          <a:endParaRPr lang="fr-FR"/>
        </a:p>
      </dgm:t>
    </dgm:pt>
    <dgm:pt modelId="{F3DC89B7-D2CC-4550-BC42-F515DC57B696}" type="pres">
      <dgm:prSet presAssocID="{2ADF1478-2038-4588-A21B-2143D560E39E}" presName="sibTrans" presStyleLbl="sibTrans2D1" presStyleIdx="0" presStyleCnt="0"/>
      <dgm:spPr/>
      <dgm:t>
        <a:bodyPr/>
        <a:lstStyle/>
        <a:p>
          <a:endParaRPr lang="fr-FR"/>
        </a:p>
      </dgm:t>
    </dgm:pt>
    <dgm:pt modelId="{AA51D66C-5414-4E23-B5CE-A3D63C63AA93}" type="pres">
      <dgm:prSet presAssocID="{BBC35D71-FD24-4D0D-8E4E-0CA932873714}" presName="compNode" presStyleCnt="0"/>
      <dgm:spPr/>
    </dgm:pt>
    <dgm:pt modelId="{15637B4C-9DDB-49CD-9C0D-D24568435643}" type="pres">
      <dgm:prSet presAssocID="{BBC35D71-FD24-4D0D-8E4E-0CA932873714}" presName="iconBgRect" presStyleLbl="bgShp" presStyleIdx="3" presStyleCnt="5"/>
      <dgm:spPr/>
    </dgm:pt>
    <dgm:pt modelId="{EA0FD64B-862E-4F39-A940-35ECB1BDEA93}" type="pres">
      <dgm:prSet presAssocID="{BBC35D71-FD24-4D0D-8E4E-0CA93287371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e de contrôle"/>
        </a:ext>
      </dgm:extLst>
    </dgm:pt>
    <dgm:pt modelId="{25A2990F-F46A-4FC6-8317-435CBCB7B87D}" type="pres">
      <dgm:prSet presAssocID="{BBC35D71-FD24-4D0D-8E4E-0CA932873714}" presName="spaceRect" presStyleCnt="0"/>
      <dgm:spPr/>
    </dgm:pt>
    <dgm:pt modelId="{0845CCFE-F8A2-42CA-A7AA-2C112939A250}" type="pres">
      <dgm:prSet presAssocID="{BBC35D71-FD24-4D0D-8E4E-0CA932873714}" presName="textRect" presStyleLbl="revTx" presStyleIdx="3" presStyleCnt="5">
        <dgm:presLayoutVars>
          <dgm:chMax val="1"/>
          <dgm:chPref val="1"/>
        </dgm:presLayoutVars>
      </dgm:prSet>
      <dgm:spPr/>
      <dgm:t>
        <a:bodyPr/>
        <a:lstStyle/>
        <a:p>
          <a:endParaRPr lang="fr-FR"/>
        </a:p>
      </dgm:t>
    </dgm:pt>
    <dgm:pt modelId="{785CF8E3-60FC-4837-B021-A49D7C293222}" type="pres">
      <dgm:prSet presAssocID="{96AC9D91-C3E1-45B8-896E-7A26FB63C32A}" presName="sibTrans" presStyleLbl="sibTrans2D1" presStyleIdx="0" presStyleCnt="0"/>
      <dgm:spPr/>
      <dgm:t>
        <a:bodyPr/>
        <a:lstStyle/>
        <a:p>
          <a:endParaRPr lang="fr-FR"/>
        </a:p>
      </dgm:t>
    </dgm:pt>
    <dgm:pt modelId="{C8CE9938-525E-4349-B996-FDF378F0E609}" type="pres">
      <dgm:prSet presAssocID="{AEE8DE96-1D22-4C48-A145-EDC1417C9346}" presName="compNode" presStyleCnt="0"/>
      <dgm:spPr/>
    </dgm:pt>
    <dgm:pt modelId="{24B2BE3E-5473-47F7-BCCB-86D70BC7E36C}" type="pres">
      <dgm:prSet presAssocID="{AEE8DE96-1D22-4C48-A145-EDC1417C9346}" presName="iconBgRect" presStyleLbl="bgShp" presStyleIdx="4" presStyleCnt="5"/>
      <dgm:spPr/>
    </dgm:pt>
    <dgm:pt modelId="{92E211A8-E546-4ACE-9A09-84EF4EA52D96}" type="pres">
      <dgm:prSet presAssocID="{AEE8DE96-1D22-4C48-A145-EDC1417C934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teau d'officiel"/>
        </a:ext>
      </dgm:extLst>
    </dgm:pt>
    <dgm:pt modelId="{79AF892B-0904-40E7-A5F2-78723AE7B924}" type="pres">
      <dgm:prSet presAssocID="{AEE8DE96-1D22-4C48-A145-EDC1417C9346}" presName="spaceRect" presStyleCnt="0"/>
      <dgm:spPr/>
    </dgm:pt>
    <dgm:pt modelId="{23213272-9762-422A-A941-6B4196040E62}" type="pres">
      <dgm:prSet presAssocID="{AEE8DE96-1D22-4C48-A145-EDC1417C9346}" presName="textRect" presStyleLbl="revTx" presStyleIdx="4" presStyleCnt="5">
        <dgm:presLayoutVars>
          <dgm:chMax val="1"/>
          <dgm:chPref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2010D97E-6265-4EB1-8857-821DC3CF29BF}" srcId="{EBF88074-BDCF-48DA-A8F6-20E807057966}" destId="{AEE8DE96-1D22-4C48-A145-EDC1417C9346}" srcOrd="4" destOrd="0" parTransId="{A0ED9BD8-E153-484B-BF03-59E331BED090}" sibTransId="{D05EAA2E-16B8-4B33-B567-5E44D2303FC1}"/>
    <dgm:cxn modelId="{9AF4C5B9-66E8-451D-AD2D-D784322628A0}" type="presOf" srcId="{96AC9D91-C3E1-45B8-896E-7A26FB63C32A}" destId="{785CF8E3-60FC-4837-B021-A49D7C293222}" srcOrd="0" destOrd="0" presId="urn:microsoft.com/office/officeart/2018/2/layout/IconCircleList"/>
    <dgm:cxn modelId="{632B2D95-769D-4D7B-ABD3-649CB9B15952}" type="presOf" srcId="{14099BFA-D9DE-41E2-B9B9-D2F6A1A3700E}" destId="{ABF24A0B-CBAD-4FCB-882A-9D9FD373E580}" srcOrd="0" destOrd="0" presId="urn:microsoft.com/office/officeart/2018/2/layout/IconCircleList"/>
    <dgm:cxn modelId="{9E792875-1259-437A-8DC3-9C7F9ACA8094}" srcId="{EBF88074-BDCF-48DA-A8F6-20E807057966}" destId="{45292F5A-18A9-4B4F-96E8-E42102114643}" srcOrd="1" destOrd="0" parTransId="{9B5889B4-B7B8-4B17-816D-BD40488328BB}" sibTransId="{14099BFA-D9DE-41E2-B9B9-D2F6A1A3700E}"/>
    <dgm:cxn modelId="{4A96D6BE-7B1F-4F38-8717-C6F1490984F5}" srcId="{EBF88074-BDCF-48DA-A8F6-20E807057966}" destId="{BBC35D71-FD24-4D0D-8E4E-0CA932873714}" srcOrd="3" destOrd="0" parTransId="{31A77542-A70E-4A7C-936A-3D1CD33A64C8}" sibTransId="{96AC9D91-C3E1-45B8-896E-7A26FB63C32A}"/>
    <dgm:cxn modelId="{3CCAEE1F-8D44-4C4D-B788-70E68C36DA5B}" type="presOf" srcId="{0EDF33B0-6D9A-45DD-AC10-904D35069D5E}" destId="{A58B0C45-9C98-4204-A424-D51F9BAC4C9E}" srcOrd="0" destOrd="0" presId="urn:microsoft.com/office/officeart/2018/2/layout/IconCircleList"/>
    <dgm:cxn modelId="{7ACD1FDD-E89E-440A-8518-AACC8BB9D2A3}" type="presOf" srcId="{45292F5A-18A9-4B4F-96E8-E42102114643}" destId="{151593D2-536D-438A-8C59-38785A266FEF}" srcOrd="0" destOrd="0" presId="urn:microsoft.com/office/officeart/2018/2/layout/IconCircleList"/>
    <dgm:cxn modelId="{581BA257-C6C6-4F96-947C-975D7F937953}" type="presOf" srcId="{BBC35D71-FD24-4D0D-8E4E-0CA932873714}" destId="{0845CCFE-F8A2-42CA-A7AA-2C112939A250}" srcOrd="0" destOrd="0" presId="urn:microsoft.com/office/officeart/2018/2/layout/IconCircleList"/>
    <dgm:cxn modelId="{FF629D02-6FBA-483F-B88D-555FCA67F14B}" srcId="{EBF88074-BDCF-48DA-A8F6-20E807057966}" destId="{270A9554-72D9-4EF8-8895-E9EE3DB8250A}" srcOrd="0" destOrd="0" parTransId="{FC278F9B-3849-40AC-9331-4F45CD5A8612}" sibTransId="{7AC5A304-E626-4AD5-91D4-9C06FD66743B}"/>
    <dgm:cxn modelId="{C638BD4A-F3B4-4020-88A7-254AAA0AE54B}" type="presOf" srcId="{EBF88074-BDCF-48DA-A8F6-20E807057966}" destId="{E45A670B-7F77-437B-9CE9-6794C0EE845C}" srcOrd="0" destOrd="0" presId="urn:microsoft.com/office/officeart/2018/2/layout/IconCircleList"/>
    <dgm:cxn modelId="{C493D255-95DD-4E4F-924E-A582D85456A0}" type="presOf" srcId="{7AC5A304-E626-4AD5-91D4-9C06FD66743B}" destId="{D058B88A-A76F-4138-AA65-082B28E7D39B}" srcOrd="0" destOrd="0" presId="urn:microsoft.com/office/officeart/2018/2/layout/IconCircleList"/>
    <dgm:cxn modelId="{95DAD34A-28A7-417D-8077-8A7A82C9A022}" type="presOf" srcId="{270A9554-72D9-4EF8-8895-E9EE3DB8250A}" destId="{B7B46C44-CB8E-4298-AF9C-81B8EA349FF4}" srcOrd="0" destOrd="0" presId="urn:microsoft.com/office/officeart/2018/2/layout/IconCircleList"/>
    <dgm:cxn modelId="{70F25223-AAB2-4497-9893-3752871F29B2}" type="presOf" srcId="{AEE8DE96-1D22-4C48-A145-EDC1417C9346}" destId="{23213272-9762-422A-A941-6B4196040E62}" srcOrd="0" destOrd="0" presId="urn:microsoft.com/office/officeart/2018/2/layout/IconCircleList"/>
    <dgm:cxn modelId="{499F6210-9526-4CB5-B561-A424F17151B6}" type="presOf" srcId="{2ADF1478-2038-4588-A21B-2143D560E39E}" destId="{F3DC89B7-D2CC-4550-BC42-F515DC57B696}" srcOrd="0" destOrd="0" presId="urn:microsoft.com/office/officeart/2018/2/layout/IconCircleList"/>
    <dgm:cxn modelId="{65BBF551-CDE0-465B-83BA-FEA10B716A6D}" srcId="{EBF88074-BDCF-48DA-A8F6-20E807057966}" destId="{0EDF33B0-6D9A-45DD-AC10-904D35069D5E}" srcOrd="2" destOrd="0" parTransId="{989F7EA4-BC31-47CE-A7BB-C80EE69D9E5F}" sibTransId="{2ADF1478-2038-4588-A21B-2143D560E39E}"/>
    <dgm:cxn modelId="{C5FA4CCB-1927-42D2-B778-B6A9B0C504AD}" type="presParOf" srcId="{E45A670B-7F77-437B-9CE9-6794C0EE845C}" destId="{27D91EA2-C86F-409C-89AC-18B445E8CDC7}" srcOrd="0" destOrd="0" presId="urn:microsoft.com/office/officeart/2018/2/layout/IconCircleList"/>
    <dgm:cxn modelId="{950802CB-55F0-4649-A3A6-FB591295306C}" type="presParOf" srcId="{27D91EA2-C86F-409C-89AC-18B445E8CDC7}" destId="{17966E69-5241-4BF3-A61B-7907AB8528E4}" srcOrd="0" destOrd="0" presId="urn:microsoft.com/office/officeart/2018/2/layout/IconCircleList"/>
    <dgm:cxn modelId="{20C51992-612F-4ECA-A7FE-E4818C8B38BA}" type="presParOf" srcId="{17966E69-5241-4BF3-A61B-7907AB8528E4}" destId="{4AFC4BF9-8DE1-41BA-93D0-7E843A45188A}" srcOrd="0" destOrd="0" presId="urn:microsoft.com/office/officeart/2018/2/layout/IconCircleList"/>
    <dgm:cxn modelId="{5E1B25B4-CE41-4436-8757-64ED26D80840}" type="presParOf" srcId="{17966E69-5241-4BF3-A61B-7907AB8528E4}" destId="{C7963891-CFCB-41E2-A664-5501F551B931}" srcOrd="1" destOrd="0" presId="urn:microsoft.com/office/officeart/2018/2/layout/IconCircleList"/>
    <dgm:cxn modelId="{8CB53ECA-1D05-4EAB-84B9-CE93B32DE4FF}" type="presParOf" srcId="{17966E69-5241-4BF3-A61B-7907AB8528E4}" destId="{8E0699B7-4137-4C24-AE8E-0162D0FAFCAF}" srcOrd="2" destOrd="0" presId="urn:microsoft.com/office/officeart/2018/2/layout/IconCircleList"/>
    <dgm:cxn modelId="{D2F53D66-D5C8-4D98-ADA5-7566A3546537}" type="presParOf" srcId="{17966E69-5241-4BF3-A61B-7907AB8528E4}" destId="{B7B46C44-CB8E-4298-AF9C-81B8EA349FF4}" srcOrd="3" destOrd="0" presId="urn:microsoft.com/office/officeart/2018/2/layout/IconCircleList"/>
    <dgm:cxn modelId="{5F5EA10F-C21C-4DB2-8528-B4A8659A7408}" type="presParOf" srcId="{27D91EA2-C86F-409C-89AC-18B445E8CDC7}" destId="{D058B88A-A76F-4138-AA65-082B28E7D39B}" srcOrd="1" destOrd="0" presId="urn:microsoft.com/office/officeart/2018/2/layout/IconCircleList"/>
    <dgm:cxn modelId="{C8FC438C-CD3B-43FC-822E-FF24296C7E6A}" type="presParOf" srcId="{27D91EA2-C86F-409C-89AC-18B445E8CDC7}" destId="{5A6EC602-6240-4B19-8D04-73437BCEB5AE}" srcOrd="2" destOrd="0" presId="urn:microsoft.com/office/officeart/2018/2/layout/IconCircleList"/>
    <dgm:cxn modelId="{25B85992-09A3-401B-A42A-BB07CFE0D5B0}" type="presParOf" srcId="{5A6EC602-6240-4B19-8D04-73437BCEB5AE}" destId="{D363A9AE-7F3D-4628-8346-AF7A464AD8DB}" srcOrd="0" destOrd="0" presId="urn:microsoft.com/office/officeart/2018/2/layout/IconCircleList"/>
    <dgm:cxn modelId="{60AF35D8-FA95-4005-AE41-9352E935C435}" type="presParOf" srcId="{5A6EC602-6240-4B19-8D04-73437BCEB5AE}" destId="{E73AD46A-B8E4-4BEE-8B35-DD2C436E840E}" srcOrd="1" destOrd="0" presId="urn:microsoft.com/office/officeart/2018/2/layout/IconCircleList"/>
    <dgm:cxn modelId="{1382D056-743F-4E18-B572-FBA8EA995376}" type="presParOf" srcId="{5A6EC602-6240-4B19-8D04-73437BCEB5AE}" destId="{A1C9F49E-80F6-4BC5-8898-8358D4806174}" srcOrd="2" destOrd="0" presId="urn:microsoft.com/office/officeart/2018/2/layout/IconCircleList"/>
    <dgm:cxn modelId="{5F2023DA-65E1-4B42-A62A-7BC8DDA10BFD}" type="presParOf" srcId="{5A6EC602-6240-4B19-8D04-73437BCEB5AE}" destId="{151593D2-536D-438A-8C59-38785A266FEF}" srcOrd="3" destOrd="0" presId="urn:microsoft.com/office/officeart/2018/2/layout/IconCircleList"/>
    <dgm:cxn modelId="{1CFB9CB9-8C08-4F8B-AC09-1A56A49691CA}" type="presParOf" srcId="{27D91EA2-C86F-409C-89AC-18B445E8CDC7}" destId="{ABF24A0B-CBAD-4FCB-882A-9D9FD373E580}" srcOrd="3" destOrd="0" presId="urn:microsoft.com/office/officeart/2018/2/layout/IconCircleList"/>
    <dgm:cxn modelId="{DD5F04D3-5ECA-45CD-8E18-B4AEF95DF306}" type="presParOf" srcId="{27D91EA2-C86F-409C-89AC-18B445E8CDC7}" destId="{26F2F5BF-D2B6-4485-B234-81436425892A}" srcOrd="4" destOrd="0" presId="urn:microsoft.com/office/officeart/2018/2/layout/IconCircleList"/>
    <dgm:cxn modelId="{A19DEB99-AA36-49B4-A950-C09A78F8DB78}" type="presParOf" srcId="{26F2F5BF-D2B6-4485-B234-81436425892A}" destId="{73D9F645-510D-4884-AC08-A8E46AEBF7CA}" srcOrd="0" destOrd="0" presId="urn:microsoft.com/office/officeart/2018/2/layout/IconCircleList"/>
    <dgm:cxn modelId="{32B97878-0184-4278-BFE8-3719BED6571A}" type="presParOf" srcId="{26F2F5BF-D2B6-4485-B234-81436425892A}" destId="{0D9F48CE-0524-4885-8241-7FFBA35177FD}" srcOrd="1" destOrd="0" presId="urn:microsoft.com/office/officeart/2018/2/layout/IconCircleList"/>
    <dgm:cxn modelId="{FCE28CD9-241A-4FC6-867D-04CC6C6EE2A0}" type="presParOf" srcId="{26F2F5BF-D2B6-4485-B234-81436425892A}" destId="{E2D06F22-C0D5-40A1-8900-4E294D272586}" srcOrd="2" destOrd="0" presId="urn:microsoft.com/office/officeart/2018/2/layout/IconCircleList"/>
    <dgm:cxn modelId="{418B7D53-0C13-4D02-A419-8CF081E176B5}" type="presParOf" srcId="{26F2F5BF-D2B6-4485-B234-81436425892A}" destId="{A58B0C45-9C98-4204-A424-D51F9BAC4C9E}" srcOrd="3" destOrd="0" presId="urn:microsoft.com/office/officeart/2018/2/layout/IconCircleList"/>
    <dgm:cxn modelId="{55016EE0-38FF-4048-8F27-BF2733273A89}" type="presParOf" srcId="{27D91EA2-C86F-409C-89AC-18B445E8CDC7}" destId="{F3DC89B7-D2CC-4550-BC42-F515DC57B696}" srcOrd="5" destOrd="0" presId="urn:microsoft.com/office/officeart/2018/2/layout/IconCircleList"/>
    <dgm:cxn modelId="{EBD591D8-618F-4181-A5B9-C638191C9D94}" type="presParOf" srcId="{27D91EA2-C86F-409C-89AC-18B445E8CDC7}" destId="{AA51D66C-5414-4E23-B5CE-A3D63C63AA93}" srcOrd="6" destOrd="0" presId="urn:microsoft.com/office/officeart/2018/2/layout/IconCircleList"/>
    <dgm:cxn modelId="{83060B8E-A4BD-45B2-BB33-419550DF7FD8}" type="presParOf" srcId="{AA51D66C-5414-4E23-B5CE-A3D63C63AA93}" destId="{15637B4C-9DDB-49CD-9C0D-D24568435643}" srcOrd="0" destOrd="0" presId="urn:microsoft.com/office/officeart/2018/2/layout/IconCircleList"/>
    <dgm:cxn modelId="{074AD550-837D-4A9B-AF35-7542A1A2960A}" type="presParOf" srcId="{AA51D66C-5414-4E23-B5CE-A3D63C63AA93}" destId="{EA0FD64B-862E-4F39-A940-35ECB1BDEA93}" srcOrd="1" destOrd="0" presId="urn:microsoft.com/office/officeart/2018/2/layout/IconCircleList"/>
    <dgm:cxn modelId="{0FE55284-09FA-414F-9D09-61A02758F23F}" type="presParOf" srcId="{AA51D66C-5414-4E23-B5CE-A3D63C63AA93}" destId="{25A2990F-F46A-4FC6-8317-435CBCB7B87D}" srcOrd="2" destOrd="0" presId="urn:microsoft.com/office/officeart/2018/2/layout/IconCircleList"/>
    <dgm:cxn modelId="{71A20D47-3583-4E0F-82D0-4F04FE64F7E2}" type="presParOf" srcId="{AA51D66C-5414-4E23-B5CE-A3D63C63AA93}" destId="{0845CCFE-F8A2-42CA-A7AA-2C112939A250}" srcOrd="3" destOrd="0" presId="urn:microsoft.com/office/officeart/2018/2/layout/IconCircleList"/>
    <dgm:cxn modelId="{8FDF03DF-6276-48A0-AFDE-7F3619D2A1A2}" type="presParOf" srcId="{27D91EA2-C86F-409C-89AC-18B445E8CDC7}" destId="{785CF8E3-60FC-4837-B021-A49D7C293222}" srcOrd="7" destOrd="0" presId="urn:microsoft.com/office/officeart/2018/2/layout/IconCircleList"/>
    <dgm:cxn modelId="{D530680B-6879-46CF-8EBF-9F830DEBB9E8}" type="presParOf" srcId="{27D91EA2-C86F-409C-89AC-18B445E8CDC7}" destId="{C8CE9938-525E-4349-B996-FDF378F0E609}" srcOrd="8" destOrd="0" presId="urn:microsoft.com/office/officeart/2018/2/layout/IconCircleList"/>
    <dgm:cxn modelId="{1D6CD221-532E-45B0-8DF4-434E9E16D0DB}" type="presParOf" srcId="{C8CE9938-525E-4349-B996-FDF378F0E609}" destId="{24B2BE3E-5473-47F7-BCCB-86D70BC7E36C}" srcOrd="0" destOrd="0" presId="urn:microsoft.com/office/officeart/2018/2/layout/IconCircleList"/>
    <dgm:cxn modelId="{016B0D25-B2E9-41E5-9ADE-270F210BBD84}" type="presParOf" srcId="{C8CE9938-525E-4349-B996-FDF378F0E609}" destId="{92E211A8-E546-4ACE-9A09-84EF4EA52D96}" srcOrd="1" destOrd="0" presId="urn:microsoft.com/office/officeart/2018/2/layout/IconCircleList"/>
    <dgm:cxn modelId="{68D29036-E2F8-4DE0-9E28-120620B129A9}" type="presParOf" srcId="{C8CE9938-525E-4349-B996-FDF378F0E609}" destId="{79AF892B-0904-40E7-A5F2-78723AE7B924}" srcOrd="2" destOrd="0" presId="urn:microsoft.com/office/officeart/2018/2/layout/IconCircleList"/>
    <dgm:cxn modelId="{0C5FEFDC-325E-4DE7-8197-AE7CD3249179}" type="presParOf" srcId="{C8CE9938-525E-4349-B996-FDF378F0E609}" destId="{23213272-9762-422A-A941-6B4196040E6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A6A41A-E474-45C6-B8C8-CD92FE1F6E72}" type="datetimeFigureOut">
              <a:rPr lang="fr-FR" smtClean="0"/>
              <a:t>07/01/2025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59BFA7-AEB1-46E1-95C6-0A4E045A83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9162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43554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2113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4844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D42C0A6E-9872-FA5B-A7B0-09199D685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30DC5DDB-8B9E-B6A7-A885-DA4EA1D97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35101522-13FF-C98A-1EA6-DB1F024981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830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25B4180F-2F2C-C9EA-B723-A4F4548A2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D53F6B03-C141-5DF2-CF4F-218C0E676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12C510B2-9053-6220-63DB-8318A1AD62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68267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2EC15D12-2072-016C-64A6-F31B9B1C6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99099C81-521B-645A-DFBE-B36F6F2BA0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B773785D-D002-3815-7F8D-7E6298EF20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39347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B8ED44CB-8A60-5E18-0606-069F0B8B1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35A1DF99-231C-6C02-BF02-E10E801F5D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FA21CEBC-17F6-36DB-9F5B-1AB45A1E5E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3815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F91473BD-8D45-1759-0C56-C08758DA6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3AFC6244-C882-8406-30F1-86CD50132B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F98FB2F2-A0AF-C987-DBFF-4661334FDA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592320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3B5F01A4-E351-3935-2C36-E49A347E6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4D853E1C-1239-F723-380E-161E2BD82B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34CC8BEE-2393-8933-FAB2-942D8B774D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186960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CBF523F7-0C31-C833-EDEB-504BF2A87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329B34A9-91AB-4312-2786-42EAEE0495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34B80B01-DE1E-2F43-2FDC-A3DF7983AF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66760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ACE9A3C2-40A1-89E7-1340-8DA3D5917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A8AA9E8D-77BD-1824-6281-5659249A91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18710DC6-6F41-751F-47A9-296C15EE97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980732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68EB204E-8CDC-7AE0-8025-359D443C4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728C31EA-1946-A04A-1573-22AEDC5B19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95AD75C2-A0C0-29FC-B441-10594C27BA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937800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6B18BD8D-2040-FD94-1EB9-4620633A4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E69A1D14-D92E-95EB-1C77-CF41099675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4FE4DA65-0E34-3248-FCC8-38311F8954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19359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3EC04BC8-5BF5-860D-B9DC-AAEC67095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2B1DC8E0-53AB-BE3B-2BFE-1E338CCA5E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DC2C9EA8-CDF0-A2CC-6EC9-B98735C71A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931371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199E1DA7-B82F-79E1-CE06-BBE3BF3EC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0A098BBB-4D78-1168-DC43-68BEFA5A1B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DBA20B33-45CA-072A-3AEF-4B8ED7C126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283911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3144F3AD-AA1C-A500-1BBC-FBE49B03E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0B7DAC11-DC10-F20B-AF78-7B957D6456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77A54F8D-403B-9EB6-D7C5-BACB7DE2FB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767778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F2338668-1B87-160A-FA5D-09F9C8410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885F0DC3-2F74-15B8-B986-A660D87550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06D98F40-A9B0-BE1E-43A6-FF0473CE67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662014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DF387EA5-C48A-FCF9-35FB-C98FD68EF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029301F6-3E78-5739-34D6-5ECCCB9639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EF7405D0-5E2D-7EC3-F76A-C44004EB67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509570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7ECE53A2-5922-9094-081C-97C19652A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87173CBC-FF14-47F4-CD8D-A3E68591D5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D5C85FF6-BBC6-F9B1-A7F9-B3BD693FF1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76210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6809F86F-48CF-15E4-F0E1-A3D3F7E37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582FE0A8-6B93-E53A-2222-3C7C4192AF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70E70297-0841-283E-995C-29CA98961F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473349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02EAD552-11EE-1557-CF17-7D809D990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D1158D02-9397-E28C-16AE-8345B362D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08611BBC-23BC-7F28-1738-1406B5A5C6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846944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7872E24E-D699-68D7-0885-10701BA74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119E456F-66DD-AD05-886F-DB9A3E8CD7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EA6870BE-79E3-2B3E-CE52-A5E399FA08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775054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E1B84070-3430-1FF2-8E48-3AFB7E3C3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FC3F35CA-23ED-C042-3901-ED42373F08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89D1728D-6855-84E8-40B3-6B1EE32299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682362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38E23C55-B6E0-DF66-5C15-3FA56C9A1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21638606-9EB9-9C44-897B-9F9E063E92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4B6B54D5-0AD7-94FC-84ED-F98834A057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928673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44784F8B-677E-8045-F430-BA0A44FAD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CAE4ABE7-3240-658A-9252-F40FC9B42C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E1BF8AA2-A2CF-90F7-0DD2-C34C6BB1F9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119011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66081540-AF8E-F7B3-E43A-C92F8B975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D2B6141F-EE59-34F1-E4DA-0E396D209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25891383-9322-7B0E-560D-3AFE288AB4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121505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E418177A-6181-0E56-1B60-EDE0C49EB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31B37E2A-241D-C329-E49A-3953720840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965369DD-61B3-D6CD-2052-A06964E566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331459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AB189EBF-8B12-53EB-8C34-3F5AAA5A3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ACBBD5A0-57E3-5E7F-1752-AE6BDE6982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CD4E51AB-EA37-8B3A-94E8-AE64CEE742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501300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39051ACA-4BDF-7674-F154-E90E8ABFC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F20A7D0B-4764-DB3D-81AC-7CB17849C0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7F5280BF-EE18-CE8C-CB15-F15AF1779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30944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A203F782-D971-7590-2637-510F9033E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7494C0A0-3514-A07C-0853-B8A63A15F9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D4652003-2071-DCEB-12CA-A06F80553C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46513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5BF4ACD7-C0AD-8172-6E37-C450C6E7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03DD3291-1A0E-A63A-E818-1A30524696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287C86BF-78B9-CDC9-F6DD-6EE65EBE05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378136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A1E6B708-058E-59DA-D856-5F713F201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543CE87A-02E4-9FA2-3349-5A6392B234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18706FBB-FF76-0EDB-9332-C41B5B67BD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830722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9B9DE7E1-488C-8CDD-1754-296F16B7F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1CF8164C-037F-2BF2-46F4-4A09EF2F9A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61804B79-2C7E-0AE5-4259-E4414FC179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694222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AC0D2482-7590-6CCB-F8F1-9A76764A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290AFFA8-2194-AC3A-7840-32EA7ACF4B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E23C3BD7-CD33-733A-AC29-5974520F76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952105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AB6DE469-62FD-91D0-842C-E41220E1E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328405F6-FE49-49A6-44B6-8907E24D56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ABD029D1-9465-B160-8DBC-E1CC5F6E75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6626402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68994362-F34E-5C2A-D301-9B6BF03B6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967C930F-8F8B-E3F8-A6AC-2AB3D558B3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7641EC5B-8CBF-002B-E39C-5449DE3C3F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534766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4E4655C2-CF6F-8405-29AF-046A8221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9CA70FD8-FC82-70B4-171E-0DF8730CB1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DF46141E-1A70-65C0-8F9A-E36C16B22A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276409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9708F3CE-666D-CF71-38EE-B15408F0C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7701C728-66AA-5BD5-DB7B-42AB6306AC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304A2BF6-A672-76B1-42B1-B7C90CCCFA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7825558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4AB8C241-3D37-FC20-62DE-BA46EFA31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02BE641F-0EA4-C0F5-2E59-BD7F2EE321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4AB23C59-A224-F1B0-28CA-B4CCFA2A2E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240486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DF961DC9-D585-EF1C-9778-FB3B07E5E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191C81B8-8FA7-600A-ACE6-CB6EDDACCE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BD98A776-107C-1A4E-CA24-F871CE629F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9776011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6E4C1383-94A4-EB37-043A-18C5D78C0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0AB2E3BE-FF83-1A14-650D-DE7C371A16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889EAF5D-96B1-8973-7176-E8E53E40DF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4433361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1C1BE731-BF3C-45ED-0B97-F8675864D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D8B6B89E-AB60-57BD-CE7D-CD0D077CF3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93CAA030-C604-E31C-B6B4-B8BF937E3F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9644184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4CAC2B4C-FC66-A55E-E0DA-FA96D691A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41BD0094-EC59-8E57-6C2C-3587A4A5B9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5CC408CC-FCEC-F73D-2676-AC465ACE26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051651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F2F8CFF3-8163-EFD6-2C08-D51BF3C7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6B27460D-DD28-D8FD-09AB-5EA48FEBCA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052778CA-88FD-7E9D-256B-F0924FC6BC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0967160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6B7500F6-D091-20C7-E3D0-865AC0C96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D8402762-936D-860D-EFA5-26FA71C62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590CA2B5-3AA1-D640-F86B-DF2B08EDFB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4286372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90B5386A-0820-3E7A-07E8-02BCEE96A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28ED9D2D-2A10-0F87-6AC6-D4DFFA696F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71BE1BD6-D941-C242-DA4D-8874D96CB7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8098748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4E416D2C-7F6A-8B1B-5CBE-A7D0F97A6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A04F36F5-14A6-48F2-7B5E-1A8CD8046F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ED5F7CF6-3DD5-B27A-8DD6-797D0638C3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208754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5338106B-9BC7-170E-2785-23AC04242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DCF170BB-1FDB-11A6-FF6F-C2D474F80C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30E2A3E6-0163-7A13-6DB3-41FD6BF3F1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0034316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635845B4-46F3-ACA6-E24B-85E6FFD2E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23AD4778-F9CF-0170-E232-A8417E548D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71B3B40C-BE23-F419-F301-098BD941F4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5297058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9AA5CC90-8623-44EA-573F-D61809CAD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E9D8AA00-736A-F762-2722-FBEAE1A46B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55EB6323-B36B-32EB-80E2-6010453C81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4822292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15C14D36-1550-A38E-96B4-F8B00EDD4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3C8972CB-FAE7-97CD-DB1A-2C70D8E288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015E5A64-5C13-8662-5991-DCCE910C3E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6595191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3E946575-B14B-6F95-F099-E9F1EF0C3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3CD6CD17-BD07-5565-6FCE-96CF2ECE8C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2CD876E2-5A76-F137-50AE-9E360E9B58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6424063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9B2BF86C-AF73-8D35-EAF6-D98E103CA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81096468-7B5D-B27D-D6F8-3D1B787E35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E5E4DCB8-717E-6007-E01E-208DAE7A78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7252398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5C5338D6-ED58-3AE2-DAC3-AEFF2A76B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ED94707C-23EF-10C7-6A0B-E6A634B8C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A837E0F7-29A4-AEEC-B4F9-AE6838E550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50042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9C4ADAAC-9D85-785E-EA16-C73C5E719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27C9994A-6146-C19F-C508-6D4421D34D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C9FDA26F-688C-B0FF-4AE3-8A75025F9A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96333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575BD8A8-C854-490D-6EA0-F4B38AD2C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7F0F9B0E-B448-C8C4-AAB6-0E74B32BF6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E114C7C6-30D8-13B5-9E25-B4F66B49D2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9106679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9C37AF21-A3FA-45E9-301A-290C54E8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A43A4F18-3076-E6AF-E2C4-B6C00F4218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E459CCB9-5E55-D949-89BE-AA4742EE1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132871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DD6A6512-DB95-9939-9E9D-16381CB4B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184B07F2-84A0-4918-89DD-DB9477F5BC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577418D1-FB4A-874D-99F4-9459DF577F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9339173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EB2522A2-0E73-F295-185E-D83FBABA4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EF3758A2-0E72-46D0-9B1F-8D0A17A487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EF8313C4-1197-3B6E-5A17-F85E7BBD56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426674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F9DB16BF-EA29-7348-57B7-5E2BD8EA9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4C567169-98DA-D2A6-4428-B5B7BA3B0F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EDAA2F58-8A8B-5BC1-1619-671E808F25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994278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813E7298-3015-D8DD-284B-25287620E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23EB1154-41B0-E7C9-FC22-1DCA96C9C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B7796FBB-E03C-B152-4BA5-315B9DF52E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779815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E3B13D32-8AC7-1959-890E-D51545284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6DDCD306-37AD-4070-5FF2-BF8549740E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ABC2E2B5-F26D-B362-7020-90B8CF3275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7762148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xmlns="" id="{D4012379-1989-CF0B-2BCD-0AF91DEA2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xmlns="" id="{7AE1B41E-D150-7C62-04CF-E65E8B4F5D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xmlns="" id="{DF9C761C-E277-A64A-3556-0929B1D18D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80499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EB7BFAC8-01C6-DDFE-7AD9-D51E88AB5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B7926AE4-0989-6D93-5212-3B6B500F5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9224D8D7-0E44-6D98-9BAB-C39850269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D19F-4FBF-41BE-9A63-40E08548A8C1}" type="datetimeFigureOut">
              <a:rPr lang="fr-FR" smtClean="0"/>
              <a:t>07/01/2025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B5F266F6-3CE9-2D9F-E2F1-200DA6378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D6E8D0B0-FA2C-3B96-D308-9B167FF0D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C013-ABEF-4E8E-B052-0837BC87C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1017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EC1AC386-C0F1-A7EE-402F-3542D265E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E9B418F-A590-A998-F438-A4B642833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F010B037-EE9D-05D0-62DB-B1BCD79C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D19F-4FBF-41BE-9A63-40E08548A8C1}" type="datetimeFigureOut">
              <a:rPr lang="fr-FR" smtClean="0"/>
              <a:t>07/01/2025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99350357-54C9-CBE6-F596-8A74F8A55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CC75C5B0-663B-B9DE-D923-04A8BCE21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C013-ABEF-4E8E-B052-0837BC87C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1099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91D44368-DE65-6018-DD1F-3276B2E5C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9B84D76B-0399-36B9-AE79-0AE1438C7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FB2516D4-6EC9-8B37-F396-46B38C399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D19F-4FBF-41BE-9A63-40E08548A8C1}" type="datetimeFigureOut">
              <a:rPr lang="fr-FR" smtClean="0"/>
              <a:t>07/01/2025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22F26B1A-1F04-A0E6-DCBC-2A98F233D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33BD8076-07B3-CA08-227B-7EDF1A7FB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C013-ABEF-4E8E-B052-0837BC87C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4803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299FB330-B3E9-69D1-F398-205F402BC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2FD27B9E-0D65-F14A-8C6B-1393237FD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xmlns="" id="{F32D80E1-59F2-9B3D-0E0A-BF54FA64B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360EEA06-42AC-C430-F8DC-F21F99116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D19F-4FBF-41BE-9A63-40E08548A8C1}" type="datetimeFigureOut">
              <a:rPr lang="fr-FR" smtClean="0"/>
              <a:t>07/01/2025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AD2E85DE-0C88-1840-0723-FE234B3C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DCEED3B3-F0DD-5A5F-53CC-710BC59EC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C013-ABEF-4E8E-B052-0837BC87C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1443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E1F122D6-BA45-FF7F-83F6-87E53C7C2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45687FB5-8BC8-6F5C-5751-7DE07137F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xmlns="" id="{87981036-D578-7932-5637-B8FC6E7E3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xmlns="" id="{93A6104B-6B45-7847-6E29-994D6259D6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xmlns="" id="{576D8DE9-1C49-A19F-E264-3CDA502A9A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xmlns="" id="{CF543275-CEF7-4987-FF9A-3E781C450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D19F-4FBF-41BE-9A63-40E08548A8C1}" type="datetimeFigureOut">
              <a:rPr lang="fr-FR" smtClean="0"/>
              <a:t>07/01/2025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A129ACD6-77DF-9A81-C821-1DE715128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xmlns="" id="{460AB7B2-7988-A936-1524-697D537F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C013-ABEF-4E8E-B052-0837BC87C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5490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2795101B-E107-5DA7-8716-2F93B729A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xmlns="" id="{71DA8659-AED6-AC37-9246-8C2CD980A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D19F-4FBF-41BE-9A63-40E08548A8C1}" type="datetimeFigureOut">
              <a:rPr lang="fr-FR" smtClean="0"/>
              <a:t>07/01/2025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xmlns="" id="{7F4D881D-67B5-0C65-7EBB-2FF7F7755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xmlns="" id="{68CBBDA2-9003-5B37-443B-DEB0004FF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C013-ABEF-4E8E-B052-0837BC87C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5527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xmlns="" id="{917485FA-CEC6-5A76-0A74-4129E0724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D19F-4FBF-41BE-9A63-40E08548A8C1}" type="datetimeFigureOut">
              <a:rPr lang="fr-FR" smtClean="0"/>
              <a:t>07/01/2025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xmlns="" id="{A3DCD263-229E-EB01-2058-90A8158EA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00D77854-7ECB-EB89-B6E7-0BC4F68E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C013-ABEF-4E8E-B052-0837BC87C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5809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92DDF276-4FC6-B0BE-7873-811C2C7C7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BC0193A9-A81B-E55C-22B8-9290B49A9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A1CEC672-74C6-DC9B-E841-4C44DD460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5A6A1C16-D309-7953-CD51-693228126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D19F-4FBF-41BE-9A63-40E08548A8C1}" type="datetimeFigureOut">
              <a:rPr lang="fr-FR" smtClean="0"/>
              <a:t>07/01/2025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583B1DD3-CA3E-E12F-E358-79BBF18B0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EB0EB12C-EF2B-8778-85A7-2C6334448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C013-ABEF-4E8E-B052-0837BC87C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5750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E129116B-C318-1AC1-C283-61476C45C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xmlns="" id="{31445E29-474B-C398-EE46-37DC7BBAFF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E53B91DC-9686-7B70-E215-C9305EA0E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657D4624-0481-DAC7-A141-5AAFF7C58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D19F-4FBF-41BE-9A63-40E08548A8C1}" type="datetimeFigureOut">
              <a:rPr lang="fr-FR" smtClean="0"/>
              <a:t>07/01/2025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E40B8159-D4EB-42CC-76CF-D32BCBD2F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A8608ED8-BB98-99AC-0D56-EB9E8141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C013-ABEF-4E8E-B052-0837BC87C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4680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B7FAD81D-878D-4EBF-DC2B-8B7372AB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xmlns="" id="{9BCA3DE4-68F4-0262-3932-C15BCBBDE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CF5F33FC-9F2C-D856-51D4-FB58EFC4A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D19F-4FBF-41BE-9A63-40E08548A8C1}" type="datetimeFigureOut">
              <a:rPr lang="fr-FR" smtClean="0"/>
              <a:t>07/01/2025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4B92B05C-A66E-66DA-859C-449E83372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DB927F36-D7B8-3220-A6A4-09F1DD72B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C013-ABEF-4E8E-B052-0837BC87C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1644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xmlns="" id="{0BE8CE0A-DC84-99BB-00BA-B1DFCC3002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xmlns="" id="{C16A9A37-CD15-3181-1FDB-90C3AED24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3A410E90-B832-AE3C-A227-B82BD9C5E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D19F-4FBF-41BE-9A63-40E08548A8C1}" type="datetimeFigureOut">
              <a:rPr lang="fr-FR" smtClean="0"/>
              <a:t>07/01/2025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C2115CE0-E57D-4349-7966-44E7607FA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98E349FE-7479-EEE3-95E3-A440CFB19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FC013-ABEF-4E8E-B052-0837BC87C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109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xmlns="" id="{6FF0DB43-E73C-D4F3-31ED-89A417753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806D8405-D718-FC87-F78D-2BE5C425D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5D6AB7CA-08C7-9727-D4AF-10C6428320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DDD19F-4FBF-41BE-9A63-40E08548A8C1}" type="datetimeFigureOut">
              <a:rPr lang="fr-FR" smtClean="0"/>
              <a:t>07/01/2025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09A58312-DD79-D39A-C62A-53F944888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DB6DF597-3BF5-8BAB-0DD0-36BC08E30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CFC013-ABEF-4E8E-B052-0837BC87C0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7476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1.jp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diagramData" Target="../diagrams/data1.xml"/><Relationship Id="rId5" Type="http://schemas.openxmlformats.org/officeDocument/2006/relationships/image" Target="../media/image3.jpeg"/><Relationship Id="rId10" Type="http://schemas.microsoft.com/office/2007/relationships/diagramDrawing" Target="../diagrams/drawing1.xml"/><Relationship Id="rId4" Type="http://schemas.openxmlformats.org/officeDocument/2006/relationships/image" Target="../media/image2.jpeg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jpe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1.jpg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.jpeg"/><Relationship Id="rId9" Type="http://schemas.openxmlformats.org/officeDocument/2006/relationships/image" Target="../media/image2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emf"/><Relationship Id="rId5" Type="http://schemas.openxmlformats.org/officeDocument/2006/relationships/image" Target="../media/image33.pn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/><Relationship Id="rId3" Type="http://schemas.openxmlformats.org/officeDocument/2006/relationships/image" Target="../media/image1.jpg"/><Relationship Id="rId7" Type="http://schemas.openxmlformats.org/officeDocument/2006/relationships/image" Target="../media/image3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jpeg"/><Relationship Id="rId5" Type="http://schemas.openxmlformats.org/officeDocument/2006/relationships/image" Target="../media/image35.png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jpeg"/><Relationship Id="rId5" Type="http://schemas.openxmlformats.org/officeDocument/2006/relationships/image" Target="../media/image39.png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8.jpeg"/><Relationship Id="rId5" Type="http://schemas.openxmlformats.org/officeDocument/2006/relationships/image" Target="../media/image47.jpeg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jpeg"/><Relationship Id="rId3" Type="http://schemas.openxmlformats.org/officeDocument/2006/relationships/image" Target="../media/image1.jpg"/><Relationship Id="rId7" Type="http://schemas.openxmlformats.org/officeDocument/2006/relationships/image" Target="../media/image5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0.jpeg"/><Relationship Id="rId5" Type="http://schemas.openxmlformats.org/officeDocument/2006/relationships/image" Target="../media/image49.jpeg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jpeg"/><Relationship Id="rId3" Type="http://schemas.openxmlformats.org/officeDocument/2006/relationships/image" Target="../media/image1.jpg"/><Relationship Id="rId7" Type="http://schemas.openxmlformats.org/officeDocument/2006/relationships/image" Target="../media/image5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4.jpeg"/><Relationship Id="rId5" Type="http://schemas.openxmlformats.org/officeDocument/2006/relationships/image" Target="../media/image53.jpeg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8.jpeg"/><Relationship Id="rId5" Type="http://schemas.openxmlformats.org/officeDocument/2006/relationships/image" Target="../media/image57.jpeg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jpeg"/><Relationship Id="rId3" Type="http://schemas.openxmlformats.org/officeDocument/2006/relationships/image" Target="../media/image1.jpg"/><Relationship Id="rId7" Type="http://schemas.openxmlformats.org/officeDocument/2006/relationships/image" Target="../media/image6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1.jpeg"/><Relationship Id="rId5" Type="http://schemas.openxmlformats.org/officeDocument/2006/relationships/image" Target="../media/image60.jpeg"/><Relationship Id="rId4" Type="http://schemas.openxmlformats.org/officeDocument/2006/relationships/image" Target="../media/image2.jpeg"/><Relationship Id="rId9" Type="http://schemas.openxmlformats.org/officeDocument/2006/relationships/image" Target="../media/image6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6.jpeg"/><Relationship Id="rId5" Type="http://schemas.openxmlformats.org/officeDocument/2006/relationships/image" Target="../media/image65.png"/><Relationship Id="rId4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jpeg"/><Relationship Id="rId3" Type="http://schemas.openxmlformats.org/officeDocument/2006/relationships/image" Target="../media/image1.jpg"/><Relationship Id="rId7" Type="http://schemas.openxmlformats.org/officeDocument/2006/relationships/image" Target="../media/image6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8.jpeg"/><Relationship Id="rId5" Type="http://schemas.openxmlformats.org/officeDocument/2006/relationships/image" Target="../media/image67.jpeg"/><Relationship Id="rId4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jpeg"/><Relationship Id="rId3" Type="http://schemas.openxmlformats.org/officeDocument/2006/relationships/image" Target="../media/image1.jpg"/><Relationship Id="rId7" Type="http://schemas.openxmlformats.org/officeDocument/2006/relationships/image" Target="../media/image7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2.jpeg"/><Relationship Id="rId5" Type="http://schemas.openxmlformats.org/officeDocument/2006/relationships/image" Target="../media/image71.jpeg"/><Relationship Id="rId4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jpeg"/><Relationship Id="rId3" Type="http://schemas.openxmlformats.org/officeDocument/2006/relationships/image" Target="../media/image1.jpg"/><Relationship Id="rId7" Type="http://schemas.openxmlformats.org/officeDocument/2006/relationships/image" Target="../media/image7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6.jpeg"/><Relationship Id="rId5" Type="http://schemas.openxmlformats.org/officeDocument/2006/relationships/image" Target="../media/image75.jpeg"/><Relationship Id="rId4" Type="http://schemas.openxmlformats.org/officeDocument/2006/relationships/image" Target="../media/image2.jpeg"/><Relationship Id="rId9" Type="http://schemas.openxmlformats.org/officeDocument/2006/relationships/image" Target="../media/image79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8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1.jpeg"/><Relationship Id="rId5" Type="http://schemas.openxmlformats.org/officeDocument/2006/relationships/image" Target="../media/image80.jpeg"/><Relationship Id="rId4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8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4.jpeg"/><Relationship Id="rId5" Type="http://schemas.openxmlformats.org/officeDocument/2006/relationships/image" Target="../media/image83.jpeg"/><Relationship Id="rId4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jpeg"/><Relationship Id="rId3" Type="http://schemas.openxmlformats.org/officeDocument/2006/relationships/image" Target="../media/image86.jpeg"/><Relationship Id="rId7" Type="http://schemas.openxmlformats.org/officeDocument/2006/relationships/image" Target="../media/image88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7.jpeg"/><Relationship Id="rId5" Type="http://schemas.openxmlformats.org/officeDocument/2006/relationships/image" Target="../media/image2.jpeg"/><Relationship Id="rId4" Type="http://schemas.openxmlformats.org/officeDocument/2006/relationships/image" Target="../media/image1.jp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jpeg"/><Relationship Id="rId3" Type="http://schemas.openxmlformats.org/officeDocument/2006/relationships/image" Target="../media/image1.jpg"/><Relationship Id="rId7" Type="http://schemas.openxmlformats.org/officeDocument/2006/relationships/image" Target="../media/image9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1.jpeg"/><Relationship Id="rId5" Type="http://schemas.openxmlformats.org/officeDocument/2006/relationships/image" Target="../media/image90.jpeg"/><Relationship Id="rId4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96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5.jpeg"/><Relationship Id="rId5" Type="http://schemas.openxmlformats.org/officeDocument/2006/relationships/image" Target="../media/image94.jpeg"/><Relationship Id="rId4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jpeg"/><Relationship Id="rId3" Type="http://schemas.openxmlformats.org/officeDocument/2006/relationships/image" Target="../media/image1.jpg"/><Relationship Id="rId7" Type="http://schemas.openxmlformats.org/officeDocument/2006/relationships/image" Target="../media/image99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8.jpeg"/><Relationship Id="rId5" Type="http://schemas.openxmlformats.org/officeDocument/2006/relationships/image" Target="../media/image97.jpeg"/><Relationship Id="rId4" Type="http://schemas.openxmlformats.org/officeDocument/2006/relationships/image" Target="../media/image2.jpeg"/><Relationship Id="rId9" Type="http://schemas.openxmlformats.org/officeDocument/2006/relationships/image" Target="../media/image101.jpe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jpeg"/><Relationship Id="rId3" Type="http://schemas.openxmlformats.org/officeDocument/2006/relationships/image" Target="../media/image1.jpg"/><Relationship Id="rId7" Type="http://schemas.openxmlformats.org/officeDocument/2006/relationships/image" Target="../media/image104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3.jpeg"/><Relationship Id="rId5" Type="http://schemas.openxmlformats.org/officeDocument/2006/relationships/image" Target="../media/image102.jpeg"/><Relationship Id="rId4" Type="http://schemas.openxmlformats.org/officeDocument/2006/relationships/image" Target="../media/image2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08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7.jpeg"/><Relationship Id="rId5" Type="http://schemas.openxmlformats.org/officeDocument/2006/relationships/image" Target="../media/image106.jpeg"/><Relationship Id="rId4" Type="http://schemas.openxmlformats.org/officeDocument/2006/relationships/image" Target="../media/image2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1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0.jpeg"/><Relationship Id="rId5" Type="http://schemas.openxmlformats.org/officeDocument/2006/relationships/image" Target="../media/image109.jpeg"/><Relationship Id="rId4" Type="http://schemas.openxmlformats.org/officeDocument/2006/relationships/image" Target="../media/image2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14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3.jpeg"/><Relationship Id="rId5" Type="http://schemas.openxmlformats.org/officeDocument/2006/relationships/image" Target="../media/image112.jpeg"/><Relationship Id="rId4" Type="http://schemas.openxmlformats.org/officeDocument/2006/relationships/image" Target="../media/image2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17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6.jpeg"/><Relationship Id="rId5" Type="http://schemas.openxmlformats.org/officeDocument/2006/relationships/image" Target="../media/image115.jpeg"/><Relationship Id="rId4" Type="http://schemas.openxmlformats.org/officeDocument/2006/relationships/image" Target="../media/image2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9.jpeg"/><Relationship Id="rId5" Type="http://schemas.openxmlformats.org/officeDocument/2006/relationships/image" Target="../media/image118.jpeg"/><Relationship Id="rId4" Type="http://schemas.openxmlformats.org/officeDocument/2006/relationships/image" Target="../media/image2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1.jpeg"/><Relationship Id="rId5" Type="http://schemas.openxmlformats.org/officeDocument/2006/relationships/image" Target="../media/image120.png"/><Relationship Id="rId4" Type="http://schemas.openxmlformats.org/officeDocument/2006/relationships/image" Target="../media/image2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4.jpeg"/><Relationship Id="rId5" Type="http://schemas.openxmlformats.org/officeDocument/2006/relationships/image" Target="../media/image123.jpeg"/><Relationship Id="rId4" Type="http://schemas.openxmlformats.org/officeDocument/2006/relationships/image" Target="../media/image2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5.png"/><Relationship Id="rId4" Type="http://schemas.openxmlformats.org/officeDocument/2006/relationships/image" Target="../media/image2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7.jpeg"/><Relationship Id="rId5" Type="http://schemas.openxmlformats.org/officeDocument/2006/relationships/image" Target="../media/image126.jpeg"/><Relationship Id="rId4" Type="http://schemas.openxmlformats.org/officeDocument/2006/relationships/image" Target="../media/image2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8.png"/><Relationship Id="rId4" Type="http://schemas.openxmlformats.org/officeDocument/2006/relationships/image" Target="../media/image2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9.png"/><Relationship Id="rId4" Type="http://schemas.openxmlformats.org/officeDocument/2006/relationships/image" Target="../media/image2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0.jpeg"/><Relationship Id="rId4" Type="http://schemas.openxmlformats.org/officeDocument/2006/relationships/image" Target="../media/image2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1.png"/><Relationship Id="rId4" Type="http://schemas.openxmlformats.org/officeDocument/2006/relationships/image" Target="../media/image2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hyperlink" Target="https://www.afdb.org/sites/default/files/corporate_procurement/cctp_-_remise_etat_ccia_-adb-itb-chgs-2021-0123_10_06_2021.pdf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cdn1_2.reseaudesvilles.fr/cities/42/documents/b6nzrq42p9uhyd.pdf" TargetMode="External"/><Relationship Id="rId5" Type="http://schemas.openxmlformats.org/officeDocument/2006/relationships/image" Target="../media/image132.jpeg"/><Relationship Id="rId4" Type="http://schemas.openxmlformats.org/officeDocument/2006/relationships/image" Target="../media/image2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3.png"/><Relationship Id="rId4" Type="http://schemas.openxmlformats.org/officeDocument/2006/relationships/image" Target="../media/image2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ww.fib.org/wp-content/uploads/2020/04/Guide-de-bonnes-pratiques-Maconnerie-BD-Web.pdf" TargetMode="External"/><Relationship Id="rId5" Type="http://schemas.openxmlformats.org/officeDocument/2006/relationships/image" Target="../media/image134.png"/><Relationship Id="rId4" Type="http://schemas.openxmlformats.org/officeDocument/2006/relationships/image" Target="../media/image2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5.jpeg"/><Relationship Id="rId4" Type="http://schemas.openxmlformats.org/officeDocument/2006/relationships/image" Target="../media/image2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5" Type="http://schemas.openxmlformats.org/officeDocument/2006/relationships/image" Target="../media/image136.png"/><Relationship Id="rId4" Type="http://schemas.openxmlformats.org/officeDocument/2006/relationships/image" Target="../media/image2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38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8.xml"/><Relationship Id="rId6" Type="http://schemas.microsoft.com/office/2007/relationships/hdphoto" Target="../media/hdphoto2.wdp"/><Relationship Id="rId5" Type="http://schemas.openxmlformats.org/officeDocument/2006/relationships/image" Target="../media/image137.png"/><Relationship Id="rId4" Type="http://schemas.openxmlformats.org/officeDocument/2006/relationships/image" Target="../media/image2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41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0.jpeg"/><Relationship Id="rId5" Type="http://schemas.openxmlformats.org/officeDocument/2006/relationships/image" Target="../media/image139.png"/><Relationship Id="rId4" Type="http://schemas.openxmlformats.org/officeDocument/2006/relationships/image" Target="../media/image2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9.png"/><Relationship Id="rId4" Type="http://schemas.openxmlformats.org/officeDocument/2006/relationships/image" Target="../media/image2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41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0.jpeg"/><Relationship Id="rId5" Type="http://schemas.openxmlformats.org/officeDocument/2006/relationships/image" Target="../media/image139.png"/><Relationship Id="rId4" Type="http://schemas.openxmlformats.org/officeDocument/2006/relationships/image" Target="../media/image2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2.png"/><Relationship Id="rId4" Type="http://schemas.openxmlformats.org/officeDocument/2006/relationships/image" Target="../media/image2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3.png"/><Relationship Id="rId4" Type="http://schemas.openxmlformats.org/officeDocument/2006/relationships/image" Target="../media/image2.jpe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xmlns="" id="{6EE7AD9E-88CB-AC12-0ED3-3E921AB1F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7916" y="1"/>
            <a:ext cx="1516108" cy="136565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8A8DF2B9-A7E7-5801-AD87-D4883697B765}"/>
              </a:ext>
            </a:extLst>
          </p:cNvPr>
          <p:cNvSpPr txBox="1"/>
          <p:nvPr/>
        </p:nvSpPr>
        <p:spPr>
          <a:xfrm>
            <a:off x="-1" y="3221601"/>
            <a:ext cx="663170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</a:rPr>
              <a:t>Technologie de la construction_C1  : Introduction </a:t>
            </a:r>
          </a:p>
        </p:txBody>
      </p:sp>
      <p:pic>
        <p:nvPicPr>
          <p:cNvPr id="3" name="officeArt object">
            <a:extLst>
              <a:ext uri="{FF2B5EF4-FFF2-40B4-BE49-F238E27FC236}">
                <a16:creationId xmlns:a16="http://schemas.microsoft.com/office/drawing/2014/main" xmlns="" id="{ED24C6EC-D325-7281-D36E-382EF45096C0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194872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xmlns="" id="{F726492D-A9EC-D6C6-E26D-F6BD9EDC921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xmlns="" id="{3212850B-BAEC-FFF4-C778-2248F3C43D3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38309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</a:t>
            </a:fld>
            <a:endParaRPr lang="fr-FR"/>
          </a:p>
        </p:txBody>
      </p:sp>
      <p:pic>
        <p:nvPicPr>
          <p:cNvPr id="1026" name="Picture 2" descr="Les 10 nouvelles technologies qui (re)construisent le bâtiment">
            <a:extLst>
              <a:ext uri="{FF2B5EF4-FFF2-40B4-BE49-F238E27FC236}">
                <a16:creationId xmlns:a16="http://schemas.microsoft.com/office/drawing/2014/main" xmlns="" id="{0E2215A8-69D8-BD9C-7A24-C499DCD91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7272" y="2030586"/>
            <a:ext cx="4800785" cy="320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747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8F604D1-FE06-45DF-A1B6-4B0AB0EFB09B}"/>
              </a:ext>
            </a:extLst>
          </p:cNvPr>
          <p:cNvSpPr/>
          <p:nvPr/>
        </p:nvSpPr>
        <p:spPr>
          <a:xfrm>
            <a:off x="4661999" y="136525"/>
            <a:ext cx="4245073" cy="1395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  <a:buSzPct val="47000"/>
            </a:pPr>
            <a:r>
              <a:rPr lang="fr-FR" sz="40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Plan</a:t>
            </a:r>
          </a:p>
          <a:p>
            <a:pPr>
              <a:lnSpc>
                <a:spcPct val="150000"/>
              </a:lnSpc>
            </a:pPr>
            <a:endParaRPr lang="fr-FR" sz="18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pic>
        <p:nvPicPr>
          <p:cNvPr id="4" name="Image 3" descr="Une image contenant texte, cercle, symbole, Graphique&#10;&#10;Description générée automatiquement">
            <a:extLst>
              <a:ext uri="{FF2B5EF4-FFF2-40B4-BE49-F238E27FC236}">
                <a16:creationId xmlns:a16="http://schemas.microsoft.com/office/drawing/2014/main" xmlns="" id="{EE1A7C04-7ACE-1CD8-AA15-44C2906069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0877" y="116060"/>
            <a:ext cx="1090163" cy="98197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9936702-4E8E-BA51-7DA2-8775F51DB9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xmlns="" id="{2432E38D-A66F-409A-FD5F-C20A242ACFD6}"/>
              </a:ext>
            </a:extLst>
          </p:cNvPr>
          <p:cNvSpPr txBox="1"/>
          <p:nvPr/>
        </p:nvSpPr>
        <p:spPr>
          <a:xfrm>
            <a:off x="2516038" y="6398308"/>
            <a:ext cx="6094562" cy="429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Clr>
                <a:schemeClr val="accent1"/>
              </a:buClr>
              <a:buSzPct val="47000"/>
            </a:pPr>
            <a:r>
              <a:rPr lang="en-US" sz="1600" i="1" dirty="0">
                <a:solidFill>
                  <a:srgbClr val="1F3864"/>
                </a:solidFill>
                <a:latin typeface="Proxima Nova"/>
                <a:ea typeface="Calibri"/>
                <a:cs typeface="Calibri"/>
              </a:rPr>
              <a:t>Ibrahim Niang</a:t>
            </a:r>
            <a:r>
              <a:rPr lang="en-US" sz="1600" b="1" dirty="0">
                <a:solidFill>
                  <a:srgbClr val="1F3864"/>
                </a:solidFill>
                <a:latin typeface="Proxima Nova"/>
                <a:ea typeface="Calibri"/>
                <a:cs typeface="Calibri"/>
              </a:rPr>
              <a:t> </a:t>
            </a:r>
            <a:endParaRPr lang="fr-FR" sz="1600" b="1" dirty="0">
              <a:solidFill>
                <a:srgbClr val="1F3864"/>
              </a:solidFill>
              <a:latin typeface="Proxima Nova"/>
              <a:ea typeface="Calibri"/>
              <a:cs typeface="Calibri"/>
            </a:endParaRPr>
          </a:p>
        </p:txBody>
      </p:sp>
      <p:pic>
        <p:nvPicPr>
          <p:cNvPr id="3" name="officeArt object" descr="Une image contenant texte, Police, conception, logo&#10;&#10;Description générée automatiquement">
            <a:extLst>
              <a:ext uri="{FF2B5EF4-FFF2-40B4-BE49-F238E27FC236}">
                <a16:creationId xmlns:a16="http://schemas.microsoft.com/office/drawing/2014/main" xmlns="" id="{B1CFDCA3-4759-25E1-88A5-2F67C8914F09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194872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6" name="Picture 2" descr="Les 10 nouvelles technologies qui (re)construisent le bâtiment">
            <a:extLst>
              <a:ext uri="{FF2B5EF4-FFF2-40B4-BE49-F238E27FC236}">
                <a16:creationId xmlns:a16="http://schemas.microsoft.com/office/drawing/2014/main" xmlns="" id="{6A4F8650-5FC0-6DB8-55BF-CC0AEB815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977" y="2217959"/>
            <a:ext cx="4800785" cy="320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ZoneTexte 9">
            <a:extLst>
              <a:ext uri="{FF2B5EF4-FFF2-40B4-BE49-F238E27FC236}">
                <a16:creationId xmlns:a16="http://schemas.microsoft.com/office/drawing/2014/main" xmlns="" id="{68D338CA-2372-912C-D698-62D007D923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1266796"/>
              </p:ext>
            </p:extLst>
          </p:nvPr>
        </p:nvGraphicFramePr>
        <p:xfrm>
          <a:off x="263442" y="2302180"/>
          <a:ext cx="6096000" cy="3323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535838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13FCDF2C-E21E-C051-1BF5-5D104FB0BA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D91DC180-B757-F695-9C9B-65971A2B80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D82F49A0-C424-EE75-81BC-03185979C725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51EE4263-1DF9-7159-2AF8-877626212C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1740D677-3673-1F6C-84B4-3ECAFE760D0A}"/>
              </a:ext>
            </a:extLst>
          </p:cNvPr>
          <p:cNvSpPr/>
          <p:nvPr/>
        </p:nvSpPr>
        <p:spPr>
          <a:xfrm>
            <a:off x="-63745" y="-107207"/>
            <a:ext cx="5199163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Termes et définition 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E5A8251-A634-5C07-3824-B74A12370513}"/>
              </a:ext>
            </a:extLst>
          </p:cNvPr>
          <p:cNvSpPr/>
          <p:nvPr/>
        </p:nvSpPr>
        <p:spPr>
          <a:xfrm>
            <a:off x="3888723" y="1134417"/>
            <a:ext cx="453681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Composant de construction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xmlns="" id="{D148A198-4760-8B03-4E01-2CFB29197F7C}"/>
              </a:ext>
            </a:extLst>
          </p:cNvPr>
          <p:cNvSpPr txBox="1"/>
          <p:nvPr/>
        </p:nvSpPr>
        <p:spPr>
          <a:xfrm>
            <a:off x="-190336" y="2219391"/>
            <a:ext cx="45368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rgbClr val="111111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Un composant de construction est une </a:t>
            </a:r>
            <a:r>
              <a:rPr lang="fr-FR" b="1" dirty="0">
                <a:solidFill>
                  <a:srgbClr val="111111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unité fondamentale intégrant des propriétés physiques et mécaniques spécifiques</a:t>
            </a:r>
            <a:r>
              <a:rPr lang="fr-FR" dirty="0">
                <a:solidFill>
                  <a:srgbClr val="111111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, utilisée pour l'assemblage d'une structure architecturale ou fonctionnelle.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xmlns="" id="{CB16829A-11D6-D0AB-5D61-49BB0FD1A2B6}"/>
              </a:ext>
            </a:extLst>
          </p:cNvPr>
          <p:cNvSpPr txBox="1"/>
          <p:nvPr/>
        </p:nvSpPr>
        <p:spPr>
          <a:xfrm>
            <a:off x="282926" y="4786689"/>
            <a:ext cx="36212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Il </a:t>
            </a:r>
            <a:r>
              <a:rPr lang="fr-FR" b="1" dirty="0"/>
              <a:t>constitue le niveau élémentaire des matériaux entrant dans la composition </a:t>
            </a:r>
            <a:r>
              <a:rPr lang="fr-FR" dirty="0"/>
              <a:t>des éléments plus complexes.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xmlns="" id="{8C0DC391-99CB-73A7-0BDE-2317BC242BF0}"/>
              </a:ext>
            </a:extLst>
          </p:cNvPr>
          <p:cNvSpPr txBox="1"/>
          <p:nvPr/>
        </p:nvSpPr>
        <p:spPr>
          <a:xfrm>
            <a:off x="5807242" y="2219391"/>
            <a:ext cx="6322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Fonction</a:t>
            </a:r>
            <a:r>
              <a:rPr lang="fr-FR" dirty="0"/>
              <a:t> : Apporter une contribution mesurable à la stabilité, l'isolation, ou l'esthétique de l'ouvrage</a:t>
            </a:r>
          </a:p>
        </p:txBody>
      </p:sp>
      <p:pic>
        <p:nvPicPr>
          <p:cNvPr id="2050" name="Picture 2" descr="Terca Briques Rouges - gros oeuvres fa231ade et brics - blocs et hourdis -  briques de parement - terca briques rouges">
            <a:extLst>
              <a:ext uri="{FF2B5EF4-FFF2-40B4-BE49-F238E27FC236}">
                <a16:creationId xmlns:a16="http://schemas.microsoft.com/office/drawing/2014/main" xmlns="" id="{7E6FF3DD-CCDB-F235-52C1-2FB19D6A4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25" y="2938839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outre béton armé ou précontrainte, Poutre charpente béton | Rector">
            <a:extLst>
              <a:ext uri="{FF2B5EF4-FFF2-40B4-BE49-F238E27FC236}">
                <a16:creationId xmlns:a16="http://schemas.microsoft.com/office/drawing/2014/main" xmlns="" id="{F750E335-923B-3D77-680F-AB0F7DF14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67" y="5220307"/>
            <a:ext cx="3705225" cy="1144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Le Typha sénégalais en Allemagne – TyCCAO – Typha Combustible Construction  Afrique de l'Ouest">
            <a:extLst>
              <a:ext uri="{FF2B5EF4-FFF2-40B4-BE49-F238E27FC236}">
                <a16:creationId xmlns:a16="http://schemas.microsoft.com/office/drawing/2014/main" xmlns="" id="{BA23C433-3884-E41A-E7EC-F36555FCF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9473" y="2997489"/>
            <a:ext cx="1754327" cy="1754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xmlns="" id="{FD3E0BDA-3352-FD6A-5637-6A2C2B53A178}"/>
              </a:ext>
            </a:extLst>
          </p:cNvPr>
          <p:cNvSpPr txBox="1"/>
          <p:nvPr/>
        </p:nvSpPr>
        <p:spPr>
          <a:xfrm>
            <a:off x="7001132" y="4786689"/>
            <a:ext cx="751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Brique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xmlns="" id="{6714DD99-767F-A201-742E-54BAC0787C54}"/>
              </a:ext>
            </a:extLst>
          </p:cNvPr>
          <p:cNvSpPr txBox="1"/>
          <p:nvPr/>
        </p:nvSpPr>
        <p:spPr>
          <a:xfrm>
            <a:off x="8780183" y="6336361"/>
            <a:ext cx="8133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Poutre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xmlns="" id="{8318F2BD-2AFF-8FE4-5B39-66BCB14ABE76}"/>
              </a:ext>
            </a:extLst>
          </p:cNvPr>
          <p:cNvSpPr txBox="1"/>
          <p:nvPr/>
        </p:nvSpPr>
        <p:spPr>
          <a:xfrm>
            <a:off x="9599473" y="4778630"/>
            <a:ext cx="18379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Panneau d’isolation</a:t>
            </a:r>
          </a:p>
        </p:txBody>
      </p:sp>
    </p:spTree>
    <p:extLst>
      <p:ext uri="{BB962C8B-B14F-4D97-AF65-F5344CB8AC3E}">
        <p14:creationId xmlns:p14="http://schemas.microsoft.com/office/powerpoint/2010/main" val="154245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E429BF09-81F2-110A-8F9D-EC1EFA5D1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F79CCC01-97C3-A424-DCF3-8D12F082D8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6EB1D113-D3D5-CF0A-9AD8-1DE3E8B690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30C5780E-2AC5-8C21-B953-5081F672E5C0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095B35B6-3887-046F-5481-63099CCA28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83FD7AA-58A0-FEAE-95FA-913BD0B51FCC}"/>
              </a:ext>
            </a:extLst>
          </p:cNvPr>
          <p:cNvSpPr/>
          <p:nvPr/>
        </p:nvSpPr>
        <p:spPr>
          <a:xfrm>
            <a:off x="-63745" y="-107207"/>
            <a:ext cx="5199163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Termes et définition 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DF19D96B-6A05-27F1-94B4-8F93E3A050A9}"/>
              </a:ext>
            </a:extLst>
          </p:cNvPr>
          <p:cNvSpPr/>
          <p:nvPr/>
        </p:nvSpPr>
        <p:spPr>
          <a:xfrm>
            <a:off x="4478219" y="1134417"/>
            <a:ext cx="335784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Système constructif 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xmlns="" id="{9BDE9F67-C692-FE91-91FF-71CF7E7EE0DB}"/>
              </a:ext>
            </a:extLst>
          </p:cNvPr>
          <p:cNvSpPr txBox="1"/>
          <p:nvPr/>
        </p:nvSpPr>
        <p:spPr>
          <a:xfrm>
            <a:off x="5807242" y="2219391"/>
            <a:ext cx="6322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Fonction</a:t>
            </a:r>
            <a:r>
              <a:rPr lang="fr-FR" dirty="0"/>
              <a:t> : Assurer la </a:t>
            </a:r>
            <a:r>
              <a:rPr lang="fr-FR" b="1" dirty="0"/>
              <a:t>résistance mécanique globale</a:t>
            </a:r>
            <a:r>
              <a:rPr lang="fr-FR" dirty="0"/>
              <a:t>, </a:t>
            </a:r>
            <a:r>
              <a:rPr lang="fr-FR" b="1" dirty="0"/>
              <a:t>le confort d’usage </a:t>
            </a:r>
            <a:r>
              <a:rPr lang="fr-FR" dirty="0"/>
              <a:t>et la </a:t>
            </a:r>
            <a:r>
              <a:rPr lang="fr-FR" b="1" dirty="0"/>
              <a:t>pérennité de l’ouvrage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xmlns="" id="{B1D39DC7-0828-593A-9198-6284DFF5699A}"/>
              </a:ext>
            </a:extLst>
          </p:cNvPr>
          <p:cNvSpPr txBox="1"/>
          <p:nvPr/>
        </p:nvSpPr>
        <p:spPr>
          <a:xfrm>
            <a:off x="5981998" y="5603832"/>
            <a:ext cx="53049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/>
              <a:t>Poteaux-Poutres: </a:t>
            </a:r>
            <a:r>
              <a:rPr lang="fr-FR" sz="1400" dirty="0"/>
              <a:t>Excellente répartition des charges et flexibilité architecturale.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78A96ABB-750B-01B3-3370-BB9C39621FE6}"/>
              </a:ext>
            </a:extLst>
          </p:cNvPr>
          <p:cNvSpPr txBox="1"/>
          <p:nvPr/>
        </p:nvSpPr>
        <p:spPr>
          <a:xfrm>
            <a:off x="282926" y="2228671"/>
            <a:ext cx="43532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Le </a:t>
            </a:r>
            <a:r>
              <a:rPr lang="fr-FR" dirty="0">
                <a:solidFill>
                  <a:srgbClr val="111111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système constructif correspond à une </a:t>
            </a:r>
            <a:r>
              <a:rPr lang="fr-FR" b="1" dirty="0">
                <a:solidFill>
                  <a:srgbClr val="111111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méthodologie globale d’agencement et d’interaction des composants de construction</a:t>
            </a:r>
            <a:r>
              <a:rPr lang="fr-FR" dirty="0">
                <a:solidFill>
                  <a:srgbClr val="111111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 pour former </a:t>
            </a:r>
            <a:r>
              <a:rPr lang="fr-FR" b="1" dirty="0">
                <a:solidFill>
                  <a:srgbClr val="111111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une structure homogène</a:t>
            </a:r>
            <a:r>
              <a:rPr lang="fr-FR" dirty="0">
                <a:solidFill>
                  <a:srgbClr val="111111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 répondant aux exigences normatives et techniques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EE7A3358-98D0-1EAB-6A4A-D06D0B2A8094}"/>
              </a:ext>
            </a:extLst>
          </p:cNvPr>
          <p:cNvSpPr txBox="1"/>
          <p:nvPr/>
        </p:nvSpPr>
        <p:spPr>
          <a:xfrm>
            <a:off x="717042" y="4835875"/>
            <a:ext cx="30908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Il repose sur des </a:t>
            </a:r>
            <a:r>
              <a:rPr lang="fr-FR" b="1" dirty="0"/>
              <a:t>principes d’optimisation des matériaux </a:t>
            </a:r>
            <a:r>
              <a:rPr lang="fr-FR" dirty="0"/>
              <a:t>et des </a:t>
            </a:r>
            <a:r>
              <a:rPr lang="fr-FR" b="1" dirty="0"/>
              <a:t>contraintes de conception</a:t>
            </a:r>
          </a:p>
        </p:txBody>
      </p:sp>
      <p:pic>
        <p:nvPicPr>
          <p:cNvPr id="3074" name="Picture 2" descr="Poteaux et poutres | Ebawe">
            <a:extLst>
              <a:ext uri="{FF2B5EF4-FFF2-40B4-BE49-F238E27FC236}">
                <a16:creationId xmlns:a16="http://schemas.microsoft.com/office/drawing/2014/main" xmlns="" id="{4EB82139-BB69-FF45-E8B7-4501DAAB8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8954" y="3195218"/>
            <a:ext cx="2313385" cy="2079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SEAC - Ossature Poteau-Poutre">
            <a:extLst>
              <a:ext uri="{FF2B5EF4-FFF2-40B4-BE49-F238E27FC236}">
                <a16:creationId xmlns:a16="http://schemas.microsoft.com/office/drawing/2014/main" xmlns="" id="{D8333A97-E799-2C8D-296A-32F74ADDC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6837" y="3145502"/>
            <a:ext cx="1990725" cy="22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3357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1FB76780-DAF7-D51E-8226-522435408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22C99F27-5036-67D0-A0A5-4B25F78C06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B47AFAA6-9BA1-15DC-18F7-66C65656C2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525E7BDF-C72E-1560-3F06-5102EAADBF9F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28603D9A-CB8B-9EB5-4AC0-BAE2EF9A1D5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5F365B7E-226B-5B12-0E1F-D356D09B816D}"/>
              </a:ext>
            </a:extLst>
          </p:cNvPr>
          <p:cNvSpPr/>
          <p:nvPr/>
        </p:nvSpPr>
        <p:spPr>
          <a:xfrm>
            <a:off x="-63745" y="-107207"/>
            <a:ext cx="5199163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Termes et définition 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6FF51F5-F601-041C-FF86-97F9B42D08E2}"/>
              </a:ext>
            </a:extLst>
          </p:cNvPr>
          <p:cNvSpPr/>
          <p:nvPr/>
        </p:nvSpPr>
        <p:spPr>
          <a:xfrm>
            <a:off x="4478219" y="1134417"/>
            <a:ext cx="335784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Système constructif 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xmlns="" id="{749611F4-99B2-F2DB-AED9-99B453B1DE4B}"/>
              </a:ext>
            </a:extLst>
          </p:cNvPr>
          <p:cNvSpPr txBox="1"/>
          <p:nvPr/>
        </p:nvSpPr>
        <p:spPr>
          <a:xfrm>
            <a:off x="5807242" y="2219391"/>
            <a:ext cx="6322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Fonction</a:t>
            </a:r>
            <a:r>
              <a:rPr lang="fr-FR" dirty="0"/>
              <a:t> : Assurer la </a:t>
            </a:r>
            <a:r>
              <a:rPr lang="fr-FR" b="1" dirty="0"/>
              <a:t>résistance mécanique globale</a:t>
            </a:r>
            <a:r>
              <a:rPr lang="fr-FR" dirty="0"/>
              <a:t>, </a:t>
            </a:r>
            <a:r>
              <a:rPr lang="fr-FR" b="1" dirty="0"/>
              <a:t>le confort d’usage </a:t>
            </a:r>
            <a:r>
              <a:rPr lang="fr-FR" dirty="0"/>
              <a:t>et la </a:t>
            </a:r>
            <a:r>
              <a:rPr lang="fr-FR" b="1" dirty="0"/>
              <a:t>pérennité de l’ouvrage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xmlns="" id="{63743856-BECD-8904-5106-B22179870D34}"/>
              </a:ext>
            </a:extLst>
          </p:cNvPr>
          <p:cNvSpPr txBox="1"/>
          <p:nvPr/>
        </p:nvSpPr>
        <p:spPr>
          <a:xfrm>
            <a:off x="5958126" y="5663787"/>
            <a:ext cx="53049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/>
              <a:t>Mur en pisé : </a:t>
            </a:r>
            <a:r>
              <a:rPr lang="fr-FR" sz="1400" dirty="0"/>
              <a:t>Optimisation bioclimatique pour des environnements chauds et secs.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5F898412-4E5C-08F7-022E-C661F8DF5FBB}"/>
              </a:ext>
            </a:extLst>
          </p:cNvPr>
          <p:cNvSpPr txBox="1"/>
          <p:nvPr/>
        </p:nvSpPr>
        <p:spPr>
          <a:xfrm>
            <a:off x="282926" y="2228671"/>
            <a:ext cx="43532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Le </a:t>
            </a:r>
            <a:r>
              <a:rPr lang="fr-FR" dirty="0">
                <a:solidFill>
                  <a:srgbClr val="111111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système constructif correspond à une </a:t>
            </a:r>
            <a:r>
              <a:rPr lang="fr-FR" b="1" dirty="0">
                <a:solidFill>
                  <a:srgbClr val="111111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méthodologie globale d’agencement et d’interaction des composants de construction</a:t>
            </a:r>
            <a:r>
              <a:rPr lang="fr-FR" dirty="0">
                <a:solidFill>
                  <a:srgbClr val="111111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 pour former </a:t>
            </a:r>
            <a:r>
              <a:rPr lang="fr-FR" b="1" dirty="0">
                <a:solidFill>
                  <a:srgbClr val="111111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une structure homogène</a:t>
            </a:r>
            <a:r>
              <a:rPr lang="fr-FR" dirty="0">
                <a:solidFill>
                  <a:srgbClr val="111111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 répondant aux exigences normatives et techniques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60A6EB14-010C-518D-A4B5-C94521489A6D}"/>
              </a:ext>
            </a:extLst>
          </p:cNvPr>
          <p:cNvSpPr txBox="1"/>
          <p:nvPr/>
        </p:nvSpPr>
        <p:spPr>
          <a:xfrm>
            <a:off x="717042" y="4835875"/>
            <a:ext cx="30908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Il repose sur des </a:t>
            </a:r>
            <a:r>
              <a:rPr lang="fr-FR" b="1" dirty="0"/>
              <a:t>principes d’optimisation des matériaux </a:t>
            </a:r>
            <a:r>
              <a:rPr lang="fr-FR" dirty="0"/>
              <a:t>et des </a:t>
            </a:r>
            <a:r>
              <a:rPr lang="fr-FR" b="1" dirty="0"/>
              <a:t>contraintes de conception</a:t>
            </a:r>
          </a:p>
        </p:txBody>
      </p:sp>
      <p:pic>
        <p:nvPicPr>
          <p:cNvPr id="4098" name="Picture 2" descr="Un mur en pisé intérieur avec des ouvertures en biais et des spots  intégrés, Martigné-Ferchaud, 2019">
            <a:extLst>
              <a:ext uri="{FF2B5EF4-FFF2-40B4-BE49-F238E27FC236}">
                <a16:creationId xmlns:a16="http://schemas.microsoft.com/office/drawing/2014/main" xmlns="" id="{B52245BF-7573-61B7-8B30-9A2622B67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998" y="2899261"/>
            <a:ext cx="1743075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Qu'est-ce qu'un mur en pisé ? - Terrio">
            <a:extLst>
              <a:ext uri="{FF2B5EF4-FFF2-40B4-BE49-F238E27FC236}">
                <a16:creationId xmlns:a16="http://schemas.microsoft.com/office/drawing/2014/main" xmlns="" id="{BF4AD80C-53B7-72B7-2E85-D53890E6A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4189" y="3275498"/>
            <a:ext cx="2438400" cy="187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9980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03F9B3B8-0EA4-70F2-4966-D20B4F077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63FF40D2-190B-6F71-6647-DDDB12FC49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6D5DFD95-F310-19CF-BE87-915D317450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4CB85D45-689C-C258-429B-0018C5923722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908FCFB2-F647-4615-F45C-6727E5B27D5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BC03666-0A50-4DEA-D3BA-C806850DC274}"/>
              </a:ext>
            </a:extLst>
          </p:cNvPr>
          <p:cNvSpPr/>
          <p:nvPr/>
        </p:nvSpPr>
        <p:spPr>
          <a:xfrm>
            <a:off x="-63745" y="-107207"/>
            <a:ext cx="5199163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Termes et définition 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AA3D4E2F-6091-EEBC-DBC4-7585500C8FE1}"/>
              </a:ext>
            </a:extLst>
          </p:cNvPr>
          <p:cNvSpPr/>
          <p:nvPr/>
        </p:nvSpPr>
        <p:spPr>
          <a:xfrm>
            <a:off x="4478219" y="1134417"/>
            <a:ext cx="335784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Système constructif 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xmlns="" id="{E5461B19-E956-FAD8-1E64-8E6550BDF14C}"/>
              </a:ext>
            </a:extLst>
          </p:cNvPr>
          <p:cNvSpPr txBox="1"/>
          <p:nvPr/>
        </p:nvSpPr>
        <p:spPr>
          <a:xfrm>
            <a:off x="5807242" y="2219391"/>
            <a:ext cx="6322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Fonction</a:t>
            </a:r>
            <a:r>
              <a:rPr lang="fr-FR" dirty="0"/>
              <a:t> : Assurer la </a:t>
            </a:r>
            <a:r>
              <a:rPr lang="fr-FR" b="1" dirty="0"/>
              <a:t>résistance mécanique globale</a:t>
            </a:r>
            <a:r>
              <a:rPr lang="fr-FR" dirty="0"/>
              <a:t>, </a:t>
            </a:r>
            <a:r>
              <a:rPr lang="fr-FR" b="1" dirty="0"/>
              <a:t>le confort d’usage </a:t>
            </a:r>
            <a:r>
              <a:rPr lang="fr-FR" dirty="0"/>
              <a:t>et la </a:t>
            </a:r>
            <a:r>
              <a:rPr lang="fr-FR" b="1" dirty="0"/>
              <a:t>pérennité de l’ouvrage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8B65FDE3-70AD-568F-08B5-C33497A05C41}"/>
              </a:ext>
            </a:extLst>
          </p:cNvPr>
          <p:cNvSpPr txBox="1"/>
          <p:nvPr/>
        </p:nvSpPr>
        <p:spPr>
          <a:xfrm>
            <a:off x="282926" y="2228671"/>
            <a:ext cx="43532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Le </a:t>
            </a:r>
            <a:r>
              <a:rPr lang="fr-FR" dirty="0">
                <a:solidFill>
                  <a:srgbClr val="111111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système constructif correspond à une </a:t>
            </a:r>
            <a:r>
              <a:rPr lang="fr-FR" b="1" dirty="0">
                <a:solidFill>
                  <a:srgbClr val="111111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méthodologie globale d’agencement et d’interaction des composants de construction</a:t>
            </a:r>
            <a:r>
              <a:rPr lang="fr-FR" dirty="0">
                <a:solidFill>
                  <a:srgbClr val="111111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 pour former </a:t>
            </a:r>
            <a:r>
              <a:rPr lang="fr-FR" b="1" dirty="0">
                <a:solidFill>
                  <a:srgbClr val="111111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une structure homogène</a:t>
            </a:r>
            <a:r>
              <a:rPr lang="fr-FR" dirty="0">
                <a:solidFill>
                  <a:srgbClr val="111111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 répondant aux exigences normatives et techniques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4200523B-2C86-7378-528B-86CA26AE9B7F}"/>
              </a:ext>
            </a:extLst>
          </p:cNvPr>
          <p:cNvSpPr txBox="1"/>
          <p:nvPr/>
        </p:nvSpPr>
        <p:spPr>
          <a:xfrm>
            <a:off x="717042" y="4835875"/>
            <a:ext cx="30908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Il repose sur des </a:t>
            </a:r>
            <a:r>
              <a:rPr lang="fr-FR" b="1" dirty="0"/>
              <a:t>principes d’optimisation des matériaux </a:t>
            </a:r>
            <a:r>
              <a:rPr lang="fr-FR" dirty="0"/>
              <a:t>et des </a:t>
            </a:r>
            <a:r>
              <a:rPr lang="fr-FR" b="1" dirty="0"/>
              <a:t>contraintes de conception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C897D5FC-2765-53CE-9D4E-F0F54ECB3D70}"/>
              </a:ext>
            </a:extLst>
          </p:cNvPr>
          <p:cNvSpPr txBox="1"/>
          <p:nvPr/>
        </p:nvSpPr>
        <p:spPr>
          <a:xfrm>
            <a:off x="5807242" y="5723583"/>
            <a:ext cx="61681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/>
              <a:t>Construction modulaire </a:t>
            </a:r>
            <a:r>
              <a:rPr lang="fr-FR" dirty="0"/>
              <a:t>:</a:t>
            </a:r>
            <a:r>
              <a:rPr lang="fr-FR" sz="1400" dirty="0"/>
              <a:t> Rationalisation des coûts et réduction des délais de chantier</a:t>
            </a:r>
          </a:p>
        </p:txBody>
      </p:sp>
      <p:pic>
        <p:nvPicPr>
          <p:cNvPr id="5122" name="Picture 2" descr="Construction modulaire en bois | Construction modulaire">
            <a:extLst>
              <a:ext uri="{FF2B5EF4-FFF2-40B4-BE49-F238E27FC236}">
                <a16:creationId xmlns:a16="http://schemas.microsoft.com/office/drawing/2014/main" xmlns="" id="{5ED4C1ED-4E44-4947-CB50-5123EA3C9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0275" y="3486475"/>
            <a:ext cx="2600325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Bâtiment modulaire – Bâtiments modulables de structures Legoupil">
            <a:extLst>
              <a:ext uri="{FF2B5EF4-FFF2-40B4-BE49-F238E27FC236}">
                <a16:creationId xmlns:a16="http://schemas.microsoft.com/office/drawing/2014/main" xmlns="" id="{DFF716EC-A587-98BF-35A0-1214E6BB9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5862" y="3373725"/>
            <a:ext cx="2371725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xmlns="" id="{4A742CC5-8EC1-D4BF-80E7-F6488E3F3FA6}"/>
              </a:ext>
            </a:extLst>
          </p:cNvPr>
          <p:cNvSpPr/>
          <p:nvPr/>
        </p:nvSpPr>
        <p:spPr>
          <a:xfrm>
            <a:off x="4346483" y="190745"/>
            <a:ext cx="264300" cy="3176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1145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DAEA9CCE-5BCC-1FF9-A19D-ACD8595A4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7D788871-0DEB-1C99-3004-4F24B15395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7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21491E37-0906-6307-1767-B3D687002C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5CEC65E8-7CE5-F7F2-0DFE-8682561515DE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8F5DDFFC-CFE9-33B3-796C-C1645C55F6B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C6130679-3425-DCD6-85E5-6D1188E4657F}"/>
              </a:ext>
            </a:extLst>
          </p:cNvPr>
          <p:cNvSpPr/>
          <p:nvPr/>
        </p:nvSpPr>
        <p:spPr>
          <a:xfrm>
            <a:off x="-63745" y="-107207"/>
            <a:ext cx="5199163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Termes et définition 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012D982-976A-96E4-3A8F-A707A4F5EF43}"/>
              </a:ext>
            </a:extLst>
          </p:cNvPr>
          <p:cNvSpPr/>
          <p:nvPr/>
        </p:nvSpPr>
        <p:spPr>
          <a:xfrm>
            <a:off x="4596718" y="1134417"/>
            <a:ext cx="312085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Elément d’ouvrage 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xmlns="" id="{B7A59B7E-1DDE-79B3-A557-185EF788540F}"/>
              </a:ext>
            </a:extLst>
          </p:cNvPr>
          <p:cNvSpPr txBox="1"/>
          <p:nvPr/>
        </p:nvSpPr>
        <p:spPr>
          <a:xfrm>
            <a:off x="5807242" y="2219391"/>
            <a:ext cx="63224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Fonction</a:t>
            </a:r>
            <a:r>
              <a:rPr lang="fr-FR" dirty="0"/>
              <a:t> : </a:t>
            </a:r>
            <a:r>
              <a:rPr lang="fr-FR" b="1" dirty="0"/>
              <a:t>Contribuer au comportement global </a:t>
            </a:r>
            <a:r>
              <a:rPr lang="fr-FR" dirty="0"/>
              <a:t>de la structure en </a:t>
            </a:r>
            <a:r>
              <a:rPr lang="fr-FR" b="1" dirty="0"/>
              <a:t>termes de performance mécanique, thermique ou acoustique.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1F585059-6CF1-F64A-38E1-BE4F465F7FDA}"/>
              </a:ext>
            </a:extLst>
          </p:cNvPr>
          <p:cNvSpPr txBox="1"/>
          <p:nvPr/>
        </p:nvSpPr>
        <p:spPr>
          <a:xfrm>
            <a:off x="5807242" y="5723583"/>
            <a:ext cx="616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/>
              <a:t>Mur</a:t>
            </a:r>
            <a:r>
              <a:rPr lang="fr-FR" dirty="0"/>
              <a:t>:</a:t>
            </a:r>
            <a:r>
              <a:rPr lang="fr-FR" sz="1400" dirty="0"/>
              <a:t> Résistance à la compression et au cisaillement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3C7CAD57-E9F2-5D21-8DC5-A53158E981F8}"/>
              </a:ext>
            </a:extLst>
          </p:cNvPr>
          <p:cNvSpPr txBox="1"/>
          <p:nvPr/>
        </p:nvSpPr>
        <p:spPr>
          <a:xfrm>
            <a:off x="283302" y="2290404"/>
            <a:ext cx="43134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Un </a:t>
            </a:r>
            <a:r>
              <a:rPr lang="fr-FR" b="1" dirty="0"/>
              <a:t>élément d'ouvrage</a:t>
            </a:r>
            <a:r>
              <a:rPr lang="fr-FR" dirty="0"/>
              <a:t> est </a:t>
            </a:r>
            <a:r>
              <a:rPr lang="fr-FR" b="1" dirty="0"/>
              <a:t>une sous-structure fonctionnelle et identifiable d’un projet de construction</a:t>
            </a:r>
            <a:r>
              <a:rPr lang="fr-FR" dirty="0"/>
              <a:t>.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xmlns="" id="{8E941BF4-79F2-0D43-6831-6B1B99B32250}"/>
              </a:ext>
            </a:extLst>
          </p:cNvPr>
          <p:cNvSpPr txBox="1"/>
          <p:nvPr/>
        </p:nvSpPr>
        <p:spPr>
          <a:xfrm>
            <a:off x="639284" y="3969257"/>
            <a:ext cx="36014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Sa conception repose sur </a:t>
            </a:r>
            <a:r>
              <a:rPr lang="fr-FR" b="1" dirty="0"/>
              <a:t>un assemblage cohérent de plusieurs composants de construction</a:t>
            </a:r>
            <a:r>
              <a:rPr lang="fr-FR" dirty="0"/>
              <a:t> visant à remplir une </a:t>
            </a:r>
            <a:r>
              <a:rPr lang="fr-FR" b="1" dirty="0"/>
              <a:t>fonction précise, tant sur le plan technique qu’esthétique</a:t>
            </a:r>
          </a:p>
        </p:txBody>
      </p:sp>
      <p:pic>
        <p:nvPicPr>
          <p:cNvPr id="6146" name="Picture 2" descr="MURS - Génie Civil">
            <a:extLst>
              <a:ext uri="{FF2B5EF4-FFF2-40B4-BE49-F238E27FC236}">
                <a16:creationId xmlns:a16="http://schemas.microsoft.com/office/drawing/2014/main" xmlns="" id="{913F6B1A-094A-E45B-6FB2-041C15083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3522" y="3165620"/>
            <a:ext cx="3269851" cy="2461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xmlns="" id="{4FD4303C-F1EA-44D1-842B-B23F7375E46B}"/>
              </a:ext>
            </a:extLst>
          </p:cNvPr>
          <p:cNvSpPr/>
          <p:nvPr/>
        </p:nvSpPr>
        <p:spPr>
          <a:xfrm>
            <a:off x="4346483" y="190745"/>
            <a:ext cx="264300" cy="3176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0777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3A7DEF79-BE43-49C9-AB6E-91133BD5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B002C493-F435-8593-FD6B-4BFCB74526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8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F0391417-9B27-D202-190E-41A96C82F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4BBF49F5-812E-23E8-89A3-EA7AE572B820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15EAAD75-5C90-35BF-1CBE-FF29B82C22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BF28B844-C803-CD07-6314-C39B057F79BC}"/>
              </a:ext>
            </a:extLst>
          </p:cNvPr>
          <p:cNvSpPr/>
          <p:nvPr/>
        </p:nvSpPr>
        <p:spPr>
          <a:xfrm>
            <a:off x="-63745" y="-107207"/>
            <a:ext cx="5199163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Termes et définition 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127C7D5-D0AC-1573-1FCD-24B17D87E910}"/>
              </a:ext>
            </a:extLst>
          </p:cNvPr>
          <p:cNvSpPr/>
          <p:nvPr/>
        </p:nvSpPr>
        <p:spPr>
          <a:xfrm>
            <a:off x="4596718" y="1134417"/>
            <a:ext cx="312085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Elément d’ouvrage 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xmlns="" id="{4A6402C5-D225-E030-1D8F-0985666C31FF}"/>
              </a:ext>
            </a:extLst>
          </p:cNvPr>
          <p:cNvSpPr txBox="1"/>
          <p:nvPr/>
        </p:nvSpPr>
        <p:spPr>
          <a:xfrm>
            <a:off x="5807242" y="2219391"/>
            <a:ext cx="63224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Fonction</a:t>
            </a:r>
            <a:r>
              <a:rPr lang="fr-FR" dirty="0"/>
              <a:t> : </a:t>
            </a:r>
            <a:r>
              <a:rPr lang="fr-FR" b="1" dirty="0"/>
              <a:t>Contribuer au comportement global </a:t>
            </a:r>
            <a:r>
              <a:rPr lang="fr-FR" dirty="0"/>
              <a:t>de la structure en </a:t>
            </a:r>
            <a:r>
              <a:rPr lang="fr-FR" b="1" dirty="0"/>
              <a:t>termes de performance mécanique, thermique ou acoustique.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0A94FA85-45B5-FED6-A25B-83349E79FD59}"/>
              </a:ext>
            </a:extLst>
          </p:cNvPr>
          <p:cNvSpPr txBox="1"/>
          <p:nvPr/>
        </p:nvSpPr>
        <p:spPr>
          <a:xfrm>
            <a:off x="283302" y="2290404"/>
            <a:ext cx="43134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Un </a:t>
            </a:r>
            <a:r>
              <a:rPr lang="fr-FR" b="1" dirty="0"/>
              <a:t>élément d'ouvrage</a:t>
            </a:r>
            <a:r>
              <a:rPr lang="fr-FR" dirty="0"/>
              <a:t> est </a:t>
            </a:r>
            <a:r>
              <a:rPr lang="fr-FR" b="1" dirty="0"/>
              <a:t>une sous-structure fonctionnelle et identifiable d’un projet de construction</a:t>
            </a:r>
            <a:r>
              <a:rPr lang="fr-FR" dirty="0"/>
              <a:t>.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xmlns="" id="{017DDE7F-2206-619F-D9EC-A0908593C021}"/>
              </a:ext>
            </a:extLst>
          </p:cNvPr>
          <p:cNvSpPr txBox="1"/>
          <p:nvPr/>
        </p:nvSpPr>
        <p:spPr>
          <a:xfrm>
            <a:off x="639284" y="3969257"/>
            <a:ext cx="36014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Sa conception repose sur </a:t>
            </a:r>
            <a:r>
              <a:rPr lang="fr-FR" b="1" dirty="0"/>
              <a:t>un assemblage cohérent de plusieurs composants de construction</a:t>
            </a:r>
            <a:r>
              <a:rPr lang="fr-FR" dirty="0"/>
              <a:t> visant à remplir une </a:t>
            </a:r>
            <a:r>
              <a:rPr lang="fr-FR" b="1" dirty="0"/>
              <a:t>fonction précise, tant sur le plan technique qu’esthétique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AB623F85-C404-6E1C-F788-9245CBF4A6FB}"/>
              </a:ext>
            </a:extLst>
          </p:cNvPr>
          <p:cNvSpPr txBox="1"/>
          <p:nvPr/>
        </p:nvSpPr>
        <p:spPr>
          <a:xfrm>
            <a:off x="6065235" y="5897061"/>
            <a:ext cx="61762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Escaliers </a:t>
            </a:r>
            <a:r>
              <a:rPr lang="fr-FR" sz="1400" dirty="0"/>
              <a:t>: Gestion des charges dynamiques et ergonomie des déplacements</a:t>
            </a:r>
          </a:p>
        </p:txBody>
      </p:sp>
      <p:pic>
        <p:nvPicPr>
          <p:cNvPr id="7170" name="Picture 2" descr="Les Escaliers Tour du Bois - Fabricant d'escaliers en bois, métal ou verre  à Angers, Cholet, Nantes">
            <a:extLst>
              <a:ext uri="{FF2B5EF4-FFF2-40B4-BE49-F238E27FC236}">
                <a16:creationId xmlns:a16="http://schemas.microsoft.com/office/drawing/2014/main" xmlns="" id="{D39532FF-AA7C-EAF6-DFD8-F6B69076D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423" y="3329685"/>
            <a:ext cx="2889830" cy="216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2664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663207B6-48D4-06A9-FA83-0EDF139C6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92271F33-DC56-F7C6-52B6-324B8C74AA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9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0C123235-C898-6033-4B84-4B3065FE2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96B0C7CC-FB1D-9DAF-1DAA-58F90669FA2A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A34C4411-80FE-0457-3FCA-8439FC46AB7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9D0C688E-4370-E049-2956-D6D9635E4A50}"/>
              </a:ext>
            </a:extLst>
          </p:cNvPr>
          <p:cNvSpPr/>
          <p:nvPr/>
        </p:nvSpPr>
        <p:spPr>
          <a:xfrm>
            <a:off x="-63745" y="-107207"/>
            <a:ext cx="5199163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Termes et définition 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D42CA86-6312-3D74-5B16-375B03DF79B6}"/>
              </a:ext>
            </a:extLst>
          </p:cNvPr>
          <p:cNvSpPr/>
          <p:nvPr/>
        </p:nvSpPr>
        <p:spPr>
          <a:xfrm>
            <a:off x="5421465" y="1134417"/>
            <a:ext cx="147136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Ouvrage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124E61B3-6083-BED7-D560-1213C76C9091}"/>
              </a:ext>
            </a:extLst>
          </p:cNvPr>
          <p:cNvSpPr txBox="1"/>
          <p:nvPr/>
        </p:nvSpPr>
        <p:spPr>
          <a:xfrm>
            <a:off x="222302" y="1820500"/>
            <a:ext cx="519916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Un </a:t>
            </a:r>
            <a:r>
              <a:rPr lang="fr-FR" b="1" dirty="0"/>
              <a:t>ouvrage</a:t>
            </a:r>
            <a:r>
              <a:rPr lang="fr-FR" dirty="0"/>
              <a:t> est une entité conçue et exécutée en utilisant des </a:t>
            </a:r>
            <a:r>
              <a:rPr lang="fr-FR" b="1" dirty="0"/>
              <a:t>systèmes constructifs</a:t>
            </a:r>
            <a:r>
              <a:rPr lang="fr-FR" dirty="0"/>
              <a:t>, composée d’un assemblage de </a:t>
            </a:r>
            <a:r>
              <a:rPr lang="fr-FR" b="1" dirty="0"/>
              <a:t>composants de construction</a:t>
            </a:r>
            <a:r>
              <a:rPr lang="fr-FR" dirty="0"/>
              <a:t> et d’</a:t>
            </a:r>
            <a:r>
              <a:rPr lang="fr-FR" b="1" dirty="0"/>
              <a:t>éléments d’ouvrage</a:t>
            </a:r>
            <a:r>
              <a:rPr lang="fr-FR" dirty="0"/>
              <a:t>, selon des </a:t>
            </a:r>
            <a:r>
              <a:rPr lang="fr-FR" b="1" dirty="0"/>
              <a:t>technologies de construction</a:t>
            </a:r>
            <a:r>
              <a:rPr lang="fr-FR" dirty="0"/>
              <a:t> spécifiques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xmlns="" id="{1B0BDE55-0165-4F3A-E1F6-A11540CC1F48}"/>
              </a:ext>
            </a:extLst>
          </p:cNvPr>
          <p:cNvSpPr txBox="1"/>
          <p:nvPr/>
        </p:nvSpPr>
        <p:spPr>
          <a:xfrm>
            <a:off x="-63746" y="3856188"/>
            <a:ext cx="519916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Il peut être analysé sous différents aspects 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b="1" dirty="0"/>
              <a:t>Structurel</a:t>
            </a:r>
            <a:r>
              <a:rPr lang="fr-FR" dirty="0"/>
              <a:t> : Capacité portante et stabilité.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b="1" dirty="0"/>
              <a:t>Fonctionnel</a:t>
            </a:r>
            <a:r>
              <a:rPr lang="fr-FR" dirty="0"/>
              <a:t> : Réponse aux besoins pour lesquels il est conçu.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b="1" dirty="0"/>
              <a:t>Esthétique</a:t>
            </a:r>
            <a:r>
              <a:rPr lang="fr-FR" dirty="0"/>
              <a:t> : Intégration dans l’environnement et perception visuelle.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b="1" dirty="0"/>
              <a:t>Environnemental</a:t>
            </a:r>
            <a:r>
              <a:rPr lang="fr-FR" dirty="0"/>
              <a:t> : Impact écologique et empreinte carbone.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xmlns="" id="{FE39F4AC-697D-DB4C-D8E0-B46E9AA9AB36}"/>
              </a:ext>
            </a:extLst>
          </p:cNvPr>
          <p:cNvSpPr txBox="1"/>
          <p:nvPr/>
        </p:nvSpPr>
        <p:spPr>
          <a:xfrm>
            <a:off x="6892830" y="5218595"/>
            <a:ext cx="61681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Résidentiels</a:t>
            </a:r>
            <a:r>
              <a:rPr lang="fr-FR" sz="1400" dirty="0"/>
              <a:t> : Villas, immeubles collectifs.</a:t>
            </a:r>
          </a:p>
        </p:txBody>
      </p:sp>
      <p:pic>
        <p:nvPicPr>
          <p:cNvPr id="8194" name="Picture 2" descr="La Maison Blanche à Ngaparou, splendide villa contemporaine (La Maison  Blanche a Ngaparou, splendide villa contemporaine) à Saly à partir de">
            <a:extLst>
              <a:ext uri="{FF2B5EF4-FFF2-40B4-BE49-F238E27FC236}">
                <a16:creationId xmlns:a16="http://schemas.microsoft.com/office/drawing/2014/main" xmlns="" id="{F199DC78-7293-17AC-3743-4DD48B3C2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946" y="2714177"/>
            <a:ext cx="4195512" cy="1981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Vente immeuble - Maristes | BazarAfrique Sénégal">
            <a:extLst>
              <a:ext uri="{FF2B5EF4-FFF2-40B4-BE49-F238E27FC236}">
                <a16:creationId xmlns:a16="http://schemas.microsoft.com/office/drawing/2014/main" xmlns="" id="{44751748-AD05-CCB8-5D0E-54A44EA86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043" y="2513267"/>
            <a:ext cx="1847850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xmlns="" id="{D18D2782-466E-251A-D697-60443C950E0E}"/>
              </a:ext>
            </a:extLst>
          </p:cNvPr>
          <p:cNvSpPr/>
          <p:nvPr/>
        </p:nvSpPr>
        <p:spPr>
          <a:xfrm>
            <a:off x="4346483" y="190745"/>
            <a:ext cx="264300" cy="3176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9907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4A7EDA33-C711-A9F6-622D-483335582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318CEA20-8BF6-E002-C70E-99AD1A67B1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511D9EA-0773-0D19-3617-BED38E4AC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C44E8524-1F2E-9800-8120-5FDB714527A9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099DD61A-3AE8-ACA7-875F-B51350CFB3A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5E316C81-C48D-D27D-B404-2FF1178983C7}"/>
              </a:ext>
            </a:extLst>
          </p:cNvPr>
          <p:cNvSpPr/>
          <p:nvPr/>
        </p:nvSpPr>
        <p:spPr>
          <a:xfrm>
            <a:off x="-63745" y="-107207"/>
            <a:ext cx="5199163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Termes et définition 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63C9881-9C49-63C7-19A7-6686E03A6044}"/>
              </a:ext>
            </a:extLst>
          </p:cNvPr>
          <p:cNvSpPr/>
          <p:nvPr/>
        </p:nvSpPr>
        <p:spPr>
          <a:xfrm>
            <a:off x="5421465" y="1134417"/>
            <a:ext cx="147136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Ouvrage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6A3113D6-9DD1-D1C8-972E-37E87A0F1171}"/>
              </a:ext>
            </a:extLst>
          </p:cNvPr>
          <p:cNvSpPr txBox="1"/>
          <p:nvPr/>
        </p:nvSpPr>
        <p:spPr>
          <a:xfrm>
            <a:off x="222302" y="1820500"/>
            <a:ext cx="119696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Un </a:t>
            </a:r>
            <a:r>
              <a:rPr lang="fr-FR" b="1" dirty="0"/>
              <a:t>ouvrage</a:t>
            </a:r>
            <a:r>
              <a:rPr lang="fr-FR" dirty="0"/>
              <a:t> est une entité conçue et exécutée en utilisant des </a:t>
            </a:r>
            <a:r>
              <a:rPr lang="fr-FR" b="1" dirty="0"/>
              <a:t>systèmes constructifs</a:t>
            </a:r>
            <a:r>
              <a:rPr lang="fr-FR" dirty="0"/>
              <a:t>, composée d’un assemblage de </a:t>
            </a:r>
            <a:r>
              <a:rPr lang="fr-FR" b="1" dirty="0"/>
              <a:t>composants de construction</a:t>
            </a:r>
            <a:r>
              <a:rPr lang="fr-FR" dirty="0"/>
              <a:t> et d’</a:t>
            </a:r>
            <a:r>
              <a:rPr lang="fr-FR" b="1" dirty="0"/>
              <a:t>éléments d’ouvrage</a:t>
            </a:r>
            <a:r>
              <a:rPr lang="fr-FR" dirty="0"/>
              <a:t>, selon des </a:t>
            </a:r>
            <a:r>
              <a:rPr lang="fr-FR" b="1" dirty="0"/>
              <a:t>technologies de construction</a:t>
            </a:r>
            <a:r>
              <a:rPr lang="fr-FR" dirty="0"/>
              <a:t> spécifiques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8411C1AF-7F40-02BB-209A-5758831A480A}"/>
              </a:ext>
            </a:extLst>
          </p:cNvPr>
          <p:cNvSpPr txBox="1"/>
          <p:nvPr/>
        </p:nvSpPr>
        <p:spPr>
          <a:xfrm>
            <a:off x="957694" y="6356350"/>
            <a:ext cx="31562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/>
              <a:t>Civils</a:t>
            </a:r>
            <a:r>
              <a:rPr lang="fr-FR" sz="1400" dirty="0"/>
              <a:t> : Routes, ponts, canaux.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FF5A4FF2-8BDC-E649-E8E7-E8C7524AEC74}"/>
              </a:ext>
            </a:extLst>
          </p:cNvPr>
          <p:cNvSpPr txBox="1"/>
          <p:nvPr/>
        </p:nvSpPr>
        <p:spPr>
          <a:xfrm>
            <a:off x="6690823" y="6413698"/>
            <a:ext cx="46629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/>
              <a:t>Mixtes</a:t>
            </a:r>
            <a:r>
              <a:rPr lang="fr-FR" sz="1400" dirty="0"/>
              <a:t> : Centres commerciaux, complexes sportifs.</a:t>
            </a:r>
          </a:p>
        </p:txBody>
      </p:sp>
      <p:pic>
        <p:nvPicPr>
          <p:cNvPr id="9218" name="Picture 2" descr="AGEROUTE Sénégal – Les routes du développement">
            <a:extLst>
              <a:ext uri="{FF2B5EF4-FFF2-40B4-BE49-F238E27FC236}">
                <a16:creationId xmlns:a16="http://schemas.microsoft.com/office/drawing/2014/main" xmlns="" id="{6F5D46B8-AB06-50F8-3F0A-F40463AB0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17" y="2557462"/>
            <a:ext cx="1965158" cy="1307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Liste de ponts du Sénégal — Wikipédia">
            <a:extLst>
              <a:ext uri="{FF2B5EF4-FFF2-40B4-BE49-F238E27FC236}">
                <a16:creationId xmlns:a16="http://schemas.microsoft.com/office/drawing/2014/main" xmlns="" id="{061B7BDC-04F3-4275-6090-736F14E95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821" y="3757729"/>
            <a:ext cx="1965158" cy="1307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Onas - Obstruction des canaux, branchements clandestins, vol de plaquettes…  : Les problèmes du système d'assainissement - Lequotidien - Journal d'information  Générale">
            <a:extLst>
              <a:ext uri="{FF2B5EF4-FFF2-40B4-BE49-F238E27FC236}">
                <a16:creationId xmlns:a16="http://schemas.microsoft.com/office/drawing/2014/main" xmlns="" id="{3C355E0D-B1DB-38EF-0C3F-E084E2AED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16" y="4871902"/>
            <a:ext cx="1972303" cy="1307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8" name="Picture 12" descr="Teyliom Properties | SEA PLAZA DAKAR">
            <a:extLst>
              <a:ext uri="{FF2B5EF4-FFF2-40B4-BE49-F238E27FC236}">
                <a16:creationId xmlns:a16="http://schemas.microsoft.com/office/drawing/2014/main" xmlns="" id="{71C9EF8A-6E6A-89E5-F938-6FC26B0B2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640" y="3611658"/>
            <a:ext cx="2962275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0" name="Picture 14" descr="Dakar Arena - Au Sénégal, le cœur du Sénégal">
            <a:extLst>
              <a:ext uri="{FF2B5EF4-FFF2-40B4-BE49-F238E27FC236}">
                <a16:creationId xmlns:a16="http://schemas.microsoft.com/office/drawing/2014/main" xmlns="" id="{27FEBDEC-8766-4650-9346-24BC4303D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2311" y="3614882"/>
            <a:ext cx="2952750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xmlns="" id="{E2A31B56-0555-B0FA-4AEC-9DFF9FC3A968}"/>
              </a:ext>
            </a:extLst>
          </p:cNvPr>
          <p:cNvSpPr/>
          <p:nvPr/>
        </p:nvSpPr>
        <p:spPr>
          <a:xfrm>
            <a:off x="4431829" y="211918"/>
            <a:ext cx="264300" cy="3176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4854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E2A7B6DB-95BD-F5C1-9E3A-5E629C723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5BE6623E-AC03-7C0C-6FA8-F843957CC1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11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82A6C2BA-6300-0340-9CE6-8500E25F06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CAC832CB-DA15-68CE-FDF6-2F70C326509F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F6446367-A528-8E1E-7C2B-F71DCBE305D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68089AF-449C-6EB2-FA75-C2CABEF1767E}"/>
              </a:ext>
            </a:extLst>
          </p:cNvPr>
          <p:cNvSpPr/>
          <p:nvPr/>
        </p:nvSpPr>
        <p:spPr>
          <a:xfrm>
            <a:off x="-63745" y="-107207"/>
            <a:ext cx="5199163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Termes et définition 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AFB63F2-68FD-9BCA-EEB6-0CE96C016CE4}"/>
              </a:ext>
            </a:extLst>
          </p:cNvPr>
          <p:cNvSpPr/>
          <p:nvPr/>
        </p:nvSpPr>
        <p:spPr>
          <a:xfrm>
            <a:off x="5421465" y="1134417"/>
            <a:ext cx="147136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Ouvrage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FA086E60-50FE-C3BA-D77B-B1C084E6023E}"/>
              </a:ext>
            </a:extLst>
          </p:cNvPr>
          <p:cNvSpPr txBox="1"/>
          <p:nvPr/>
        </p:nvSpPr>
        <p:spPr>
          <a:xfrm>
            <a:off x="222302" y="1820500"/>
            <a:ext cx="119696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Un </a:t>
            </a:r>
            <a:r>
              <a:rPr lang="fr-FR" b="1" dirty="0"/>
              <a:t>ouvrage</a:t>
            </a:r>
            <a:r>
              <a:rPr lang="fr-FR" dirty="0"/>
              <a:t> est une entité conçue et exécutée en utilisant des </a:t>
            </a:r>
            <a:r>
              <a:rPr lang="fr-FR" b="1" dirty="0"/>
              <a:t>systèmes constructifs</a:t>
            </a:r>
            <a:r>
              <a:rPr lang="fr-FR" dirty="0"/>
              <a:t>, composée d’un assemblage de </a:t>
            </a:r>
            <a:r>
              <a:rPr lang="fr-FR" b="1" dirty="0"/>
              <a:t>composants de construction</a:t>
            </a:r>
            <a:r>
              <a:rPr lang="fr-FR" dirty="0"/>
              <a:t> et d’</a:t>
            </a:r>
            <a:r>
              <a:rPr lang="fr-FR" b="1" dirty="0"/>
              <a:t>éléments d’ouvrage</a:t>
            </a:r>
            <a:r>
              <a:rPr lang="fr-FR" dirty="0"/>
              <a:t>, selon des </a:t>
            </a:r>
            <a:r>
              <a:rPr lang="fr-FR" b="1" dirty="0"/>
              <a:t>technologies de construction</a:t>
            </a:r>
            <a:r>
              <a:rPr lang="fr-FR" dirty="0"/>
              <a:t> spécifiques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xmlns="" id="{56A66F21-F964-1480-6085-3BF8429967CF}"/>
              </a:ext>
            </a:extLst>
          </p:cNvPr>
          <p:cNvSpPr txBox="1"/>
          <p:nvPr/>
        </p:nvSpPr>
        <p:spPr>
          <a:xfrm>
            <a:off x="4621388" y="6048573"/>
            <a:ext cx="294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/>
              <a:t>Industriels</a:t>
            </a:r>
            <a:r>
              <a:rPr lang="fr-FR" sz="1400" dirty="0"/>
              <a:t> : Hangars, entrepôts.</a:t>
            </a:r>
          </a:p>
        </p:txBody>
      </p:sp>
      <p:pic>
        <p:nvPicPr>
          <p:cNvPr id="10242" name="Picture 2" descr="Hangar et entrepot à louer Dakar Diamniadio - A2D Immobilier">
            <a:extLst>
              <a:ext uri="{FF2B5EF4-FFF2-40B4-BE49-F238E27FC236}">
                <a16:creationId xmlns:a16="http://schemas.microsoft.com/office/drawing/2014/main" xmlns="" id="{74C9D2D6-6D93-35C1-B356-66421079D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66" y="3079632"/>
            <a:ext cx="3472085" cy="2310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Hangar ou entrepôt à louer Port Autonome Dakar - A2D Immobilier">
            <a:extLst>
              <a:ext uri="{FF2B5EF4-FFF2-40B4-BE49-F238E27FC236}">
                <a16:creationId xmlns:a16="http://schemas.microsoft.com/office/drawing/2014/main" xmlns="" id="{68137225-2420-1536-F918-A8E65B7ED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5418" y="3391529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MAINTENACE DU MATERIEL ROULANT DU TER: Au cœur des rames.">
            <a:extLst>
              <a:ext uri="{FF2B5EF4-FFF2-40B4-BE49-F238E27FC236}">
                <a16:creationId xmlns:a16="http://schemas.microsoft.com/office/drawing/2014/main" xmlns="" id="{5E23732D-9745-68D3-E8E5-0BAE44FC6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5560" y="3420104"/>
            <a:ext cx="25146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xmlns="" id="{FB78762E-D9ED-83A7-2FF5-E610C619C390}"/>
              </a:ext>
            </a:extLst>
          </p:cNvPr>
          <p:cNvSpPr/>
          <p:nvPr/>
        </p:nvSpPr>
        <p:spPr>
          <a:xfrm>
            <a:off x="4346483" y="190745"/>
            <a:ext cx="264300" cy="3176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6753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74F6A095-01BB-0131-D884-03A844365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B3065590-3F10-DEB5-F0FF-353B77A33E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12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1AAB07AF-13AD-8B88-B052-7674DAC9A2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E4268976-A8BB-ED38-01E2-F2E8B3B25389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C22EEA85-CFB2-8083-3615-305007B775B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14A4C8F1-9B2F-F2D1-13DF-A0347006F826}"/>
              </a:ext>
            </a:extLst>
          </p:cNvPr>
          <p:cNvSpPr/>
          <p:nvPr/>
        </p:nvSpPr>
        <p:spPr>
          <a:xfrm>
            <a:off x="-63745" y="-107207"/>
            <a:ext cx="6785387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Batiment &amp; lots techniques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E7DBFA9-AB37-8645-4981-BED4EFCE65C1}"/>
              </a:ext>
            </a:extLst>
          </p:cNvPr>
          <p:cNvSpPr/>
          <p:nvPr/>
        </p:nvSpPr>
        <p:spPr>
          <a:xfrm>
            <a:off x="5311405" y="1134417"/>
            <a:ext cx="169148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Définition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0A404600-333D-024D-55D9-FE6D09430F99}"/>
              </a:ext>
            </a:extLst>
          </p:cNvPr>
          <p:cNvSpPr txBox="1"/>
          <p:nvPr/>
        </p:nvSpPr>
        <p:spPr>
          <a:xfrm>
            <a:off x="385011" y="1862764"/>
            <a:ext cx="113880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Un bâtiment est une structure conçue pour abriter des activités humaines. Il se compose de plusieurs éléments interconnectés qui assurent sa </a:t>
            </a:r>
            <a:r>
              <a:rPr lang="fr-FR" b="1" dirty="0"/>
              <a:t>solidité, son habitabilité, et son confort. </a:t>
            </a:r>
            <a:r>
              <a:rPr lang="fr-FR" dirty="0"/>
              <a:t>Ces éléments se répartissent généralement en </a:t>
            </a:r>
            <a:r>
              <a:rPr lang="fr-FR" b="1" dirty="0"/>
              <a:t>gros œuvre</a:t>
            </a:r>
            <a:r>
              <a:rPr lang="fr-FR" dirty="0"/>
              <a:t>, </a:t>
            </a:r>
            <a:r>
              <a:rPr lang="fr-FR" b="1" dirty="0"/>
              <a:t>second œuvre</a:t>
            </a:r>
            <a:r>
              <a:rPr lang="fr-FR" dirty="0"/>
              <a:t>, et </a:t>
            </a:r>
            <a:r>
              <a:rPr lang="fr-FR" b="1" dirty="0"/>
              <a:t>lots techniques</a:t>
            </a:r>
            <a:r>
              <a:rPr lang="fr-FR" dirty="0"/>
              <a:t>.</a:t>
            </a:r>
          </a:p>
        </p:txBody>
      </p:sp>
      <p:pic>
        <p:nvPicPr>
          <p:cNvPr id="1030" name="Picture 6" descr="Bac Pro TBORGO Technicien du Bâtiment : Gros Oeuvre">
            <a:extLst>
              <a:ext uri="{FF2B5EF4-FFF2-40B4-BE49-F238E27FC236}">
                <a16:creationId xmlns:a16="http://schemas.microsoft.com/office/drawing/2014/main" xmlns="" id="{BFC5D798-A81A-CFBC-C687-F827F9457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26" y="3568821"/>
            <a:ext cx="3434901" cy="17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es premières phases de second oeuvre - Maisons Pierre">
            <a:extLst>
              <a:ext uri="{FF2B5EF4-FFF2-40B4-BE49-F238E27FC236}">
                <a16:creationId xmlns:a16="http://schemas.microsoft.com/office/drawing/2014/main" xmlns="" id="{20EC8CEF-53B3-1921-E054-729944541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2662" y="3739541"/>
            <a:ext cx="3152775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OTS TECHNIQUES DU BÂTIMENT – CAP INGENIERIE">
            <a:extLst>
              <a:ext uri="{FF2B5EF4-FFF2-40B4-BE49-F238E27FC236}">
                <a16:creationId xmlns:a16="http://schemas.microsoft.com/office/drawing/2014/main" xmlns="" id="{676E7DB9-D5CC-3607-69F8-92DDED4A4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75" y="3518176"/>
            <a:ext cx="2638425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xmlns="" id="{C0BD36E1-454D-5BB5-5D08-FBFAD603D351}"/>
              </a:ext>
            </a:extLst>
          </p:cNvPr>
          <p:cNvSpPr txBox="1"/>
          <p:nvPr/>
        </p:nvSpPr>
        <p:spPr>
          <a:xfrm>
            <a:off x="1402423" y="5433291"/>
            <a:ext cx="61681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Gros œuvre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xmlns="" id="{9797E736-6A2D-0E58-6F45-B1D7311F890D}"/>
              </a:ext>
            </a:extLst>
          </p:cNvPr>
          <p:cNvSpPr txBox="1"/>
          <p:nvPr/>
        </p:nvSpPr>
        <p:spPr>
          <a:xfrm>
            <a:off x="5416385" y="5402029"/>
            <a:ext cx="61681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Second œuvre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xmlns="" id="{976B9DB0-2F92-99FE-73EA-351109C33F72}"/>
              </a:ext>
            </a:extLst>
          </p:cNvPr>
          <p:cNvSpPr txBox="1"/>
          <p:nvPr/>
        </p:nvSpPr>
        <p:spPr>
          <a:xfrm>
            <a:off x="9523045" y="5417660"/>
            <a:ext cx="61681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Lot technique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xmlns="" id="{F3C864E3-A5E9-07D2-8BAB-553935DA125B}"/>
              </a:ext>
            </a:extLst>
          </p:cNvPr>
          <p:cNvSpPr/>
          <p:nvPr/>
        </p:nvSpPr>
        <p:spPr>
          <a:xfrm>
            <a:off x="5814749" y="252610"/>
            <a:ext cx="264300" cy="3176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3503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47656429-87B9-E1B7-3C47-277BB0FF7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5127C7CE-1B98-0791-29E0-8A7F4A8942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13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AC105EFF-9E69-02E7-DF98-732D5B8AB3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5EC63426-352F-E428-2E45-7400228C6C4E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EBA87F24-6C89-B2DF-7BD4-AE833A445C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3E6509D2-7E1E-F151-35BA-DEED098E0158}"/>
              </a:ext>
            </a:extLst>
          </p:cNvPr>
          <p:cNvSpPr/>
          <p:nvPr/>
        </p:nvSpPr>
        <p:spPr>
          <a:xfrm>
            <a:off x="-63745" y="-107207"/>
            <a:ext cx="6785387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Batiment &amp; lots techniques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3354831-A66E-E4AB-2874-23C92B4F4ADF}"/>
              </a:ext>
            </a:extLst>
          </p:cNvPr>
          <p:cNvSpPr/>
          <p:nvPr/>
        </p:nvSpPr>
        <p:spPr>
          <a:xfrm>
            <a:off x="4779372" y="1134417"/>
            <a:ext cx="275556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Lots et sous-lots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xmlns="" id="{641E7B69-31F6-7232-9D93-9511C9856C03}"/>
              </a:ext>
            </a:extLst>
          </p:cNvPr>
          <p:cNvSpPr/>
          <p:nvPr/>
        </p:nvSpPr>
        <p:spPr>
          <a:xfrm>
            <a:off x="5814749" y="252610"/>
            <a:ext cx="264300" cy="3176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xmlns="" id="{B057FD12-2B98-E440-A7F8-E0F5CD06A0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972" y="1766570"/>
            <a:ext cx="10417520" cy="419985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xmlns="" id="{EFCDA961-8C4D-8BD0-8610-68ED4CFEB8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1879" y="6073392"/>
            <a:ext cx="1491091" cy="45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57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EDE6E201-5848-A37D-FC96-7604AAAC0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5F86F859-E12F-D005-D9D5-8BE4B00A00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14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961355B2-1CA3-0781-E9CA-303962AF23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8F5318B2-7D06-D923-1E84-817F9E13F3E2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9D75FE85-5A63-3ABA-6798-5FCA01C214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C184529-1EE6-B8D9-A91C-A920C4DD69B9}"/>
              </a:ext>
            </a:extLst>
          </p:cNvPr>
          <p:cNvSpPr/>
          <p:nvPr/>
        </p:nvSpPr>
        <p:spPr>
          <a:xfrm>
            <a:off x="-63745" y="-107207"/>
            <a:ext cx="6785387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2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Batiment &amp; lots techniques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10217D2-4608-C1C8-4CCF-7CFA44828D11}"/>
              </a:ext>
            </a:extLst>
          </p:cNvPr>
          <p:cNvSpPr/>
          <p:nvPr/>
        </p:nvSpPr>
        <p:spPr>
          <a:xfrm>
            <a:off x="5091923" y="1134417"/>
            <a:ext cx="213045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Gros œuvre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xmlns="" id="{E4F2F38C-97E5-7081-F6F8-1D3D469ED60F}"/>
              </a:ext>
            </a:extLst>
          </p:cNvPr>
          <p:cNvSpPr txBox="1"/>
          <p:nvPr/>
        </p:nvSpPr>
        <p:spPr>
          <a:xfrm>
            <a:off x="2576314" y="1859041"/>
            <a:ext cx="13728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Fondation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xmlns="" id="{A026A71E-7C93-17EF-C59A-9B8C5CD7993A}"/>
              </a:ext>
            </a:extLst>
          </p:cNvPr>
          <p:cNvSpPr txBox="1"/>
          <p:nvPr/>
        </p:nvSpPr>
        <p:spPr>
          <a:xfrm>
            <a:off x="8610600" y="1858395"/>
            <a:ext cx="61681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Maçonnerie </a:t>
            </a:r>
          </a:p>
        </p:txBody>
      </p:sp>
      <p:pic>
        <p:nvPicPr>
          <p:cNvPr id="3074" name="Picture 2" descr="Les fondations - Architecture et gestion de projets de construction">
            <a:extLst>
              <a:ext uri="{FF2B5EF4-FFF2-40B4-BE49-F238E27FC236}">
                <a16:creationId xmlns:a16="http://schemas.microsoft.com/office/drawing/2014/main" xmlns="" id="{55000419-5CE8-9082-C4DF-A06591ADE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92" y="2355498"/>
            <a:ext cx="3090752" cy="2094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out ce qu'il faut savoir sur les fondations avant d'autoconstruire votre  maison - Fabest">
            <a:extLst>
              <a:ext uri="{FF2B5EF4-FFF2-40B4-BE49-F238E27FC236}">
                <a16:creationId xmlns:a16="http://schemas.microsoft.com/office/drawing/2014/main" xmlns="" id="{7062AE39-0151-E3B7-6734-2AC1E3D55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744" y="2680266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FB3E5DEC-157B-89D2-D086-7DE4E9CBB5EA}"/>
              </a:ext>
            </a:extLst>
          </p:cNvPr>
          <p:cNvSpPr txBox="1"/>
          <p:nvPr/>
        </p:nvSpPr>
        <p:spPr>
          <a:xfrm>
            <a:off x="860591" y="4731609"/>
            <a:ext cx="441157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/>
              <a:t>Transmettre les charges du bâtiment </a:t>
            </a:r>
            <a:r>
              <a:rPr lang="fr-FR" sz="1400" dirty="0"/>
              <a:t>(poids propre, charges d’exploitation, sollicitations climatiques) au terrain de </a:t>
            </a:r>
            <a:r>
              <a:rPr lang="fr-FR" sz="1400" b="1" dirty="0"/>
              <a:t>manière uniforme</a:t>
            </a:r>
            <a:r>
              <a:rPr lang="fr-FR" sz="1400" dirty="0"/>
              <a:t>, tout en assurant la </a:t>
            </a:r>
            <a:r>
              <a:rPr lang="fr-FR" sz="1400" b="1" dirty="0"/>
              <a:t>stabilité de l’édifice </a:t>
            </a:r>
            <a:r>
              <a:rPr lang="fr-FR" sz="1400" dirty="0"/>
              <a:t>et en évitant les </a:t>
            </a:r>
            <a:r>
              <a:rPr lang="fr-FR" sz="1400" b="1" dirty="0"/>
              <a:t>déformations ou tassements différenciés</a:t>
            </a:r>
          </a:p>
        </p:txBody>
      </p:sp>
      <p:pic>
        <p:nvPicPr>
          <p:cNvPr id="3080" name="Picture 8" descr="Prix au m2 travaux de maçonnerie : la grille complète des tarifs">
            <a:extLst>
              <a:ext uri="{FF2B5EF4-FFF2-40B4-BE49-F238E27FC236}">
                <a16:creationId xmlns:a16="http://schemas.microsoft.com/office/drawing/2014/main" xmlns="" id="{B7F29BAF-2438-DA2F-AF3C-CC10B8308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0575" y="2673134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LES TECHNIQUES DE LA MAÇONNERIE GÉNÉRALE » Construction Et Travaux">
            <a:extLst>
              <a:ext uri="{FF2B5EF4-FFF2-40B4-BE49-F238E27FC236}">
                <a16:creationId xmlns:a16="http://schemas.microsoft.com/office/drawing/2014/main" xmlns="" id="{5BCCD93B-D3F7-2ADC-D5D9-E81A08CF2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9652" y="2680266"/>
            <a:ext cx="2700356" cy="173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A6D04CF8-FAC9-61E8-7F84-3CF5F1A53F5C}"/>
              </a:ext>
            </a:extLst>
          </p:cNvPr>
          <p:cNvSpPr txBox="1"/>
          <p:nvPr/>
        </p:nvSpPr>
        <p:spPr>
          <a:xfrm>
            <a:off x="7184504" y="4753856"/>
            <a:ext cx="494378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/>
              <a:t>Les techniques de construction </a:t>
            </a:r>
            <a:r>
              <a:rPr lang="fr-FR" sz="1400" dirty="0"/>
              <a:t>et de</a:t>
            </a:r>
            <a:r>
              <a:rPr lang="fr-FR" sz="1400" b="1" dirty="0"/>
              <a:t> réparation </a:t>
            </a:r>
            <a:r>
              <a:rPr lang="fr-FR" sz="1400" dirty="0"/>
              <a:t>des structures (murs, cloisons) en </a:t>
            </a:r>
            <a:r>
              <a:rPr lang="fr-FR" sz="1400" b="1" dirty="0"/>
              <a:t>assemblant des matériaux </a:t>
            </a:r>
            <a:r>
              <a:rPr lang="fr-FR" sz="1400" dirty="0"/>
              <a:t>comme les briques, blocs de béton, pierres ou parpaings, liés par des mortiers. Elle assure </a:t>
            </a:r>
            <a:r>
              <a:rPr lang="fr-FR" sz="1400" b="1" dirty="0"/>
              <a:t>la solidité, la durabilité et parfois l’esthétique des ouvrages</a:t>
            </a:r>
            <a:r>
              <a:rPr lang="fr-FR" sz="1400" dirty="0"/>
              <a:t>.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xmlns="" id="{AAC4CA78-2C4F-39C2-1B4E-B9BACF43EE48}"/>
              </a:ext>
            </a:extLst>
          </p:cNvPr>
          <p:cNvSpPr/>
          <p:nvPr/>
        </p:nvSpPr>
        <p:spPr>
          <a:xfrm>
            <a:off x="5749969" y="146577"/>
            <a:ext cx="264300" cy="3176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1281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934406D7-A398-1188-9D82-72E7CB460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0C80F99F-07DC-1820-8A94-EE47E7B95F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15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2F9249AE-B41E-1FCE-1FC1-7B6BDA6A4B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DE377A88-0EB9-426F-1804-ED3A39DFF5D6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486DB75F-9D0D-F849-32C5-6AECBE79848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ABB67A52-2D25-AE0E-DCE8-D4F9A30DCF38}"/>
              </a:ext>
            </a:extLst>
          </p:cNvPr>
          <p:cNvSpPr/>
          <p:nvPr/>
        </p:nvSpPr>
        <p:spPr>
          <a:xfrm>
            <a:off x="5091923" y="1134417"/>
            <a:ext cx="213045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Gros œuvre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xmlns="" id="{A94EB8BD-A6D9-31FA-7455-C7EEBFFBB3B8}"/>
              </a:ext>
            </a:extLst>
          </p:cNvPr>
          <p:cNvSpPr txBox="1"/>
          <p:nvPr/>
        </p:nvSpPr>
        <p:spPr>
          <a:xfrm>
            <a:off x="5409569" y="1881577"/>
            <a:ext cx="13728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Dalle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39528FD7-07F2-C3EE-0E57-D47D624F54BD}"/>
              </a:ext>
            </a:extLst>
          </p:cNvPr>
          <p:cNvSpPr txBox="1"/>
          <p:nvPr/>
        </p:nvSpPr>
        <p:spPr>
          <a:xfrm>
            <a:off x="1090863" y="2194586"/>
            <a:ext cx="934902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/>
              <a:t>Une dalle est un </a:t>
            </a:r>
            <a:r>
              <a:rPr lang="fr-FR" sz="1600" b="1" dirty="0"/>
              <a:t>élément structurel horizontal</a:t>
            </a:r>
            <a:r>
              <a:rPr lang="fr-FR" sz="1600" dirty="0"/>
              <a:t>, généralement en </a:t>
            </a:r>
            <a:r>
              <a:rPr lang="fr-FR" sz="1600" b="1" dirty="0"/>
              <a:t>béton armé</a:t>
            </a:r>
            <a:r>
              <a:rPr lang="fr-FR" sz="1600" dirty="0"/>
              <a:t>, qui fait partie intégrante de la construction d’un bâtiment. Elle est conçue pour </a:t>
            </a:r>
            <a:r>
              <a:rPr lang="fr-FR" sz="1600" b="1" dirty="0"/>
              <a:t>supporter des charges et transmettre ces charges aux éléments porteurs comme les murs ou les poutres</a:t>
            </a:r>
            <a:r>
              <a:rPr lang="fr-FR" sz="1600" dirty="0"/>
              <a:t>. Elle peut être utilisée comme </a:t>
            </a:r>
            <a:r>
              <a:rPr lang="fr-FR" sz="1600" b="1" dirty="0"/>
              <a:t>surface porteuse (plancher ou toit) ou comme élément de base (dallage de sol)</a:t>
            </a:r>
            <a:r>
              <a:rPr lang="fr-FR" sz="1600" dirty="0"/>
              <a:t>.</a:t>
            </a:r>
          </a:p>
        </p:txBody>
      </p:sp>
      <p:pic>
        <p:nvPicPr>
          <p:cNvPr id="6146" name="Picture 2" descr="Descente de charges : résoudre un problème - myMaxicours">
            <a:extLst>
              <a:ext uri="{FF2B5EF4-FFF2-40B4-BE49-F238E27FC236}">
                <a16:creationId xmlns:a16="http://schemas.microsoft.com/office/drawing/2014/main" xmlns="" id="{E19DA923-D225-60BE-EF22-4E4AACB0A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301" y="3715993"/>
            <a:ext cx="3542076" cy="2027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Éléments à plat Dalles, prédalles, tabliers | Maison Bleue préfabrication  béton">
            <a:extLst>
              <a:ext uri="{FF2B5EF4-FFF2-40B4-BE49-F238E27FC236}">
                <a16:creationId xmlns:a16="http://schemas.microsoft.com/office/drawing/2014/main" xmlns="" id="{447C6E23-D900-D93E-31F6-18594B5C2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7779" y="3832543"/>
            <a:ext cx="25146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Types de dalles en béton armé sur terre-plein ou autoportées">
            <a:extLst>
              <a:ext uri="{FF2B5EF4-FFF2-40B4-BE49-F238E27FC236}">
                <a16:creationId xmlns:a16="http://schemas.microsoft.com/office/drawing/2014/main" xmlns="" id="{15870AF2-202D-7D0C-E52F-A86CF7F95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6367" y="3670619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CBF26C1E-07DB-E2C7-B1D7-938F66DA94F3}"/>
              </a:ext>
            </a:extLst>
          </p:cNvPr>
          <p:cNvSpPr/>
          <p:nvPr/>
        </p:nvSpPr>
        <p:spPr>
          <a:xfrm>
            <a:off x="-63745" y="-107207"/>
            <a:ext cx="6785387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2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Batiment &amp; lots techniques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0111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6CD4D44D-DC00-6BBD-DCEE-04E75630E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47C1DE49-64F8-4027-E927-F4E933FCF0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16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0324105B-742A-1F00-282C-C83B0CCEE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D874BAAC-12C2-4F2D-77FB-33340A74C348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ECF20991-C577-11A1-F020-4DC8A0E7942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39AF304-B241-B5FF-09DE-A9C90539CA73}"/>
              </a:ext>
            </a:extLst>
          </p:cNvPr>
          <p:cNvSpPr/>
          <p:nvPr/>
        </p:nvSpPr>
        <p:spPr>
          <a:xfrm>
            <a:off x="5091923" y="1134417"/>
            <a:ext cx="213045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Gros œuvre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xmlns="" id="{030F0DF4-2E6B-829F-1641-90DE11803056}"/>
              </a:ext>
            </a:extLst>
          </p:cNvPr>
          <p:cNvSpPr txBox="1"/>
          <p:nvPr/>
        </p:nvSpPr>
        <p:spPr>
          <a:xfrm>
            <a:off x="5409569" y="1881577"/>
            <a:ext cx="13728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Plancher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E0BE8457-1110-2D83-FF40-1623CE0DD1DD}"/>
              </a:ext>
            </a:extLst>
          </p:cNvPr>
          <p:cNvSpPr txBox="1"/>
          <p:nvPr/>
        </p:nvSpPr>
        <p:spPr>
          <a:xfrm>
            <a:off x="753797" y="2381064"/>
            <a:ext cx="102856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/>
              <a:t>Un </a:t>
            </a:r>
            <a:r>
              <a:rPr lang="fr-FR" sz="1600" b="1" dirty="0"/>
              <a:t>plancher</a:t>
            </a:r>
            <a:r>
              <a:rPr lang="fr-FR" sz="1600" dirty="0"/>
              <a:t> est une </a:t>
            </a:r>
            <a:r>
              <a:rPr lang="fr-FR" sz="1600" b="1" dirty="0"/>
              <a:t>structure horizontale </a:t>
            </a:r>
            <a:r>
              <a:rPr lang="fr-FR" sz="1600" dirty="0"/>
              <a:t>qui </a:t>
            </a:r>
            <a:r>
              <a:rPr lang="fr-FR" sz="1600" b="1" dirty="0"/>
              <a:t>sépare deux niveaux d'un bâtiment</a:t>
            </a:r>
            <a:r>
              <a:rPr lang="fr-FR" sz="1600" dirty="0"/>
              <a:t>, servant à supporter les charges appliquées (mobilier, occupants, équipements) tout en assurant une fonction de cloisonnement entre les étages.</a:t>
            </a:r>
          </a:p>
        </p:txBody>
      </p:sp>
      <p:pic>
        <p:nvPicPr>
          <p:cNvPr id="4098" name="Picture 2" descr="Structure plancher-dalle préfabriquée en béton sans murs porteurs">
            <a:extLst>
              <a:ext uri="{FF2B5EF4-FFF2-40B4-BE49-F238E27FC236}">
                <a16:creationId xmlns:a16="http://schemas.microsoft.com/office/drawing/2014/main" xmlns="" id="{3D94563A-7485-4851-5C44-B80F88594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76" y="3372994"/>
            <a:ext cx="4803347" cy="231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lancher mezzanine, planchers bois ou métal pour plateformes">
            <a:extLst>
              <a:ext uri="{FF2B5EF4-FFF2-40B4-BE49-F238E27FC236}">
                <a16:creationId xmlns:a16="http://schemas.microsoft.com/office/drawing/2014/main" xmlns="" id="{1B81A494-3FA1-91EC-2251-59267EA52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569" y="3935488"/>
            <a:ext cx="2905125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arquet ou plancher, quelle différence ?">
            <a:extLst>
              <a:ext uri="{FF2B5EF4-FFF2-40B4-BE49-F238E27FC236}">
                <a16:creationId xmlns:a16="http://schemas.microsoft.com/office/drawing/2014/main" xmlns="" id="{AB24206E-76B0-F440-FBDF-48007759F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0197" y="3849762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38488F8-872B-970C-42A7-F1645F9B5BF9}"/>
              </a:ext>
            </a:extLst>
          </p:cNvPr>
          <p:cNvSpPr/>
          <p:nvPr/>
        </p:nvSpPr>
        <p:spPr>
          <a:xfrm>
            <a:off x="-63745" y="-107207"/>
            <a:ext cx="6785387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2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Batiment &amp; lots techniques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079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5C9DE7F0-EA7C-4C4D-9827-01143A5BA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3A48579E-F18E-7D79-DC0E-D5B3EDD03F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17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8CF59D9F-5C1A-8F49-7254-2F38D89FD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B26E5B0F-2AAB-7834-893B-A3EA5E1C28FE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40AB375E-0969-D2D4-271C-4C86E83CEA2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F221EF7-1666-4A28-7D13-172090C1E482}"/>
              </a:ext>
            </a:extLst>
          </p:cNvPr>
          <p:cNvSpPr/>
          <p:nvPr/>
        </p:nvSpPr>
        <p:spPr>
          <a:xfrm>
            <a:off x="5091923" y="1134417"/>
            <a:ext cx="213045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Gros œuvre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xmlns="" id="{D3E93F6D-671A-5513-2CEB-5CB2A1CB42AD}"/>
              </a:ext>
            </a:extLst>
          </p:cNvPr>
          <p:cNvSpPr txBox="1"/>
          <p:nvPr/>
        </p:nvSpPr>
        <p:spPr>
          <a:xfrm>
            <a:off x="5526506" y="1955272"/>
            <a:ext cx="61681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Charpente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A68F3104-E2CB-420F-73D2-27CF0AD9D8A3}"/>
              </a:ext>
            </a:extLst>
          </p:cNvPr>
          <p:cNvSpPr txBox="1"/>
          <p:nvPr/>
        </p:nvSpPr>
        <p:spPr>
          <a:xfrm>
            <a:off x="1233980" y="2444071"/>
            <a:ext cx="972403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/>
              <a:t>La charpente est une </a:t>
            </a:r>
            <a:r>
              <a:rPr lang="fr-FR" sz="1600" b="1" dirty="0"/>
              <a:t>structure porteuse qui soutient et transmet les charges de la toiture à la structure principale du bâtiment (murs, poteaux, ou poutres). </a:t>
            </a:r>
            <a:r>
              <a:rPr lang="fr-FR" sz="1600" dirty="0"/>
              <a:t>Elle joue un rôle crucial dans la </a:t>
            </a:r>
            <a:r>
              <a:rPr lang="fr-FR" sz="1600" b="1" dirty="0"/>
              <a:t>stabilité et la protection du bâtiment contre les intempéries</a:t>
            </a:r>
            <a:r>
              <a:rPr lang="fr-FR" sz="1600" dirty="0"/>
              <a:t>, tout en offrant </a:t>
            </a:r>
            <a:r>
              <a:rPr lang="fr-FR" sz="1600" b="1" dirty="0"/>
              <a:t>une base solide pour le système de couverture.</a:t>
            </a:r>
          </a:p>
        </p:txBody>
      </p:sp>
      <p:pic>
        <p:nvPicPr>
          <p:cNvPr id="7170" name="Picture 2" descr="Quelles sont les normes pour l'installation de ma charpente ?">
            <a:extLst>
              <a:ext uri="{FF2B5EF4-FFF2-40B4-BE49-F238E27FC236}">
                <a16:creationId xmlns:a16="http://schemas.microsoft.com/office/drawing/2014/main" xmlns="" id="{892EA6C6-AD2E-9A88-44A9-5F166F18B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514" y="3620448"/>
            <a:ext cx="3095686" cy="2041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Arbalétrier (charpente) — Wikipédia">
            <a:extLst>
              <a:ext uri="{FF2B5EF4-FFF2-40B4-BE49-F238E27FC236}">
                <a16:creationId xmlns:a16="http://schemas.microsoft.com/office/drawing/2014/main" xmlns="" id="{50EBE945-813B-06B7-2EC7-D88F92E4F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041" y="3521289"/>
            <a:ext cx="2816571" cy="2284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CFB0A1A-421D-C0E6-E448-EE0D29E4C015}"/>
              </a:ext>
            </a:extLst>
          </p:cNvPr>
          <p:cNvSpPr/>
          <p:nvPr/>
        </p:nvSpPr>
        <p:spPr>
          <a:xfrm>
            <a:off x="-63745" y="-107207"/>
            <a:ext cx="6785387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2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Batiment &amp; lots techniques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3448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E3419F2E-686A-F96B-2ED4-A9D50FE47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A5F4BE1B-0B9C-9DAF-00BD-CEEDA3C2C5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18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6D9D92AF-6E74-3550-1D30-66F837360A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B0BE45D3-D75E-38C8-3A05-48C6FB28A555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0DEDE1D7-0F72-00FD-14A4-8DA116362B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D64CF8B-AC70-CDA8-3F4E-B8ADB589D505}"/>
              </a:ext>
            </a:extLst>
          </p:cNvPr>
          <p:cNvSpPr/>
          <p:nvPr/>
        </p:nvSpPr>
        <p:spPr>
          <a:xfrm>
            <a:off x="5091923" y="1134417"/>
            <a:ext cx="213045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Gros œuvre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xmlns="" id="{CA62A2FE-3663-3C34-C387-14D01EFC0758}"/>
              </a:ext>
            </a:extLst>
          </p:cNvPr>
          <p:cNvSpPr txBox="1"/>
          <p:nvPr/>
        </p:nvSpPr>
        <p:spPr>
          <a:xfrm>
            <a:off x="5686927" y="1800364"/>
            <a:ext cx="11951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Toiture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3657DE74-040D-FB26-8092-FC281AC2600F}"/>
              </a:ext>
            </a:extLst>
          </p:cNvPr>
          <p:cNvSpPr txBox="1"/>
          <p:nvPr/>
        </p:nvSpPr>
        <p:spPr>
          <a:xfrm>
            <a:off x="1074821" y="2228364"/>
            <a:ext cx="100904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/>
              <a:t>La toiture est l'</a:t>
            </a:r>
            <a:r>
              <a:rPr lang="fr-FR" sz="1600" b="1" dirty="0"/>
              <a:t>ensemble des éléments </a:t>
            </a:r>
            <a:r>
              <a:rPr lang="fr-FR" sz="1600" dirty="0"/>
              <a:t>qui couvrent la </a:t>
            </a:r>
            <a:r>
              <a:rPr lang="fr-FR" sz="1600" b="1" dirty="0"/>
              <a:t>partie supérieure </a:t>
            </a:r>
            <a:r>
              <a:rPr lang="fr-FR" sz="1600" dirty="0"/>
              <a:t>d'un bâtiment pour le </a:t>
            </a:r>
            <a:r>
              <a:rPr lang="fr-FR" sz="1600" b="1" dirty="0"/>
              <a:t>protéger des intempéries, garantir l'étanchéité et assurer le confort thermique et acoustique à l'intérieur</a:t>
            </a:r>
            <a:r>
              <a:rPr lang="fr-FR" sz="1600" dirty="0"/>
              <a:t>. Elle constitue une composante essentielle de la structure d'un bâtiment, </a:t>
            </a:r>
            <a:r>
              <a:rPr lang="fr-FR" sz="1600" b="1" dirty="0"/>
              <a:t>combinant fonctionnalité, esthétique et durabilité.</a:t>
            </a:r>
          </a:p>
        </p:txBody>
      </p:sp>
      <p:pic>
        <p:nvPicPr>
          <p:cNvPr id="5122" name="Picture 2" descr="Quel type de revêtement choisir pour sa toiture en 2024 ? - TrustUp Blog">
            <a:extLst>
              <a:ext uri="{FF2B5EF4-FFF2-40B4-BE49-F238E27FC236}">
                <a16:creationId xmlns:a16="http://schemas.microsoft.com/office/drawing/2014/main" xmlns="" id="{49CB3F26-669B-3CA5-AEF4-AD4F32E56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7766" y="3713622"/>
            <a:ext cx="2914650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onstruction de toiture: Prix, Types, Pose | ToitExpert.be - Antilia  Toitures">
            <a:extLst>
              <a:ext uri="{FF2B5EF4-FFF2-40B4-BE49-F238E27FC236}">
                <a16:creationId xmlns:a16="http://schemas.microsoft.com/office/drawing/2014/main" xmlns="" id="{7A04DDF8-A11F-7AB6-8E2D-593787B0A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093" y="3485334"/>
            <a:ext cx="3295830" cy="2028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CD2C1820-1500-64D8-D5B0-DE8456F19918}"/>
              </a:ext>
            </a:extLst>
          </p:cNvPr>
          <p:cNvSpPr/>
          <p:nvPr/>
        </p:nvSpPr>
        <p:spPr>
          <a:xfrm>
            <a:off x="-63745" y="-107207"/>
            <a:ext cx="6785387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2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Batiment &amp; lots techniques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4544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69495925-B719-BE5B-A2E4-8A5C7CA98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D7A572A9-FF12-C75E-4647-310DCE7B5F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19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511FF711-1755-0612-6687-49248F0A41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4D2B1DF7-4E57-8F74-E1D5-ABFED99D4C7E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748C49E1-0DDA-C5BB-7CDB-1A49BCD3FFF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7BE8645-DBE3-FF00-6519-B13579E20E42}"/>
              </a:ext>
            </a:extLst>
          </p:cNvPr>
          <p:cNvSpPr/>
          <p:nvPr/>
        </p:nvSpPr>
        <p:spPr>
          <a:xfrm>
            <a:off x="4873853" y="1134417"/>
            <a:ext cx="256660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Second œuvre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xmlns="" id="{F474BA93-F913-ED46-EED8-8D0FC3D47185}"/>
              </a:ext>
            </a:extLst>
          </p:cNvPr>
          <p:cNvSpPr txBox="1"/>
          <p:nvPr/>
        </p:nvSpPr>
        <p:spPr>
          <a:xfrm>
            <a:off x="5686927" y="1800364"/>
            <a:ext cx="21095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Cloisons 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ECF8051E-13D1-6FDC-4A26-82343879B5F2}"/>
              </a:ext>
            </a:extLst>
          </p:cNvPr>
          <p:cNvSpPr txBox="1"/>
          <p:nvPr/>
        </p:nvSpPr>
        <p:spPr>
          <a:xfrm>
            <a:off x="545432" y="2084202"/>
            <a:ext cx="1100488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/>
              <a:t>Les cloisons intérieures constituent un élément central du second œuvre, servant à </a:t>
            </a:r>
            <a:r>
              <a:rPr lang="fr-FR" sz="1600" b="1" dirty="0"/>
              <a:t>organiser et à subdiviser les espaces en fonction des usages</a:t>
            </a:r>
            <a:r>
              <a:rPr lang="fr-FR" sz="1600" dirty="0"/>
              <a:t>. En termes de</a:t>
            </a:r>
            <a:r>
              <a:rPr lang="fr-FR" sz="1600" b="1" dirty="0"/>
              <a:t> matériaux</a:t>
            </a:r>
            <a:r>
              <a:rPr lang="fr-FR" sz="1600" dirty="0"/>
              <a:t>, on peut opter pour </a:t>
            </a:r>
            <a:r>
              <a:rPr lang="fr-FR" sz="1600" b="1" dirty="0"/>
              <a:t>des plaques de plâtre</a:t>
            </a:r>
            <a:r>
              <a:rPr lang="fr-FR" sz="1600" dirty="0"/>
              <a:t>, des </a:t>
            </a:r>
            <a:r>
              <a:rPr lang="fr-FR" sz="1600" b="1" dirty="0"/>
              <a:t>carreaux de plâtre, </a:t>
            </a:r>
            <a:r>
              <a:rPr lang="fr-FR" sz="1600" dirty="0"/>
              <a:t>ou des solutions plus innovantes comme les </a:t>
            </a:r>
            <a:r>
              <a:rPr lang="fr-FR" sz="1600" b="1" dirty="0"/>
              <a:t>panneaux boisés ou les matériaux biosourcés</a:t>
            </a:r>
            <a:r>
              <a:rPr lang="fr-FR" sz="1600" dirty="0"/>
              <a:t>. Ces éléments assurent également des </a:t>
            </a:r>
            <a:r>
              <a:rPr lang="fr-FR" sz="1600" b="1" dirty="0"/>
              <a:t>performances acoustiques et thermiques </a:t>
            </a:r>
            <a:r>
              <a:rPr lang="fr-FR" sz="1600" dirty="0"/>
              <a:t>adaptées aux besoins spécifiques de chaque espace.</a:t>
            </a:r>
          </a:p>
        </p:txBody>
      </p:sp>
      <p:pic>
        <p:nvPicPr>
          <p:cNvPr id="1026" name="Picture 2" descr="Séparer les espaces intérieurs sans fermer: de nombreuses solutions">
            <a:extLst>
              <a:ext uri="{FF2B5EF4-FFF2-40B4-BE49-F238E27FC236}">
                <a16:creationId xmlns:a16="http://schemas.microsoft.com/office/drawing/2014/main" xmlns="" id="{5C6D8822-1242-88B0-07FF-40E55B4FE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702" y="3676764"/>
            <a:ext cx="3123414" cy="2351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loison aluminium pour espaces tertiaires Universalia | Devis">
            <a:extLst>
              <a:ext uri="{FF2B5EF4-FFF2-40B4-BE49-F238E27FC236}">
                <a16:creationId xmlns:a16="http://schemas.microsoft.com/office/drawing/2014/main" xmlns="" id="{BAF72177-6D0C-0122-C8DB-093C10C24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3592" y="3799533"/>
            <a:ext cx="2381250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loison de bureau acoustique pour séparation d'espace de travail">
            <a:extLst>
              <a:ext uri="{FF2B5EF4-FFF2-40B4-BE49-F238E27FC236}">
                <a16:creationId xmlns:a16="http://schemas.microsoft.com/office/drawing/2014/main" xmlns="" id="{D375CCB2-6D17-72BF-4BF4-0C03930FF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279" y="3547795"/>
            <a:ext cx="2009775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paceplanning : plan 2D et 3D de vos travaux | Espace Cloisons Alu">
            <a:extLst>
              <a:ext uri="{FF2B5EF4-FFF2-40B4-BE49-F238E27FC236}">
                <a16:creationId xmlns:a16="http://schemas.microsoft.com/office/drawing/2014/main" xmlns="" id="{737A4E59-5788-4171-582D-F1CEDCCAF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566" y="4043175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BA634FF3-9849-9B8D-119C-A94163D3A478}"/>
              </a:ext>
            </a:extLst>
          </p:cNvPr>
          <p:cNvSpPr/>
          <p:nvPr/>
        </p:nvSpPr>
        <p:spPr>
          <a:xfrm>
            <a:off x="-63745" y="-107207"/>
            <a:ext cx="6785387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2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Batiment &amp; lots techniques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1210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B66BC54C-BAD2-0B04-D48C-ABFAC5788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03845D47-DD50-0963-3B28-E4D61E923E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20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B0D70849-6282-E54B-700B-4B30C9801C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9BA20CBC-D01D-1661-512C-269A62C6E78E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D183AAB3-19BE-CDBB-C142-026277D8463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EF8A840-E0E8-C561-D068-A7E350A2244B}"/>
              </a:ext>
            </a:extLst>
          </p:cNvPr>
          <p:cNvSpPr/>
          <p:nvPr/>
        </p:nvSpPr>
        <p:spPr>
          <a:xfrm>
            <a:off x="4873853" y="1134417"/>
            <a:ext cx="256660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Second œuvre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xmlns="" id="{209B4164-9751-67CE-1A08-A5BC2532B879}"/>
              </a:ext>
            </a:extLst>
          </p:cNvPr>
          <p:cNvSpPr txBox="1"/>
          <p:nvPr/>
        </p:nvSpPr>
        <p:spPr>
          <a:xfrm>
            <a:off x="4239127" y="1697827"/>
            <a:ext cx="43714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Menuiseries intérieures et extérieures 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FEB41A7C-0553-BF1A-7255-217B330E79A2}"/>
              </a:ext>
            </a:extLst>
          </p:cNvPr>
          <p:cNvSpPr txBox="1"/>
          <p:nvPr/>
        </p:nvSpPr>
        <p:spPr>
          <a:xfrm>
            <a:off x="155360" y="1953921"/>
            <a:ext cx="1169469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/>
              <a:t>Les menuiseries sont des composants essentiels pour la </a:t>
            </a:r>
            <a:r>
              <a:rPr lang="fr-FR" sz="1600" b="1" dirty="0"/>
              <a:t>fonctionnalité et l’esthétique </a:t>
            </a:r>
            <a:r>
              <a:rPr lang="fr-FR" sz="1600" dirty="0"/>
              <a:t>d’un bâtiment. Les menuiseries extérieures, comme les </a:t>
            </a:r>
            <a:r>
              <a:rPr lang="fr-FR" sz="1600" b="1" dirty="0"/>
              <a:t>fenêtres, portes ou volets</a:t>
            </a:r>
            <a:r>
              <a:rPr lang="fr-FR" sz="1600" dirty="0"/>
              <a:t>, jouent un rôle dans </a:t>
            </a:r>
            <a:r>
              <a:rPr lang="fr-FR" sz="1600" b="1" dirty="0"/>
              <a:t>l’isolation thermique et acoustique</a:t>
            </a:r>
            <a:r>
              <a:rPr lang="fr-FR" sz="1600" dirty="0"/>
              <a:t>. À l</a:t>
            </a:r>
            <a:r>
              <a:rPr lang="fr-FR" sz="1600" b="1" dirty="0"/>
              <a:t>’intérieu</a:t>
            </a:r>
            <a:r>
              <a:rPr lang="fr-FR" sz="1600" dirty="0"/>
              <a:t>r, les</a:t>
            </a:r>
            <a:r>
              <a:rPr lang="fr-FR" sz="1600" b="1" dirty="0"/>
              <a:t> portes d’intérieure, cloisons mobiles, placard et rangement </a:t>
            </a:r>
            <a:r>
              <a:rPr lang="fr-FR" sz="1600" dirty="0"/>
              <a:t>renforcent l’ergonomie des espaces et participent au confort visuel grâce à des finitions soignées. Leur conception peut intégrer des matériaux locaux, comme le bois ou des composites, afin de privilégier une approche durable.</a:t>
            </a:r>
          </a:p>
        </p:txBody>
      </p:sp>
      <p:pic>
        <p:nvPicPr>
          <p:cNvPr id="2054" name="Picture 6" descr="POSE FENÊTRES... - Senegal Peinture &amp; Décoration Intérieure | Facebook">
            <a:extLst>
              <a:ext uri="{FF2B5EF4-FFF2-40B4-BE49-F238E27FC236}">
                <a16:creationId xmlns:a16="http://schemas.microsoft.com/office/drawing/2014/main" xmlns="" id="{FF9E930A-D0F4-DE61-2BBD-D77C310B3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60" y="3687343"/>
            <a:ext cx="2010324" cy="26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Face à face entre volets pliants et la persienne métallique">
            <a:extLst>
              <a:ext uri="{FF2B5EF4-FFF2-40B4-BE49-F238E27FC236}">
                <a16:creationId xmlns:a16="http://schemas.microsoft.com/office/drawing/2014/main" xmlns="" id="{72ED120A-F575-EC88-9AA5-BE6069351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202591"/>
            <a:ext cx="289560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RIDEAU MÉTALLIQUE | Fenêtres Etoile">
            <a:extLst>
              <a:ext uri="{FF2B5EF4-FFF2-40B4-BE49-F238E27FC236}">
                <a16:creationId xmlns:a16="http://schemas.microsoft.com/office/drawing/2014/main" xmlns="" id="{76810F50-36EC-4E5C-0304-8FFCE3B98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707" y="3932782"/>
            <a:ext cx="2219325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Porte d'Entrée en Aluminium Standard 960 x 2180 mm RINIA Monobloc 50 mm">
            <a:extLst>
              <a:ext uri="{FF2B5EF4-FFF2-40B4-BE49-F238E27FC236}">
                <a16:creationId xmlns:a16="http://schemas.microsoft.com/office/drawing/2014/main" xmlns="" id="{E683E577-DD1C-6C01-87F2-378141CE8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3817675"/>
            <a:ext cx="2428892" cy="2428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64D6585-4699-43CE-CE02-844778E35390}"/>
              </a:ext>
            </a:extLst>
          </p:cNvPr>
          <p:cNvSpPr/>
          <p:nvPr/>
        </p:nvSpPr>
        <p:spPr>
          <a:xfrm>
            <a:off x="-63745" y="-107207"/>
            <a:ext cx="6785387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2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Batiment &amp; lots techniques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3211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A24BB156-9761-7BB7-0686-C6229C7BE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64CED82C-8F81-E0A7-C922-BBBB3BCEE9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21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F3E1799C-C6A6-7726-57F9-3F5A9236D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95961B12-0206-6DED-5C3B-019A86AEB181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59D90A23-ED63-8543-2F33-789D0F260D7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952DC06-A759-851D-68B8-DC3627697AA3}"/>
              </a:ext>
            </a:extLst>
          </p:cNvPr>
          <p:cNvSpPr/>
          <p:nvPr/>
        </p:nvSpPr>
        <p:spPr>
          <a:xfrm>
            <a:off x="4873853" y="1134417"/>
            <a:ext cx="256660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Second œuvre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xmlns="" id="{35BEA5BF-910B-EBD5-1946-0B07DC399B20}"/>
              </a:ext>
            </a:extLst>
          </p:cNvPr>
          <p:cNvSpPr txBox="1"/>
          <p:nvPr/>
        </p:nvSpPr>
        <p:spPr>
          <a:xfrm>
            <a:off x="4239127" y="1697827"/>
            <a:ext cx="43714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Menuiseries intérieures et extérieures 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A4E90761-97E4-AAAB-0E05-C94A1EC9CD28}"/>
              </a:ext>
            </a:extLst>
          </p:cNvPr>
          <p:cNvSpPr txBox="1"/>
          <p:nvPr/>
        </p:nvSpPr>
        <p:spPr>
          <a:xfrm>
            <a:off x="155360" y="2053424"/>
            <a:ext cx="1169469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/>
              <a:t>Les menuiseries sont des composants essentiels pour la </a:t>
            </a:r>
            <a:r>
              <a:rPr lang="fr-FR" sz="1600" b="1" dirty="0"/>
              <a:t>fonctionnalité et l’esthétique </a:t>
            </a:r>
            <a:r>
              <a:rPr lang="fr-FR" sz="1600" dirty="0"/>
              <a:t>d’un bâtiment. Les menuiseries extérieures, comme les </a:t>
            </a:r>
            <a:r>
              <a:rPr lang="fr-FR" sz="1600" b="1" dirty="0"/>
              <a:t>fenêtres, portes ou volets</a:t>
            </a:r>
            <a:r>
              <a:rPr lang="fr-FR" sz="1600" dirty="0"/>
              <a:t>, jouent un rôle dans </a:t>
            </a:r>
            <a:r>
              <a:rPr lang="fr-FR" sz="1600" b="1" dirty="0"/>
              <a:t>l’isolation thermique et acoustique</a:t>
            </a:r>
            <a:r>
              <a:rPr lang="fr-FR" sz="1600" dirty="0"/>
              <a:t>. À l</a:t>
            </a:r>
            <a:r>
              <a:rPr lang="fr-FR" sz="1600" b="1" dirty="0"/>
              <a:t>’intérieu</a:t>
            </a:r>
            <a:r>
              <a:rPr lang="fr-FR" sz="1600" dirty="0"/>
              <a:t>r, les</a:t>
            </a:r>
            <a:r>
              <a:rPr lang="fr-FR" sz="1600" b="1" dirty="0"/>
              <a:t> portes d’intérieure, cloisons mobiles, placard et rangement </a:t>
            </a:r>
            <a:r>
              <a:rPr lang="fr-FR" sz="1600" dirty="0"/>
              <a:t>renforcent l’ergonomie des espaces et participent au confort visuel grâce à des finitions soignées. Leur conception peut intégrer des matériaux locaux, comme le bois ou des composites, afin de privilégier une approche durable.</a:t>
            </a:r>
          </a:p>
        </p:txBody>
      </p:sp>
      <p:pic>
        <p:nvPicPr>
          <p:cNvPr id="3074" name="Picture 2" descr="Les différences entre cloison mobile et cloison amovible">
            <a:extLst>
              <a:ext uri="{FF2B5EF4-FFF2-40B4-BE49-F238E27FC236}">
                <a16:creationId xmlns:a16="http://schemas.microsoft.com/office/drawing/2014/main" xmlns="" id="{F70E2BAF-66AF-5D92-46FA-67C9114B9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60" y="3857511"/>
            <a:ext cx="3399025" cy="207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Une porte d'intérieur | Sogal">
            <a:extLst>
              <a:ext uri="{FF2B5EF4-FFF2-40B4-BE49-F238E27FC236}">
                <a16:creationId xmlns:a16="http://schemas.microsoft.com/office/drawing/2014/main" xmlns="" id="{5E0E1618-57A0-0A9B-7B60-6125E8E99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5012" y="3843340"/>
            <a:ext cx="2601829" cy="2236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11 règles pour aménager un placard - Côté Maison">
            <a:extLst>
              <a:ext uri="{FF2B5EF4-FFF2-40B4-BE49-F238E27FC236}">
                <a16:creationId xmlns:a16="http://schemas.microsoft.com/office/drawing/2014/main" xmlns="" id="{DC9D9F67-D672-D3D0-BEFF-5AA8DD57F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6621" y="3653590"/>
            <a:ext cx="3852871" cy="270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1200030-5A01-41D6-1390-D17F81CE7E12}"/>
              </a:ext>
            </a:extLst>
          </p:cNvPr>
          <p:cNvSpPr/>
          <p:nvPr/>
        </p:nvSpPr>
        <p:spPr>
          <a:xfrm>
            <a:off x="-63745" y="-107207"/>
            <a:ext cx="6785387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2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Batiment &amp; lots techniques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35655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5760E089-E902-AEE4-FAA5-9D0719DDB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8663B7E7-D076-5B6B-FA37-2353828F32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22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B511BC4F-A8A9-EAF3-E7D7-E641F772F3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51853FE0-FD2E-A6FA-EA2D-956763E18DBE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A492FBD9-904C-4CF8-B3A6-E3D5E8F933D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4C61A01-09F8-6D14-4A75-A798C9BB5B71}"/>
              </a:ext>
            </a:extLst>
          </p:cNvPr>
          <p:cNvSpPr/>
          <p:nvPr/>
        </p:nvSpPr>
        <p:spPr>
          <a:xfrm>
            <a:off x="4873853" y="1134417"/>
            <a:ext cx="256660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Second œuvre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xmlns="" id="{935911C2-089A-F7F0-4518-CF87EE90D85B}"/>
              </a:ext>
            </a:extLst>
          </p:cNvPr>
          <p:cNvSpPr txBox="1"/>
          <p:nvPr/>
        </p:nvSpPr>
        <p:spPr>
          <a:xfrm>
            <a:off x="5254716" y="1670922"/>
            <a:ext cx="4371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Revêtement sol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A58610AF-1C1B-B0DA-F3F7-A26F7C4F8F43}"/>
              </a:ext>
            </a:extLst>
          </p:cNvPr>
          <p:cNvSpPr txBox="1"/>
          <p:nvPr/>
        </p:nvSpPr>
        <p:spPr>
          <a:xfrm>
            <a:off x="685800" y="2074475"/>
            <a:ext cx="10668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Le </a:t>
            </a:r>
            <a:r>
              <a:rPr lang="fr-FR" b="1" dirty="0"/>
              <a:t>choix des revêtements de sol </a:t>
            </a:r>
            <a:r>
              <a:rPr lang="fr-FR" dirty="0"/>
              <a:t>est dicté par les </a:t>
            </a:r>
            <a:r>
              <a:rPr lang="fr-FR" b="1" dirty="0"/>
              <a:t>contraintes d’usage et les exigences esthétiques. </a:t>
            </a:r>
            <a:r>
              <a:rPr lang="fr-FR" dirty="0"/>
              <a:t>Le </a:t>
            </a:r>
            <a:r>
              <a:rPr lang="fr-FR" b="1" dirty="0"/>
              <a:t>carrelage</a:t>
            </a:r>
            <a:r>
              <a:rPr lang="fr-FR" dirty="0"/>
              <a:t>, </a:t>
            </a:r>
            <a:r>
              <a:rPr lang="fr-FR" b="1" dirty="0"/>
              <a:t>résistant et facile à entretenir, </a:t>
            </a:r>
            <a:r>
              <a:rPr lang="fr-FR" dirty="0"/>
              <a:t>est privilégié dans les zones humides. Le </a:t>
            </a:r>
            <a:r>
              <a:rPr lang="fr-FR" b="1" dirty="0"/>
              <a:t>parquet</a:t>
            </a:r>
            <a:r>
              <a:rPr lang="fr-FR" dirty="0"/>
              <a:t>, quant à lui, </a:t>
            </a:r>
            <a:r>
              <a:rPr lang="fr-FR" b="1" dirty="0"/>
              <a:t>offre chaleur et confort </a:t>
            </a:r>
            <a:r>
              <a:rPr lang="fr-FR" dirty="0"/>
              <a:t>dans les pièces de vie. Les solutions souples, telles que le </a:t>
            </a:r>
            <a:r>
              <a:rPr lang="fr-FR" b="1" dirty="0"/>
              <a:t>linoléum (huile de lin + farine de liège et toile jute) ou le PVC</a:t>
            </a:r>
            <a:r>
              <a:rPr lang="fr-FR" dirty="0"/>
              <a:t>, apportent une réponse économique et rapide à installer pour des environnements nécessitant une </a:t>
            </a:r>
            <a:r>
              <a:rPr lang="fr-FR" b="1" dirty="0"/>
              <a:t>durabilité moyenne.</a:t>
            </a:r>
          </a:p>
        </p:txBody>
      </p:sp>
      <p:pic>
        <p:nvPicPr>
          <p:cNvPr id="4098" name="Picture 2" descr="Vos choix de revêtement de sol à Dakar (Sénégal) | Sensys Afric">
            <a:extLst>
              <a:ext uri="{FF2B5EF4-FFF2-40B4-BE49-F238E27FC236}">
                <a16:creationId xmlns:a16="http://schemas.microsoft.com/office/drawing/2014/main" xmlns="" id="{60E3DA17-41B1-5165-867E-E9E17D068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72" y="3429000"/>
            <a:ext cx="261937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arrelage - Carreaux à Dakar, Sénégal • Tabakh Matériaux">
            <a:extLst>
              <a:ext uri="{FF2B5EF4-FFF2-40B4-BE49-F238E27FC236}">
                <a16:creationId xmlns:a16="http://schemas.microsoft.com/office/drawing/2014/main" xmlns="" id="{DCB10159-48F0-6D2D-8D5C-2E5DF47AB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72" y="5114925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arquet, revêtement au sol | Sonnier, menuiserie &amp; stratifié - Région AURA">
            <a:extLst>
              <a:ext uri="{FF2B5EF4-FFF2-40B4-BE49-F238E27FC236}">
                <a16:creationId xmlns:a16="http://schemas.microsoft.com/office/drawing/2014/main" xmlns="" id="{ACF94BDF-7C67-4541-338F-4D04DFC82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878" y="4120153"/>
            <a:ext cx="2647950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Les sols en PVC sont-ils dangereux pour la santé ?">
            <a:extLst>
              <a:ext uri="{FF2B5EF4-FFF2-40B4-BE49-F238E27FC236}">
                <a16:creationId xmlns:a16="http://schemas.microsoft.com/office/drawing/2014/main" xmlns="" id="{3EDE9C0F-F27F-B7F3-03EE-C9E6F56A9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261" y="4110627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Le linoléum, le must des revêtements de sol écologiques - M6 Deco.fr">
            <a:extLst>
              <a:ext uri="{FF2B5EF4-FFF2-40B4-BE49-F238E27FC236}">
                <a16:creationId xmlns:a16="http://schemas.microsoft.com/office/drawing/2014/main" xmlns="" id="{BE5887FF-753C-4870-5B12-49A6F0908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382" y="4244992"/>
            <a:ext cx="2981325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0338C2C-DA12-F069-92C7-437D93EE7752}"/>
              </a:ext>
            </a:extLst>
          </p:cNvPr>
          <p:cNvSpPr/>
          <p:nvPr/>
        </p:nvSpPr>
        <p:spPr>
          <a:xfrm>
            <a:off x="-63745" y="-107207"/>
            <a:ext cx="6785387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2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Batiment &amp; lots techniques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59106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322E2394-77C4-9C16-3E88-16057593D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04A857E2-BABB-7D43-D91B-EC9B76472B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23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E7F86F31-1AF1-F6A5-557C-773C72859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92B65512-73D8-C463-D7EF-0D1EAA51F381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D2D6F775-D2FD-F418-7DEB-0139FB9BA8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3F57090-F569-229D-07D2-FD96D67A6642}"/>
              </a:ext>
            </a:extLst>
          </p:cNvPr>
          <p:cNvSpPr/>
          <p:nvPr/>
        </p:nvSpPr>
        <p:spPr>
          <a:xfrm>
            <a:off x="4873853" y="1134417"/>
            <a:ext cx="256660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Second œuvre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xmlns="" id="{98660C09-74E4-E266-8954-CD8FF7E95FC4}"/>
              </a:ext>
            </a:extLst>
          </p:cNvPr>
          <p:cNvSpPr txBox="1"/>
          <p:nvPr/>
        </p:nvSpPr>
        <p:spPr>
          <a:xfrm>
            <a:off x="5254716" y="1670922"/>
            <a:ext cx="4371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Revêtement mural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B82D1247-C0EE-EAD2-114E-A33774D9A663}"/>
              </a:ext>
            </a:extLst>
          </p:cNvPr>
          <p:cNvSpPr txBox="1"/>
          <p:nvPr/>
        </p:nvSpPr>
        <p:spPr>
          <a:xfrm>
            <a:off x="403225" y="2094355"/>
            <a:ext cx="111813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Les murs intérieurs sont habillés pour </a:t>
            </a:r>
            <a:r>
              <a:rPr lang="fr-FR" b="1" dirty="0"/>
              <a:t>allier esthétique et praticité</a:t>
            </a:r>
            <a:r>
              <a:rPr lang="fr-FR" dirty="0"/>
              <a:t>. La </a:t>
            </a:r>
            <a:r>
              <a:rPr lang="fr-FR" b="1" dirty="0"/>
              <a:t>peinture</a:t>
            </a:r>
            <a:r>
              <a:rPr lang="fr-FR" dirty="0"/>
              <a:t> reste une solution universelle, mais les </a:t>
            </a:r>
            <a:r>
              <a:rPr lang="fr-FR" b="1" dirty="0"/>
              <a:t>carrelages muraux </a:t>
            </a:r>
            <a:r>
              <a:rPr lang="fr-FR" dirty="0"/>
              <a:t>trouvent leur pertinence dans les </a:t>
            </a:r>
            <a:r>
              <a:rPr lang="fr-FR" b="1" dirty="0"/>
              <a:t>pièces d’eau. </a:t>
            </a:r>
            <a:r>
              <a:rPr lang="fr-FR" dirty="0"/>
              <a:t>En complément, le </a:t>
            </a:r>
            <a:r>
              <a:rPr lang="fr-FR" b="1" dirty="0"/>
              <a:t>papier peint</a:t>
            </a:r>
            <a:r>
              <a:rPr lang="fr-FR" dirty="0"/>
              <a:t>, les </a:t>
            </a:r>
            <a:r>
              <a:rPr lang="fr-FR" b="1" dirty="0"/>
              <a:t>lambris </a:t>
            </a:r>
            <a:r>
              <a:rPr lang="fr-FR" dirty="0"/>
              <a:t>ou encore des finitions innovantes à base de </a:t>
            </a:r>
            <a:r>
              <a:rPr lang="fr-FR" b="1" dirty="0"/>
              <a:t>matériaux naturels ou biosourcés </a:t>
            </a:r>
            <a:r>
              <a:rPr lang="fr-FR" dirty="0"/>
              <a:t>permettent de renforcer l’identité des espaces tout en répondant à des enjeux thermiques ou acoustiques.</a:t>
            </a:r>
          </a:p>
        </p:txBody>
      </p:sp>
      <p:pic>
        <p:nvPicPr>
          <p:cNvPr id="5122" name="Picture 2" descr="Betonel - 2024 tendances couleur des peintures">
            <a:extLst>
              <a:ext uri="{FF2B5EF4-FFF2-40B4-BE49-F238E27FC236}">
                <a16:creationId xmlns:a16="http://schemas.microsoft.com/office/drawing/2014/main" xmlns="" id="{C2C7E258-D2CC-292C-F256-C28BE71D9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917" y="3700042"/>
            <a:ext cx="4162061" cy="2446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Betonel - Couleurs de peinture pour le salon">
            <a:extLst>
              <a:ext uri="{FF2B5EF4-FFF2-40B4-BE49-F238E27FC236}">
                <a16:creationId xmlns:a16="http://schemas.microsoft.com/office/drawing/2014/main" xmlns="" id="{3B32C7F9-5383-4D09-1316-71E625D6F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3206" y="3553624"/>
            <a:ext cx="3728994" cy="291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FFA3C7D-DA15-759E-2539-B6341B4F5471}"/>
              </a:ext>
            </a:extLst>
          </p:cNvPr>
          <p:cNvSpPr/>
          <p:nvPr/>
        </p:nvSpPr>
        <p:spPr>
          <a:xfrm>
            <a:off x="-63745" y="-107207"/>
            <a:ext cx="6785387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2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Batiment &amp; lots techniques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71844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0F231024-BA4A-AC58-47AF-EABD26ABE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4B3520CE-2A8B-33E0-5DEC-D5857EA290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24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8FE3C9D9-8A8C-A81E-C4C4-417D86B299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836171CB-D1FB-9DF2-8F21-8A5D2C8E1205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2F1CFD4C-F1CF-57B1-6DC5-AD494465FC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483C5AA-F312-8844-802C-19DAE4CE9C67}"/>
              </a:ext>
            </a:extLst>
          </p:cNvPr>
          <p:cNvSpPr/>
          <p:nvPr/>
        </p:nvSpPr>
        <p:spPr>
          <a:xfrm>
            <a:off x="4873853" y="1134417"/>
            <a:ext cx="256660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Second œuvre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xmlns="" id="{35FCC8D1-D40A-E2CB-B0B4-7F14884D45A2}"/>
              </a:ext>
            </a:extLst>
          </p:cNvPr>
          <p:cNvSpPr txBox="1"/>
          <p:nvPr/>
        </p:nvSpPr>
        <p:spPr>
          <a:xfrm>
            <a:off x="5254716" y="1670922"/>
            <a:ext cx="4371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Revêtement mural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ABDC414D-0DC4-7101-D7F7-C2BF91B278B1}"/>
              </a:ext>
            </a:extLst>
          </p:cNvPr>
          <p:cNvSpPr txBox="1"/>
          <p:nvPr/>
        </p:nvSpPr>
        <p:spPr>
          <a:xfrm>
            <a:off x="403225" y="2094355"/>
            <a:ext cx="111813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Les murs intérieurs sont habillés pour </a:t>
            </a:r>
            <a:r>
              <a:rPr lang="fr-FR" b="1" dirty="0"/>
              <a:t>allier esthétique et praticité</a:t>
            </a:r>
            <a:r>
              <a:rPr lang="fr-FR" dirty="0"/>
              <a:t>. La </a:t>
            </a:r>
            <a:r>
              <a:rPr lang="fr-FR" b="1" dirty="0"/>
              <a:t>peinture</a:t>
            </a:r>
            <a:r>
              <a:rPr lang="fr-FR" dirty="0"/>
              <a:t> reste une solution universelle, mais les </a:t>
            </a:r>
            <a:r>
              <a:rPr lang="fr-FR" b="1" dirty="0"/>
              <a:t>carrelages muraux </a:t>
            </a:r>
            <a:r>
              <a:rPr lang="fr-FR" dirty="0"/>
              <a:t>trouvent leur pertinence dans les </a:t>
            </a:r>
            <a:r>
              <a:rPr lang="fr-FR" b="1" dirty="0"/>
              <a:t>pièces d’eau. </a:t>
            </a:r>
            <a:r>
              <a:rPr lang="fr-FR" dirty="0"/>
              <a:t>En complément, le </a:t>
            </a:r>
            <a:r>
              <a:rPr lang="fr-FR" b="1" dirty="0"/>
              <a:t>papier peint</a:t>
            </a:r>
            <a:r>
              <a:rPr lang="fr-FR" dirty="0"/>
              <a:t>, les </a:t>
            </a:r>
            <a:r>
              <a:rPr lang="fr-FR" b="1" dirty="0"/>
              <a:t>lambris </a:t>
            </a:r>
            <a:r>
              <a:rPr lang="fr-FR" dirty="0"/>
              <a:t>ou encore des finitions innovantes à base de </a:t>
            </a:r>
            <a:r>
              <a:rPr lang="fr-FR" b="1" dirty="0"/>
              <a:t>matériaux naturels ou biosourcés </a:t>
            </a:r>
            <a:r>
              <a:rPr lang="fr-FR" dirty="0"/>
              <a:t>permettent de renforcer l’identité des espaces tout en répondant à des enjeux thermiques ou acoustiques.</a:t>
            </a:r>
          </a:p>
        </p:txBody>
      </p:sp>
      <p:pic>
        <p:nvPicPr>
          <p:cNvPr id="6146" name="Picture 2" descr="Carrelage mural salle de bain &amp; faïence cuisine | Espace Aubade">
            <a:extLst>
              <a:ext uri="{FF2B5EF4-FFF2-40B4-BE49-F238E27FC236}">
                <a16:creationId xmlns:a16="http://schemas.microsoft.com/office/drawing/2014/main" xmlns="" id="{C5DC6652-A582-E60F-FB97-A96F032DC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1575"/>
            <a:ext cx="3205065" cy="1990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apier peint panoramique XL JAKATA 371 x 280 cm - 4MURS">
            <a:extLst>
              <a:ext uri="{FF2B5EF4-FFF2-40B4-BE49-F238E27FC236}">
                <a16:creationId xmlns:a16="http://schemas.microsoft.com/office/drawing/2014/main" xmlns="" id="{1E0AA267-0920-926E-8BDA-B8239D231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951" y="3563317"/>
            <a:ext cx="2624948" cy="2624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LAMBRIS SECOND CHOIX Larg.13 cm | Fabrique du Pin">
            <a:extLst>
              <a:ext uri="{FF2B5EF4-FFF2-40B4-BE49-F238E27FC236}">
                <a16:creationId xmlns:a16="http://schemas.microsoft.com/office/drawing/2014/main" xmlns="" id="{A6151BBB-6784-A19C-1DF3-13FBC49FF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889" y="3849299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Nos nouveaux matériaux : de la créativité dans vos bureaux ! | FOR ME LAB">
            <a:extLst>
              <a:ext uri="{FF2B5EF4-FFF2-40B4-BE49-F238E27FC236}">
                <a16:creationId xmlns:a16="http://schemas.microsoft.com/office/drawing/2014/main" xmlns="" id="{51F917DA-1418-DBF2-91E9-5F37BDD7E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288" y="4092471"/>
            <a:ext cx="2945813" cy="183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68CB102C-6160-13EC-29DE-2485753F3BB7}"/>
              </a:ext>
            </a:extLst>
          </p:cNvPr>
          <p:cNvSpPr/>
          <p:nvPr/>
        </p:nvSpPr>
        <p:spPr>
          <a:xfrm>
            <a:off x="-63745" y="-107207"/>
            <a:ext cx="6785387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2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Batiment &amp; lots techniques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00544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A583E23A-95DB-9C87-37E5-1B0D9FAE1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1119B72C-E031-7F5A-60E2-316054EEE8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25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38A98538-1B2B-1D94-87BE-CCB9459C8A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54C2BD15-8F9E-7FD5-30D7-31A13A951307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9F96D90C-2B25-2A45-A24F-FD15EB00DA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45F416E-314A-8595-754A-A725682A2725}"/>
              </a:ext>
            </a:extLst>
          </p:cNvPr>
          <p:cNvSpPr/>
          <p:nvPr/>
        </p:nvSpPr>
        <p:spPr>
          <a:xfrm>
            <a:off x="4873853" y="1134417"/>
            <a:ext cx="256660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Second œuvre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04F74E8D-E5B8-552B-41C5-39570B8FE7EF}"/>
              </a:ext>
            </a:extLst>
          </p:cNvPr>
          <p:cNvSpPr txBox="1"/>
          <p:nvPr/>
        </p:nvSpPr>
        <p:spPr>
          <a:xfrm>
            <a:off x="3011906" y="1657637"/>
            <a:ext cx="616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Plafonds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7F3F353C-B5BE-2307-63BB-EE730382BAA9}"/>
              </a:ext>
            </a:extLst>
          </p:cNvPr>
          <p:cNvSpPr txBox="1"/>
          <p:nvPr/>
        </p:nvSpPr>
        <p:spPr>
          <a:xfrm>
            <a:off x="490771" y="2021834"/>
            <a:ext cx="108630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Les plafonds intègrent des </a:t>
            </a:r>
            <a:r>
              <a:rPr lang="fr-FR" b="1" dirty="0"/>
              <a:t>fonctions techniques et esthétiques</a:t>
            </a:r>
            <a:r>
              <a:rPr lang="fr-FR" dirty="0"/>
              <a:t>. Les </a:t>
            </a:r>
            <a:r>
              <a:rPr lang="fr-FR" b="1" dirty="0"/>
              <a:t>faux plafonds</a:t>
            </a:r>
            <a:r>
              <a:rPr lang="fr-FR" dirty="0"/>
              <a:t>, constitués de </a:t>
            </a:r>
            <a:r>
              <a:rPr lang="fr-FR" b="1" dirty="0"/>
              <a:t>plaques de plâtre ou de systèmes modulaires</a:t>
            </a:r>
            <a:r>
              <a:rPr lang="fr-FR" dirty="0"/>
              <a:t>, permettent de dissimuler les </a:t>
            </a:r>
            <a:r>
              <a:rPr lang="fr-FR" b="1" dirty="0"/>
              <a:t>gaines techniques </a:t>
            </a:r>
            <a:r>
              <a:rPr lang="fr-FR" dirty="0"/>
              <a:t>tout en améliorant les performances </a:t>
            </a:r>
            <a:r>
              <a:rPr lang="fr-FR" b="1" dirty="0"/>
              <a:t>acoustiques</a:t>
            </a:r>
            <a:r>
              <a:rPr lang="fr-FR" dirty="0"/>
              <a:t>. Les finitions, telles que la </a:t>
            </a:r>
            <a:r>
              <a:rPr lang="fr-FR" b="1" dirty="0"/>
              <a:t>peinture ou les enduits</a:t>
            </a:r>
            <a:r>
              <a:rPr lang="fr-FR" dirty="0"/>
              <a:t>, doivent assurer une </a:t>
            </a:r>
            <a:r>
              <a:rPr lang="fr-FR" b="1" dirty="0"/>
              <a:t>harmonie visuelle </a:t>
            </a:r>
            <a:r>
              <a:rPr lang="fr-FR" dirty="0"/>
              <a:t>tout en respectant les contraintes liées à </a:t>
            </a:r>
            <a:r>
              <a:rPr lang="fr-FR" b="1" dirty="0"/>
              <a:t>l’éclairage ou à la ventilation</a:t>
            </a:r>
            <a:r>
              <a:rPr lang="fr-FR" dirty="0"/>
              <a:t>.</a:t>
            </a:r>
          </a:p>
        </p:txBody>
      </p:sp>
      <p:pic>
        <p:nvPicPr>
          <p:cNvPr id="7170" name="Picture 2" descr="Les plaques de plâtre - Livios">
            <a:extLst>
              <a:ext uri="{FF2B5EF4-FFF2-40B4-BE49-F238E27FC236}">
                <a16:creationId xmlns:a16="http://schemas.microsoft.com/office/drawing/2014/main" xmlns="" id="{B387A9F0-52A7-4AB7-76A7-F254ABBB5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017" y="4789255"/>
            <a:ext cx="2211836" cy="1656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8 idées de Plafond en platre | plafond, décoration plafond, plafond design">
            <a:extLst>
              <a:ext uri="{FF2B5EF4-FFF2-40B4-BE49-F238E27FC236}">
                <a16:creationId xmlns:a16="http://schemas.microsoft.com/office/drawing/2014/main" xmlns="" id="{19D2F6F4-2070-C988-FAFA-8C2C33B03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58016"/>
            <a:ext cx="2249050" cy="1656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Reno à Saint-Martin: Un plafond expérimental">
            <a:extLst>
              <a:ext uri="{FF2B5EF4-FFF2-40B4-BE49-F238E27FC236}">
                <a16:creationId xmlns:a16="http://schemas.microsoft.com/office/drawing/2014/main" xmlns="" id="{28F3206C-C83C-538A-9DAB-41E3170B4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3788" y="3974050"/>
            <a:ext cx="2944015" cy="1959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Comment peindre son plafond ? - Côté Maison">
            <a:extLst>
              <a:ext uri="{FF2B5EF4-FFF2-40B4-BE49-F238E27FC236}">
                <a16:creationId xmlns:a16="http://schemas.microsoft.com/office/drawing/2014/main" xmlns="" id="{78D34D73-CB56-8C1B-5163-0DCEBEA88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931" y="3428999"/>
            <a:ext cx="2875238" cy="2153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19DC1E71-0239-8BAF-A7B5-7174E34213E8}"/>
              </a:ext>
            </a:extLst>
          </p:cNvPr>
          <p:cNvSpPr/>
          <p:nvPr/>
        </p:nvSpPr>
        <p:spPr>
          <a:xfrm>
            <a:off x="-63745" y="-107207"/>
            <a:ext cx="6785387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2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Batiment &amp; lots techniques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07575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476062C4-3A89-AFC6-91B0-65B3B3E95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BBDB7D24-45A6-2344-FC00-FE32FDCDD6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26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96531F78-A9C6-7275-131C-ABD55857C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B8CD86FA-35C0-482E-7621-6DAE82C913C8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D97CB836-61BC-861B-BA92-801814C084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EA435E3-D5D4-08AB-4476-24F73B7C39D1}"/>
              </a:ext>
            </a:extLst>
          </p:cNvPr>
          <p:cNvSpPr/>
          <p:nvPr/>
        </p:nvSpPr>
        <p:spPr>
          <a:xfrm>
            <a:off x="4873853" y="1134417"/>
            <a:ext cx="256660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Second œuvre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7CAA12C4-CB2A-35BA-C589-F849F39D476F}"/>
              </a:ext>
            </a:extLst>
          </p:cNvPr>
          <p:cNvSpPr txBox="1"/>
          <p:nvPr/>
        </p:nvSpPr>
        <p:spPr>
          <a:xfrm>
            <a:off x="3011906" y="1722957"/>
            <a:ext cx="616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Isolation thermique et acoustique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xmlns="" id="{E742DAAE-EA5C-8601-EBF5-34ABCC0E3030}"/>
              </a:ext>
            </a:extLst>
          </p:cNvPr>
          <p:cNvSpPr txBox="1"/>
          <p:nvPr/>
        </p:nvSpPr>
        <p:spPr>
          <a:xfrm>
            <a:off x="584625" y="2293826"/>
            <a:ext cx="110227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L’isolation constitue une </a:t>
            </a:r>
            <a:r>
              <a:rPr lang="fr-FR" b="1" dirty="0"/>
              <a:t>priorité dans le second œuvre </a:t>
            </a:r>
            <a:r>
              <a:rPr lang="fr-FR" dirty="0"/>
              <a:t>pour répondre aux </a:t>
            </a:r>
            <a:r>
              <a:rPr lang="fr-FR" b="1" dirty="0"/>
              <a:t>exigences de confort et de performance énergétique</a:t>
            </a:r>
            <a:r>
              <a:rPr lang="fr-FR" dirty="0"/>
              <a:t>. Les isolants thermiques </a:t>
            </a:r>
            <a:r>
              <a:rPr lang="fr-FR" b="1" dirty="0"/>
              <a:t>(NB: inertie thermique en climat chaud)   </a:t>
            </a:r>
            <a:r>
              <a:rPr lang="fr-FR" dirty="0"/>
              <a:t>et </a:t>
            </a:r>
            <a:r>
              <a:rPr lang="fr-FR" b="1" dirty="0"/>
              <a:t>acoustiques</a:t>
            </a:r>
            <a:r>
              <a:rPr lang="fr-FR" dirty="0"/>
              <a:t> sont intégrés dans les </a:t>
            </a:r>
            <a:r>
              <a:rPr lang="fr-FR" b="1" dirty="0"/>
              <a:t>cloisons, les planchers ou les plafonds</a:t>
            </a:r>
            <a:r>
              <a:rPr lang="fr-FR" dirty="0"/>
              <a:t>. Les </a:t>
            </a:r>
            <a:r>
              <a:rPr lang="fr-FR" b="1" dirty="0"/>
              <a:t>fenêtres à double vitrage</a:t>
            </a:r>
            <a:r>
              <a:rPr lang="fr-FR" dirty="0"/>
              <a:t>, en particulier, garantissent une </a:t>
            </a:r>
            <a:r>
              <a:rPr lang="fr-FR" b="1" dirty="0"/>
              <a:t>bonne étanchéité </a:t>
            </a:r>
            <a:r>
              <a:rPr lang="fr-FR" dirty="0"/>
              <a:t>et contribuent à minimiser les risques d’inconfort.</a:t>
            </a:r>
          </a:p>
        </p:txBody>
      </p:sp>
      <p:pic>
        <p:nvPicPr>
          <p:cNvPr id="8194" name="Picture 2" descr="Briques de béton de chanvre et efficacité thermique | Alsabrico">
            <a:extLst>
              <a:ext uri="{FF2B5EF4-FFF2-40B4-BE49-F238E27FC236}">
                <a16:creationId xmlns:a16="http://schemas.microsoft.com/office/drawing/2014/main" xmlns="" id="{D79E8CDE-C688-3B4D-9554-D3FE25B73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1379"/>
            <a:ext cx="249555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Laine de verre ou laine de roche : le comparatif pour choisir">
            <a:extLst>
              <a:ext uri="{FF2B5EF4-FFF2-40B4-BE49-F238E27FC236}">
                <a16:creationId xmlns:a16="http://schemas.microsoft.com/office/drawing/2014/main" xmlns="" id="{2BA38D78-A82B-9ECF-4BAD-5E07A2578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6635" y="4281856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TyCCAO: utiliser le typha comme matériau pour les bâtiments et comme  combustible en Afrique de l'Ouest | Cerema">
            <a:extLst>
              <a:ext uri="{FF2B5EF4-FFF2-40B4-BE49-F238E27FC236}">
                <a16:creationId xmlns:a16="http://schemas.microsoft.com/office/drawing/2014/main" xmlns="" id="{3C4E098D-F9B7-00A5-6BEA-D60A7F47A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3877" y="3552344"/>
            <a:ext cx="2998123" cy="2804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6" name="Picture 14" descr="Panneau acoustique 3D à suspendre au plafond Sky Ceiling">
            <a:extLst>
              <a:ext uri="{FF2B5EF4-FFF2-40B4-BE49-F238E27FC236}">
                <a16:creationId xmlns:a16="http://schemas.microsoft.com/office/drawing/2014/main" xmlns="" id="{68F899A1-9A50-72D4-E610-5C3BE1A67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1386" y="5140045"/>
            <a:ext cx="2044164" cy="132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8" name="Picture 16" descr="Panneau Acoustique en Charbon de Bois 6 PièCes Studio Coin Mousse Isolant  Ignifuge RevêTement de RevêTement 30 X 30 X 5 Cm (Noir) - Cdiscount TV Son  Photo">
            <a:extLst>
              <a:ext uri="{FF2B5EF4-FFF2-40B4-BE49-F238E27FC236}">
                <a16:creationId xmlns:a16="http://schemas.microsoft.com/office/drawing/2014/main" xmlns="" id="{DAFAB909-9A2F-43BF-0F75-CFFF01064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5889" y="3445462"/>
            <a:ext cx="1535157" cy="1535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25B308B-87F8-7436-A461-5752ADF8AF25}"/>
              </a:ext>
            </a:extLst>
          </p:cNvPr>
          <p:cNvSpPr/>
          <p:nvPr/>
        </p:nvSpPr>
        <p:spPr>
          <a:xfrm>
            <a:off x="-63745" y="-107207"/>
            <a:ext cx="6785387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2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Batiment &amp; lots techniques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26595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D16C8304-68EC-7895-ADD6-37C6CA60E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48B78A4B-7879-45E2-4DD2-A1B2419ECF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27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2CD9DE8A-F337-488F-1ABD-5945AC2BD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0AC46C34-C71F-B983-9C57-8CE6113733E7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A1EAFDD8-3E83-01D8-74F2-3EDF0CEDBF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A40A1C89-2EC4-6FE0-D8FE-42EBB5CB22D9}"/>
              </a:ext>
            </a:extLst>
          </p:cNvPr>
          <p:cNvSpPr/>
          <p:nvPr/>
        </p:nvSpPr>
        <p:spPr>
          <a:xfrm>
            <a:off x="4873853" y="1134417"/>
            <a:ext cx="256660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Second œuvre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68BA8214-50EB-4625-467E-33CE5EB55F8A}"/>
              </a:ext>
            </a:extLst>
          </p:cNvPr>
          <p:cNvSpPr txBox="1"/>
          <p:nvPr/>
        </p:nvSpPr>
        <p:spPr>
          <a:xfrm>
            <a:off x="3011906" y="1722957"/>
            <a:ext cx="616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Équipements électriques et éclairage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EEB1797D-0653-E0E7-4B8C-C3FB0487FD91}"/>
              </a:ext>
            </a:extLst>
          </p:cNvPr>
          <p:cNvSpPr txBox="1"/>
          <p:nvPr/>
        </p:nvSpPr>
        <p:spPr>
          <a:xfrm>
            <a:off x="850232" y="2073517"/>
            <a:ext cx="101892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L’installation électrique et les systèmes d’éclairage </a:t>
            </a:r>
            <a:r>
              <a:rPr lang="fr-FR" dirty="0"/>
              <a:t>nécessitent une planification minutieuse pour répondre aux normes de sécurité et d’usage. Cela inclut les </a:t>
            </a:r>
            <a:r>
              <a:rPr lang="fr-FR" b="1" dirty="0"/>
              <a:t>prises, les interrupteurs, les tableaux de distribution</a:t>
            </a:r>
            <a:r>
              <a:rPr lang="fr-FR" dirty="0"/>
              <a:t>, ainsi que </a:t>
            </a:r>
            <a:r>
              <a:rPr lang="fr-FR" b="1" dirty="0"/>
              <a:t>l’installation de luminaires</a:t>
            </a:r>
            <a:r>
              <a:rPr lang="fr-FR" dirty="0"/>
              <a:t>. Les </a:t>
            </a:r>
            <a:r>
              <a:rPr lang="fr-FR" b="1" dirty="0"/>
              <a:t>technologies de domotique </a:t>
            </a:r>
            <a:r>
              <a:rPr lang="fr-FR" dirty="0"/>
              <a:t>offrent une gestion connectée et optimisée de ces équipements, notamment dans les projets modernes ou bioclimatiques.</a:t>
            </a:r>
          </a:p>
        </p:txBody>
      </p:sp>
      <p:pic>
        <p:nvPicPr>
          <p:cNvPr id="9218" name="Picture 2" descr="Prise 2P+T kenzi ingelec - Sunu Équipement">
            <a:extLst>
              <a:ext uri="{FF2B5EF4-FFF2-40B4-BE49-F238E27FC236}">
                <a16:creationId xmlns:a16="http://schemas.microsoft.com/office/drawing/2014/main" xmlns="" id="{884DC785-9018-777C-84ED-CEDE6A674F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80" t="9166" r="8678" b="10889"/>
          <a:stretch/>
        </p:blipFill>
        <p:spPr bwMode="auto">
          <a:xfrm>
            <a:off x="5371090" y="4176252"/>
            <a:ext cx="1572126" cy="155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Définition | Tableau de distribution : fonctionnement, installation et  maintenance pour une électricité sécurisée">
            <a:extLst>
              <a:ext uri="{FF2B5EF4-FFF2-40B4-BE49-F238E27FC236}">
                <a16:creationId xmlns:a16="http://schemas.microsoft.com/office/drawing/2014/main" xmlns="" id="{83871436-9E0A-CFFC-A1AD-3360FB891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949" y="3660645"/>
            <a:ext cx="3718206" cy="24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Services d'installation de luminaires par des installateurs qualifiés | RONA">
            <a:extLst>
              <a:ext uri="{FF2B5EF4-FFF2-40B4-BE49-F238E27FC236}">
                <a16:creationId xmlns:a16="http://schemas.microsoft.com/office/drawing/2014/main" xmlns="" id="{3F210BBF-3FC1-B25C-0FE2-76C1B6E06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806" y="4176252"/>
            <a:ext cx="3076575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F0B2E369-4051-828F-3ECE-C7A1E570CFAC}"/>
              </a:ext>
            </a:extLst>
          </p:cNvPr>
          <p:cNvSpPr/>
          <p:nvPr/>
        </p:nvSpPr>
        <p:spPr>
          <a:xfrm>
            <a:off x="-63745" y="-107207"/>
            <a:ext cx="6785387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2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Batiment &amp; lots techniques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56746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64BD8BC5-46C1-EFD8-C8F9-EA0E2F134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594C5BBE-77F5-F98F-7756-5DB4E0E46C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28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4E305418-8543-1769-412C-4F5454DF58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5D960771-E72C-72E6-69D6-D30E7BBE7837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A613942D-A56C-C2A0-AB58-01151E14AE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008EC53B-B327-64E8-AA2A-7A5B32DC90C9}"/>
              </a:ext>
            </a:extLst>
          </p:cNvPr>
          <p:cNvSpPr/>
          <p:nvPr/>
        </p:nvSpPr>
        <p:spPr>
          <a:xfrm>
            <a:off x="4873853" y="1134417"/>
            <a:ext cx="256660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Second œuvre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96031184-C953-6C9D-FDB9-70D9777059BB}"/>
              </a:ext>
            </a:extLst>
          </p:cNvPr>
          <p:cNvSpPr txBox="1"/>
          <p:nvPr/>
        </p:nvSpPr>
        <p:spPr>
          <a:xfrm>
            <a:off x="3011906" y="1722957"/>
            <a:ext cx="616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Plomberie et sanitaires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63A5254D-611D-4E06-DB7E-DFAA860F31F7}"/>
              </a:ext>
            </a:extLst>
          </p:cNvPr>
          <p:cNvSpPr txBox="1"/>
          <p:nvPr/>
        </p:nvSpPr>
        <p:spPr>
          <a:xfrm>
            <a:off x="638669" y="2147584"/>
            <a:ext cx="110369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Les </a:t>
            </a:r>
            <a:r>
              <a:rPr lang="fr-FR" b="1" dirty="0"/>
              <a:t>réseaux de plomberie </a:t>
            </a:r>
            <a:r>
              <a:rPr lang="fr-FR" dirty="0"/>
              <a:t>assurent la distribution de </a:t>
            </a:r>
            <a:r>
              <a:rPr lang="fr-FR" b="1" dirty="0"/>
              <a:t>l’eau potable </a:t>
            </a:r>
            <a:r>
              <a:rPr lang="fr-FR" dirty="0"/>
              <a:t>et </a:t>
            </a:r>
            <a:r>
              <a:rPr lang="fr-FR" b="1" dirty="0"/>
              <a:t>l’évacuation des eaux usées. </a:t>
            </a:r>
            <a:r>
              <a:rPr lang="fr-FR" dirty="0"/>
              <a:t>Les </a:t>
            </a:r>
            <a:r>
              <a:rPr lang="fr-FR" b="1" dirty="0"/>
              <a:t>équipements sanitaires</a:t>
            </a:r>
            <a:r>
              <a:rPr lang="fr-FR" dirty="0"/>
              <a:t>, tels que les </a:t>
            </a:r>
            <a:r>
              <a:rPr lang="fr-FR" b="1" dirty="0"/>
              <a:t>lavabos, douches et WC, </a:t>
            </a:r>
            <a:r>
              <a:rPr lang="fr-FR" dirty="0"/>
              <a:t>doivent être installés en respectant les normes en vigueur. Une attention particulière est portée à </a:t>
            </a:r>
            <a:r>
              <a:rPr lang="fr-FR" b="1" dirty="0"/>
              <a:t>l’efficacité hydrique</a:t>
            </a:r>
            <a:r>
              <a:rPr lang="fr-FR" dirty="0"/>
              <a:t>, intégrant des </a:t>
            </a:r>
            <a:r>
              <a:rPr lang="fr-FR" b="1" dirty="0"/>
              <a:t>dispositifs de réduction de la consommation en eau</a:t>
            </a:r>
            <a:r>
              <a:rPr lang="fr-FR" dirty="0"/>
              <a:t>.</a:t>
            </a:r>
          </a:p>
        </p:txBody>
      </p:sp>
      <p:pic>
        <p:nvPicPr>
          <p:cNvPr id="10242" name="Picture 2" descr="Vasques &amp; lavabos pour la salle de bains | Duravit">
            <a:extLst>
              <a:ext uri="{FF2B5EF4-FFF2-40B4-BE49-F238E27FC236}">
                <a16:creationId xmlns:a16="http://schemas.microsoft.com/office/drawing/2014/main" xmlns="" id="{F939E9CB-A6EA-CEDE-16FD-126DB4D11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113" y="3623139"/>
            <a:ext cx="2675773" cy="2675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Installation de réseau de plomberie sanitaire : l'étude de terrain.">
            <a:extLst>
              <a:ext uri="{FF2B5EF4-FFF2-40B4-BE49-F238E27FC236}">
                <a16:creationId xmlns:a16="http://schemas.microsoft.com/office/drawing/2014/main" xmlns="" id="{5C3D830B-E316-C9E0-02A9-D761B6998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005" y="3808747"/>
            <a:ext cx="2893151" cy="1918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2X Bouton Poussoir Chasse d'eau 40mm, Remplacement Bouton de Chasse d'eau  WC Universels, Boutons Chasse Eau de Toilettes à Double Poussoir pour  Réservoirs de Salle de Bain, Toilettes : Amazon.fr: Bricolage">
            <a:extLst>
              <a:ext uri="{FF2B5EF4-FFF2-40B4-BE49-F238E27FC236}">
                <a16:creationId xmlns:a16="http://schemas.microsoft.com/office/drawing/2014/main" xmlns="" id="{7841C4FE-E1A4-BDD2-A17D-437CB7C52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8716" y="380874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A342EAF8-6E72-8752-C81F-FCA444D6F40B}"/>
              </a:ext>
            </a:extLst>
          </p:cNvPr>
          <p:cNvSpPr/>
          <p:nvPr/>
        </p:nvSpPr>
        <p:spPr>
          <a:xfrm>
            <a:off x="-63745" y="-107207"/>
            <a:ext cx="6785387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2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Batiment &amp; lots techniques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97549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D65D722F-3F68-530C-4343-23DF38230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0" name="Picture 6" descr="BRASSEUR D'AIR MIX AIR - Ambiance des locaux - Alliance Elevage">
            <a:extLst>
              <a:ext uri="{FF2B5EF4-FFF2-40B4-BE49-F238E27FC236}">
                <a16:creationId xmlns:a16="http://schemas.microsoft.com/office/drawing/2014/main" xmlns="" id="{7A26ABBB-18C7-A855-CC6A-EB0AC0F78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379" y="3429000"/>
            <a:ext cx="3273078" cy="3273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39271B9A-D15A-A30A-39E1-6990621289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29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C57DA0B3-9F58-8BD9-CBE7-6CE27A75F0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709E521C-546E-472F-2F6D-FF365BF79D56}"/>
              </a:ext>
            </a:extLst>
          </p:cNvPr>
          <p:cNvPicPr/>
          <p:nvPr/>
        </p:nvPicPr>
        <p:blipFill rotWithShape="1">
          <a:blip r:embed="rId5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BD513BE1-F3D6-240B-5502-30C8DA7A09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D3552D66-3F1D-7651-229A-4B551F5DA164}"/>
              </a:ext>
            </a:extLst>
          </p:cNvPr>
          <p:cNvSpPr/>
          <p:nvPr/>
        </p:nvSpPr>
        <p:spPr>
          <a:xfrm>
            <a:off x="4873853" y="1134417"/>
            <a:ext cx="256660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Second œuvre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1983CD86-60D3-577C-5AED-521A43038022}"/>
              </a:ext>
            </a:extLst>
          </p:cNvPr>
          <p:cNvSpPr txBox="1"/>
          <p:nvPr/>
        </p:nvSpPr>
        <p:spPr>
          <a:xfrm>
            <a:off x="3011906" y="1722957"/>
            <a:ext cx="616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Chauffage, ventilation et climatisation (CVC)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14B30E7A-A94F-0B4C-688E-4BDB3DE62E56}"/>
              </a:ext>
            </a:extLst>
          </p:cNvPr>
          <p:cNvSpPr txBox="1"/>
          <p:nvPr/>
        </p:nvSpPr>
        <p:spPr>
          <a:xfrm>
            <a:off x="910874" y="2178147"/>
            <a:ext cx="95290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Le système CVC est un élément clé pour garantir le </a:t>
            </a:r>
            <a:r>
              <a:rPr lang="fr-FR" b="1" dirty="0"/>
              <a:t>confort thermique</a:t>
            </a:r>
            <a:r>
              <a:rPr lang="fr-FR" dirty="0"/>
              <a:t>. Les solutions peuvent inclure des </a:t>
            </a:r>
            <a:r>
              <a:rPr lang="fr-FR" b="1" dirty="0"/>
              <a:t>systèmes de ventilation (passifs et actifs),  </a:t>
            </a:r>
            <a:r>
              <a:rPr lang="fr-FR" dirty="0"/>
              <a:t>radiateurs, des planchers chauffants ou des </a:t>
            </a:r>
            <a:r>
              <a:rPr lang="fr-FR" b="1" dirty="0"/>
              <a:t>systèmes de climatisation</a:t>
            </a:r>
            <a:r>
              <a:rPr lang="fr-FR" dirty="0"/>
              <a:t>. Dans une approche bioclimatique, les ventilations naturelles et les dispositifs passifs sont intégrés pour </a:t>
            </a:r>
            <a:r>
              <a:rPr lang="fr-FR" b="1" dirty="0"/>
              <a:t>limiter la consommation d’énergie </a:t>
            </a:r>
            <a:r>
              <a:rPr lang="fr-FR" dirty="0"/>
              <a:t>tout en assurant un </a:t>
            </a:r>
            <a:r>
              <a:rPr lang="fr-FR" b="1" dirty="0"/>
              <a:t>renouvellement d’air adéquat</a:t>
            </a:r>
            <a:r>
              <a:rPr lang="fr-FR" dirty="0"/>
              <a:t>.</a:t>
            </a:r>
          </a:p>
        </p:txBody>
      </p:sp>
      <p:pic>
        <p:nvPicPr>
          <p:cNvPr id="11266" name="Picture 2" descr="Ventilation sur fenêtres : pourquoi est-ce essentiel ?">
            <a:extLst>
              <a:ext uri="{FF2B5EF4-FFF2-40B4-BE49-F238E27FC236}">
                <a16:creationId xmlns:a16="http://schemas.microsoft.com/office/drawing/2014/main" xmlns="" id="{63AEDE3C-7E3E-1666-8431-4C6A35013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36" y="4022576"/>
            <a:ext cx="2551670" cy="1999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Bouche aération VMC | DUCO">
            <a:extLst>
              <a:ext uri="{FF2B5EF4-FFF2-40B4-BE49-F238E27FC236}">
                <a16:creationId xmlns:a16="http://schemas.microsoft.com/office/drawing/2014/main" xmlns="" id="{BF5B0823-3735-F8BA-354C-06A9D6E18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8948" y="390332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2" name="Picture 8" descr="Quel est le meilleur système de climatisation ?">
            <a:extLst>
              <a:ext uri="{FF2B5EF4-FFF2-40B4-BE49-F238E27FC236}">
                <a16:creationId xmlns:a16="http://schemas.microsoft.com/office/drawing/2014/main" xmlns="" id="{D2B04028-C666-F858-8CD9-797AED067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1748" y="3903322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3E95209-5110-C06F-7E91-93885FAC5B24}"/>
              </a:ext>
            </a:extLst>
          </p:cNvPr>
          <p:cNvSpPr/>
          <p:nvPr/>
        </p:nvSpPr>
        <p:spPr>
          <a:xfrm>
            <a:off x="-63745" y="-107207"/>
            <a:ext cx="6785387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2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Batiment &amp; lots techniques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67373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235B2CD3-817E-AA7F-8321-BA926967B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1E42E450-E165-A8E1-CE79-F65EBC1B53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30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91A9CB35-D102-80C0-603D-9EAE1DD16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879C8708-CE62-07D5-4756-A125E027D9D7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3A09D867-98B0-C19F-891E-86CD558796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67C94B3-0D7C-D6AC-050F-0A13299BBB4D}"/>
              </a:ext>
            </a:extLst>
          </p:cNvPr>
          <p:cNvSpPr/>
          <p:nvPr/>
        </p:nvSpPr>
        <p:spPr>
          <a:xfrm>
            <a:off x="4873853" y="1134417"/>
            <a:ext cx="256660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Second œuvre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3EF38DCF-6E5B-8526-3E3F-8DAB2890685E}"/>
              </a:ext>
            </a:extLst>
          </p:cNvPr>
          <p:cNvSpPr txBox="1"/>
          <p:nvPr/>
        </p:nvSpPr>
        <p:spPr>
          <a:xfrm>
            <a:off x="3011906" y="1722957"/>
            <a:ext cx="616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Éléments de décoration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F67865FD-C965-B070-6316-E3C52875CFA8}"/>
              </a:ext>
            </a:extLst>
          </p:cNvPr>
          <p:cNvSpPr txBox="1"/>
          <p:nvPr/>
        </p:nvSpPr>
        <p:spPr>
          <a:xfrm>
            <a:off x="694308" y="2104559"/>
            <a:ext cx="106594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Les </a:t>
            </a:r>
            <a:r>
              <a:rPr lang="fr-FR" b="1" dirty="0"/>
              <a:t>finitions décoratives</a:t>
            </a:r>
            <a:r>
              <a:rPr lang="fr-FR" dirty="0"/>
              <a:t>, comme les </a:t>
            </a:r>
            <a:r>
              <a:rPr lang="fr-FR" b="1" dirty="0"/>
              <a:t>corniches</a:t>
            </a:r>
            <a:r>
              <a:rPr lang="fr-FR" dirty="0"/>
              <a:t>, </a:t>
            </a:r>
            <a:r>
              <a:rPr lang="fr-FR" b="1" dirty="0"/>
              <a:t>moulures ou panneaux d’habillage</a:t>
            </a:r>
            <a:r>
              <a:rPr lang="fr-FR" dirty="0"/>
              <a:t>, apportent une valeur esthétique qui reflète la qualité globale du projet. Ces éléments doivent être pensés en cohérence avec </a:t>
            </a:r>
            <a:r>
              <a:rPr lang="fr-FR" b="1" dirty="0"/>
              <a:t>l’identité architecturale du bâtiment </a:t>
            </a:r>
            <a:r>
              <a:rPr lang="fr-FR" dirty="0"/>
              <a:t>et avec une attention particulière aux matériaux, pour </a:t>
            </a:r>
            <a:r>
              <a:rPr lang="fr-FR" b="1" dirty="0"/>
              <a:t>concilier esthétique</a:t>
            </a:r>
            <a:r>
              <a:rPr lang="fr-FR" dirty="0"/>
              <a:t>, </a:t>
            </a:r>
            <a:r>
              <a:rPr lang="fr-FR" b="1" dirty="0"/>
              <a:t>durabilité et impact environnemental</a:t>
            </a:r>
            <a:r>
              <a:rPr lang="fr-FR" dirty="0"/>
              <a:t>.</a:t>
            </a:r>
          </a:p>
        </p:txBody>
      </p:sp>
      <p:pic>
        <p:nvPicPr>
          <p:cNvPr id="12290" name="Picture 2" descr="Corniches | Technique Staff Eclairage">
            <a:extLst>
              <a:ext uri="{FF2B5EF4-FFF2-40B4-BE49-F238E27FC236}">
                <a16:creationId xmlns:a16="http://schemas.microsoft.com/office/drawing/2014/main" xmlns="" id="{A29490A1-51D4-39F4-ABE4-5F95B4286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3429000"/>
            <a:ext cx="1808483" cy="124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CORNICHES LISSE ET ORNÉE POUR PLAFOND">
            <a:extLst>
              <a:ext uri="{FF2B5EF4-FFF2-40B4-BE49-F238E27FC236}">
                <a16:creationId xmlns:a16="http://schemas.microsoft.com/office/drawing/2014/main" xmlns="" id="{4A927951-2812-CD10-B8E4-6C6ABD669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946" y="3429000"/>
            <a:ext cx="2073675" cy="3116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Définition | Moulure">
            <a:extLst>
              <a:ext uri="{FF2B5EF4-FFF2-40B4-BE49-F238E27FC236}">
                <a16:creationId xmlns:a16="http://schemas.microsoft.com/office/drawing/2014/main" xmlns="" id="{A78AE9EA-07BD-B54A-61E0-23B00000B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360" y="3908999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Plaquette de parement Calcaire Rovere Beige 15 x 60 cm - PIERREONLINE.fr">
            <a:extLst>
              <a:ext uri="{FF2B5EF4-FFF2-40B4-BE49-F238E27FC236}">
                <a16:creationId xmlns:a16="http://schemas.microsoft.com/office/drawing/2014/main" xmlns="" id="{CFD2256B-31ED-652F-3F04-D666D897D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9864" y="3370375"/>
            <a:ext cx="2942535" cy="2942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3512FDB-0078-88C0-0F20-DD53152135F7}"/>
              </a:ext>
            </a:extLst>
          </p:cNvPr>
          <p:cNvSpPr/>
          <p:nvPr/>
        </p:nvSpPr>
        <p:spPr>
          <a:xfrm>
            <a:off x="-63745" y="-107207"/>
            <a:ext cx="6785387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2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Batiment &amp; lots techniques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6768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CB3398FE-95E5-38B0-FF02-6AEC5E892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535E6634-B5F6-01FD-6396-CEE841064F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31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FE15AFC5-59AD-A40B-EDD8-A2BF12983F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1CDE1F5B-EA66-C5AA-1C24-CBABD9ECC87E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14228BD1-0340-AFFA-050D-C099111C9F7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AEE221E-5247-4BC1-1363-46CD8092C2D2}"/>
              </a:ext>
            </a:extLst>
          </p:cNvPr>
          <p:cNvSpPr/>
          <p:nvPr/>
        </p:nvSpPr>
        <p:spPr>
          <a:xfrm>
            <a:off x="4873853" y="1134417"/>
            <a:ext cx="256660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Second œuvre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262630C5-E51D-9B74-480A-9ACF78BB0847}"/>
              </a:ext>
            </a:extLst>
          </p:cNvPr>
          <p:cNvSpPr txBox="1"/>
          <p:nvPr/>
        </p:nvSpPr>
        <p:spPr>
          <a:xfrm>
            <a:off x="3011906" y="1722957"/>
            <a:ext cx="616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Aménagement extérieur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148A1DBE-2288-2E8B-8C65-9540798E35DA}"/>
              </a:ext>
            </a:extLst>
          </p:cNvPr>
          <p:cNvSpPr txBox="1"/>
          <p:nvPr/>
        </p:nvSpPr>
        <p:spPr>
          <a:xfrm>
            <a:off x="1347536" y="2147584"/>
            <a:ext cx="94969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Les espaces extérieurs, tels que les </a:t>
            </a:r>
            <a:r>
              <a:rPr lang="fr-FR" b="1" dirty="0"/>
              <a:t>terrasses, balcons, garde-corps et clôtures</a:t>
            </a:r>
            <a:r>
              <a:rPr lang="fr-FR" dirty="0"/>
              <a:t>, font également partie intégrante du second œuvre. Ces éléments améliorent </a:t>
            </a:r>
            <a:r>
              <a:rPr lang="fr-FR" b="1" dirty="0"/>
              <a:t>la fonctionnalité et l’esthétique globale du bâtiment</a:t>
            </a:r>
            <a:r>
              <a:rPr lang="fr-FR" dirty="0"/>
              <a:t>. </a:t>
            </a:r>
            <a:r>
              <a:rPr lang="fr-FR" b="1" dirty="0"/>
              <a:t>L’intégration de végétation </a:t>
            </a:r>
            <a:r>
              <a:rPr lang="fr-FR" dirty="0"/>
              <a:t>et de </a:t>
            </a:r>
            <a:r>
              <a:rPr lang="fr-FR" b="1" dirty="0"/>
              <a:t>matériaux locaux </a:t>
            </a:r>
            <a:r>
              <a:rPr lang="fr-FR" dirty="0"/>
              <a:t>peut renforcer </a:t>
            </a:r>
            <a:r>
              <a:rPr lang="fr-FR" b="1" dirty="0"/>
              <a:t>l’harmonie avec l’environnement.</a:t>
            </a:r>
          </a:p>
        </p:txBody>
      </p:sp>
      <p:pic>
        <p:nvPicPr>
          <p:cNvPr id="13314" name="Picture 2" descr="Maison - Construire une terrasse | Faire construire sa maison">
            <a:extLst>
              <a:ext uri="{FF2B5EF4-FFF2-40B4-BE49-F238E27FC236}">
                <a16:creationId xmlns:a16="http://schemas.microsoft.com/office/drawing/2014/main" xmlns="" id="{BB3FB2CA-1F1A-AD0C-02C4-65E4972E8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02" y="3429000"/>
            <a:ext cx="4443807" cy="2488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Travaux, bricolage et jardinage Services de menuiserie en aluminium et inox  au Sénégal - CoinAfrique Sénégal">
            <a:extLst>
              <a:ext uri="{FF2B5EF4-FFF2-40B4-BE49-F238E27FC236}">
                <a16:creationId xmlns:a16="http://schemas.microsoft.com/office/drawing/2014/main" xmlns="" id="{94BA5D20-E1ED-9204-E03A-9FB8F9DAC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244" y="3780569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2" name="Picture 10" descr="Clôture décorative jardin, claustra aluminium ajouré Côté Clôture">
            <a:extLst>
              <a:ext uri="{FF2B5EF4-FFF2-40B4-BE49-F238E27FC236}">
                <a16:creationId xmlns:a16="http://schemas.microsoft.com/office/drawing/2014/main" xmlns="" id="{D5B7993D-B96A-B5C5-0A13-A45E8B599D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2" b="11370"/>
          <a:stretch/>
        </p:blipFill>
        <p:spPr bwMode="auto">
          <a:xfrm>
            <a:off x="8142413" y="3429000"/>
            <a:ext cx="3211387" cy="2575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E6F2F71-8D5C-688F-1AE8-F9EA8839F330}"/>
              </a:ext>
            </a:extLst>
          </p:cNvPr>
          <p:cNvSpPr/>
          <p:nvPr/>
        </p:nvSpPr>
        <p:spPr>
          <a:xfrm>
            <a:off x="-63745" y="-107207"/>
            <a:ext cx="6785387" cy="130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2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Batiment &amp; lots techniques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46543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108C37A0-1252-4C67-0623-C500465AF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F5AE384E-7F2F-9808-5027-53E619CFA5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32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B6E8E0DF-E0DF-9D96-B689-407F95EB7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7FAF7EF4-C535-CEF5-4C31-AF9D080F2812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33BCA5ED-6ABC-1F13-A749-7EF5E3465E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2FB9440F-5E06-85EF-FCF4-0E76FAD7A785}"/>
              </a:ext>
            </a:extLst>
          </p:cNvPr>
          <p:cNvSpPr/>
          <p:nvPr/>
        </p:nvSpPr>
        <p:spPr>
          <a:xfrm>
            <a:off x="-63745" y="-107207"/>
            <a:ext cx="6352250" cy="1316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3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Techniques de construction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E410CBB-EFD0-A39A-C6FA-3F418DEEDF76}"/>
              </a:ext>
            </a:extLst>
          </p:cNvPr>
          <p:cNvSpPr/>
          <p:nvPr/>
        </p:nvSpPr>
        <p:spPr>
          <a:xfrm>
            <a:off x="5274539" y="1134417"/>
            <a:ext cx="176522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Définition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B5997F19-A2DA-7D83-D888-E49D70F43DC9}"/>
              </a:ext>
            </a:extLst>
          </p:cNvPr>
          <p:cNvSpPr txBox="1"/>
          <p:nvPr/>
        </p:nvSpPr>
        <p:spPr>
          <a:xfrm>
            <a:off x="58233" y="1768551"/>
            <a:ext cx="121978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Une </a:t>
            </a:r>
            <a:r>
              <a:rPr lang="fr-FR" b="1" dirty="0"/>
              <a:t>technique de construction</a:t>
            </a:r>
            <a:r>
              <a:rPr lang="fr-FR" dirty="0"/>
              <a:t> désigne l'ensemble des </a:t>
            </a:r>
            <a:r>
              <a:rPr lang="fr-FR" b="1" dirty="0"/>
              <a:t>procédés, méthodes, et outils utilisés pour édifier des structures ou des bâtiments</a:t>
            </a:r>
            <a:r>
              <a:rPr lang="fr-FR" dirty="0"/>
              <a:t>.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xmlns="" id="{78A80AD4-2FCB-3A7B-C967-D2594523F796}"/>
              </a:ext>
            </a:extLst>
          </p:cNvPr>
          <p:cNvSpPr txBox="1"/>
          <p:nvPr/>
        </p:nvSpPr>
        <p:spPr>
          <a:xfrm>
            <a:off x="186570" y="2789425"/>
            <a:ext cx="356134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dirty="0"/>
              <a:t>Les matériaux disponibles</a:t>
            </a:r>
            <a:r>
              <a:rPr lang="fr-FR" sz="1600" dirty="0"/>
              <a:t> : Les techniques diffèrent selon qu'on utilise des matériaux traditionnels (terre, pierre, bois, paille) ou modernes (béton, acier, verre, composites)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xmlns="" id="{ACE799CD-0E0D-E193-A6D6-5CA63D7E50FB}"/>
              </a:ext>
            </a:extLst>
          </p:cNvPr>
          <p:cNvSpPr txBox="1"/>
          <p:nvPr/>
        </p:nvSpPr>
        <p:spPr>
          <a:xfrm>
            <a:off x="58233" y="4790366"/>
            <a:ext cx="35613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dirty="0"/>
              <a:t>Les contraintes environnementales</a:t>
            </a:r>
            <a:r>
              <a:rPr lang="fr-FR" sz="1600" dirty="0"/>
              <a:t> : La région (climat chaud, humide, aride, etc.) influence les méthodes employées, par exemple pour l'isolation thermique ou la gestion de l'humidité</a:t>
            </a:r>
          </a:p>
        </p:txBody>
      </p:sp>
      <p:pic>
        <p:nvPicPr>
          <p:cNvPr id="11270" name="Picture 6" descr="Bloc en terre cuite - Hansez-Dalem">
            <a:extLst>
              <a:ext uri="{FF2B5EF4-FFF2-40B4-BE49-F238E27FC236}">
                <a16:creationId xmlns:a16="http://schemas.microsoft.com/office/drawing/2014/main" xmlns="" id="{F91D6937-0A33-F14B-4D2F-7876EB2AA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149" y="2799188"/>
            <a:ext cx="2083529" cy="1381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2" name="Picture 8" descr="BLOC PARPAING 500X150X250 CREUX NF B40 - Houdard">
            <a:extLst>
              <a:ext uri="{FF2B5EF4-FFF2-40B4-BE49-F238E27FC236}">
                <a16:creationId xmlns:a16="http://schemas.microsoft.com/office/drawing/2014/main" xmlns="" id="{3D637F9F-790F-9643-6489-57D0E326A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244" y="2525796"/>
            <a:ext cx="1886311" cy="1886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4" name="Picture 10" descr="Panneau bois : osb, aggloméré, contreplaqué, mdf | Castorama">
            <a:extLst>
              <a:ext uri="{FF2B5EF4-FFF2-40B4-BE49-F238E27FC236}">
                <a16:creationId xmlns:a16="http://schemas.microsoft.com/office/drawing/2014/main" xmlns="" id="{7E5779C1-9DB8-F0D8-67AD-50155C473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7929" y="273514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6" name="Picture 12" descr="Définition | Climat tropical">
            <a:extLst>
              <a:ext uri="{FF2B5EF4-FFF2-40B4-BE49-F238E27FC236}">
                <a16:creationId xmlns:a16="http://schemas.microsoft.com/office/drawing/2014/main" xmlns="" id="{0D16631D-8E47-55AA-81EB-A192C15F6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915" y="4827878"/>
            <a:ext cx="2313024" cy="1441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8" name="Picture 14" descr="Climat tempéré : 10 443 photos libres de droits et images de stock |  Shutterstock">
            <a:extLst>
              <a:ext uri="{FF2B5EF4-FFF2-40B4-BE49-F238E27FC236}">
                <a16:creationId xmlns:a16="http://schemas.microsoft.com/office/drawing/2014/main" xmlns="" id="{0B57A577-B7EE-BB97-A5CC-A0947CC28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6633" y="4823507"/>
            <a:ext cx="2313024" cy="1539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83911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05599E17-39DB-728E-173A-78A3C296B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D7DFE500-F06B-CF25-C8E9-6326849FDA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33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A1C012D2-CBE8-129D-F555-26B18F4662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1B5C2162-B3F3-F427-913D-E901FDF5ADD1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BF107A55-629F-AC5F-2D02-29C3D6AFB7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7E1B760-7B89-88EF-DBE2-40BAB4BAF9FB}"/>
              </a:ext>
            </a:extLst>
          </p:cNvPr>
          <p:cNvSpPr/>
          <p:nvPr/>
        </p:nvSpPr>
        <p:spPr>
          <a:xfrm>
            <a:off x="5274539" y="1134417"/>
            <a:ext cx="176522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D	</a:t>
            </a:r>
            <a:r>
              <a:rPr lang="fr-FR" sz="2800" dirty="0" err="1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éfinition</a:t>
            </a:r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4DAF27F6-ACFB-9276-C363-B259BA9BE7C5}"/>
              </a:ext>
            </a:extLst>
          </p:cNvPr>
          <p:cNvSpPr txBox="1"/>
          <p:nvPr/>
        </p:nvSpPr>
        <p:spPr>
          <a:xfrm>
            <a:off x="58233" y="1768551"/>
            <a:ext cx="121978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Une </a:t>
            </a:r>
            <a:r>
              <a:rPr lang="fr-FR" b="1" dirty="0"/>
              <a:t>technique de construction</a:t>
            </a:r>
            <a:r>
              <a:rPr lang="fr-FR" dirty="0"/>
              <a:t> désigne l'ensemble des </a:t>
            </a:r>
            <a:r>
              <a:rPr lang="fr-FR" b="1" dirty="0"/>
              <a:t>procédés, méthodes, et outils utilisés pour édifier des structures ou des bâtiments</a:t>
            </a:r>
            <a:r>
              <a:rPr lang="fr-FR" dirty="0"/>
              <a:t>.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43D3D520-5682-B3EB-518B-EAF3428E81BB}"/>
              </a:ext>
            </a:extLst>
          </p:cNvPr>
          <p:cNvSpPr txBox="1"/>
          <p:nvPr/>
        </p:nvSpPr>
        <p:spPr>
          <a:xfrm>
            <a:off x="120776" y="4989459"/>
            <a:ext cx="425308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dirty="0"/>
              <a:t>Le niveau de technologie</a:t>
            </a:r>
            <a:r>
              <a:rPr lang="fr-FR" sz="1600" dirty="0"/>
              <a:t> : Les techniques de construction peuvent être artisanales, mécanisées ou basées sur des outils numériques comme le BIM (Building Information Modeling)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16FFB62E-E521-20ED-5C36-140ABD812674}"/>
              </a:ext>
            </a:extLst>
          </p:cNvPr>
          <p:cNvSpPr txBox="1"/>
          <p:nvPr/>
        </p:nvSpPr>
        <p:spPr>
          <a:xfrm>
            <a:off x="348915" y="2890391"/>
            <a:ext cx="391026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dirty="0"/>
              <a:t>Le type de structure</a:t>
            </a:r>
            <a:r>
              <a:rPr lang="fr-FR" sz="1600" dirty="0"/>
              <a:t> : Les méthodes diffèrent selon qu'on construit une maison individuelle, un immeuble, un pont ou une infrastructure</a:t>
            </a:r>
          </a:p>
        </p:txBody>
      </p:sp>
      <p:pic>
        <p:nvPicPr>
          <p:cNvPr id="12290" name="Picture 2" descr="Villa à Vendre – Amitié 3 - Indépendance Immobilière - Agence Dakar Sénégal">
            <a:extLst>
              <a:ext uri="{FF2B5EF4-FFF2-40B4-BE49-F238E27FC236}">
                <a16:creationId xmlns:a16="http://schemas.microsoft.com/office/drawing/2014/main" xmlns="" id="{93AA1794-066A-7997-0708-857E2534A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7808" y="2700045"/>
            <a:ext cx="2355016" cy="156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Dakar, le plateau vue du toit d'un immeuble - Kamikazz • Photographies">
            <a:extLst>
              <a:ext uri="{FF2B5EF4-FFF2-40B4-BE49-F238E27FC236}">
                <a16:creationId xmlns:a16="http://schemas.microsoft.com/office/drawing/2014/main" xmlns="" id="{C503CB34-A113-218A-3A24-3647F362D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6871" y="2700045"/>
            <a:ext cx="2355016" cy="156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Cameroun: «C'est comme du biscuit», les matériaux de fabrication artisanale  se construisent une mauvaise réputation | Le360 Afrique">
            <a:extLst>
              <a:ext uri="{FF2B5EF4-FFF2-40B4-BE49-F238E27FC236}">
                <a16:creationId xmlns:a16="http://schemas.microsoft.com/office/drawing/2014/main" xmlns="" id="{F3406B87-65A6-49FF-B73C-976C45B6C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706" y="4706998"/>
            <a:ext cx="2798493" cy="156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Quels sont les avantages de la construction modulaire ?">
            <a:extLst>
              <a:ext uri="{FF2B5EF4-FFF2-40B4-BE49-F238E27FC236}">
                <a16:creationId xmlns:a16="http://schemas.microsoft.com/office/drawing/2014/main" xmlns="" id="{24180815-3562-A476-191E-E322164E5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6208" y="4552364"/>
            <a:ext cx="2438400" cy="187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DEEE073E-26E1-EAF1-1B19-4EFAFA30A1C3}"/>
              </a:ext>
            </a:extLst>
          </p:cNvPr>
          <p:cNvSpPr/>
          <p:nvPr/>
        </p:nvSpPr>
        <p:spPr>
          <a:xfrm>
            <a:off x="-63745" y="-107207"/>
            <a:ext cx="6352250" cy="1316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3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Technologies  de construction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xmlns="" id="{027E6001-013C-B930-3077-8ACDE5F4D9DB}"/>
              </a:ext>
            </a:extLst>
          </p:cNvPr>
          <p:cNvSpPr/>
          <p:nvPr/>
        </p:nvSpPr>
        <p:spPr>
          <a:xfrm>
            <a:off x="6267685" y="252785"/>
            <a:ext cx="264300" cy="3176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50718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E9D38CB5-EE79-9697-4AA1-AF2F456EE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F66CB45A-0ACE-C959-69BD-0E05AF91E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34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94E8723E-7C0D-BC30-B211-704B4AE57B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ECC232FF-9A84-9248-398C-2AAE40EB6C37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4247090A-928D-5A78-8BDB-37B7E69D54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5E8CDD0-EB02-3DF3-C121-EB333BA4459C}"/>
              </a:ext>
            </a:extLst>
          </p:cNvPr>
          <p:cNvSpPr/>
          <p:nvPr/>
        </p:nvSpPr>
        <p:spPr>
          <a:xfrm>
            <a:off x="2486357" y="1134417"/>
            <a:ext cx="734162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Construction « traditionnelle » ou vernaculaire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D7D50615-9DCD-09AD-4170-AF74A7F73049}"/>
              </a:ext>
            </a:extLst>
          </p:cNvPr>
          <p:cNvSpPr/>
          <p:nvPr/>
        </p:nvSpPr>
        <p:spPr>
          <a:xfrm>
            <a:off x="-63745" y="-107207"/>
            <a:ext cx="6352250" cy="1316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3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Technologies  de construction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FC3C50D2-D108-C6CC-8898-0FC2EE90879A}"/>
              </a:ext>
            </a:extLst>
          </p:cNvPr>
          <p:cNvSpPr txBox="1"/>
          <p:nvPr/>
        </p:nvSpPr>
        <p:spPr>
          <a:xfrm>
            <a:off x="342114" y="1597690"/>
            <a:ext cx="1163010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La construction traditionnelle repose sur </a:t>
            </a:r>
            <a:r>
              <a:rPr lang="fr-FR" b="1" dirty="0"/>
              <a:t>l’exploitation raisonnée des matériaux naturels ou locaux </a:t>
            </a:r>
            <a:r>
              <a:rPr lang="fr-FR" dirty="0"/>
              <a:t>tels que la </a:t>
            </a:r>
            <a:r>
              <a:rPr lang="fr-FR" b="1" dirty="0"/>
              <a:t>terre crue, la pierre et les matériaux biosourcés</a:t>
            </a:r>
            <a:r>
              <a:rPr lang="fr-FR" dirty="0"/>
              <a:t>, abondants et accessibles. Ces techniques, majoritairement manuelles, témoignent d’une </a:t>
            </a:r>
            <a:r>
              <a:rPr lang="fr-FR" b="1" dirty="0"/>
              <a:t>parfaite adaptation aux conditions climatiques </a:t>
            </a:r>
            <a:r>
              <a:rPr lang="fr-FR" dirty="0"/>
              <a:t>et aux </a:t>
            </a:r>
            <a:r>
              <a:rPr lang="fr-FR" b="1" dirty="0"/>
              <a:t>besoins fonctionnels </a:t>
            </a:r>
            <a:r>
              <a:rPr lang="fr-FR" dirty="0"/>
              <a:t>des habitants. Des exemples marquants incluent les </a:t>
            </a:r>
            <a:r>
              <a:rPr lang="fr-FR" b="1" dirty="0"/>
              <a:t>murs adobe, torchis, bauge, pisé</a:t>
            </a:r>
            <a:r>
              <a:rPr lang="fr-FR" dirty="0"/>
              <a:t>, qui assurent une isolation/inertie  thermique naturelle, et les </a:t>
            </a:r>
            <a:r>
              <a:rPr lang="fr-FR" b="1" dirty="0"/>
              <a:t>toitures en chaume</a:t>
            </a:r>
            <a:r>
              <a:rPr lang="fr-FR" dirty="0"/>
              <a:t>, combinant </a:t>
            </a:r>
            <a:r>
              <a:rPr lang="fr-FR" b="1" dirty="0"/>
              <a:t>esthétisme et performance</a:t>
            </a:r>
            <a:r>
              <a:rPr lang="fr-FR" dirty="0"/>
              <a:t>. Ces solutions illustrent une ingénierie vernaculaire durable, enracinée dans le savoir-faire artisanal et adaptée aux exigences locales.</a:t>
            </a:r>
          </a:p>
        </p:txBody>
      </p:sp>
      <p:pic>
        <p:nvPicPr>
          <p:cNvPr id="14338" name="Picture 2" descr="Mes cases traditionnelles 1 : les murs en banco -">
            <a:extLst>
              <a:ext uri="{FF2B5EF4-FFF2-40B4-BE49-F238E27FC236}">
                <a16:creationId xmlns:a16="http://schemas.microsoft.com/office/drawing/2014/main" xmlns="" id="{777585D3-8137-F60D-D846-D52C0C307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42" y="3626892"/>
            <a:ext cx="4292830" cy="2856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Hutte massaï | Le monde en images">
            <a:extLst>
              <a:ext uri="{FF2B5EF4-FFF2-40B4-BE49-F238E27FC236}">
                <a16:creationId xmlns:a16="http://schemas.microsoft.com/office/drawing/2014/main" xmlns="" id="{A244D0CF-2181-944E-4FCA-6BC1BCEED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23" y="4256090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La toiture des cases - ONG Shammesh">
            <a:extLst>
              <a:ext uri="{FF2B5EF4-FFF2-40B4-BE49-F238E27FC236}">
                <a16:creationId xmlns:a16="http://schemas.microsoft.com/office/drawing/2014/main" xmlns="" id="{7E0C76B5-E87A-2414-92C6-60A745AA3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932" y="4562197"/>
            <a:ext cx="384810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15211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53B1010D-A88B-4908-49DB-8E4E860A6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18E80E44-4ACF-6052-C777-E0615846F0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35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F810665C-51F0-17A5-DDA5-93C95D9A76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0B8E39C4-89D1-BEAF-ECFC-B6FA40009F8E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C37F26CD-BC05-F74E-11B1-3123937F9A3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B2FF5A9E-0C8F-DC91-1E8D-0DCBA7C6482D}"/>
              </a:ext>
            </a:extLst>
          </p:cNvPr>
          <p:cNvSpPr/>
          <p:nvPr/>
        </p:nvSpPr>
        <p:spPr>
          <a:xfrm>
            <a:off x="5188529" y="1134417"/>
            <a:ext cx="193726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Catégories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16EF7F4E-AC51-627B-D970-D8DFE398722F}"/>
              </a:ext>
            </a:extLst>
          </p:cNvPr>
          <p:cNvSpPr/>
          <p:nvPr/>
        </p:nvSpPr>
        <p:spPr>
          <a:xfrm>
            <a:off x="-63745" y="-107207"/>
            <a:ext cx="6352250" cy="1316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3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Technologies  de construction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xmlns="" id="{8CE76558-C1DF-6682-DB65-1CD43BA5D748}"/>
              </a:ext>
            </a:extLst>
          </p:cNvPr>
          <p:cNvSpPr txBox="1"/>
          <p:nvPr/>
        </p:nvSpPr>
        <p:spPr>
          <a:xfrm>
            <a:off x="662739" y="1807656"/>
            <a:ext cx="109888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La </a:t>
            </a:r>
            <a:r>
              <a:rPr lang="fr-FR" b="1" dirty="0"/>
              <a:t>construction coloniale au Sénégal </a:t>
            </a:r>
            <a:r>
              <a:rPr lang="fr-FR" dirty="0"/>
              <a:t>combine </a:t>
            </a:r>
            <a:r>
              <a:rPr lang="fr-FR" b="1" dirty="0"/>
              <a:t>influences européennes </a:t>
            </a:r>
            <a:r>
              <a:rPr lang="fr-FR" dirty="0"/>
              <a:t>et </a:t>
            </a:r>
            <a:r>
              <a:rPr lang="fr-FR" b="1" dirty="0"/>
              <a:t>savoir-faire locaux</a:t>
            </a:r>
            <a:r>
              <a:rPr lang="fr-FR" dirty="0"/>
              <a:t>, utilisant des </a:t>
            </a:r>
            <a:r>
              <a:rPr lang="fr-FR" b="1" dirty="0"/>
              <a:t>matériaux naturels comme la pierre et le bois</a:t>
            </a:r>
            <a:r>
              <a:rPr lang="fr-FR" dirty="0"/>
              <a:t>. Adaptée au climat, elle intègre des techniques passives, telles que les </a:t>
            </a:r>
            <a:r>
              <a:rPr lang="fr-FR" b="1" dirty="0"/>
              <a:t>larges ouvertures et les toitures à débords</a:t>
            </a:r>
            <a:r>
              <a:rPr lang="fr-FR" dirty="0"/>
              <a:t>, tout en se distinguant par des éléments esthétiques comme les </a:t>
            </a:r>
            <a:r>
              <a:rPr lang="fr-FR" b="1" dirty="0"/>
              <a:t>balcons en fer forgé</a:t>
            </a:r>
            <a:r>
              <a:rPr lang="fr-FR" dirty="0"/>
              <a:t>. Ce style reflète une architecture durable et fonctionnelle, enracinée dans son contexte environnemental.</a:t>
            </a:r>
          </a:p>
        </p:txBody>
      </p:sp>
      <p:pic>
        <p:nvPicPr>
          <p:cNvPr id="15391" name="Picture 31" descr="HOTEL DE VILLE DE DAKAR C'est... - Pourquoi J'aime Le Sénégal | Facebook">
            <a:extLst>
              <a:ext uri="{FF2B5EF4-FFF2-40B4-BE49-F238E27FC236}">
                <a16:creationId xmlns:a16="http://schemas.microsoft.com/office/drawing/2014/main" xmlns="" id="{8625131D-85AB-7C8F-03D3-BA2982982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29" y="3489750"/>
            <a:ext cx="3377122" cy="2529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93" name="Picture 33" descr="Gare de Dakar">
            <a:extLst>
              <a:ext uri="{FF2B5EF4-FFF2-40B4-BE49-F238E27FC236}">
                <a16:creationId xmlns:a16="http://schemas.microsoft.com/office/drawing/2014/main" xmlns="" id="{E2FEFB35-83A0-5736-FD1B-63B87819C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435" y="3435003"/>
            <a:ext cx="3547059" cy="2789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95" name="Picture 35" descr="Tout ce que vous n'aurez plus à demander sur Saint-Louis du Sénégal - Page 2">
            <a:extLst>
              <a:ext uri="{FF2B5EF4-FFF2-40B4-BE49-F238E27FC236}">
                <a16:creationId xmlns:a16="http://schemas.microsoft.com/office/drawing/2014/main" xmlns="" id="{70DBEB13-08A1-CF5C-E6E7-D77EB8552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496" y="3845960"/>
            <a:ext cx="3265996" cy="2173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xmlns="" id="{91EA915A-3678-23BF-FCC5-DE308B39F32F}"/>
              </a:ext>
            </a:extLst>
          </p:cNvPr>
          <p:cNvSpPr/>
          <p:nvPr/>
        </p:nvSpPr>
        <p:spPr>
          <a:xfrm>
            <a:off x="6288505" y="195921"/>
            <a:ext cx="264300" cy="3176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1655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538C67D3-8D5D-8ED5-12BD-FCA4299EB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35CED537-1A77-4DF3-DB20-CB380A389F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36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B2E2790E-0111-80FD-A7C8-21C98061ED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2E8E4E9A-2886-3778-DA17-380BFD10D7CC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2B8B1332-68CF-4F30-DF57-D7D05DCE251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5B63505-E1A7-BB7F-6CEB-13998FC29F51}"/>
              </a:ext>
            </a:extLst>
          </p:cNvPr>
          <p:cNvSpPr/>
          <p:nvPr/>
        </p:nvSpPr>
        <p:spPr>
          <a:xfrm>
            <a:off x="4270525" y="1134417"/>
            <a:ext cx="377327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Construction moderne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CDA1E6E1-086E-54A8-8451-704A8153F39B}"/>
              </a:ext>
            </a:extLst>
          </p:cNvPr>
          <p:cNvSpPr/>
          <p:nvPr/>
        </p:nvSpPr>
        <p:spPr>
          <a:xfrm>
            <a:off x="-63745" y="-107207"/>
            <a:ext cx="6352250" cy="1316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3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Technologies  de construction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xmlns="" id="{ABD7CA86-AC62-1BFE-AA0F-5170202E3F3E}"/>
              </a:ext>
            </a:extLst>
          </p:cNvPr>
          <p:cNvSpPr txBox="1"/>
          <p:nvPr/>
        </p:nvSpPr>
        <p:spPr>
          <a:xfrm>
            <a:off x="288758" y="1674674"/>
            <a:ext cx="119032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La </a:t>
            </a:r>
            <a:r>
              <a:rPr lang="fr-FR" b="1" dirty="0"/>
              <a:t>construction moderne </a:t>
            </a:r>
            <a:r>
              <a:rPr lang="fr-FR" dirty="0"/>
              <a:t>repose sur l'utilisation de </a:t>
            </a:r>
            <a:r>
              <a:rPr lang="fr-FR" b="1" dirty="0"/>
              <a:t>matériaux industrialisés </a:t>
            </a:r>
            <a:r>
              <a:rPr lang="fr-FR" dirty="0"/>
              <a:t>tels que le </a:t>
            </a:r>
            <a:r>
              <a:rPr lang="fr-FR" b="1" dirty="0"/>
              <a:t>béton armé, l'acier et les briques manufacturées, </a:t>
            </a:r>
            <a:r>
              <a:rPr lang="fr-FR" dirty="0"/>
              <a:t>qui garantissent </a:t>
            </a:r>
            <a:r>
              <a:rPr lang="fr-FR" b="1" dirty="0"/>
              <a:t>robustesse, durabilité et modularité.</a:t>
            </a:r>
            <a:r>
              <a:rPr lang="fr-FR" dirty="0"/>
              <a:t> Elle intègre </a:t>
            </a:r>
            <a:r>
              <a:rPr lang="fr-FR" b="1" dirty="0"/>
              <a:t>des équipements lourds et des technologies avancées</a:t>
            </a:r>
            <a:r>
              <a:rPr lang="fr-FR" dirty="0"/>
              <a:t>, facilitant la </a:t>
            </a:r>
            <a:r>
              <a:rPr lang="fr-FR" b="1" dirty="0"/>
              <a:t>mise en œuvre de structures complexes</a:t>
            </a:r>
            <a:r>
              <a:rPr lang="fr-FR" dirty="0"/>
              <a:t> et </a:t>
            </a:r>
            <a:r>
              <a:rPr lang="fr-FR" b="1" dirty="0"/>
              <a:t>optimisant les délais de réalisation</a:t>
            </a:r>
            <a:r>
              <a:rPr lang="fr-FR" dirty="0"/>
              <a:t>. Des techniques comme le </a:t>
            </a:r>
            <a:r>
              <a:rPr lang="fr-FR" b="1" dirty="0"/>
              <a:t>coffrage pour béton</a:t>
            </a:r>
            <a:r>
              <a:rPr lang="fr-FR" dirty="0"/>
              <a:t>, permettant des formes précises, et les</a:t>
            </a:r>
            <a:r>
              <a:rPr lang="fr-FR" b="1" dirty="0"/>
              <a:t> structures métalliques</a:t>
            </a:r>
            <a:r>
              <a:rPr lang="fr-FR" dirty="0"/>
              <a:t>, idéales pour les grandes portées, illustrent l’évolution vers des constructions plus fonctionnelles et adaptées aux besoins contemporains</a:t>
            </a:r>
          </a:p>
        </p:txBody>
      </p:sp>
      <p:pic>
        <p:nvPicPr>
          <p:cNvPr id="16413" name="Picture 29" descr="Maison traditionnelle, moderne ou contemporaine : quelles différences en  2019 ?">
            <a:extLst>
              <a:ext uri="{FF2B5EF4-FFF2-40B4-BE49-F238E27FC236}">
                <a16:creationId xmlns:a16="http://schemas.microsoft.com/office/drawing/2014/main" xmlns="" id="{705FFD72-CB82-F2B7-B7B2-962A4E50E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415" y="4051472"/>
            <a:ext cx="2771775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15" name="Picture 31" descr="La ville de New York s'enfonce sous le poids de ses gratte-ciel - Sciences  et Avenir">
            <a:extLst>
              <a:ext uri="{FF2B5EF4-FFF2-40B4-BE49-F238E27FC236}">
                <a16:creationId xmlns:a16="http://schemas.microsoft.com/office/drawing/2014/main" xmlns="" id="{265F362F-40D3-2BE4-EF84-B55D45778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137" y="3722945"/>
            <a:ext cx="3077131" cy="230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17" name="Picture 33" descr="VILLA A VENDRE AUX ALMADIES – Locadakar">
            <a:extLst>
              <a:ext uri="{FF2B5EF4-FFF2-40B4-BE49-F238E27FC236}">
                <a16:creationId xmlns:a16="http://schemas.microsoft.com/office/drawing/2014/main" xmlns="" id="{9F920341-74AF-D26E-BC38-74E99E2A3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173" y="3757527"/>
            <a:ext cx="3657627" cy="2048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xmlns="" id="{1BA10436-EC08-3FAB-8EDB-811597BF5965}"/>
              </a:ext>
            </a:extLst>
          </p:cNvPr>
          <p:cNvSpPr/>
          <p:nvPr/>
        </p:nvSpPr>
        <p:spPr>
          <a:xfrm>
            <a:off x="6288505" y="243528"/>
            <a:ext cx="264300" cy="3176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17638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27693983-612A-741F-9BE2-5DF9F45A9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5257A3B-F371-16F0-9D5E-56930E8C6A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37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7BC01B06-D3BA-594F-70F1-188EB51E92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69ABD7FE-695C-D0AA-8490-6C15643705A6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DA708D3C-0EE0-0A03-6086-CF941AE8EA2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66616FE-C941-04D0-3E02-44D587BF384C}"/>
              </a:ext>
            </a:extLst>
          </p:cNvPr>
          <p:cNvSpPr/>
          <p:nvPr/>
        </p:nvSpPr>
        <p:spPr>
          <a:xfrm>
            <a:off x="3902607" y="1134417"/>
            <a:ext cx="450912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Construction bioclimatique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CA9D2585-3F90-CEE9-332B-ADF9FA6B5FEF}"/>
              </a:ext>
            </a:extLst>
          </p:cNvPr>
          <p:cNvSpPr/>
          <p:nvPr/>
        </p:nvSpPr>
        <p:spPr>
          <a:xfrm>
            <a:off x="-63745" y="-107207"/>
            <a:ext cx="6352250" cy="1316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3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Technologies  de construction</a:t>
            </a:r>
          </a:p>
          <a:p>
            <a:pPr>
              <a:lnSpc>
                <a:spcPct val="150000"/>
              </a:lnSpc>
            </a:pP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pic>
        <p:nvPicPr>
          <p:cNvPr id="17410" name="Picture 2" descr="Au Sénégal, la maison U:Bikiwiti, signée ID+EA">
            <a:extLst>
              <a:ext uri="{FF2B5EF4-FFF2-40B4-BE49-F238E27FC236}">
                <a16:creationId xmlns:a16="http://schemas.microsoft.com/office/drawing/2014/main" xmlns="" id="{EA2D26B7-42DD-F8E1-668C-83483DC78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9" y="3708066"/>
            <a:ext cx="4023056" cy="3013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 descr="Collectif Worofila_Architecture terre Sénégal">
            <a:extLst>
              <a:ext uri="{FF2B5EF4-FFF2-40B4-BE49-F238E27FC236}">
                <a16:creationId xmlns:a16="http://schemas.microsoft.com/office/drawing/2014/main" xmlns="" id="{96718A6A-6555-ADBD-CF05-D768B5C8F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3679" y="4305921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4" name="Picture 6" descr="Centre for Earth Architecture / Kéré Architecture | ArchDaily">
            <a:extLst>
              <a:ext uri="{FF2B5EF4-FFF2-40B4-BE49-F238E27FC236}">
                <a16:creationId xmlns:a16="http://schemas.microsoft.com/office/drawing/2014/main" xmlns="" id="{CBBDB05A-4DA7-1D6F-40A0-2A5B8316A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598" y="3375957"/>
            <a:ext cx="4287361" cy="2879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xmlns="" id="{42067E5A-937D-C04D-70A2-4F1B68B7037E}"/>
              </a:ext>
            </a:extLst>
          </p:cNvPr>
          <p:cNvSpPr txBox="1"/>
          <p:nvPr/>
        </p:nvSpPr>
        <p:spPr>
          <a:xfrm>
            <a:off x="104485" y="1589539"/>
            <a:ext cx="123680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La construction bioclimatique privilégie l'utilisation de </a:t>
            </a:r>
            <a:r>
              <a:rPr lang="fr-FR" b="1" dirty="0"/>
              <a:t>matériaux locaux, géosourcés ou biosourcés, </a:t>
            </a:r>
            <a:r>
              <a:rPr lang="fr-FR" dirty="0"/>
              <a:t>comme la terre crue, le bois ou les fibres végétales, pour </a:t>
            </a:r>
            <a:r>
              <a:rPr lang="fr-FR" b="1" dirty="0"/>
              <a:t>réduire l'empreinte carbone </a:t>
            </a:r>
            <a:r>
              <a:rPr lang="fr-FR" dirty="0"/>
              <a:t>tout en améliorant l’isolation et la régulation thermique naturelle. Elle intègre également la </a:t>
            </a:r>
            <a:r>
              <a:rPr lang="fr-FR" b="1" dirty="0"/>
              <a:t>ventilation naturelle pour favoriser le rafraîchissement des espaces intérieurs </a:t>
            </a:r>
            <a:r>
              <a:rPr lang="fr-FR" dirty="0"/>
              <a:t>en captant les vents dominants, tout en limitant la dépendance aux systèmes mécaniques. </a:t>
            </a:r>
            <a:r>
              <a:rPr lang="fr-FR" b="1" dirty="0"/>
              <a:t>La végétalisation, </a:t>
            </a:r>
            <a:r>
              <a:rPr lang="fr-FR" dirty="0"/>
              <a:t>qu’il s’agisse de toitures, de façades ou d’espaces extérieurs, joue un rôle essentiel en renforçant l’isolation, en améliorant le confort thermique et en </a:t>
            </a:r>
            <a:r>
              <a:rPr lang="fr-FR" b="1" dirty="0"/>
              <a:t>réduisant les effets d’îlots de chaleur, </a:t>
            </a:r>
            <a:r>
              <a:rPr lang="fr-FR" dirty="0"/>
              <a:t>tout en favorisant l’harmonie avec l’environnement local.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xmlns="" id="{4B696D90-9C9B-263A-9708-C08EBBD8ABC2}"/>
              </a:ext>
            </a:extLst>
          </p:cNvPr>
          <p:cNvSpPr/>
          <p:nvPr/>
        </p:nvSpPr>
        <p:spPr>
          <a:xfrm>
            <a:off x="6288505" y="233430"/>
            <a:ext cx="264300" cy="3176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61153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63B47B6E-D636-D2BA-BE94-9C87F8381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682C4FA2-2BDB-DD50-C405-0788EEFC46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38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A6E6FD19-CD39-9193-0136-E032A9C302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7EE3317E-861E-BF85-297D-93A4348447B5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EAD9249C-37AF-1180-8F70-6B17B910DC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51B86632-83BC-2E62-7977-DED68CC90D26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B5270016-AF0E-7014-1398-A8B0D1B09EE3}"/>
              </a:ext>
            </a:extLst>
          </p:cNvPr>
          <p:cNvSpPr txBox="1"/>
          <p:nvPr/>
        </p:nvSpPr>
        <p:spPr>
          <a:xfrm>
            <a:off x="4271697" y="1321459"/>
            <a:ext cx="61681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Documents liés à la conception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216551A1-E627-9E6A-550F-53939E049FEA}"/>
              </a:ext>
            </a:extLst>
          </p:cNvPr>
          <p:cNvSpPr txBox="1"/>
          <p:nvPr/>
        </p:nvSpPr>
        <p:spPr>
          <a:xfrm>
            <a:off x="84221" y="1976856"/>
            <a:ext cx="98979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Plans architecturaux : </a:t>
            </a:r>
            <a:r>
              <a:rPr lang="fr-FR" dirty="0"/>
              <a:t>Plans de masse, plans de niveaux, coupes, élévations et détails architecturaux.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xmlns="" id="{0AD446A5-62D5-1E13-6EB5-64479502034A}"/>
              </a:ext>
            </a:extLst>
          </p:cNvPr>
          <p:cNvSpPr/>
          <p:nvPr/>
        </p:nvSpPr>
        <p:spPr>
          <a:xfrm>
            <a:off x="5152395" y="200508"/>
            <a:ext cx="264300" cy="3176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6" name="Picture 2" descr="Accélérez vos démarches : le plan de masse décrypté - Plan Assistance">
            <a:extLst>
              <a:ext uri="{FF2B5EF4-FFF2-40B4-BE49-F238E27FC236}">
                <a16:creationId xmlns:a16="http://schemas.microsoft.com/office/drawing/2014/main" xmlns="" id="{88E393C3-035C-A85F-54BE-D0F2CD9D2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21" y="3595421"/>
            <a:ext cx="3577390" cy="1788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xmlns="" id="{270BC478-0D63-63DE-0FC0-E3D11ED35678}"/>
              </a:ext>
            </a:extLst>
          </p:cNvPr>
          <p:cNvSpPr txBox="1"/>
          <p:nvPr/>
        </p:nvSpPr>
        <p:spPr>
          <a:xfrm>
            <a:off x="729916" y="5678240"/>
            <a:ext cx="16603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/>
              <a:t>Plans de masse </a:t>
            </a:r>
          </a:p>
        </p:txBody>
      </p:sp>
      <p:pic>
        <p:nvPicPr>
          <p:cNvPr id="1028" name="Picture 4" descr="Plans niveau 1/niveau 2 et façades -  cabinetmedical-nouveausaintroch-clemenceau.over-blog.com">
            <a:extLst>
              <a:ext uri="{FF2B5EF4-FFF2-40B4-BE49-F238E27FC236}">
                <a16:creationId xmlns:a16="http://schemas.microsoft.com/office/drawing/2014/main" xmlns="" id="{77498886-BC4B-BA63-99FF-C6BE0845F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505" y="2927383"/>
            <a:ext cx="4109796" cy="2904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740A365F-1649-E7EA-B31B-AD88C86BBFB6}"/>
              </a:ext>
            </a:extLst>
          </p:cNvPr>
          <p:cNvSpPr txBox="1"/>
          <p:nvPr/>
        </p:nvSpPr>
        <p:spPr>
          <a:xfrm>
            <a:off x="7513224" y="5966656"/>
            <a:ext cx="16603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/>
              <a:t>plans de niveaux</a:t>
            </a:r>
          </a:p>
        </p:txBody>
      </p:sp>
    </p:spTree>
    <p:extLst>
      <p:ext uri="{BB962C8B-B14F-4D97-AF65-F5344CB8AC3E}">
        <p14:creationId xmlns:p14="http://schemas.microsoft.com/office/powerpoint/2010/main" val="36583565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49224CFC-B1A4-6E73-03B2-4F2666DED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16F74417-7300-8A40-AEC7-D99EE4D79D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39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6409FF9F-3850-8670-78E5-5BB9B86EFA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DB64B584-A3C6-B0E1-F0A0-AF3194485A7D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D529FED3-BB2C-F56C-29A6-3FA409D5C54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461ED607-1BB8-96C8-D30D-F27FEE037286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0A98D6BA-A831-8DF6-14A1-1F2E681A97B0}"/>
              </a:ext>
            </a:extLst>
          </p:cNvPr>
          <p:cNvSpPr txBox="1"/>
          <p:nvPr/>
        </p:nvSpPr>
        <p:spPr>
          <a:xfrm>
            <a:off x="4271697" y="1321459"/>
            <a:ext cx="61681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Documents liés à la conception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41287498-0A30-A25D-2319-4419AA04495A}"/>
              </a:ext>
            </a:extLst>
          </p:cNvPr>
          <p:cNvSpPr txBox="1"/>
          <p:nvPr/>
        </p:nvSpPr>
        <p:spPr>
          <a:xfrm>
            <a:off x="84221" y="1976856"/>
            <a:ext cx="98979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Plans architecturaux : </a:t>
            </a:r>
            <a:r>
              <a:rPr lang="fr-FR" dirty="0"/>
              <a:t>Plans de masse, plans de niveaux, coupes, élévations et détails architecturaux.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xmlns="" id="{9E4E84F6-DD1C-2EC0-A8E4-C16FDCD4C712}"/>
              </a:ext>
            </a:extLst>
          </p:cNvPr>
          <p:cNvSpPr/>
          <p:nvPr/>
        </p:nvSpPr>
        <p:spPr>
          <a:xfrm>
            <a:off x="5152395" y="200508"/>
            <a:ext cx="264300" cy="3176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xmlns="" id="{84363479-F07A-C82C-B6C7-94BF40235CA4}"/>
              </a:ext>
            </a:extLst>
          </p:cNvPr>
          <p:cNvSpPr txBox="1"/>
          <p:nvPr/>
        </p:nvSpPr>
        <p:spPr>
          <a:xfrm>
            <a:off x="5265821" y="5993154"/>
            <a:ext cx="16603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/>
              <a:t>Plans de coupe 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xmlns="" id="{34E63508-1045-9164-78E0-C7BD7546F8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1924" y="2325115"/>
            <a:ext cx="3729950" cy="3966111"/>
          </a:xfrm>
          <a:prstGeom prst="rect">
            <a:avLst/>
          </a:prstGeom>
        </p:spPr>
      </p:pic>
      <p:pic>
        <p:nvPicPr>
          <p:cNvPr id="2056" name="Picture 8" descr="LE PLAN DE COUPE PCMI3 DP3">
            <a:extLst>
              <a:ext uri="{FF2B5EF4-FFF2-40B4-BE49-F238E27FC236}">
                <a16:creationId xmlns:a16="http://schemas.microsoft.com/office/drawing/2014/main" xmlns="" id="{62774FDB-5ED4-BCD1-9C5D-121B513950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0" b="18095"/>
          <a:stretch/>
        </p:blipFill>
        <p:spPr bwMode="auto">
          <a:xfrm>
            <a:off x="1395662" y="3465092"/>
            <a:ext cx="4700338" cy="182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xmlns="" id="{332A01CB-9C56-800D-3B3C-C0B2FB073F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883" y="3071125"/>
            <a:ext cx="7192379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5609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B24710E7-C08E-516D-2CD3-4E4DFA1F4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63A7E185-6D53-5B87-A66F-CCAAB1E96C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40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1DC57665-2360-3A98-A1F5-58A0E0E1FA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2E1CA76F-F74E-93AB-FD48-041372224BDE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DE2216AB-3671-AF87-E08F-4DCC116F64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9132ECFB-2ACE-026F-104C-288CD16AB8D7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968A0D7F-ABD3-B2F0-FF95-2C71C5634F58}"/>
              </a:ext>
            </a:extLst>
          </p:cNvPr>
          <p:cNvSpPr txBox="1"/>
          <p:nvPr/>
        </p:nvSpPr>
        <p:spPr>
          <a:xfrm>
            <a:off x="4271697" y="1321459"/>
            <a:ext cx="61681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Documents liés à la conception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47CF32C5-147F-6434-76A1-98A879A7C12C}"/>
              </a:ext>
            </a:extLst>
          </p:cNvPr>
          <p:cNvSpPr txBox="1"/>
          <p:nvPr/>
        </p:nvSpPr>
        <p:spPr>
          <a:xfrm>
            <a:off x="84221" y="1976856"/>
            <a:ext cx="98979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Plans d’exécution (EXE) : </a:t>
            </a:r>
            <a:r>
              <a:rPr lang="fr-FR" dirty="0"/>
              <a:t>Dessins détaillés intégrant les spécifications pour les différents corps de métier.</a:t>
            </a:r>
          </a:p>
        </p:txBody>
      </p:sp>
      <p:pic>
        <p:nvPicPr>
          <p:cNvPr id="18435" name="Picture 3" descr="Plans architecturaux / Projet de construction">
            <a:extLst>
              <a:ext uri="{FF2B5EF4-FFF2-40B4-BE49-F238E27FC236}">
                <a16:creationId xmlns:a16="http://schemas.microsoft.com/office/drawing/2014/main" xmlns="" id="{2EB35767-7174-476C-5B56-BAE18E100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711" y="3495480"/>
            <a:ext cx="3824036" cy="276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7" name="Picture 5" descr="Les plans directeurs d'exécution - Golfe Ingénierie">
            <a:extLst>
              <a:ext uri="{FF2B5EF4-FFF2-40B4-BE49-F238E27FC236}">
                <a16:creationId xmlns:a16="http://schemas.microsoft.com/office/drawing/2014/main" xmlns="" id="{EA4F3416-FE15-0C55-9B69-64AB492A1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017" y="3238458"/>
            <a:ext cx="4351971" cy="3014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xmlns="" id="{4E7F0CCA-EC10-607F-2362-43AC978091E3}"/>
              </a:ext>
            </a:extLst>
          </p:cNvPr>
          <p:cNvSpPr/>
          <p:nvPr/>
        </p:nvSpPr>
        <p:spPr>
          <a:xfrm>
            <a:off x="5152395" y="200508"/>
            <a:ext cx="264300" cy="3176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4132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DB0533ED-7467-AC6D-0333-374244C4A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81D36FEE-8B01-99F0-86A3-5C4E52765A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41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2A46F8FC-2486-D99A-2244-04AF6C6A06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7FCF16D9-6E5C-43A6-6825-34211C983FAB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D417AE33-3F5C-AED0-1431-AB9DF266C8F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05437585-CBE4-ECF7-4BAE-F11046C7A592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29C3F47B-F35C-3599-5578-478D659BB6C0}"/>
              </a:ext>
            </a:extLst>
          </p:cNvPr>
          <p:cNvSpPr txBox="1"/>
          <p:nvPr/>
        </p:nvSpPr>
        <p:spPr>
          <a:xfrm>
            <a:off x="4271697" y="1321459"/>
            <a:ext cx="61681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Documents liés à la conception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7A6766F9-BE69-6362-8E55-9A4A7F0B51CC}"/>
              </a:ext>
            </a:extLst>
          </p:cNvPr>
          <p:cNvSpPr txBox="1"/>
          <p:nvPr/>
        </p:nvSpPr>
        <p:spPr>
          <a:xfrm>
            <a:off x="0" y="2109033"/>
            <a:ext cx="573906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Cahier des charges : </a:t>
            </a:r>
            <a:r>
              <a:rPr lang="fr-FR" dirty="0"/>
              <a:t>Spécifications techniques définissant les matériaux, les performances attendues et les exigences contractuelles.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Note de calcul : </a:t>
            </a:r>
            <a:r>
              <a:rPr lang="fr-FR" dirty="0"/>
              <a:t>Justification technique des structures, systèmes de fondation, éléments porteurs et équipements techniques.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Étude thermique et énergétique : </a:t>
            </a:r>
            <a:r>
              <a:rPr lang="fr-FR" dirty="0"/>
              <a:t>Analyse des performances énergétiques, incluant l'isolation, le chauffage, la ventilation et la climatisation.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Étude acoustique : </a:t>
            </a:r>
            <a:r>
              <a:rPr lang="fr-FR" dirty="0"/>
              <a:t>Documents garantissant le respect des réglementations acoustiques, en particulier pour les logements et locaux sensibles.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Étude d’impact environnemental : </a:t>
            </a:r>
            <a:r>
              <a:rPr lang="fr-FR" dirty="0"/>
              <a:t>Évaluation des impacts du projet sur l’environnement et propositions de mesures compensatoires</a:t>
            </a:r>
          </a:p>
        </p:txBody>
      </p:sp>
      <p:pic>
        <p:nvPicPr>
          <p:cNvPr id="19458" name="Picture 2" descr="PDF] note calcul BAEL | Genie Civil PDF">
            <a:extLst>
              <a:ext uri="{FF2B5EF4-FFF2-40B4-BE49-F238E27FC236}">
                <a16:creationId xmlns:a16="http://schemas.microsoft.com/office/drawing/2014/main" xmlns="" id="{31737DCE-6910-0CF2-A110-101B800A5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926" y="1700338"/>
            <a:ext cx="3158353" cy="446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xmlns="" id="{DD02C40F-14A1-D9BD-1029-EC08EDB92746}"/>
              </a:ext>
            </a:extLst>
          </p:cNvPr>
          <p:cNvSpPr/>
          <p:nvPr/>
        </p:nvSpPr>
        <p:spPr>
          <a:xfrm>
            <a:off x="6288505" y="243528"/>
            <a:ext cx="264300" cy="3176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27363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7ED4C15C-DB59-73FE-9238-4B5986141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168667DE-5FB0-1701-D4A9-1F21A27D8B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42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75B1F950-968A-CA37-7B3C-5613C2EBCF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245B7125-325C-2F02-35BE-E52E3CA55A76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A72745EF-05DD-91B9-3945-2AFAB899E14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77CDB114-6548-2A88-82CD-9CF1CE4F1978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04384CB7-72B8-D53E-3148-C20E0534A49C}"/>
              </a:ext>
            </a:extLst>
          </p:cNvPr>
          <p:cNvSpPr txBox="1"/>
          <p:nvPr/>
        </p:nvSpPr>
        <p:spPr>
          <a:xfrm>
            <a:off x="45248" y="2500076"/>
            <a:ext cx="504101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Permis de construire</a:t>
            </a:r>
            <a:r>
              <a:rPr lang="fr-FR" dirty="0"/>
              <a:t> : Document administratif autorisant la construction après validation des autorités locales.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Certificats de conformité</a:t>
            </a:r>
            <a:r>
              <a:rPr lang="fr-FR" dirty="0"/>
              <a:t> : Attestations liées à la conformité avec les normes en vigueur (par exemple, incendie, accessibilité, thermique).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Autorisations spécifiques</a:t>
            </a:r>
            <a:r>
              <a:rPr lang="fr-FR" dirty="0"/>
              <a:t> : Permis de démolir, études archéologiques préalables, ou autorisations pour travaux en zone protégée.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E42538FF-7CFE-B181-F7B4-7B8EF415AFEF}"/>
              </a:ext>
            </a:extLst>
          </p:cNvPr>
          <p:cNvSpPr txBox="1"/>
          <p:nvPr/>
        </p:nvSpPr>
        <p:spPr>
          <a:xfrm>
            <a:off x="2689447" y="1244515"/>
            <a:ext cx="79849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Documents administratifs et réglementaires </a:t>
            </a:r>
          </a:p>
        </p:txBody>
      </p:sp>
      <p:pic>
        <p:nvPicPr>
          <p:cNvPr id="20482" name="Picture 2" descr="Comment obtenir un permis de construire au Sénégal ? - KEUR CITY">
            <a:extLst>
              <a:ext uri="{FF2B5EF4-FFF2-40B4-BE49-F238E27FC236}">
                <a16:creationId xmlns:a16="http://schemas.microsoft.com/office/drawing/2014/main" xmlns="" id="{54187C01-D3D3-5AA2-BA98-A840AF162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502" y="2000727"/>
            <a:ext cx="3968195" cy="2222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 descr="Demander une autorisation de construire - Au Sénégal, le cœur du Sénégal">
            <a:extLst>
              <a:ext uri="{FF2B5EF4-FFF2-40B4-BE49-F238E27FC236}">
                <a16:creationId xmlns:a16="http://schemas.microsoft.com/office/drawing/2014/main" xmlns="" id="{1E5077D2-DF10-11F5-E446-86833896E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3861" y="4613275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32506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49A5DA9C-EBFB-F06B-3EAD-3DCCD5B17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E43A5B35-F789-18FB-BDD2-54A76F7612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43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BDA78119-BB50-845D-864E-8B13EA24FE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731DCFFB-27FB-DDFA-C7A8-7E59A732AE70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4F5920E0-8F0B-D943-8862-8FFEABA5B3E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586B5387-8292-92CE-1E9A-EED817D550FD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169D67E6-AA87-4A14-C4F9-747D602792CB}"/>
              </a:ext>
            </a:extLst>
          </p:cNvPr>
          <p:cNvSpPr txBox="1"/>
          <p:nvPr/>
        </p:nvSpPr>
        <p:spPr>
          <a:xfrm>
            <a:off x="45248" y="2500076"/>
            <a:ext cx="504101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Permis de construire</a:t>
            </a:r>
            <a:r>
              <a:rPr lang="fr-FR" dirty="0"/>
              <a:t> : Document administratif autorisant la construction après validation des autorités locales.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Certificats de conformité</a:t>
            </a:r>
            <a:r>
              <a:rPr lang="fr-FR" dirty="0"/>
              <a:t> : Attestations liées à la conformité avec les normes en vigueur (par exemple, incendie, accessibilité, thermique).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Autorisations spécifiques</a:t>
            </a:r>
            <a:r>
              <a:rPr lang="fr-FR" dirty="0"/>
              <a:t> : Permis de démolir, études archéologiques préalables, ou autorisations pour travaux en zone protégée.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BCAD6434-D045-C861-194D-B3DD29917BA9}"/>
              </a:ext>
            </a:extLst>
          </p:cNvPr>
          <p:cNvSpPr txBox="1"/>
          <p:nvPr/>
        </p:nvSpPr>
        <p:spPr>
          <a:xfrm>
            <a:off x="2689447" y="1244515"/>
            <a:ext cx="79849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Documents administratifs et réglementaires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14121705-4F4A-0AF2-080F-E5564EFE5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2145" y="2554214"/>
            <a:ext cx="5616910" cy="2885516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xmlns="" id="{F30476DB-88D5-AB29-902D-1EC32EC8E558}"/>
              </a:ext>
            </a:extLst>
          </p:cNvPr>
          <p:cNvSpPr/>
          <p:nvPr/>
        </p:nvSpPr>
        <p:spPr>
          <a:xfrm>
            <a:off x="5086267" y="250563"/>
            <a:ext cx="264300" cy="3176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69688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CF4206AF-D23D-6868-7F76-917B0C490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227D77DC-91F7-0B4C-A170-FA636EB180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44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A3A06536-A8AF-DA1C-A95D-D426ACD4E1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ABBD5C79-FEF6-A066-120E-0FF01918F567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05335CCA-2ED1-4558-41AE-2CB470CED56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C9AE837B-DD00-1086-DCA2-4763AC410D05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xmlns="" id="{AAB92E81-0506-2A0D-0193-599D7A6D3B35}"/>
              </a:ext>
            </a:extLst>
          </p:cNvPr>
          <p:cNvSpPr txBox="1"/>
          <p:nvPr/>
        </p:nvSpPr>
        <p:spPr>
          <a:xfrm>
            <a:off x="2970686" y="1403333"/>
            <a:ext cx="76549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Documents liés à la coordination et au suivi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CCEDF849-D73F-0C06-9ABC-BA74B7FCEA29}"/>
              </a:ext>
            </a:extLst>
          </p:cNvPr>
          <p:cNvSpPr txBox="1"/>
          <p:nvPr/>
        </p:nvSpPr>
        <p:spPr>
          <a:xfrm>
            <a:off x="132348" y="2434791"/>
            <a:ext cx="527384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Planning des travaux : </a:t>
            </a:r>
            <a:r>
              <a:rPr lang="fr-FR" dirty="0"/>
              <a:t>Planning détaillé indiquant les phases, les délais et les échéances.</a:t>
            </a:r>
          </a:p>
          <a:p>
            <a:r>
              <a:rPr lang="fr-FR" b="1" dirty="0"/>
              <a:t>Plans de phasage : </a:t>
            </a:r>
            <a:r>
              <a:rPr lang="fr-FR" dirty="0"/>
              <a:t>Décomposition des étapes de construction pour organiser les travaux.</a:t>
            </a:r>
          </a:p>
          <a:p>
            <a:r>
              <a:rPr lang="fr-FR" b="1" dirty="0"/>
              <a:t>Procès-verbaux de réunions de chantier : </a:t>
            </a:r>
            <a:r>
              <a:rPr lang="fr-FR" dirty="0"/>
              <a:t>Comptes-rendus des discussions, décisions et ajustements survenus au cours du chantier.</a:t>
            </a:r>
          </a:p>
          <a:p>
            <a:r>
              <a:rPr lang="fr-FR" b="1" dirty="0"/>
              <a:t>Plans de sécurité et de protection de la santé (PPSPS) : </a:t>
            </a:r>
            <a:r>
              <a:rPr lang="fr-FR" dirty="0"/>
              <a:t>Obligatoire pour coordonner les aspects liés à la sécurité sur le site.</a:t>
            </a:r>
          </a:p>
          <a:p>
            <a:r>
              <a:rPr lang="fr-FR" b="1" dirty="0"/>
              <a:t>Fiches techniques et fiches de données de sécurité (FDS) </a:t>
            </a:r>
            <a:r>
              <a:rPr lang="fr-FR" dirty="0"/>
              <a:t>: Informations sur les matériaux et produits utilisés (performances, précautions).</a:t>
            </a:r>
          </a:p>
        </p:txBody>
      </p:sp>
      <p:pic>
        <p:nvPicPr>
          <p:cNvPr id="21507" name="Picture 3" descr="Top 10 des modèles de calendrier de construction avec des échantillons et  des exemples">
            <a:extLst>
              <a:ext uri="{FF2B5EF4-FFF2-40B4-BE49-F238E27FC236}">
                <a16:creationId xmlns:a16="http://schemas.microsoft.com/office/drawing/2014/main" xmlns="" id="{4A6D16C2-6FA2-D0A6-641F-A5E6D51F8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505" y="2480120"/>
            <a:ext cx="5360498" cy="3001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81262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5FAE5F21-32D4-91DC-0A05-F7F7D941A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D0906F10-13EE-6E42-3347-5238CC0A79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45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EB9A20C3-E9B9-EABA-595E-7DA96CD529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5E5D58AC-C5FA-7298-4095-D1553B79BBB2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D50EC1B9-8399-B0D6-022D-831BF63DFC5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CBDE8EDE-48DB-2A3E-001C-0AA6B100C894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B466D73F-A44C-E93A-897A-BA967EA23655}"/>
              </a:ext>
            </a:extLst>
          </p:cNvPr>
          <p:cNvSpPr txBox="1"/>
          <p:nvPr/>
        </p:nvSpPr>
        <p:spPr>
          <a:xfrm>
            <a:off x="2121568" y="1244515"/>
            <a:ext cx="87870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Documents spécifiques aux différents corps de métier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6021933B-D7B8-372D-DD1C-9C83095AFB1B}"/>
              </a:ext>
            </a:extLst>
          </p:cNvPr>
          <p:cNvSpPr txBox="1"/>
          <p:nvPr/>
        </p:nvSpPr>
        <p:spPr>
          <a:xfrm>
            <a:off x="120317" y="2781942"/>
            <a:ext cx="49650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Plans de structure </a:t>
            </a:r>
            <a:r>
              <a:rPr lang="fr-FR" dirty="0"/>
              <a:t>: Détails des fondations, des poutres, des dalles et des murs porteurs.</a:t>
            </a:r>
          </a:p>
          <a:p>
            <a:r>
              <a:rPr lang="fr-FR" b="1" dirty="0"/>
              <a:t>Plans des réseaux techniques (CVC, électricité, plomberie) </a:t>
            </a:r>
            <a:r>
              <a:rPr lang="fr-FR" dirty="0"/>
              <a:t>: Positionnement des installations électriques, sanitaires, de chauffage et de ventilation.</a:t>
            </a:r>
          </a:p>
          <a:p>
            <a:r>
              <a:rPr lang="fr-FR" b="1" dirty="0"/>
              <a:t>Dossier des ouvrages exécutés (DOE) : </a:t>
            </a:r>
            <a:r>
              <a:rPr lang="fr-FR" dirty="0"/>
              <a:t>Ensemble des plans "tel que construit" et des fiches techniques pour le suivi et la maintenance.</a:t>
            </a:r>
          </a:p>
        </p:txBody>
      </p:sp>
      <p:pic>
        <p:nvPicPr>
          <p:cNvPr id="22530" name="Picture 2" descr="Plan de structure béton armé. - Golfe Ingénierie">
            <a:extLst>
              <a:ext uri="{FF2B5EF4-FFF2-40B4-BE49-F238E27FC236}">
                <a16:creationId xmlns:a16="http://schemas.microsoft.com/office/drawing/2014/main" xmlns="" id="{FCCF1530-6A10-E797-21A4-104B6CA08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592" y="2416847"/>
            <a:ext cx="5384981" cy="3583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33442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0F99A28F-7401-58D3-4179-511B87EF1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17F98E0D-140E-B226-716C-CF0092F31F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46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F309AE5D-5AE2-DA5E-B95A-D6913D33A7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032D0F25-FA1A-E39E-7B76-4A65C3B64580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FA09A4C6-5A87-3A26-3E50-E016D4E22CE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0658453B-E949-7309-5A81-46DEC0E26EDA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2151BB72-1ECF-770D-53DC-B23EC8A8FFCA}"/>
              </a:ext>
            </a:extLst>
          </p:cNvPr>
          <p:cNvSpPr txBox="1"/>
          <p:nvPr/>
        </p:nvSpPr>
        <p:spPr>
          <a:xfrm>
            <a:off x="2121568" y="1244515"/>
            <a:ext cx="87870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Documents spécifiques aux différents corps de métier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201D519A-3A0D-1ADB-A7D7-5B575BBE13CA}"/>
              </a:ext>
            </a:extLst>
          </p:cNvPr>
          <p:cNvSpPr txBox="1"/>
          <p:nvPr/>
        </p:nvSpPr>
        <p:spPr>
          <a:xfrm>
            <a:off x="485271" y="3335940"/>
            <a:ext cx="60298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Le </a:t>
            </a:r>
            <a:r>
              <a:rPr lang="fr-FR" b="1" dirty="0"/>
              <a:t>DCE</a:t>
            </a:r>
            <a:r>
              <a:rPr lang="fr-FR" dirty="0"/>
              <a:t>, ou </a:t>
            </a:r>
            <a:r>
              <a:rPr lang="fr-FR" b="1" dirty="0"/>
              <a:t>Dossier de Consultation des Entreprises</a:t>
            </a:r>
            <a:r>
              <a:rPr lang="fr-FR" dirty="0"/>
              <a:t>, est un ensemble de documents techniques, administratifs et financiers mis à disposition des entreprises candidates lors d’un appel d’offres. Il sert à définir précisément le cadre du projet, les attentes du maître d’ouvrage et les conditions de réalisation des travaux. </a:t>
            </a:r>
          </a:p>
        </p:txBody>
      </p:sp>
      <p:pic>
        <p:nvPicPr>
          <p:cNvPr id="24581" name="Picture 5" descr="Dossier de consultation des entreprises (DCE) des marchés publics">
            <a:extLst>
              <a:ext uri="{FF2B5EF4-FFF2-40B4-BE49-F238E27FC236}">
                <a16:creationId xmlns:a16="http://schemas.microsoft.com/office/drawing/2014/main" xmlns="" id="{65BF1603-AF63-CA70-9138-0643505BB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1280" y="2556813"/>
            <a:ext cx="3198212" cy="3155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xmlns="" id="{471B67E3-0D6C-98D3-49B2-7846844AA685}"/>
              </a:ext>
            </a:extLst>
          </p:cNvPr>
          <p:cNvSpPr/>
          <p:nvPr/>
        </p:nvSpPr>
        <p:spPr>
          <a:xfrm>
            <a:off x="6267685" y="252785"/>
            <a:ext cx="264300" cy="3176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30923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1A595D18-5852-2CCA-76FF-0B46D4138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24A99B84-45E9-C290-1CB7-9E3FCEA1F0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47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D245A070-C6F0-7498-9B36-D75A2AB558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974648AA-7DB3-8A90-8105-203A9E2E6A0D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20759345-8F47-92C5-3799-C01C173B664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4109615A-0481-101C-3CBF-34310E289B7C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2B5A1D0A-5874-651B-3773-1666F86A5395}"/>
              </a:ext>
            </a:extLst>
          </p:cNvPr>
          <p:cNvSpPr txBox="1"/>
          <p:nvPr/>
        </p:nvSpPr>
        <p:spPr>
          <a:xfrm>
            <a:off x="2121568" y="1244515"/>
            <a:ext cx="87870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Documents spécifiques aux différents corps de métier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B13ADB80-CF90-D5BE-1E46-6A9E128CDAA1}"/>
              </a:ext>
            </a:extLst>
          </p:cNvPr>
          <p:cNvSpPr txBox="1"/>
          <p:nvPr/>
        </p:nvSpPr>
        <p:spPr>
          <a:xfrm>
            <a:off x="336885" y="2365853"/>
            <a:ext cx="659330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Définition précise des travaux : </a:t>
            </a:r>
            <a:r>
              <a:rPr lang="fr-FR" dirty="0"/>
              <a:t>Le </a:t>
            </a:r>
            <a:r>
              <a:rPr lang="fr-FR" b="1" dirty="0"/>
              <a:t>CCTP</a:t>
            </a:r>
            <a:r>
              <a:rPr lang="fr-FR" dirty="0"/>
              <a:t> (Cahier des clauses techniques particulières)décrit en détail les matériaux, équipements et procédés à utiliser pour chaque lot (gros œuvre, second œuvre, CVC, électricité), en précisant les normes et performances attendues pour garantir la qualité des ouvrages.</a:t>
            </a:r>
          </a:p>
          <a:p>
            <a:r>
              <a:rPr lang="fr-FR" b="1" dirty="0"/>
              <a:t>Encadrement contractuel et technique : </a:t>
            </a:r>
            <a:r>
              <a:rPr lang="fr-FR" dirty="0"/>
              <a:t>Il fixe les obligations des entreprises, détaille les modes opératoires et sert de référence pour le suivi et la validation des travaux, tout en facilitant la coordination des intervenants.</a:t>
            </a:r>
          </a:p>
          <a:p>
            <a:r>
              <a:rPr lang="fr-FR" b="1" dirty="0"/>
              <a:t>Garant des exigences réglementaires et environnementales : </a:t>
            </a:r>
            <a:r>
              <a:rPr lang="fr-FR" dirty="0"/>
              <a:t>En intégrant des clauses spécifiques (normes, tolérances, gestion des déchets, matériaux durables), le CCTP assure le respect des réglementations techniques et des objectifs environnementaux du projet.</a:t>
            </a:r>
          </a:p>
        </p:txBody>
      </p:sp>
      <p:pic>
        <p:nvPicPr>
          <p:cNvPr id="24579" name="Picture 3" descr="Les CCTP affichent trop d'erreurs : 04-11-2014">
            <a:extLst>
              <a:ext uri="{FF2B5EF4-FFF2-40B4-BE49-F238E27FC236}">
                <a16:creationId xmlns:a16="http://schemas.microsoft.com/office/drawing/2014/main" xmlns="" id="{47889CB9-34FA-9DEE-20CD-2377D4AFA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2" y="2245312"/>
            <a:ext cx="270510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xmlns="" id="{CB86D634-83C5-4EF3-C2A3-6767624DFCBA}"/>
              </a:ext>
            </a:extLst>
          </p:cNvPr>
          <p:cNvSpPr txBox="1"/>
          <p:nvPr/>
        </p:nvSpPr>
        <p:spPr>
          <a:xfrm>
            <a:off x="8096252" y="5445924"/>
            <a:ext cx="25928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>
                <a:hlinkClick r:id="rId6"/>
              </a:rPr>
              <a:t>http://cdn1_2.reseaudesvilles.fr/cities/42/documents/b6nzrq42p9uhyd.pdf</a:t>
            </a:r>
            <a:endParaRPr lang="fr-FR" sz="1200" dirty="0"/>
          </a:p>
          <a:p>
            <a:pPr algn="ctr"/>
            <a:endParaRPr lang="fr-FR" sz="12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FAA7467C-7398-65F2-4875-9EC0014BD1A7}"/>
              </a:ext>
            </a:extLst>
          </p:cNvPr>
          <p:cNvSpPr txBox="1"/>
          <p:nvPr/>
        </p:nvSpPr>
        <p:spPr>
          <a:xfrm>
            <a:off x="7833472" y="4415972"/>
            <a:ext cx="32306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>
                <a:hlinkClick r:id="rId7"/>
              </a:rPr>
              <a:t>https://www.afdb.org/sites/default/files/corporate_procurement/cctp_-_remise_etat_ccia_-adb-itb-chgs-2021-0123_10_06_2021.pdf</a:t>
            </a:r>
            <a:endParaRPr lang="fr-FR" sz="1200" dirty="0"/>
          </a:p>
          <a:p>
            <a:pPr algn="ctr"/>
            <a:endParaRPr lang="fr-FR" sz="1200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xmlns="" id="{8699364D-90C7-2188-36C5-187B04FCD173}"/>
              </a:ext>
            </a:extLst>
          </p:cNvPr>
          <p:cNvSpPr/>
          <p:nvPr/>
        </p:nvSpPr>
        <p:spPr>
          <a:xfrm>
            <a:off x="5016400" y="179961"/>
            <a:ext cx="264300" cy="3176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85305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E2C7122C-E144-1CA0-B8E4-140273556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21AF27D0-8FCC-4AB1-3ACB-D24B29F30C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48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D3B1300C-CADC-EE8C-60A2-59AB6DDC57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7524C6AB-C183-2295-BE7D-5A6898AE1FA2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BDBEC717-F766-5E31-300B-BC6F5F8BA68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BF86B1B8-5D6F-8821-36D1-E90C6818C138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35EB1D76-87DA-D608-B24F-44956B5734FF}"/>
              </a:ext>
            </a:extLst>
          </p:cNvPr>
          <p:cNvSpPr txBox="1"/>
          <p:nvPr/>
        </p:nvSpPr>
        <p:spPr>
          <a:xfrm>
            <a:off x="4038600" y="1338948"/>
            <a:ext cx="87870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Documents de contrôle qualité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BFCBD534-83E2-33C5-176B-6EACC68A2DE9}"/>
              </a:ext>
            </a:extLst>
          </p:cNvPr>
          <p:cNvSpPr txBox="1"/>
          <p:nvPr/>
        </p:nvSpPr>
        <p:spPr>
          <a:xfrm>
            <a:off x="252663" y="3169412"/>
            <a:ext cx="492893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Rapports d’essais et de contrôle </a:t>
            </a:r>
            <a:r>
              <a:rPr lang="fr-FR" dirty="0"/>
              <a:t>: Tests réalisés sur les matériaux (béton, acier, isolants) et équipements pour garantir leur conformité.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Documents de réception des travaux : </a:t>
            </a:r>
            <a:r>
              <a:rPr lang="fr-FR" dirty="0"/>
              <a:t>Attestations de fin de chantier validant la conformité des ouvrages.</a:t>
            </a:r>
          </a:p>
        </p:txBody>
      </p:sp>
      <p:pic>
        <p:nvPicPr>
          <p:cNvPr id="23555" name="Picture 3" descr="Contenu du plan de surveillance">
            <a:extLst>
              <a:ext uri="{FF2B5EF4-FFF2-40B4-BE49-F238E27FC236}">
                <a16:creationId xmlns:a16="http://schemas.microsoft.com/office/drawing/2014/main" xmlns="" id="{2154B6B2-7689-01F3-453A-4713B15D2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2" y="3336445"/>
            <a:ext cx="3114675" cy="146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6233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5FF29207-D401-883E-E670-184005293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F3A7E5D5-5DAF-E504-70B6-E0A1E98174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49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A54AD6A5-E6A4-C0B4-14DB-8109ACFDB5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5EF02585-3A34-8073-6CDD-15978FC7746F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6B29AF86-3EE4-7B46-83C7-7A25610667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0DF4D364-B1B2-80EA-1927-C70148871181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xmlns="" id="{F2E08A87-2DEF-8463-B5F3-6F345DC8B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134760"/>
              </p:ext>
            </p:extLst>
          </p:nvPr>
        </p:nvGraphicFramePr>
        <p:xfrm>
          <a:off x="624157" y="1345010"/>
          <a:ext cx="10411324" cy="5626378"/>
        </p:xfrm>
        <a:graphic>
          <a:graphicData uri="http://schemas.openxmlformats.org/drawingml/2006/table">
            <a:tbl>
              <a:tblPr/>
              <a:tblGrid>
                <a:gridCol w="1487332">
                  <a:extLst>
                    <a:ext uri="{9D8B030D-6E8A-4147-A177-3AD203B41FA5}">
                      <a16:colId xmlns:a16="http://schemas.microsoft.com/office/drawing/2014/main" xmlns="" val="3357180398"/>
                    </a:ext>
                  </a:extLst>
                </a:gridCol>
                <a:gridCol w="1487332">
                  <a:extLst>
                    <a:ext uri="{9D8B030D-6E8A-4147-A177-3AD203B41FA5}">
                      <a16:colId xmlns:a16="http://schemas.microsoft.com/office/drawing/2014/main" xmlns="" val="1543263119"/>
                    </a:ext>
                  </a:extLst>
                </a:gridCol>
                <a:gridCol w="1487332">
                  <a:extLst>
                    <a:ext uri="{9D8B030D-6E8A-4147-A177-3AD203B41FA5}">
                      <a16:colId xmlns:a16="http://schemas.microsoft.com/office/drawing/2014/main" xmlns="" val="1047070029"/>
                    </a:ext>
                  </a:extLst>
                </a:gridCol>
                <a:gridCol w="1487332">
                  <a:extLst>
                    <a:ext uri="{9D8B030D-6E8A-4147-A177-3AD203B41FA5}">
                      <a16:colId xmlns:a16="http://schemas.microsoft.com/office/drawing/2014/main" xmlns="" val="2994872120"/>
                    </a:ext>
                  </a:extLst>
                </a:gridCol>
                <a:gridCol w="1487332">
                  <a:extLst>
                    <a:ext uri="{9D8B030D-6E8A-4147-A177-3AD203B41FA5}">
                      <a16:colId xmlns:a16="http://schemas.microsoft.com/office/drawing/2014/main" xmlns="" val="3021085782"/>
                    </a:ext>
                  </a:extLst>
                </a:gridCol>
                <a:gridCol w="1487332">
                  <a:extLst>
                    <a:ext uri="{9D8B030D-6E8A-4147-A177-3AD203B41FA5}">
                      <a16:colId xmlns:a16="http://schemas.microsoft.com/office/drawing/2014/main" xmlns="" val="341130612"/>
                    </a:ext>
                  </a:extLst>
                </a:gridCol>
                <a:gridCol w="1487332">
                  <a:extLst>
                    <a:ext uri="{9D8B030D-6E8A-4147-A177-3AD203B41FA5}">
                      <a16:colId xmlns:a16="http://schemas.microsoft.com/office/drawing/2014/main" xmlns="" val="1167139190"/>
                    </a:ext>
                  </a:extLst>
                </a:gridCol>
              </a:tblGrid>
              <a:tr h="713334"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Aspect</a:t>
                      </a:r>
                      <a:endParaRPr lang="fr-FR" sz="14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Bonnes pratiques</a:t>
                      </a:r>
                      <a:endParaRPr lang="fr-FR" sz="14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Règles professionnelles</a:t>
                      </a:r>
                      <a:endParaRPr lang="fr-FR" sz="14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Normes</a:t>
                      </a:r>
                      <a:endParaRPr lang="fr-FR" sz="140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DTU</a:t>
                      </a:r>
                      <a:endParaRPr lang="fr-FR" sz="14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ISO</a:t>
                      </a:r>
                      <a:endParaRPr lang="fr-FR" sz="14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Avis technique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08105519"/>
                  </a:ext>
                </a:extLst>
              </a:tr>
              <a:tr h="285334"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Statut</a:t>
                      </a:r>
                      <a:endParaRPr lang="fr-FR" sz="14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Informel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Semi-officiel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Officiel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Officiel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Officiel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Officiel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40949748"/>
                  </a:ext>
                </a:extLst>
              </a:tr>
              <a:tr h="713334"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Élaboration</a:t>
                      </a:r>
                      <a:endParaRPr lang="fr-FR" sz="14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Pratiques empiriques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Associations professionnelles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Organismes nationaux/internationaux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CSTB, professionnels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ISO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Élaboré par des experts ou organismes spécialisés (ex. CSTB)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86349912"/>
                  </a:ext>
                </a:extLst>
              </a:tr>
              <a:tr h="713334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Portée</a:t>
                      </a:r>
                      <a:endParaRPr lang="fr-FR" sz="140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Localisée, spécifique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Nationale ou sectorielle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Nationale/Européenne/Internationale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France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Internationale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Nationale ou sectorielle</a:t>
                      </a:r>
                    </a:p>
                    <a:p>
                      <a:pPr algn="ctr"/>
                      <a:endParaRPr lang="fr-FR" sz="14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90131833"/>
                  </a:ext>
                </a:extLst>
              </a:tr>
              <a:tr h="499334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Contenu</a:t>
                      </a:r>
                      <a:endParaRPr lang="fr-FR" sz="140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Méthodes pratiques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Exigences minimales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Exigences techniques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Exigences techniques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Standards harmonisés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performances, essais réalisés, modes d'utilisation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69599823"/>
                  </a:ext>
                </a:extLst>
              </a:tr>
              <a:tr h="713334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Rôle légal</a:t>
                      </a:r>
                      <a:endParaRPr lang="fr-FR" sz="140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Aucun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Référence possible en litige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Obligatoire si réglementé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Obligatoire si mentionnée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Souvent volontaire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conformité d’un produit ou procédé vis-à-vis des réglementations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08312434"/>
                  </a:ext>
                </a:extLst>
              </a:tr>
              <a:tr h="713334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Exemple</a:t>
                      </a:r>
                      <a:endParaRPr lang="fr-FR" sz="140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Astuces de chantier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Règles pour les charpentes bois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EN 199x (Eurocodes)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DTU 13.3 (fondations)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ISO 9001 (qualité)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err="1"/>
                        <a:t>Biosys</a:t>
                      </a:r>
                      <a:endParaRPr lang="fr-FR" sz="14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22287042"/>
                  </a:ext>
                </a:extLst>
              </a:tr>
            </a:tbl>
          </a:graphicData>
        </a:graphic>
      </p:graphicFrame>
      <p:sp>
        <p:nvSpPr>
          <p:cNvPr id="13" name="ZoneTexte 12">
            <a:extLst>
              <a:ext uri="{FF2B5EF4-FFF2-40B4-BE49-F238E27FC236}">
                <a16:creationId xmlns:a16="http://schemas.microsoft.com/office/drawing/2014/main" xmlns="" id="{B8B51E31-6F4F-940C-B491-75F8C8C01C45}"/>
              </a:ext>
            </a:extLst>
          </p:cNvPr>
          <p:cNvSpPr txBox="1"/>
          <p:nvPr/>
        </p:nvSpPr>
        <p:spPr>
          <a:xfrm>
            <a:off x="3400927" y="982905"/>
            <a:ext cx="62385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Documents techniques de références 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xmlns="" id="{CC03B19C-D7DA-98A2-46CB-6F02EDEB70C0}"/>
              </a:ext>
            </a:extLst>
          </p:cNvPr>
          <p:cNvSpPr/>
          <p:nvPr/>
        </p:nvSpPr>
        <p:spPr>
          <a:xfrm>
            <a:off x="5086267" y="250563"/>
            <a:ext cx="264300" cy="3176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94168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2F586C0D-9523-EEE7-DC72-9A83D3A63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3D00731-BD81-5992-600F-CD89AE56ED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50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277B8AD8-3BA7-85EB-092E-0CF7AC3F3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CDCDFCC5-EF6D-A0A0-519E-8934B2F181CC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016C6E82-5037-80B5-28A5-2BC11FE9BBD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0E4DC0EB-7CCE-5741-0A54-26856721D961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C76536DF-71CD-66E5-AB52-71C5AD45A86E}"/>
              </a:ext>
            </a:extLst>
          </p:cNvPr>
          <p:cNvSpPr txBox="1"/>
          <p:nvPr/>
        </p:nvSpPr>
        <p:spPr>
          <a:xfrm>
            <a:off x="3368843" y="1376496"/>
            <a:ext cx="62385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Documents techniques de références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20A60775-411E-1872-D739-C6BE72F26279}"/>
              </a:ext>
            </a:extLst>
          </p:cNvPr>
          <p:cNvSpPr txBox="1"/>
          <p:nvPr/>
        </p:nvSpPr>
        <p:spPr>
          <a:xfrm>
            <a:off x="485275" y="2835371"/>
            <a:ext cx="527384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/>
              <a:t>Bonnes Pratiques : </a:t>
            </a:r>
            <a:r>
              <a:rPr lang="fr-FR" u="sng" dirty="0"/>
              <a:t>Recommandations informelles issues de l’expérience terrain</a:t>
            </a:r>
            <a:r>
              <a:rPr lang="fr-FR" dirty="0"/>
              <a:t>, utiles pour améliorer la qualité et éviter les erreurs.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/>
              <a:t>Règles Professionnelles : </a:t>
            </a:r>
            <a:r>
              <a:rPr lang="fr-FR" u="sng" dirty="0"/>
              <a:t>Formalisation des bonnes pratiques</a:t>
            </a:r>
            <a:r>
              <a:rPr lang="fr-FR" dirty="0"/>
              <a:t> en l’absence de normes, validées par les métiers concernés.</a:t>
            </a:r>
            <a:r>
              <a:rPr lang="fr-FR" b="1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/>
              <a:t>Avis Techniques : </a:t>
            </a:r>
            <a:r>
              <a:rPr lang="fr-FR" u="sng" dirty="0"/>
              <a:t>Émis par des organismes comme le CSTB,</a:t>
            </a:r>
            <a:r>
              <a:rPr lang="fr-FR" dirty="0"/>
              <a:t> ils valident </a:t>
            </a:r>
            <a:r>
              <a:rPr lang="fr-FR" u="sng" dirty="0"/>
              <a:t>l’usage de produits </a:t>
            </a:r>
            <a:r>
              <a:rPr lang="fr-FR" dirty="0"/>
              <a:t>ou </a:t>
            </a:r>
            <a:r>
              <a:rPr lang="fr-FR" u="sng" dirty="0"/>
              <a:t>procédés innovants non couverts par les normes ou DTU.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57E4323A-E100-7707-103B-E78B88F340DA}"/>
              </a:ext>
            </a:extLst>
          </p:cNvPr>
          <p:cNvSpPr txBox="1"/>
          <p:nvPr/>
        </p:nvSpPr>
        <p:spPr>
          <a:xfrm>
            <a:off x="7080753" y="2973870"/>
            <a:ext cx="447574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Normes : </a:t>
            </a:r>
            <a:r>
              <a:rPr lang="fr-FR" u="sng" dirty="0"/>
              <a:t>Références officielles nationales (NF), européennes (EN) ou internationales (ISO), </a:t>
            </a:r>
            <a:r>
              <a:rPr lang="fr-FR" dirty="0"/>
              <a:t>garantissant </a:t>
            </a:r>
            <a:r>
              <a:rPr lang="fr-FR" u="sng" dirty="0"/>
              <a:t>qualité, sécurité et compatibilité.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DTU : </a:t>
            </a:r>
            <a:r>
              <a:rPr lang="fr-FR" dirty="0"/>
              <a:t>Normes françaises spécifiques au bâtiment, </a:t>
            </a:r>
            <a:r>
              <a:rPr lang="fr-FR" u="sng" dirty="0"/>
              <a:t>couvrant 37 domaines pour assurer la conformité et la qualité </a:t>
            </a:r>
            <a:r>
              <a:rPr lang="fr-FR" dirty="0"/>
              <a:t>des ouvrages.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xmlns="" id="{5B49A376-D7C0-9593-5E22-9ECBDEF30BFB}"/>
              </a:ext>
            </a:extLst>
          </p:cNvPr>
          <p:cNvSpPr/>
          <p:nvPr/>
        </p:nvSpPr>
        <p:spPr>
          <a:xfrm>
            <a:off x="5086267" y="250563"/>
            <a:ext cx="264300" cy="3176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27252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332EFD08-D0DA-E7A0-FD45-FE0E8F705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3DDBCFBF-D3A7-28A5-EB1C-64CFB83FC5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51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1167D4BD-8363-5275-0FD2-D5724E04F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738A374E-6EDD-0054-2188-65BF580D2A78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475C676D-D627-4C9A-2304-F601F39C3D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968F75BA-C59D-8D6B-059B-350E6647AE68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D40012F4-8898-DF6C-C230-514D20FD8C9D}"/>
              </a:ext>
            </a:extLst>
          </p:cNvPr>
          <p:cNvSpPr txBox="1"/>
          <p:nvPr/>
        </p:nvSpPr>
        <p:spPr>
          <a:xfrm>
            <a:off x="4038600" y="1244515"/>
            <a:ext cx="87870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Bonnes pratiques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43A5DA21-81EA-960C-7DAD-2DB8CE1E4993}"/>
              </a:ext>
            </a:extLst>
          </p:cNvPr>
          <p:cNvSpPr txBox="1"/>
          <p:nvPr/>
        </p:nvSpPr>
        <p:spPr>
          <a:xfrm>
            <a:off x="240632" y="2121409"/>
            <a:ext cx="453590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Un </a:t>
            </a:r>
            <a:r>
              <a:rPr lang="fr-FR" b="1" dirty="0"/>
              <a:t>guide de bonne pratique</a:t>
            </a:r>
            <a:r>
              <a:rPr lang="fr-FR" dirty="0"/>
              <a:t> dans la construction est un document non contraignant qui propose des </a:t>
            </a:r>
            <a:r>
              <a:rPr lang="fr-FR" b="1" dirty="0"/>
              <a:t>recommandations basées sur l’expérience terrain</a:t>
            </a:r>
            <a:r>
              <a:rPr lang="fr-FR" dirty="0"/>
              <a:t>, </a:t>
            </a:r>
            <a:r>
              <a:rPr lang="fr-FR" b="1" dirty="0"/>
              <a:t>les retours d’experts et les usages courants</a:t>
            </a:r>
            <a:r>
              <a:rPr lang="fr-FR" dirty="0"/>
              <a:t>. Il vise à améliorer la </a:t>
            </a:r>
            <a:r>
              <a:rPr lang="fr-FR" b="1" dirty="0"/>
              <a:t>qualité des réalisations</a:t>
            </a:r>
            <a:r>
              <a:rPr lang="fr-FR" dirty="0"/>
              <a:t>, à </a:t>
            </a:r>
            <a:r>
              <a:rPr lang="fr-FR" b="1" dirty="0"/>
              <a:t>prévenir les erreurs</a:t>
            </a:r>
            <a:r>
              <a:rPr lang="fr-FR" dirty="0"/>
              <a:t>, et à </a:t>
            </a:r>
            <a:r>
              <a:rPr lang="fr-FR" b="1" dirty="0"/>
              <a:t>promouvoir des méthodes éprouvées</a:t>
            </a:r>
            <a:r>
              <a:rPr lang="fr-FR" dirty="0"/>
              <a:t> pour la conception, la </a:t>
            </a:r>
            <a:r>
              <a:rPr lang="fr-FR" b="1" dirty="0"/>
              <a:t>mise en œuvre et l'entretien des ouvrages</a:t>
            </a:r>
            <a:r>
              <a:rPr lang="fr-FR" dirty="0"/>
              <a:t>. Contrairement aux normes ou aux règlements, il n’a </a:t>
            </a:r>
            <a:r>
              <a:rPr lang="fr-FR" b="1" dirty="0"/>
              <a:t>pas de valeur obligatoire </a:t>
            </a:r>
            <a:r>
              <a:rPr lang="fr-FR" dirty="0"/>
              <a:t>mais sert de référence </a:t>
            </a:r>
            <a:r>
              <a:rPr lang="fr-FR" b="1" dirty="0"/>
              <a:t>pour orienter les professionnels vers des solutions pratiques et efficaces.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xmlns="" id="{9A5320DD-C6F5-F3C0-9E43-02CB816E8D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071" y="2117322"/>
            <a:ext cx="3924848" cy="3496163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xmlns="" id="{547CB75A-E343-5661-1A30-F9F754682180}"/>
              </a:ext>
            </a:extLst>
          </p:cNvPr>
          <p:cNvSpPr txBox="1"/>
          <p:nvPr/>
        </p:nvSpPr>
        <p:spPr>
          <a:xfrm>
            <a:off x="6989071" y="5617686"/>
            <a:ext cx="4114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hlinkClick r:id="rId6"/>
              </a:rPr>
              <a:t>https://www.fib.org/wp-content/uploads/2020/04/Guide-de-bonnes-pratiques-Maconnerie-BD-Web.pdf</a:t>
            </a:r>
            <a:endParaRPr lang="fr-FR" dirty="0"/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535196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0392564B-0127-C15A-76DE-02308E0D5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F61D7F0-A6C1-6212-C0B1-742A163E23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52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DDAF5B93-E3DE-DB61-ABF3-6EAA793C9D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9E68FC91-E60F-FF7E-D020-7BB76AB167E2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725700FA-A536-25A9-EDF2-B58ED1DA6E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8E6BC9E5-C813-8B77-F924-C711F06831BB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23EA65E0-9587-F337-B25D-EFE9E3DCB603}"/>
              </a:ext>
            </a:extLst>
          </p:cNvPr>
          <p:cNvSpPr txBox="1"/>
          <p:nvPr/>
        </p:nvSpPr>
        <p:spPr>
          <a:xfrm>
            <a:off x="4038600" y="1244515"/>
            <a:ext cx="87870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Règles professionnelles </a:t>
            </a:r>
          </a:p>
        </p:txBody>
      </p:sp>
      <p:pic>
        <p:nvPicPr>
          <p:cNvPr id="9218" name="Picture 2" descr="Règles professionnelles de construction en paille - Collectif Groupe... -  Librairie Eyrolles">
            <a:extLst>
              <a:ext uri="{FF2B5EF4-FFF2-40B4-BE49-F238E27FC236}">
                <a16:creationId xmlns:a16="http://schemas.microsoft.com/office/drawing/2014/main" xmlns="" id="{C4843D2F-BA77-28B8-BEDB-6BB79A5C8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986" y="2341533"/>
            <a:ext cx="1269772" cy="179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E884ECD9-A4BE-7A69-ADB3-B7C14D690F32}"/>
              </a:ext>
            </a:extLst>
          </p:cNvPr>
          <p:cNvSpPr txBox="1"/>
          <p:nvPr/>
        </p:nvSpPr>
        <p:spPr>
          <a:xfrm>
            <a:off x="6486993" y="2128273"/>
            <a:ext cx="570500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Spécifications techniques et mises en œuvre : </a:t>
            </a:r>
            <a:r>
              <a:rPr lang="fr-FR" dirty="0"/>
              <a:t>Description des caractéristiques de la paille (densité, humidité, dimensions) et des techniques comme l'ossature bois remplie de paille, la construction porteuse, et l'isolation en panneaux.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Conseils pratiques : </a:t>
            </a:r>
            <a:r>
              <a:rPr lang="fr-FR" dirty="0"/>
              <a:t>Recommandations pour le stockage, la manipulation, et la protection de la paille contre l’humidité et les nuisibles, afin de garantir sa durabilité.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Performances et exemples pratiques : </a:t>
            </a:r>
            <a:r>
              <a:rPr lang="fr-FR" dirty="0"/>
              <a:t>Analyse des performances thermiques et acoustiques, conformité aux normes environnementales, et illustrations avec des schémas et projets concrets pour guider les professionnels.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77991743-62C6-E387-D458-78E6BCAC4742}"/>
              </a:ext>
            </a:extLst>
          </p:cNvPr>
          <p:cNvSpPr txBox="1"/>
          <p:nvPr/>
        </p:nvSpPr>
        <p:spPr>
          <a:xfrm>
            <a:off x="93808" y="2452088"/>
            <a:ext cx="431532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Une </a:t>
            </a:r>
            <a:r>
              <a:rPr lang="fr-FR" b="1" dirty="0"/>
              <a:t>règle professionnelle</a:t>
            </a:r>
            <a:r>
              <a:rPr lang="fr-FR" dirty="0"/>
              <a:t> dans la construction est un </a:t>
            </a:r>
            <a:r>
              <a:rPr lang="fr-FR" b="1" dirty="0"/>
              <a:t>document rédigé par une organisation professionnelle, une association ou un syndicat d’experts</a:t>
            </a:r>
            <a:r>
              <a:rPr lang="fr-FR" dirty="0"/>
              <a:t>, qui </a:t>
            </a:r>
            <a:r>
              <a:rPr lang="fr-FR" b="1" dirty="0"/>
              <a:t>formalise les pratiques courantes </a:t>
            </a:r>
            <a:r>
              <a:rPr lang="fr-FR" dirty="0"/>
              <a:t>et </a:t>
            </a:r>
            <a:r>
              <a:rPr lang="fr-FR" b="1" dirty="0"/>
              <a:t>reconnues </a:t>
            </a:r>
            <a:r>
              <a:rPr lang="fr-FR" dirty="0"/>
              <a:t>dans un domaine spécifique de la construction. Ces règles visent à </a:t>
            </a:r>
            <a:r>
              <a:rPr lang="fr-FR" b="1" dirty="0"/>
              <a:t>combler l'absence de normes officielles </a:t>
            </a:r>
            <a:r>
              <a:rPr lang="fr-FR" dirty="0"/>
              <a:t>dans certains secteurs ou pour des techniques particulières. Elles </a:t>
            </a:r>
            <a:r>
              <a:rPr lang="fr-FR" b="1" dirty="0"/>
              <a:t>établissent des exigences minimales en matière de conception</a:t>
            </a:r>
            <a:r>
              <a:rPr lang="fr-FR" dirty="0"/>
              <a:t>, </a:t>
            </a:r>
            <a:r>
              <a:rPr lang="fr-FR" b="1" dirty="0"/>
              <a:t>de mise en œuvre et d'entretien des ouvrages</a:t>
            </a:r>
          </a:p>
        </p:txBody>
      </p:sp>
    </p:spTree>
    <p:extLst>
      <p:ext uri="{BB962C8B-B14F-4D97-AF65-F5344CB8AC3E}">
        <p14:creationId xmlns:p14="http://schemas.microsoft.com/office/powerpoint/2010/main" val="29374420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16E25042-7AE6-618B-B272-9AFA2A369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6D160E78-9695-3AFF-87A9-D4A49FED5E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53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96FCED46-A85D-20A3-4385-B91C14208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C61E37D5-3891-364A-324C-59BDC9C29F05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304C4904-9CDF-5F05-2D5C-768C13452CA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5515FAD5-C2E2-4FBE-4D1F-EBBC03616662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B03440E5-ED7D-AF15-EAAB-1F93558BE972}"/>
              </a:ext>
            </a:extLst>
          </p:cNvPr>
          <p:cNvSpPr txBox="1"/>
          <p:nvPr/>
        </p:nvSpPr>
        <p:spPr>
          <a:xfrm>
            <a:off x="4038600" y="1244515"/>
            <a:ext cx="87870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Règles professionnelles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FC5801F3-F6C6-343B-5285-E89739B52C43}"/>
              </a:ext>
            </a:extLst>
          </p:cNvPr>
          <p:cNvSpPr txBox="1"/>
          <p:nvPr/>
        </p:nvSpPr>
        <p:spPr>
          <a:xfrm>
            <a:off x="93808" y="2452088"/>
            <a:ext cx="431532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Une </a:t>
            </a:r>
            <a:r>
              <a:rPr lang="fr-FR" b="1" dirty="0"/>
              <a:t>règle professionnelle</a:t>
            </a:r>
            <a:r>
              <a:rPr lang="fr-FR" dirty="0"/>
              <a:t> dans la construction est un </a:t>
            </a:r>
            <a:r>
              <a:rPr lang="fr-FR" b="1" dirty="0"/>
              <a:t>document rédigé par une organisation professionnelle, une association ou un syndicat d’experts</a:t>
            </a:r>
            <a:r>
              <a:rPr lang="fr-FR" dirty="0"/>
              <a:t>, qui </a:t>
            </a:r>
            <a:r>
              <a:rPr lang="fr-FR" b="1" dirty="0"/>
              <a:t>formalise les pratiques courantes </a:t>
            </a:r>
            <a:r>
              <a:rPr lang="fr-FR" dirty="0"/>
              <a:t>et </a:t>
            </a:r>
            <a:r>
              <a:rPr lang="fr-FR" b="1" dirty="0"/>
              <a:t>reconnues </a:t>
            </a:r>
            <a:r>
              <a:rPr lang="fr-FR" dirty="0"/>
              <a:t>dans un domaine spécifique de la construction. Ces règles visent à </a:t>
            </a:r>
            <a:r>
              <a:rPr lang="fr-FR" b="1" dirty="0"/>
              <a:t>combler l'absence de normes officielles </a:t>
            </a:r>
            <a:r>
              <a:rPr lang="fr-FR" dirty="0"/>
              <a:t>dans certains secteurs ou pour des techniques particulières. Elles </a:t>
            </a:r>
            <a:r>
              <a:rPr lang="fr-FR" b="1" dirty="0"/>
              <a:t>établissent des exigences minimales en matière de conception</a:t>
            </a:r>
            <a:r>
              <a:rPr lang="fr-FR" dirty="0"/>
              <a:t>, </a:t>
            </a:r>
            <a:r>
              <a:rPr lang="fr-FR" b="1" dirty="0"/>
              <a:t>de mise en œuvre et d'entretien des ouvrages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xmlns="" id="{A63EC67F-CD09-7D96-9717-EF12BEF38E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24748"/>
          <a:stretch/>
        </p:blipFill>
        <p:spPr>
          <a:xfrm>
            <a:off x="5266475" y="2710725"/>
            <a:ext cx="6087325" cy="270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9189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0C3BB057-650E-88B5-42EE-7FECAEEDE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8069C42-5633-3AB3-AD9C-3F1105544B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54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EEF9A646-B559-E427-414F-DFB60C4CE8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78E4DBE5-F6DC-1E03-B707-26F5000454E9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E54DD5B9-5ABF-AB54-8807-FDAA44C1372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D2C8A42B-E156-692D-2A20-64312C5884C1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2A307F27-414A-7873-2608-A8E6BD436954}"/>
              </a:ext>
            </a:extLst>
          </p:cNvPr>
          <p:cNvSpPr txBox="1"/>
          <p:nvPr/>
        </p:nvSpPr>
        <p:spPr>
          <a:xfrm>
            <a:off x="4038600" y="1244515"/>
            <a:ext cx="87870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Avis technique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156452E6-5184-7179-E504-686A8129C576}"/>
              </a:ext>
            </a:extLst>
          </p:cNvPr>
          <p:cNvSpPr txBox="1"/>
          <p:nvPr/>
        </p:nvSpPr>
        <p:spPr>
          <a:xfrm>
            <a:off x="267997" y="2281338"/>
            <a:ext cx="397625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Un </a:t>
            </a:r>
            <a:r>
              <a:rPr lang="fr-FR" b="1" dirty="0"/>
              <a:t>avis technique (</a:t>
            </a:r>
            <a:r>
              <a:rPr lang="fr-FR" b="1" dirty="0" err="1"/>
              <a:t>ATec</a:t>
            </a:r>
            <a:r>
              <a:rPr lang="fr-FR" b="1" dirty="0"/>
              <a:t>)</a:t>
            </a:r>
            <a:r>
              <a:rPr lang="fr-FR" dirty="0"/>
              <a:t> est une évaluation </a:t>
            </a:r>
            <a:r>
              <a:rPr lang="fr-FR" b="1" dirty="0"/>
              <a:t>officielle validant la fiabilité, la performance et la conformité réglementaire </a:t>
            </a:r>
            <a:r>
              <a:rPr lang="fr-FR" u="sng" dirty="0"/>
              <a:t>d’un produit ou procédé innovant </a:t>
            </a:r>
            <a:r>
              <a:rPr lang="fr-FR" dirty="0"/>
              <a:t>en construction. Élaboré par des organismes spécialisés (ex. CSTB), il décrit les </a:t>
            </a:r>
            <a:r>
              <a:rPr lang="fr-FR" u="sng" dirty="0"/>
              <a:t>performances, les conditions d’utilisation et les résultats d’essais</a:t>
            </a:r>
            <a:r>
              <a:rPr lang="fr-FR" dirty="0"/>
              <a:t>. Non obligatoire, il facilite </a:t>
            </a:r>
            <a:r>
              <a:rPr lang="fr-FR" u="sng" dirty="0"/>
              <a:t>l’intégration des innovations</a:t>
            </a:r>
            <a:r>
              <a:rPr lang="fr-FR" dirty="0"/>
              <a:t>, garantit la </a:t>
            </a:r>
            <a:r>
              <a:rPr lang="fr-FR" u="sng" dirty="0"/>
              <a:t>sécurité et favorise l’assurabilité </a:t>
            </a:r>
            <a:r>
              <a:rPr lang="fr-FR" dirty="0"/>
              <a:t>des projets. 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xmlns="" id="{5D54E908-86A3-02CB-AB88-4EB46949E2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28285" y="2750640"/>
            <a:ext cx="5295718" cy="3117154"/>
          </a:xfrm>
          <a:prstGeom prst="rect">
            <a:avLst/>
          </a:prstGeom>
        </p:spPr>
      </p:pic>
      <p:pic>
        <p:nvPicPr>
          <p:cNvPr id="1026" name="Picture 2" descr="Bloc de béton de chanvre : Avis technique | Biosys">
            <a:extLst>
              <a:ext uri="{FF2B5EF4-FFF2-40B4-BE49-F238E27FC236}">
                <a16:creationId xmlns:a16="http://schemas.microsoft.com/office/drawing/2014/main" xmlns="" id="{D60B5F15-358D-F6D6-3D08-11416A2ED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905" y="3429000"/>
            <a:ext cx="1732094" cy="1292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40529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272B2A59-FD05-D409-44AB-09C2CC4C6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A7598C44-C280-1772-64E7-2A8A8EB0DE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55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8B24FC56-CC22-F381-FB09-75768F7696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FD919766-4E9C-0435-BAFC-5617E21355DA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F0C94867-E3AC-7F5F-7840-7896F07464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09029B9A-1245-2615-F539-82C3E2712DEF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33557248-AF52-416D-C916-3248B07E3F0F}"/>
              </a:ext>
            </a:extLst>
          </p:cNvPr>
          <p:cNvSpPr txBox="1"/>
          <p:nvPr/>
        </p:nvSpPr>
        <p:spPr>
          <a:xfrm>
            <a:off x="5161547" y="1257601"/>
            <a:ext cx="87870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Normes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xmlns="" id="{DB10DA7E-F8C5-07DB-2D3E-BB0C990ED127}"/>
              </a:ext>
            </a:extLst>
          </p:cNvPr>
          <p:cNvSpPr txBox="1"/>
          <p:nvPr/>
        </p:nvSpPr>
        <p:spPr>
          <a:xfrm>
            <a:off x="5870393" y="2392026"/>
            <a:ext cx="625926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fr-FR" sz="1600" b="1" dirty="0"/>
              <a:t>Caractère normatif :</a:t>
            </a:r>
            <a:r>
              <a:rPr lang="fr-FR" sz="1600" dirty="0"/>
              <a:t> Elles fixent des critères précis, mesurables et conformes aux standards en vigueur pour guider la conception et la construction des ouvrages.</a:t>
            </a:r>
          </a:p>
          <a:p>
            <a:pPr>
              <a:buFont typeface="+mj-lt"/>
              <a:buAutoNum type="arabicPeriod"/>
            </a:pPr>
            <a:r>
              <a:rPr lang="fr-FR" sz="1600" b="1" dirty="0"/>
              <a:t>Référence technique :</a:t>
            </a:r>
            <a:r>
              <a:rPr lang="fr-FR" sz="1600" dirty="0"/>
              <a:t> Elles servent de cadre pour les ingénieurs, les architectes et les entreprises de construction afin de garantir la conformité aux réglementations applicables.</a:t>
            </a:r>
          </a:p>
          <a:p>
            <a:pPr>
              <a:buFont typeface="+mj-lt"/>
              <a:buAutoNum type="arabicPeriod"/>
            </a:pPr>
            <a:r>
              <a:rPr lang="fr-FR" sz="1600" b="1" dirty="0"/>
              <a:t>Exigences détaillées :</a:t>
            </a:r>
            <a:r>
              <a:rPr lang="fr-FR" sz="1600" dirty="0"/>
              <a:t> Ces normes précisent les caractéristiques des matériaux, des systèmes constructifs, des dimensions et des performances attendues (exemples : résistance sismique, isolation thermique).</a:t>
            </a:r>
          </a:p>
          <a:p>
            <a:pPr>
              <a:buFont typeface="+mj-lt"/>
              <a:buAutoNum type="arabicPeriod"/>
            </a:pPr>
            <a:r>
              <a:rPr lang="fr-FR" sz="1600" b="1" dirty="0"/>
              <a:t>Évolution continue :</a:t>
            </a:r>
            <a:r>
              <a:rPr lang="fr-FR" sz="1600" dirty="0"/>
              <a:t> Actualisées régulièrement, elles intègrent les progrès techniques et scientifiques, devenant ainsi des références incontournables dans les rapports et projets techniques.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ED3285BE-988D-ABF2-0D7D-62CB5E17EC6E}"/>
              </a:ext>
            </a:extLst>
          </p:cNvPr>
          <p:cNvSpPr txBox="1"/>
          <p:nvPr/>
        </p:nvSpPr>
        <p:spPr>
          <a:xfrm>
            <a:off x="509337" y="2268039"/>
            <a:ext cx="423912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Les </a:t>
            </a:r>
            <a:r>
              <a:rPr lang="fr-FR" b="1" dirty="0"/>
              <a:t>normes de conception </a:t>
            </a:r>
            <a:r>
              <a:rPr lang="fr-FR" dirty="0"/>
              <a:t>des bâtiments constituent des documents techniques essentiels. Elles définissent des </a:t>
            </a:r>
            <a:r>
              <a:rPr lang="fr-FR" b="1" dirty="0"/>
              <a:t>recommandations, des spécifications</a:t>
            </a:r>
            <a:r>
              <a:rPr lang="fr-FR" dirty="0"/>
              <a:t>, ainsi que des</a:t>
            </a:r>
            <a:r>
              <a:rPr lang="fr-FR" b="1" dirty="0"/>
              <a:t> exigences techniques à respecter </a:t>
            </a:r>
            <a:r>
              <a:rPr lang="fr-FR" dirty="0"/>
              <a:t>durant les </a:t>
            </a:r>
            <a:r>
              <a:rPr lang="fr-FR" b="1" dirty="0"/>
              <a:t>phases de conception</a:t>
            </a:r>
            <a:r>
              <a:rPr lang="fr-FR" dirty="0"/>
              <a:t>, de </a:t>
            </a:r>
            <a:r>
              <a:rPr lang="fr-FR" b="1" dirty="0"/>
              <a:t>construction et d’entretien des ouvrages</a:t>
            </a:r>
            <a:r>
              <a:rPr lang="fr-FR" dirty="0"/>
              <a:t>. Leur objectif principal est d’assurer la </a:t>
            </a:r>
            <a:r>
              <a:rPr lang="fr-FR" b="1" dirty="0"/>
              <a:t>sécurité, la qualité, la durabilité</a:t>
            </a:r>
            <a:r>
              <a:rPr lang="fr-FR" dirty="0"/>
              <a:t>, ainsi que, dans certains cas, </a:t>
            </a:r>
            <a:r>
              <a:rPr lang="fr-FR" b="1" dirty="0"/>
              <a:t>l’efficacité énergétique</a:t>
            </a:r>
            <a:r>
              <a:rPr lang="fr-FR" dirty="0"/>
              <a:t> des bâtiments.</a:t>
            </a:r>
          </a:p>
        </p:txBody>
      </p:sp>
    </p:spTree>
    <p:extLst>
      <p:ext uri="{BB962C8B-B14F-4D97-AF65-F5344CB8AC3E}">
        <p14:creationId xmlns:p14="http://schemas.microsoft.com/office/powerpoint/2010/main" val="7571734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E47EFC85-A2F4-09EF-3228-76B17D62F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28E96EA6-8F8E-85F3-7B02-F5D9090066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56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4A7F7D33-2525-65D8-F4C8-438FE95FCE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B9F9A29D-019F-46C2-002F-FC204196C8D8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186668B6-6D43-E0BF-FC9A-7FBFE14CBA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75B0CE33-89B8-2765-3D16-C1828C5E4F47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927C76E3-ADE0-3699-9DD9-151968AB4DD4}"/>
              </a:ext>
            </a:extLst>
          </p:cNvPr>
          <p:cNvSpPr txBox="1"/>
          <p:nvPr/>
        </p:nvSpPr>
        <p:spPr>
          <a:xfrm>
            <a:off x="5161547" y="1257601"/>
            <a:ext cx="87870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Normes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03E9485E-4473-4689-21B2-C164DC7B6556}"/>
              </a:ext>
            </a:extLst>
          </p:cNvPr>
          <p:cNvSpPr txBox="1"/>
          <p:nvPr/>
        </p:nvSpPr>
        <p:spPr>
          <a:xfrm>
            <a:off x="509337" y="2268039"/>
            <a:ext cx="423912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Les </a:t>
            </a:r>
            <a:r>
              <a:rPr lang="fr-FR" b="1" dirty="0"/>
              <a:t>normes de conception </a:t>
            </a:r>
            <a:r>
              <a:rPr lang="fr-FR" dirty="0"/>
              <a:t>des bâtiments constituent des documents techniques essentiels. Elles définissent des </a:t>
            </a:r>
            <a:r>
              <a:rPr lang="fr-FR" b="1" dirty="0"/>
              <a:t>recommandations, des spécifications</a:t>
            </a:r>
            <a:r>
              <a:rPr lang="fr-FR" dirty="0"/>
              <a:t>, ainsi que des</a:t>
            </a:r>
            <a:r>
              <a:rPr lang="fr-FR" b="1" dirty="0"/>
              <a:t> exigences techniques à respecter </a:t>
            </a:r>
            <a:r>
              <a:rPr lang="fr-FR" dirty="0"/>
              <a:t>durant les </a:t>
            </a:r>
            <a:r>
              <a:rPr lang="fr-FR" b="1" dirty="0"/>
              <a:t>phases de conception</a:t>
            </a:r>
            <a:r>
              <a:rPr lang="fr-FR" dirty="0"/>
              <a:t>, de </a:t>
            </a:r>
            <a:r>
              <a:rPr lang="fr-FR" b="1" dirty="0"/>
              <a:t>construction et d’entretien des ouvrages</a:t>
            </a:r>
            <a:r>
              <a:rPr lang="fr-FR" dirty="0"/>
              <a:t>. Leur objectif principal est d’assurer la </a:t>
            </a:r>
            <a:r>
              <a:rPr lang="fr-FR" b="1" dirty="0"/>
              <a:t>sécurité, la qualité, la durabilité</a:t>
            </a:r>
            <a:r>
              <a:rPr lang="fr-FR" dirty="0"/>
              <a:t>, ainsi que, dans certains cas, </a:t>
            </a:r>
            <a:r>
              <a:rPr lang="fr-FR" b="1" dirty="0"/>
              <a:t>l’efficacité énergétique</a:t>
            </a:r>
            <a:r>
              <a:rPr lang="fr-FR" dirty="0"/>
              <a:t> des bâtiments.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151EE0EA-96C6-6523-50CD-6AB9474D6E22}"/>
              </a:ext>
            </a:extLst>
          </p:cNvPr>
          <p:cNvSpPr txBox="1"/>
          <p:nvPr/>
        </p:nvSpPr>
        <p:spPr>
          <a:xfrm>
            <a:off x="5827294" y="2763726"/>
            <a:ext cx="556661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Eurocodes (EN 199x) : </a:t>
            </a:r>
            <a:r>
              <a:rPr lang="fr-FR" dirty="0"/>
              <a:t>Normes européennes pour le calcul des structures.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NF DTU (Documents Techniques Unifiés) </a:t>
            </a:r>
            <a:r>
              <a:rPr lang="fr-FR" dirty="0"/>
              <a:t>en France : Directives pour la mise en œuvre des ouvrages.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Normes ISO : Références </a:t>
            </a:r>
            <a:r>
              <a:rPr lang="fr-FR" dirty="0"/>
              <a:t>internationales, comme l'ISO 14001 pour les performances environnementales des bâtiments.</a:t>
            </a:r>
          </a:p>
        </p:txBody>
      </p:sp>
    </p:spTree>
    <p:extLst>
      <p:ext uri="{BB962C8B-B14F-4D97-AF65-F5344CB8AC3E}">
        <p14:creationId xmlns:p14="http://schemas.microsoft.com/office/powerpoint/2010/main" val="27185056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4D361ECB-6B6C-EA03-32F1-CF7EDF3AA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56166C78-F1B3-870D-A75D-6CEE5DA425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57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61C9C723-8029-E615-F1FE-5CCD607AEF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7A62FE4F-4FF0-7C82-EF25-1E4AC857170F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94C73774-CE79-34FB-B7EF-3B92A188B53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74A74CD0-088E-6813-72C6-2FFB9562C852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xmlns="" id="{9F4CFA8C-D9EE-CA36-BC43-61881B1FB4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32" y="2310179"/>
            <a:ext cx="6002095" cy="3858010"/>
          </a:xfrm>
          <a:prstGeom prst="rect">
            <a:avLst/>
          </a:prstGeom>
        </p:spPr>
      </p:pic>
      <p:pic>
        <p:nvPicPr>
          <p:cNvPr id="3074" name="Picture 2" descr="Les Eurocodes &quot; Vous en avez... - Club Génie Civil - ENSAO | Facebook">
            <a:extLst>
              <a:ext uri="{FF2B5EF4-FFF2-40B4-BE49-F238E27FC236}">
                <a16:creationId xmlns:a16="http://schemas.microsoft.com/office/drawing/2014/main" xmlns="" id="{1F5B22BD-797C-C02B-D4E4-389A849F3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1694286"/>
            <a:ext cx="3200400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GuidEnR HQE &gt; Dimensionnement des structures en béton &gt; Les Eurocodes">
            <a:extLst>
              <a:ext uri="{FF2B5EF4-FFF2-40B4-BE49-F238E27FC236}">
                <a16:creationId xmlns:a16="http://schemas.microsoft.com/office/drawing/2014/main" xmlns="" id="{745023E2-EE6E-0220-B6B0-DA5B7B15A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8891" y="3393385"/>
            <a:ext cx="3908008" cy="2703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xmlns="" id="{A6AE4602-7CE1-F3B0-D85D-EDEBAB431C78}"/>
              </a:ext>
            </a:extLst>
          </p:cNvPr>
          <p:cNvSpPr txBox="1"/>
          <p:nvPr/>
        </p:nvSpPr>
        <p:spPr>
          <a:xfrm>
            <a:off x="5161547" y="1257601"/>
            <a:ext cx="14959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Normes</a:t>
            </a:r>
          </a:p>
        </p:txBody>
      </p:sp>
    </p:spTree>
    <p:extLst>
      <p:ext uri="{BB962C8B-B14F-4D97-AF65-F5344CB8AC3E}">
        <p14:creationId xmlns:p14="http://schemas.microsoft.com/office/powerpoint/2010/main" val="31784923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0FE553C1-877D-68E3-DFB5-8985E57F5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B124DE7B-847E-464B-13CF-429381E473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58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72EC5C56-B578-C037-AD8F-3E52F4061A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8BE26AB3-AD46-7730-26BC-67C6C9C1E679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C8F6691B-8491-E171-D8B9-3042685A07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DCF2E434-9B80-358B-9DB2-1CB8A0B7E4C6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xmlns="" id="{81ED626D-5806-D385-4E2A-4E81902C39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085" y="2148914"/>
            <a:ext cx="6002095" cy="385801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xmlns="" id="{F77A518E-D88A-6674-39B0-1C38D875A420}"/>
              </a:ext>
            </a:extLst>
          </p:cNvPr>
          <p:cNvSpPr txBox="1"/>
          <p:nvPr/>
        </p:nvSpPr>
        <p:spPr>
          <a:xfrm>
            <a:off x="6545180" y="2585765"/>
            <a:ext cx="547035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/>
              <a:t>Les </a:t>
            </a:r>
            <a:r>
              <a:rPr lang="fr-FR" sz="1600" b="1" dirty="0"/>
              <a:t>Eurocodes</a:t>
            </a:r>
            <a:r>
              <a:rPr lang="fr-FR" sz="1600" dirty="0"/>
              <a:t> sont un ensemble de normes européennes harmonisées pour </a:t>
            </a:r>
            <a:r>
              <a:rPr lang="fr-FR" sz="1600" b="1" dirty="0"/>
              <a:t>le calcul, la conception et la vérification des structures </a:t>
            </a:r>
            <a:r>
              <a:rPr lang="fr-FR" sz="1600" dirty="0"/>
              <a:t>dans le domaine de la construction. Ils couvrent les </a:t>
            </a:r>
            <a:r>
              <a:rPr lang="fr-FR" sz="1600" b="1" dirty="0"/>
              <a:t>bâtiments et les ouvrages de génie civil</a:t>
            </a:r>
            <a:r>
              <a:rPr lang="fr-FR" sz="1600" dirty="0"/>
              <a:t> et permettent une </a:t>
            </a:r>
            <a:r>
              <a:rPr lang="fr-FR" sz="1600" b="1" dirty="0"/>
              <a:t>approche unifiée pour garantir la sécurité, la durabilité et la performance des structures </a:t>
            </a:r>
            <a:r>
              <a:rPr lang="fr-FR" sz="1600" dirty="0"/>
              <a:t>dans les pays européens. Bien que développés pour l'Union européenne, les Eurocodes sont aussi utilisés dans de nombreux pays non européens.</a:t>
            </a:r>
          </a:p>
          <a:p>
            <a:pPr algn="ctr"/>
            <a:r>
              <a:rPr lang="fr-FR" sz="1600" dirty="0"/>
              <a:t>Ces normes sont divisées en dix grands codes, numérotés de 0 à 9, avec des parties spécifiques pour chaque </a:t>
            </a:r>
            <a:r>
              <a:rPr lang="fr-FR" sz="1600" b="1" dirty="0"/>
              <a:t>type de matériau, type de structure ou exigence particulière</a:t>
            </a:r>
            <a:r>
              <a:rPr lang="fr-FR" sz="1600" dirty="0"/>
              <a:t>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B912616B-AF38-7CE7-2D9A-73B3993A8A79}"/>
              </a:ext>
            </a:extLst>
          </p:cNvPr>
          <p:cNvSpPr txBox="1"/>
          <p:nvPr/>
        </p:nvSpPr>
        <p:spPr>
          <a:xfrm>
            <a:off x="5161547" y="1257601"/>
            <a:ext cx="14959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Normes</a:t>
            </a:r>
          </a:p>
        </p:txBody>
      </p:sp>
    </p:spTree>
    <p:extLst>
      <p:ext uri="{BB962C8B-B14F-4D97-AF65-F5344CB8AC3E}">
        <p14:creationId xmlns:p14="http://schemas.microsoft.com/office/powerpoint/2010/main" val="6478025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DDFD6BC1-C48A-13AC-F537-B6BE01F25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1AAEAC18-DAED-2FC5-3375-BA58E886F5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59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80A790A7-49B9-F2CD-B2B6-DC861EE2DD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5982D182-86F2-DCBE-50EF-0FE89690D377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C6C08D29-195E-7AF5-98E2-207F7B579F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B1629355-6622-546E-1DEF-204F2E4456C3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xmlns="" id="{46621F09-4CC2-0284-8769-A7711FEAF0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32" y="2310179"/>
            <a:ext cx="6002095" cy="3858010"/>
          </a:xfrm>
          <a:prstGeom prst="rect">
            <a:avLst/>
          </a:prstGeom>
        </p:spPr>
      </p:pic>
      <p:pic>
        <p:nvPicPr>
          <p:cNvPr id="3074" name="Picture 2" descr="Les Eurocodes &quot; Vous en avez... - Club Génie Civil - ENSAO | Facebook">
            <a:extLst>
              <a:ext uri="{FF2B5EF4-FFF2-40B4-BE49-F238E27FC236}">
                <a16:creationId xmlns:a16="http://schemas.microsoft.com/office/drawing/2014/main" xmlns="" id="{0D7E19CA-2E9C-F388-780E-9795AFB52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1694286"/>
            <a:ext cx="3200400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GuidEnR HQE &gt; Dimensionnement des structures en béton &gt; Les Eurocodes">
            <a:extLst>
              <a:ext uri="{FF2B5EF4-FFF2-40B4-BE49-F238E27FC236}">
                <a16:creationId xmlns:a16="http://schemas.microsoft.com/office/drawing/2014/main" xmlns="" id="{12B807A2-6692-B0B3-87F3-77F395752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8891" y="3393385"/>
            <a:ext cx="3908008" cy="2703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FE93DB72-9455-6C04-3734-3BE0C05B491D}"/>
              </a:ext>
            </a:extLst>
          </p:cNvPr>
          <p:cNvSpPr txBox="1"/>
          <p:nvPr/>
        </p:nvSpPr>
        <p:spPr>
          <a:xfrm>
            <a:off x="5161547" y="1257601"/>
            <a:ext cx="14959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Normes</a:t>
            </a:r>
          </a:p>
        </p:txBody>
      </p:sp>
    </p:spTree>
    <p:extLst>
      <p:ext uri="{BB962C8B-B14F-4D97-AF65-F5344CB8AC3E}">
        <p14:creationId xmlns:p14="http://schemas.microsoft.com/office/powerpoint/2010/main" val="36587958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736A5DD5-2753-78C1-180B-A2CB995DA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6B8FFD62-012F-885E-6FC5-0D9E3A35C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60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774818C5-2D99-02A5-BD99-EE32893F8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A70B63DF-2222-A0D1-E282-D205C62AB8D0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0F40078C-5173-6810-982F-70FBDC432E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9BF5F99-EA33-971E-8213-855CE6EEC0EC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xmlns="" id="{A0DBE515-2D21-6025-1D7C-377FCF584CAA}"/>
              </a:ext>
            </a:extLst>
          </p:cNvPr>
          <p:cNvSpPr txBox="1"/>
          <p:nvPr/>
        </p:nvSpPr>
        <p:spPr>
          <a:xfrm>
            <a:off x="510794" y="2004419"/>
            <a:ext cx="488661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Les </a:t>
            </a:r>
            <a:r>
              <a:rPr lang="fr-FR" b="1" dirty="0"/>
              <a:t>DTU (Documents Techniques Unifiés) </a:t>
            </a:r>
            <a:r>
              <a:rPr lang="fr-FR" dirty="0"/>
              <a:t>sont des normes françaises élaborées par le CSTB et les organisations professionnelles, définissant les règles de conception, de mise en œuvre, d’entretien, et de maintenance des travaux de construction.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Ils visent à </a:t>
            </a:r>
            <a:r>
              <a:rPr lang="fr-FR" b="1" dirty="0"/>
              <a:t>garantir la qualité, la sécurité, et la durabilité </a:t>
            </a:r>
            <a:r>
              <a:rPr lang="fr-FR" dirty="0"/>
              <a:t>des ouvrages tout en assurant leur </a:t>
            </a:r>
            <a:r>
              <a:rPr lang="fr-FR" b="1" dirty="0"/>
              <a:t>conformité avec les réglementations </a:t>
            </a:r>
            <a:r>
              <a:rPr lang="fr-FR" dirty="0"/>
              <a:t>en vigueur.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Les DTU servent de </a:t>
            </a:r>
            <a:r>
              <a:rPr lang="fr-FR" b="1" dirty="0"/>
              <a:t>référence pour les marchés publics</a:t>
            </a:r>
            <a:r>
              <a:rPr lang="fr-FR" dirty="0"/>
              <a:t>, les </a:t>
            </a:r>
            <a:r>
              <a:rPr lang="fr-FR" b="1" dirty="0"/>
              <a:t>contrats de construction</a:t>
            </a:r>
            <a:r>
              <a:rPr lang="fr-FR" dirty="0"/>
              <a:t>, et les </a:t>
            </a:r>
            <a:r>
              <a:rPr lang="fr-FR" b="1" dirty="0"/>
              <a:t>assureur</a:t>
            </a:r>
            <a:r>
              <a:rPr lang="fr-FR" dirty="0"/>
              <a:t>s, notamment pour la </a:t>
            </a:r>
            <a:r>
              <a:rPr lang="fr-FR" b="1" dirty="0"/>
              <a:t>garantie décennale</a:t>
            </a:r>
            <a:r>
              <a:rPr lang="fr-FR" dirty="0"/>
              <a:t>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D165BBE4-FFE6-6F5D-87DF-C40B5DD5E7B2}"/>
              </a:ext>
            </a:extLst>
          </p:cNvPr>
          <p:cNvSpPr txBox="1"/>
          <p:nvPr/>
        </p:nvSpPr>
        <p:spPr>
          <a:xfrm>
            <a:off x="4038600" y="1099586"/>
            <a:ext cx="61681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Documents Techniques Unifiés</a:t>
            </a:r>
          </a:p>
        </p:txBody>
      </p:sp>
      <p:pic>
        <p:nvPicPr>
          <p:cNvPr id="12290" name="Picture 2" descr="DTU 20.1">
            <a:extLst>
              <a:ext uri="{FF2B5EF4-FFF2-40B4-BE49-F238E27FC236}">
                <a16:creationId xmlns:a16="http://schemas.microsoft.com/office/drawing/2014/main" xmlns="" id="{F8E8AE44-E92C-AF11-3E14-3377B46C6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7318" y="1583225"/>
            <a:ext cx="3306564" cy="4696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2218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3A497661-9944-7B59-F75A-C1D20E6F2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0E56EF0A-B565-748F-E799-8148A92BD0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61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F0675E11-5EDC-F74D-7509-C25815BC99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FAD35CC3-87A4-51AE-9467-4EC68C7216CA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6E8EF887-A8F4-5886-7016-6F855258D6B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B7A2EA78-A399-2019-9AF1-7851797980BE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D27EBAF7-92DA-3D1A-2A59-E1C396D91706}"/>
              </a:ext>
            </a:extLst>
          </p:cNvPr>
          <p:cNvSpPr txBox="1"/>
          <p:nvPr/>
        </p:nvSpPr>
        <p:spPr>
          <a:xfrm>
            <a:off x="4038600" y="1099586"/>
            <a:ext cx="61681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Documents Techniques Unifiés</a:t>
            </a:r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xmlns="" id="{9C3CCBEC-EDAE-CC9E-A295-56170DFD8A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069347"/>
              </p:ext>
            </p:extLst>
          </p:nvPr>
        </p:nvGraphicFramePr>
        <p:xfrm>
          <a:off x="232610" y="1505391"/>
          <a:ext cx="11726780" cy="5702427"/>
        </p:xfrm>
        <a:graphic>
          <a:graphicData uri="http://schemas.openxmlformats.org/drawingml/2006/table">
            <a:tbl>
              <a:tblPr/>
              <a:tblGrid>
                <a:gridCol w="2277979">
                  <a:extLst>
                    <a:ext uri="{9D8B030D-6E8A-4147-A177-3AD203B41FA5}">
                      <a16:colId xmlns:a16="http://schemas.microsoft.com/office/drawing/2014/main" xmlns="" val="2889705299"/>
                    </a:ext>
                  </a:extLst>
                </a:gridCol>
                <a:gridCol w="2053390">
                  <a:extLst>
                    <a:ext uri="{9D8B030D-6E8A-4147-A177-3AD203B41FA5}">
                      <a16:colId xmlns:a16="http://schemas.microsoft.com/office/drawing/2014/main" xmlns="" val="3307260156"/>
                    </a:ext>
                  </a:extLst>
                </a:gridCol>
                <a:gridCol w="7395411">
                  <a:extLst>
                    <a:ext uri="{9D8B030D-6E8A-4147-A177-3AD203B41FA5}">
                      <a16:colId xmlns:a16="http://schemas.microsoft.com/office/drawing/2014/main" xmlns="" val="3699885318"/>
                    </a:ext>
                  </a:extLst>
                </a:gridCol>
              </a:tblGrid>
              <a:tr h="145045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Numéro DTU</a:t>
                      </a:r>
                      <a:endParaRPr lang="fr-FR" sz="14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Domaine</a:t>
                      </a:r>
                      <a:endParaRPr lang="fr-FR" sz="14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Titre</a:t>
                      </a:r>
                      <a:endParaRPr lang="fr-FR" sz="1400" dirty="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63527336"/>
                  </a:ext>
                </a:extLst>
              </a:tr>
              <a:tr h="253828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DTU 13.1</a:t>
                      </a:r>
                      <a:endParaRPr lang="fr-FR" sz="14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Fondations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Règles de calcul des fondations superficielles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98840139"/>
                  </a:ext>
                </a:extLst>
              </a:tr>
              <a:tr h="253828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DTU 13.3</a:t>
                      </a:r>
                      <a:endParaRPr lang="fr-FR" sz="14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Fondations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Exécution des fondations profondes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63814624"/>
                  </a:ext>
                </a:extLst>
              </a:tr>
              <a:tr h="253828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DTU 20.1</a:t>
                      </a:r>
                      <a:endParaRPr lang="fr-FR" sz="14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Maçonnerie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Ouvrages en maçonnerie de petits éléments et en béton armé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0710421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DTU 21</a:t>
                      </a:r>
                      <a:endParaRPr lang="fr-FR" sz="14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Béton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Exécution des ouvrages en béton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767940609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DTU 31.1</a:t>
                      </a:r>
                      <a:endParaRPr lang="fr-FR" sz="14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Charpentes bois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Charpentes et escaliers en bois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6351279"/>
                  </a:ext>
                </a:extLst>
              </a:tr>
              <a:tr h="253828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DTU 31.2</a:t>
                      </a:r>
                      <a:endParaRPr lang="fr-FR" sz="14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Construction bois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Construction de maisons et bâtiments en bois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49088547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DTU 40.1</a:t>
                      </a:r>
                      <a:endParaRPr lang="fr-FR" sz="14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Couverture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Couvertures en tuiles plates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87738208"/>
                  </a:ext>
                </a:extLst>
              </a:tr>
              <a:tr h="253828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DTU 40.2</a:t>
                      </a:r>
                      <a:endParaRPr lang="fr-FR" sz="14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Couverture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Couvertures en tuiles mécaniques à emboîtement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46652741"/>
                  </a:ext>
                </a:extLst>
              </a:tr>
              <a:tr h="253828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DTU 43.1</a:t>
                      </a:r>
                      <a:endParaRPr lang="fr-FR" sz="14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Étanchéité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Étanchéité des toitures-terrasses avec éléments porteurs en béton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9976272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DTU 43.3</a:t>
                      </a:r>
                      <a:endParaRPr lang="fr-FR" sz="14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Étanchéité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Étanchéité des toitures-terrasses avec éléments porteurs métalliques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9574231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DTU 45.1</a:t>
                      </a:r>
                      <a:endParaRPr lang="fr-FR" sz="14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Isolation thermique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Isolation thermique par projection de mousse polyuréthane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544459584"/>
                  </a:ext>
                </a:extLst>
              </a:tr>
              <a:tr h="253828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DTU 50.1</a:t>
                      </a:r>
                      <a:endParaRPr lang="fr-FR" sz="14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Installations électriques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Installations électriques des bâtiments d’habitation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91984432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DTU 51.2</a:t>
                      </a:r>
                      <a:endParaRPr lang="fr-FR" sz="14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Parquets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Revêtements de sol en bois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7980750"/>
                  </a:ext>
                </a:extLst>
              </a:tr>
              <a:tr h="253828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DTU 59.1</a:t>
                      </a:r>
                      <a:endParaRPr lang="fr-FR" sz="14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Peinture et revêtements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Travaux de peinture dans les bâtiments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91261291"/>
                  </a:ext>
                </a:extLst>
              </a:tr>
              <a:tr h="253828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DTU 65.10</a:t>
                      </a:r>
                      <a:endParaRPr lang="fr-FR" sz="14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Chauffage et climatisation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Conception et mise en œuvre des installations de chauffage central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21086522"/>
                  </a:ext>
                </a:extLst>
              </a:tr>
              <a:tr h="253828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DTU 68.3</a:t>
                      </a:r>
                      <a:endParaRPr lang="fr-FR" sz="14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Ventilation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Systèmes de ventilation mécanique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5805164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/>
                      <a:r>
                        <a:rPr lang="fr-FR" sz="1400" b="1"/>
                        <a:t>DTU 70.1</a:t>
                      </a:r>
                      <a:endParaRPr lang="fr-FR" sz="14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/>
                        <a:t>Plomberie sanitaire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Conception et exécution des installations d’eau potable et évacuation des eaux usées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19995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35281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CB694FB9-72D1-2F42-E360-239292F0A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AA6360E2-8FD6-2169-BC92-FD19C82FD5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62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4ACD3505-867D-B584-14A0-E6A29E4B50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A66E7678-97E9-9188-16D7-139A67A6D973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0B1F931D-6BE5-6AD3-5271-6345C02EF40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98CA8C91-53A3-2D9E-8395-88F904DDAA55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Documents techniques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5683C930-CE4A-9584-664F-010515CF6A47}"/>
              </a:ext>
            </a:extLst>
          </p:cNvPr>
          <p:cNvSpPr txBox="1"/>
          <p:nvPr/>
        </p:nvSpPr>
        <p:spPr>
          <a:xfrm>
            <a:off x="2581928" y="1181039"/>
            <a:ext cx="61681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Norme ISO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7383B59D-4EE8-AE35-22D8-850333BA74D6}"/>
              </a:ext>
            </a:extLst>
          </p:cNvPr>
          <p:cNvSpPr txBox="1"/>
          <p:nvPr/>
        </p:nvSpPr>
        <p:spPr>
          <a:xfrm>
            <a:off x="308811" y="2714128"/>
            <a:ext cx="514550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Les normes </a:t>
            </a:r>
            <a:r>
              <a:rPr lang="fr-FR" b="1" dirty="0"/>
              <a:t>ISO (International </a:t>
            </a:r>
            <a:r>
              <a:rPr lang="fr-FR" b="1" dirty="0" err="1"/>
              <a:t>Organization</a:t>
            </a:r>
            <a:r>
              <a:rPr lang="fr-FR" b="1" dirty="0"/>
              <a:t> for </a:t>
            </a:r>
            <a:r>
              <a:rPr lang="fr-FR" b="1" dirty="0" err="1"/>
              <a:t>Standardization</a:t>
            </a:r>
            <a:r>
              <a:rPr lang="fr-FR" b="1" dirty="0"/>
              <a:t>)</a:t>
            </a:r>
            <a:r>
              <a:rPr lang="fr-FR" dirty="0"/>
              <a:t> sont des standards internationaux conçus </a:t>
            </a:r>
            <a:r>
              <a:rPr lang="fr-FR" b="1" dirty="0"/>
              <a:t>pour harmoniser les pratiques et garantir la qualité</a:t>
            </a:r>
            <a:r>
              <a:rPr lang="fr-FR" dirty="0"/>
              <a:t>, la </a:t>
            </a:r>
            <a:r>
              <a:rPr lang="fr-FR" b="1" dirty="0"/>
              <a:t>sécurité et l'efficacité </a:t>
            </a:r>
            <a:r>
              <a:rPr lang="fr-FR" dirty="0"/>
              <a:t>dans divers domaines, y compris la construction. Elles s’appliquent à différents aspects du bâtiment : </a:t>
            </a:r>
            <a:r>
              <a:rPr lang="fr-FR" b="1" dirty="0"/>
              <a:t>conception, matériaux, gestion des processus, efficacité énergétique, environnement,</a:t>
            </a:r>
            <a:r>
              <a:rPr lang="fr-FR" dirty="0"/>
              <a:t> etc.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xmlns="" id="{0B8BF460-437F-6F41-2931-7F29CF3A3A6D}"/>
              </a:ext>
            </a:extLst>
          </p:cNvPr>
          <p:cNvSpPr txBox="1"/>
          <p:nvPr/>
        </p:nvSpPr>
        <p:spPr>
          <a:xfrm>
            <a:off x="5715001" y="2034540"/>
            <a:ext cx="616818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ISO 9001 </a:t>
            </a:r>
            <a:r>
              <a:rPr lang="fr-FR" dirty="0"/>
              <a:t>: Management de la qualité Définit les exigences pour un système de management de la qualité, souvent utilisé dans les projets de construction.</a:t>
            </a:r>
          </a:p>
          <a:p>
            <a:r>
              <a:rPr lang="fr-FR" b="1" dirty="0"/>
              <a:t>ISO 14001 : </a:t>
            </a:r>
            <a:r>
              <a:rPr lang="fr-FR" dirty="0"/>
              <a:t>Management </a:t>
            </a:r>
            <a:r>
              <a:rPr lang="fr-FR" dirty="0" err="1"/>
              <a:t>environnementalEncadre</a:t>
            </a:r>
            <a:r>
              <a:rPr lang="fr-FR" dirty="0"/>
              <a:t> les pratiques pour réduire l'impact environnemental des activités, notamment dans la construction durable.</a:t>
            </a:r>
          </a:p>
          <a:p>
            <a:r>
              <a:rPr lang="fr-FR" b="1" dirty="0"/>
              <a:t>ISO 45001 : </a:t>
            </a:r>
            <a:r>
              <a:rPr lang="fr-FR" dirty="0"/>
              <a:t>Santé et sécurité au </a:t>
            </a:r>
            <a:r>
              <a:rPr lang="fr-FR" dirty="0" err="1"/>
              <a:t>travailSpécifie</a:t>
            </a:r>
            <a:r>
              <a:rPr lang="fr-FR" dirty="0"/>
              <a:t> les exigences pour garantir la santé et la sécurité des travailleurs sur les chantiers.</a:t>
            </a:r>
          </a:p>
          <a:p>
            <a:r>
              <a:rPr lang="fr-FR" b="1" dirty="0"/>
              <a:t>ISO 50001 : </a:t>
            </a:r>
            <a:r>
              <a:rPr lang="fr-FR" dirty="0"/>
              <a:t>Management de l'</a:t>
            </a:r>
            <a:r>
              <a:rPr lang="fr-FR" dirty="0" err="1"/>
              <a:t>énergieEncourage</a:t>
            </a:r>
            <a:r>
              <a:rPr lang="fr-FR" dirty="0"/>
              <a:t> l'amélioration continue des performances énergétiques des bâtiments et infrastructures.</a:t>
            </a:r>
          </a:p>
          <a:p>
            <a:r>
              <a:rPr lang="fr-FR" b="1" dirty="0"/>
              <a:t>ISO 26000 : </a:t>
            </a:r>
            <a:r>
              <a:rPr lang="fr-FR" dirty="0"/>
              <a:t>Responsabilité </a:t>
            </a:r>
            <a:r>
              <a:rPr lang="fr-FR" dirty="0" err="1"/>
              <a:t>sociétaleFournit</a:t>
            </a:r>
            <a:r>
              <a:rPr lang="fr-FR" dirty="0"/>
              <a:t> des lignes directrices sur la responsabilité sociétale, y compris les aspects sociaux dans le bâtiment.</a:t>
            </a:r>
          </a:p>
        </p:txBody>
      </p:sp>
    </p:spTree>
    <p:extLst>
      <p:ext uri="{BB962C8B-B14F-4D97-AF65-F5344CB8AC3E}">
        <p14:creationId xmlns:p14="http://schemas.microsoft.com/office/powerpoint/2010/main" val="2340964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4F3AC927-55CD-D086-A983-496B87185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5E2DE82A-C94A-1D57-5889-9E575A5432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63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D354B288-09D8-2ACD-81A5-3560E0C3A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492" y="70223"/>
            <a:ext cx="1090163" cy="98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fficeArt object">
            <a:extLst>
              <a:ext uri="{FF2B5EF4-FFF2-40B4-BE49-F238E27FC236}">
                <a16:creationId xmlns:a16="http://schemas.microsoft.com/office/drawing/2014/main" xmlns="" id="{B3805FCD-4AFE-8918-9978-56AB7F26FBDF}"/>
              </a:ext>
            </a:extLst>
          </p:cNvPr>
          <p:cNvPicPr/>
          <p:nvPr/>
        </p:nvPicPr>
        <p:blipFill rotWithShape="1">
          <a:blip r:embed="rId4"/>
          <a:srcRect l="12854" r="8048"/>
          <a:stretch/>
        </p:blipFill>
        <p:spPr>
          <a:xfrm>
            <a:off x="9840279" y="0"/>
            <a:ext cx="1199213" cy="15061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BBB9F998-BF46-FBA1-799B-C2F2906B511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/>
              <a:t>Dr. Ibrahim Niang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A32B3567-3846-AD0D-0E06-9D572F4260F8}"/>
              </a:ext>
            </a:extLst>
          </p:cNvPr>
          <p:cNvSpPr/>
          <p:nvPr/>
        </p:nvSpPr>
        <p:spPr>
          <a:xfrm>
            <a:off x="-63745" y="-107207"/>
            <a:ext cx="6352250" cy="75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Clr>
                <a:srgbClr val="1F3864"/>
              </a:buClr>
              <a:buSzPct val="65000"/>
              <a:buFont typeface="+mj-lt"/>
              <a:buAutoNum type="romanUcPeriod" startAt="4"/>
            </a:pPr>
            <a:r>
              <a:rPr lang="fr-FR" sz="3200" b="1" dirty="0">
                <a:solidFill>
                  <a:srgbClr val="1F3864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Règlementation </a:t>
            </a:r>
            <a:endParaRPr lang="fr-FR" sz="2400" dirty="0">
              <a:solidFill>
                <a:srgbClr val="1F3864"/>
              </a:solidFill>
              <a:latin typeface="Proxima Nova"/>
              <a:cs typeface="Calibri"/>
              <a:sym typeface="Calibri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1666990F-5DE7-4947-5BBA-C13721F45A4D}"/>
              </a:ext>
            </a:extLst>
          </p:cNvPr>
          <p:cNvSpPr txBox="1"/>
          <p:nvPr/>
        </p:nvSpPr>
        <p:spPr>
          <a:xfrm>
            <a:off x="2581928" y="1181039"/>
            <a:ext cx="61681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ln w="0"/>
                <a:solidFill>
                  <a:srgbClr val="1F3864"/>
                </a:solidFill>
                <a:latin typeface="Aptos" panose="020B0004020202020204" pitchFamily="34" charset="0"/>
              </a:rPr>
              <a:t>Norme ISO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xmlns="" id="{68B18F10-70FC-D0DC-1FDB-06924C4B1DD4}"/>
              </a:ext>
            </a:extLst>
          </p:cNvPr>
          <p:cNvSpPr txBox="1"/>
          <p:nvPr/>
        </p:nvSpPr>
        <p:spPr>
          <a:xfrm>
            <a:off x="330017" y="1906646"/>
            <a:ext cx="576598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Encadrement des activités de construction : </a:t>
            </a:r>
            <a:r>
              <a:rPr lang="fr-FR" dirty="0"/>
              <a:t>Le Code de la Construction au Sénégal définit les </a:t>
            </a:r>
            <a:r>
              <a:rPr lang="fr-FR" u="sng" dirty="0"/>
              <a:t>règles et normes visant à garantir la qualité, la sécurité et la durabilité des ouvrages, tout en réglementant les rôles des différents acteurs </a:t>
            </a:r>
            <a:r>
              <a:rPr lang="fr-FR" dirty="0"/>
              <a:t>(maîtres d'ouvrage, architectes, entrepreneurs).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Évolution législative : </a:t>
            </a:r>
            <a:r>
              <a:rPr lang="fr-FR" dirty="0"/>
              <a:t>Initialement promulgué par la Loi n° 2009-23 du 8 juillet 2009, il a été actualisé par la Loi n° 2023-21 du 29 décembre 2023 pour mieux répondre aux enjeux modernes du secteur.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Principaux objectifs : </a:t>
            </a:r>
            <a:r>
              <a:rPr lang="fr-FR" u="sng" dirty="0"/>
              <a:t>Assurer la conformité </a:t>
            </a:r>
            <a:r>
              <a:rPr lang="fr-FR" dirty="0"/>
              <a:t>aux normes techniques et de sécurité, </a:t>
            </a:r>
            <a:r>
              <a:rPr lang="fr-FR" b="1" dirty="0"/>
              <a:t>encadrer les procédures d'autorisation et de contrôle, </a:t>
            </a:r>
            <a:r>
              <a:rPr lang="fr-FR" u="sng" dirty="0"/>
              <a:t>prévenir les pratiques non conformes </a:t>
            </a:r>
            <a:r>
              <a:rPr lang="fr-FR" dirty="0"/>
              <a:t>et </a:t>
            </a:r>
            <a:r>
              <a:rPr lang="fr-FR" u="sng" dirty="0"/>
              <a:t>renforcer la protection des usagers et des ouvrages</a:t>
            </a:r>
            <a:r>
              <a:rPr lang="fr-FR" dirty="0"/>
              <a:t>.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xmlns="" id="{3349FCE7-FCC5-E49A-68EB-2DECD00D5E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3001" y="2692230"/>
            <a:ext cx="5149172" cy="184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1791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0592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1121</TotalTime>
  <Words>5306</Words>
  <Application>Microsoft Office PowerPoint</Application>
  <PresentationFormat>Grand écran</PresentationFormat>
  <Paragraphs>517</Paragraphs>
  <Slides>64</Slides>
  <Notes>63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64</vt:i4>
      </vt:variant>
    </vt:vector>
  </HeadingPairs>
  <TitlesOfParts>
    <vt:vector size="70" baseType="lpstr">
      <vt:lpstr>Aptos</vt:lpstr>
      <vt:lpstr>Aptos Display</vt:lpstr>
      <vt:lpstr>Arial</vt:lpstr>
      <vt:lpstr>Calibri</vt:lpstr>
      <vt:lpstr>Proxima Nova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Ibrahim NIANG</dc:creator>
  <cp:lastModifiedBy>LENOVO</cp:lastModifiedBy>
  <cp:revision>2</cp:revision>
  <dcterms:created xsi:type="dcterms:W3CDTF">2024-10-23T11:22:43Z</dcterms:created>
  <dcterms:modified xsi:type="dcterms:W3CDTF">2025-01-07T22:32:55Z</dcterms:modified>
</cp:coreProperties>
</file>